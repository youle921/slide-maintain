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4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5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82" r:id="rId2"/>
    <p:sldMasterId id="2147483689" r:id="rId3"/>
    <p:sldMasterId id="2147483696" r:id="rId4"/>
    <p:sldMasterId id="2147483703" r:id="rId5"/>
    <p:sldMasterId id="2147483710" r:id="rId6"/>
    <p:sldMasterId id="2147483719" r:id="rId7"/>
  </p:sldMasterIdLst>
  <p:notesMasterIdLst>
    <p:notesMasterId r:id="rId18"/>
  </p:notesMasterIdLst>
  <p:sldIdLst>
    <p:sldId id="256" r:id="rId8"/>
    <p:sldId id="261" r:id="rId9"/>
    <p:sldId id="286" r:id="rId10"/>
    <p:sldId id="278" r:id="rId11"/>
    <p:sldId id="289" r:id="rId12"/>
    <p:sldId id="296" r:id="rId13"/>
    <p:sldId id="297" r:id="rId14"/>
    <p:sldId id="298" r:id="rId15"/>
    <p:sldId id="299" r:id="rId16"/>
    <p:sldId id="259" r:id="rId17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79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10" Type="http://schemas.openxmlformats.org/officeDocument/2006/relationships/slide" Target="slides/slide3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y5ule\research\research_b4\rf_ga\result_large_datasets\Magic_graph_data1.csv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y5ule\research\research_b4\rf_ga\result_large_datasets\Magic_graph_data1.csv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y5ule\research\research_b4\rf_ga\result_large_datasets\Magic_graph_data1.csv" TargetMode="Externa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y5ule\research\research_b4\rf_ga\result_large_datasets\Magic_graph_data1.csv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Magic_graph_data1!$C$1</c:f>
              <c:strCache>
                <c:ptCount val="1"/>
                <c:pt idx="0">
                  <c:v>validation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Magic_graph_data1!$B$2:$B$1002</c:f>
              <c:numCache>
                <c:formatCode>General</c:formatCode>
                <c:ptCount val="1001"/>
                <c:pt idx="0">
                  <c:v>0</c:v>
                </c:pt>
                <c:pt idx="1">
                  <c:v>0.3010299956639812</c:v>
                </c:pt>
                <c:pt idx="2">
                  <c:v>0.47712125471966244</c:v>
                </c:pt>
                <c:pt idx="3">
                  <c:v>0.6020599913279624</c:v>
                </c:pt>
                <c:pt idx="4">
                  <c:v>0.69897000433601886</c:v>
                </c:pt>
                <c:pt idx="5">
                  <c:v>0.77815125038364363</c:v>
                </c:pt>
                <c:pt idx="6">
                  <c:v>0.84509804001425681</c:v>
                </c:pt>
                <c:pt idx="7">
                  <c:v>0.90308998699194354</c:v>
                </c:pt>
                <c:pt idx="8">
                  <c:v>0.95424250943932487</c:v>
                </c:pt>
                <c:pt idx="9">
                  <c:v>1</c:v>
                </c:pt>
                <c:pt idx="10">
                  <c:v>1.0413926851582251</c:v>
                </c:pt>
                <c:pt idx="11">
                  <c:v>1.0791812460476249</c:v>
                </c:pt>
                <c:pt idx="12">
                  <c:v>1.1139433523068367</c:v>
                </c:pt>
                <c:pt idx="13">
                  <c:v>1.146128035678238</c:v>
                </c:pt>
                <c:pt idx="14">
                  <c:v>1.1760912590556813</c:v>
                </c:pt>
                <c:pt idx="15">
                  <c:v>1.2041199826559248</c:v>
                </c:pt>
                <c:pt idx="16">
                  <c:v>1.2304489213782739</c:v>
                </c:pt>
                <c:pt idx="17">
                  <c:v>1.255272505103306</c:v>
                </c:pt>
                <c:pt idx="18">
                  <c:v>1.2787536009528289</c:v>
                </c:pt>
                <c:pt idx="19">
                  <c:v>1.3010299956639813</c:v>
                </c:pt>
                <c:pt idx="20">
                  <c:v>1.3222192947339193</c:v>
                </c:pt>
                <c:pt idx="21">
                  <c:v>1.3424226808222062</c:v>
                </c:pt>
                <c:pt idx="22">
                  <c:v>1.3617278360175928</c:v>
                </c:pt>
                <c:pt idx="23">
                  <c:v>1.3802112417116059</c:v>
                </c:pt>
                <c:pt idx="24">
                  <c:v>1.3979400086720377</c:v>
                </c:pt>
                <c:pt idx="25">
                  <c:v>1.414973347970818</c:v>
                </c:pt>
                <c:pt idx="26">
                  <c:v>1.4313637641589874</c:v>
                </c:pt>
                <c:pt idx="27">
                  <c:v>1.4471580313422192</c:v>
                </c:pt>
                <c:pt idx="28">
                  <c:v>1.4623979978989561</c:v>
                </c:pt>
                <c:pt idx="29">
                  <c:v>1.4771212547196624</c:v>
                </c:pt>
                <c:pt idx="30">
                  <c:v>1.4913616938342726</c:v>
                </c:pt>
                <c:pt idx="31">
                  <c:v>1.505149978319906</c:v>
                </c:pt>
                <c:pt idx="32">
                  <c:v>1.5185139398778875</c:v>
                </c:pt>
                <c:pt idx="33">
                  <c:v>1.5314789170422551</c:v>
                </c:pt>
                <c:pt idx="34">
                  <c:v>1.5440680443502757</c:v>
                </c:pt>
                <c:pt idx="35">
                  <c:v>1.5563025007672873</c:v>
                </c:pt>
                <c:pt idx="36">
                  <c:v>1.568201724066995</c:v>
                </c:pt>
                <c:pt idx="37">
                  <c:v>1.5797835966168101</c:v>
                </c:pt>
                <c:pt idx="38">
                  <c:v>1.5910646070264991</c:v>
                </c:pt>
                <c:pt idx="39">
                  <c:v>1.6020599913279623</c:v>
                </c:pt>
                <c:pt idx="40">
                  <c:v>1.6127838567197355</c:v>
                </c:pt>
                <c:pt idx="41">
                  <c:v>1.6232492903979006</c:v>
                </c:pt>
                <c:pt idx="42">
                  <c:v>1.6334684555795864</c:v>
                </c:pt>
                <c:pt idx="43">
                  <c:v>1.6434526764861874</c:v>
                </c:pt>
                <c:pt idx="44">
                  <c:v>1.6532125137753437</c:v>
                </c:pt>
                <c:pt idx="45">
                  <c:v>1.6627578316815741</c:v>
                </c:pt>
                <c:pt idx="46">
                  <c:v>1.6720978579357175</c:v>
                </c:pt>
                <c:pt idx="47">
                  <c:v>1.6812412373755872</c:v>
                </c:pt>
                <c:pt idx="48">
                  <c:v>1.6901960800285136</c:v>
                </c:pt>
                <c:pt idx="49">
                  <c:v>1.6989700043360187</c:v>
                </c:pt>
                <c:pt idx="50">
                  <c:v>1.7075701760979363</c:v>
                </c:pt>
                <c:pt idx="51">
                  <c:v>1.7160033436347992</c:v>
                </c:pt>
                <c:pt idx="52">
                  <c:v>1.7242758696007889</c:v>
                </c:pt>
                <c:pt idx="53">
                  <c:v>1.7323937598229686</c:v>
                </c:pt>
                <c:pt idx="54">
                  <c:v>1.7403626894942439</c:v>
                </c:pt>
                <c:pt idx="55">
                  <c:v>1.7481880270062005</c:v>
                </c:pt>
                <c:pt idx="56">
                  <c:v>1.7558748556724915</c:v>
                </c:pt>
                <c:pt idx="57">
                  <c:v>1.7634279935629373</c:v>
                </c:pt>
                <c:pt idx="58">
                  <c:v>1.7708520116421442</c:v>
                </c:pt>
                <c:pt idx="59">
                  <c:v>1.7781512503836436</c:v>
                </c:pt>
                <c:pt idx="60">
                  <c:v>1.7853298350107671</c:v>
                </c:pt>
                <c:pt idx="61">
                  <c:v>1.7923916894982539</c:v>
                </c:pt>
                <c:pt idx="62">
                  <c:v>1.7993405494535817</c:v>
                </c:pt>
                <c:pt idx="63">
                  <c:v>1.8061799739838871</c:v>
                </c:pt>
                <c:pt idx="64">
                  <c:v>1.8129133566428555</c:v>
                </c:pt>
                <c:pt idx="65">
                  <c:v>1.8195439355418688</c:v>
                </c:pt>
                <c:pt idx="66">
                  <c:v>1.8260748027008264</c:v>
                </c:pt>
                <c:pt idx="67">
                  <c:v>1.8325089127062364</c:v>
                </c:pt>
                <c:pt idx="68">
                  <c:v>1.8388490907372552</c:v>
                </c:pt>
                <c:pt idx="69">
                  <c:v>1.8450980400142569</c:v>
                </c:pt>
                <c:pt idx="70">
                  <c:v>1.8512583487190752</c:v>
                </c:pt>
                <c:pt idx="71">
                  <c:v>1.8573324964312685</c:v>
                </c:pt>
                <c:pt idx="72">
                  <c:v>1.8633228601204559</c:v>
                </c:pt>
                <c:pt idx="73">
                  <c:v>1.8692317197309762</c:v>
                </c:pt>
                <c:pt idx="74">
                  <c:v>1.8750612633917001</c:v>
                </c:pt>
                <c:pt idx="75">
                  <c:v>1.8808135922807914</c:v>
                </c:pt>
                <c:pt idx="76">
                  <c:v>1.8864907251724818</c:v>
                </c:pt>
                <c:pt idx="77">
                  <c:v>1.8920946026904804</c:v>
                </c:pt>
                <c:pt idx="78">
                  <c:v>1.8976270912904414</c:v>
                </c:pt>
                <c:pt idx="79">
                  <c:v>1.9030899869919435</c:v>
                </c:pt>
                <c:pt idx="80">
                  <c:v>1.9084850188786497</c:v>
                </c:pt>
                <c:pt idx="81">
                  <c:v>1.9138138523837167</c:v>
                </c:pt>
                <c:pt idx="82">
                  <c:v>1.919078092376074</c:v>
                </c:pt>
                <c:pt idx="83">
                  <c:v>1.9242792860618816</c:v>
                </c:pt>
                <c:pt idx="84">
                  <c:v>1.9294189257142926</c:v>
                </c:pt>
                <c:pt idx="85">
                  <c:v>1.9344984512435677</c:v>
                </c:pt>
                <c:pt idx="86">
                  <c:v>1.9395192526186185</c:v>
                </c:pt>
                <c:pt idx="87">
                  <c:v>1.9444826721501687</c:v>
                </c:pt>
                <c:pt idx="88">
                  <c:v>1.9493900066449128</c:v>
                </c:pt>
                <c:pt idx="89">
                  <c:v>1.954242509439325</c:v>
                </c:pt>
                <c:pt idx="90">
                  <c:v>1.9590413923210936</c:v>
                </c:pt>
                <c:pt idx="91">
                  <c:v>1.9637878273455553</c:v>
                </c:pt>
                <c:pt idx="92">
                  <c:v>1.968482948553935</c:v>
                </c:pt>
                <c:pt idx="93">
                  <c:v>1.9731278535996986</c:v>
                </c:pt>
                <c:pt idx="94">
                  <c:v>1.9777236052888478</c:v>
                </c:pt>
                <c:pt idx="95">
                  <c:v>1.9822712330395684</c:v>
                </c:pt>
                <c:pt idx="96">
                  <c:v>1.9867717342662448</c:v>
                </c:pt>
                <c:pt idx="97">
                  <c:v>1.9912260756924949</c:v>
                </c:pt>
                <c:pt idx="98">
                  <c:v>1.9956351945975499</c:v>
                </c:pt>
                <c:pt idx="99">
                  <c:v>2</c:v>
                </c:pt>
                <c:pt idx="100">
                  <c:v>2.0043213737826426</c:v>
                </c:pt>
                <c:pt idx="101">
                  <c:v>2.0086001717619175</c:v>
                </c:pt>
                <c:pt idx="102">
                  <c:v>2.012837224705172</c:v>
                </c:pt>
                <c:pt idx="103">
                  <c:v>2.0170333392987803</c:v>
                </c:pt>
                <c:pt idx="104">
                  <c:v>2.0211892990699383</c:v>
                </c:pt>
                <c:pt idx="105">
                  <c:v>2.0253058652647704</c:v>
                </c:pt>
                <c:pt idx="106">
                  <c:v>2.0293837776852097</c:v>
                </c:pt>
                <c:pt idx="107">
                  <c:v>2.0334237554869499</c:v>
                </c:pt>
                <c:pt idx="108">
                  <c:v>2.0374264979406238</c:v>
                </c:pt>
                <c:pt idx="109">
                  <c:v>2.0413926851582249</c:v>
                </c:pt>
                <c:pt idx="110">
                  <c:v>2.0453229787866576</c:v>
                </c:pt>
                <c:pt idx="111">
                  <c:v>2.0492180226701815</c:v>
                </c:pt>
                <c:pt idx="112">
                  <c:v>2.0530784434834195</c:v>
                </c:pt>
                <c:pt idx="113">
                  <c:v>2.0569048513364727</c:v>
                </c:pt>
                <c:pt idx="114">
                  <c:v>2.0606978403536118</c:v>
                </c:pt>
                <c:pt idx="115">
                  <c:v>2.0644579892269186</c:v>
                </c:pt>
                <c:pt idx="116">
                  <c:v>2.0681858617461617</c:v>
                </c:pt>
                <c:pt idx="117">
                  <c:v>2.0718820073061255</c:v>
                </c:pt>
                <c:pt idx="118">
                  <c:v>2.0755469613925306</c:v>
                </c:pt>
                <c:pt idx="119">
                  <c:v>2.0791812460476247</c:v>
                </c:pt>
                <c:pt idx="120">
                  <c:v>2.0827853703164503</c:v>
                </c:pt>
                <c:pt idx="121">
                  <c:v>2.0863598306747484</c:v>
                </c:pt>
                <c:pt idx="122">
                  <c:v>2.0899051114393981</c:v>
                </c:pt>
                <c:pt idx="123">
                  <c:v>2.0934216851622351</c:v>
                </c:pt>
                <c:pt idx="124">
                  <c:v>2.0969100130080562</c:v>
                </c:pt>
                <c:pt idx="125">
                  <c:v>2.1003705451175629</c:v>
                </c:pt>
                <c:pt idx="126">
                  <c:v>2.1038037209559568</c:v>
                </c:pt>
                <c:pt idx="127">
                  <c:v>2.1072099696478683</c:v>
                </c:pt>
                <c:pt idx="128">
                  <c:v>2.1105897102992488</c:v>
                </c:pt>
                <c:pt idx="129">
                  <c:v>2.1139433523068369</c:v>
                </c:pt>
                <c:pt idx="130">
                  <c:v>2.1172712956557644</c:v>
                </c:pt>
                <c:pt idx="131">
                  <c:v>2.12057393120585</c:v>
                </c:pt>
                <c:pt idx="132">
                  <c:v>2.1238516409670858</c:v>
                </c:pt>
                <c:pt idx="133">
                  <c:v>2.1271047983648077</c:v>
                </c:pt>
                <c:pt idx="134">
                  <c:v>2.1303337684950061</c:v>
                </c:pt>
                <c:pt idx="135">
                  <c:v>2.1335389083702174</c:v>
                </c:pt>
                <c:pt idx="136">
                  <c:v>2.1367205671564067</c:v>
                </c:pt>
                <c:pt idx="137">
                  <c:v>2.1398790864012365</c:v>
                </c:pt>
                <c:pt idx="138">
                  <c:v>2.143014800254095</c:v>
                </c:pt>
                <c:pt idx="139">
                  <c:v>2.1461280356782382</c:v>
                </c:pt>
                <c:pt idx="140">
                  <c:v>2.1492191126553797</c:v>
                </c:pt>
                <c:pt idx="141">
                  <c:v>2.1522883443830563</c:v>
                </c:pt>
                <c:pt idx="142">
                  <c:v>2.1553360374650619</c:v>
                </c:pt>
                <c:pt idx="143">
                  <c:v>2.1583624920952498</c:v>
                </c:pt>
                <c:pt idx="144">
                  <c:v>2.1613680022349748</c:v>
                </c:pt>
                <c:pt idx="145">
                  <c:v>2.1643528557844371</c:v>
                </c:pt>
                <c:pt idx="146">
                  <c:v>2.167317334748176</c:v>
                </c:pt>
                <c:pt idx="147">
                  <c:v>2.1702617153949575</c:v>
                </c:pt>
                <c:pt idx="148">
                  <c:v>2.173186268412274</c:v>
                </c:pt>
                <c:pt idx="149">
                  <c:v>2.1760912590556813</c:v>
                </c:pt>
                <c:pt idx="150">
                  <c:v>2.1789769472931693</c:v>
                </c:pt>
                <c:pt idx="151">
                  <c:v>2.1818435879447726</c:v>
                </c:pt>
                <c:pt idx="152">
                  <c:v>2.1846914308175989</c:v>
                </c:pt>
                <c:pt idx="153">
                  <c:v>2.1875207208364631</c:v>
                </c:pt>
                <c:pt idx="154">
                  <c:v>2.1903316981702914</c:v>
                </c:pt>
                <c:pt idx="155">
                  <c:v>2.1931245983544616</c:v>
                </c:pt>
                <c:pt idx="156">
                  <c:v>2.1958996524092336</c:v>
                </c:pt>
                <c:pt idx="157">
                  <c:v>2.1986570869544226</c:v>
                </c:pt>
                <c:pt idx="158">
                  <c:v>2.2013971243204513</c:v>
                </c:pt>
                <c:pt idx="159">
                  <c:v>2.2041199826559246</c:v>
                </c:pt>
                <c:pt idx="160">
                  <c:v>2.2068258760318495</c:v>
                </c:pt>
                <c:pt idx="161">
                  <c:v>2.2095150145426308</c:v>
                </c:pt>
                <c:pt idx="162">
                  <c:v>2.2121876044039577</c:v>
                </c:pt>
                <c:pt idx="163">
                  <c:v>2.214843848047698</c:v>
                </c:pt>
                <c:pt idx="164">
                  <c:v>2.2174839442139063</c:v>
                </c:pt>
                <c:pt idx="165">
                  <c:v>2.220108088040055</c:v>
                </c:pt>
                <c:pt idx="166">
                  <c:v>2.2227164711475833</c:v>
                </c:pt>
                <c:pt idx="167">
                  <c:v>2.2253092817258628</c:v>
                </c:pt>
                <c:pt idx="168">
                  <c:v>2.2278867046136734</c:v>
                </c:pt>
                <c:pt idx="169">
                  <c:v>2.2304489213782741</c:v>
                </c:pt>
                <c:pt idx="170">
                  <c:v>2.2329961103921536</c:v>
                </c:pt>
                <c:pt idx="171">
                  <c:v>2.2355284469075487</c:v>
                </c:pt>
                <c:pt idx="172">
                  <c:v>2.2380461031287955</c:v>
                </c:pt>
                <c:pt idx="173">
                  <c:v>2.2405492482825999</c:v>
                </c:pt>
                <c:pt idx="174">
                  <c:v>2.2430380486862944</c:v>
                </c:pt>
                <c:pt idx="175">
                  <c:v>2.2455126678141499</c:v>
                </c:pt>
                <c:pt idx="176">
                  <c:v>2.2479732663618068</c:v>
                </c:pt>
                <c:pt idx="177">
                  <c:v>2.2504200023088941</c:v>
                </c:pt>
                <c:pt idx="178">
                  <c:v>2.2528530309798933</c:v>
                </c:pt>
                <c:pt idx="179">
                  <c:v>2.255272505103306</c:v>
                </c:pt>
                <c:pt idx="180">
                  <c:v>2.2576785748691846</c:v>
                </c:pt>
                <c:pt idx="181">
                  <c:v>2.2600713879850747</c:v>
                </c:pt>
                <c:pt idx="182">
                  <c:v>2.2624510897304293</c:v>
                </c:pt>
                <c:pt idx="183">
                  <c:v>2.2648178230095364</c:v>
                </c:pt>
                <c:pt idx="184">
                  <c:v>2.2671717284030137</c:v>
                </c:pt>
                <c:pt idx="185">
                  <c:v>2.2695129442179165</c:v>
                </c:pt>
                <c:pt idx="186">
                  <c:v>2.271841606536499</c:v>
                </c:pt>
                <c:pt idx="187">
                  <c:v>2.27415784926368</c:v>
                </c:pt>
                <c:pt idx="188">
                  <c:v>2.2764618041732443</c:v>
                </c:pt>
                <c:pt idx="189">
                  <c:v>2.2787536009528289</c:v>
                </c:pt>
                <c:pt idx="190">
                  <c:v>2.2810333672477277</c:v>
                </c:pt>
                <c:pt idx="191">
                  <c:v>2.2833012287035497</c:v>
                </c:pt>
                <c:pt idx="192">
                  <c:v>2.2855573090077739</c:v>
                </c:pt>
                <c:pt idx="193">
                  <c:v>2.287801729930226</c:v>
                </c:pt>
                <c:pt idx="194">
                  <c:v>2.2900346113625178</c:v>
                </c:pt>
                <c:pt idx="195">
                  <c:v>2.2922560713564759</c:v>
                </c:pt>
                <c:pt idx="196">
                  <c:v>2.2944662261615929</c:v>
                </c:pt>
                <c:pt idx="197">
                  <c:v>2.2966651902615309</c:v>
                </c:pt>
                <c:pt idx="198">
                  <c:v>2.2988530764097068</c:v>
                </c:pt>
                <c:pt idx="199">
                  <c:v>2.3010299956639813</c:v>
                </c:pt>
                <c:pt idx="200">
                  <c:v>2.3031960574204891</c:v>
                </c:pt>
                <c:pt idx="201">
                  <c:v>2.3053513694466239</c:v>
                </c:pt>
                <c:pt idx="202">
                  <c:v>2.307496037913213</c:v>
                </c:pt>
                <c:pt idx="203">
                  <c:v>2.3096301674258988</c:v>
                </c:pt>
                <c:pt idx="204">
                  <c:v>2.3117538610557542</c:v>
                </c:pt>
                <c:pt idx="205">
                  <c:v>2.3138672203691533</c:v>
                </c:pt>
                <c:pt idx="206">
                  <c:v>2.3159703454569178</c:v>
                </c:pt>
                <c:pt idx="207">
                  <c:v>2.3180633349627615</c:v>
                </c:pt>
                <c:pt idx="208">
                  <c:v>2.3201462861110542</c:v>
                </c:pt>
                <c:pt idx="209">
                  <c:v>2.3222192947339191</c:v>
                </c:pt>
                <c:pt idx="210">
                  <c:v>2.3242824552976926</c:v>
                </c:pt>
                <c:pt idx="211">
                  <c:v>2.3263358609287512</c:v>
                </c:pt>
                <c:pt idx="212">
                  <c:v>2.3283796034387376</c:v>
                </c:pt>
                <c:pt idx="213">
                  <c:v>2.330413773349191</c:v>
                </c:pt>
                <c:pt idx="214">
                  <c:v>2.3324384599156054</c:v>
                </c:pt>
                <c:pt idx="215">
                  <c:v>2.3344537511509307</c:v>
                </c:pt>
                <c:pt idx="216">
                  <c:v>2.3364597338485296</c:v>
                </c:pt>
                <c:pt idx="217">
                  <c:v>2.3384564936046046</c:v>
                </c:pt>
                <c:pt idx="218">
                  <c:v>2.3404441148401185</c:v>
                </c:pt>
                <c:pt idx="219">
                  <c:v>2.3424226808222062</c:v>
                </c:pt>
                <c:pt idx="220">
                  <c:v>2.3443922736851106</c:v>
                </c:pt>
                <c:pt idx="221">
                  <c:v>2.3463529744506388</c:v>
                </c:pt>
                <c:pt idx="222">
                  <c:v>2.3483048630481607</c:v>
                </c:pt>
                <c:pt idx="223">
                  <c:v>2.3502480183341627</c:v>
                </c:pt>
                <c:pt idx="224">
                  <c:v>2.3521825181113627</c:v>
                </c:pt>
                <c:pt idx="225">
                  <c:v>2.3541084391474008</c:v>
                </c:pt>
                <c:pt idx="226">
                  <c:v>2.3560258571931225</c:v>
                </c:pt>
                <c:pt idx="227">
                  <c:v>2.357934847000454</c:v>
                </c:pt>
                <c:pt idx="228">
                  <c:v>2.3598354823398879</c:v>
                </c:pt>
                <c:pt idx="229">
                  <c:v>2.3617278360175931</c:v>
                </c:pt>
                <c:pt idx="230">
                  <c:v>2.3636119798921444</c:v>
                </c:pt>
                <c:pt idx="231">
                  <c:v>2.3654879848908998</c:v>
                </c:pt>
                <c:pt idx="232">
                  <c:v>2.3673559210260189</c:v>
                </c:pt>
                <c:pt idx="233">
                  <c:v>2.369215857410143</c:v>
                </c:pt>
                <c:pt idx="234">
                  <c:v>2.3710678622717363</c:v>
                </c:pt>
                <c:pt idx="235">
                  <c:v>2.3729120029701067</c:v>
                </c:pt>
                <c:pt idx="236">
                  <c:v>2.374748346010104</c:v>
                </c:pt>
                <c:pt idx="237">
                  <c:v>2.3765769570565118</c:v>
                </c:pt>
                <c:pt idx="238">
                  <c:v>2.3783979009481375</c:v>
                </c:pt>
                <c:pt idx="239">
                  <c:v>2.3802112417116059</c:v>
                </c:pt>
                <c:pt idx="240">
                  <c:v>2.3820170425748683</c:v>
                </c:pt>
                <c:pt idx="241">
                  <c:v>2.3838153659804311</c:v>
                </c:pt>
                <c:pt idx="242">
                  <c:v>2.3856062735983121</c:v>
                </c:pt>
                <c:pt idx="243">
                  <c:v>2.3873898263387292</c:v>
                </c:pt>
                <c:pt idx="244">
                  <c:v>2.3891660843645326</c:v>
                </c:pt>
                <c:pt idx="245">
                  <c:v>2.3909351071033793</c:v>
                </c:pt>
                <c:pt idx="246">
                  <c:v>2.3926969532596658</c:v>
                </c:pt>
                <c:pt idx="247">
                  <c:v>2.3944516808262164</c:v>
                </c:pt>
                <c:pt idx="248">
                  <c:v>2.3961993470957363</c:v>
                </c:pt>
                <c:pt idx="249">
                  <c:v>2.3979400086720375</c:v>
                </c:pt>
                <c:pt idx="250">
                  <c:v>2.399673721481038</c:v>
                </c:pt>
                <c:pt idx="251">
                  <c:v>2.4014005407815442</c:v>
                </c:pt>
                <c:pt idx="252">
                  <c:v>2.403120521175818</c:v>
                </c:pt>
                <c:pt idx="253">
                  <c:v>2.4048337166199381</c:v>
                </c:pt>
                <c:pt idx="254">
                  <c:v>2.406540180433955</c:v>
                </c:pt>
                <c:pt idx="255">
                  <c:v>2.4082399653118496</c:v>
                </c:pt>
                <c:pt idx="256">
                  <c:v>2.4099331233312946</c:v>
                </c:pt>
                <c:pt idx="257">
                  <c:v>2.4116197059632301</c:v>
                </c:pt>
                <c:pt idx="258">
                  <c:v>2.4132997640812519</c:v>
                </c:pt>
                <c:pt idx="259">
                  <c:v>2.4149733479708178</c:v>
                </c:pt>
                <c:pt idx="260">
                  <c:v>2.4166405073382808</c:v>
                </c:pt>
                <c:pt idx="261">
                  <c:v>2.4183012913197452</c:v>
                </c:pt>
                <c:pt idx="262">
                  <c:v>2.419955748489758</c:v>
                </c:pt>
                <c:pt idx="263">
                  <c:v>2.4216039268698313</c:v>
                </c:pt>
                <c:pt idx="264">
                  <c:v>2.4232458739368079</c:v>
                </c:pt>
                <c:pt idx="265">
                  <c:v>2.424881636631067</c:v>
                </c:pt>
                <c:pt idx="266">
                  <c:v>2.4265112613645754</c:v>
                </c:pt>
                <c:pt idx="267">
                  <c:v>2.428134794028789</c:v>
                </c:pt>
                <c:pt idx="268">
                  <c:v>2.4297522800024081</c:v>
                </c:pt>
                <c:pt idx="269">
                  <c:v>2.4313637641589874</c:v>
                </c:pt>
                <c:pt idx="270">
                  <c:v>2.4329692908744058</c:v>
                </c:pt>
                <c:pt idx="271">
                  <c:v>2.4345689040341987</c:v>
                </c:pt>
                <c:pt idx="272">
                  <c:v>2.436162647040756</c:v>
                </c:pt>
                <c:pt idx="273">
                  <c:v>2.4377505628203879</c:v>
                </c:pt>
                <c:pt idx="274">
                  <c:v>2.4393326938302629</c:v>
                </c:pt>
                <c:pt idx="275">
                  <c:v>2.4409090820652177</c:v>
                </c:pt>
                <c:pt idx="276">
                  <c:v>2.4424797690644486</c:v>
                </c:pt>
                <c:pt idx="277">
                  <c:v>2.4440447959180762</c:v>
                </c:pt>
                <c:pt idx="278">
                  <c:v>2.4456042032735974</c:v>
                </c:pt>
                <c:pt idx="279">
                  <c:v>2.4471580313422194</c:v>
                </c:pt>
                <c:pt idx="280">
                  <c:v>2.4487063199050798</c:v>
                </c:pt>
                <c:pt idx="281">
                  <c:v>2.4502491083193609</c:v>
                </c:pt>
                <c:pt idx="282">
                  <c:v>2.4517864355242902</c:v>
                </c:pt>
                <c:pt idx="283">
                  <c:v>2.4533183400470375</c:v>
                </c:pt>
                <c:pt idx="284">
                  <c:v>2.4548448600085102</c:v>
                </c:pt>
                <c:pt idx="285">
                  <c:v>2.4563660331290431</c:v>
                </c:pt>
                <c:pt idx="286">
                  <c:v>2.4578818967339924</c:v>
                </c:pt>
                <c:pt idx="287">
                  <c:v>2.459392487759231</c:v>
                </c:pt>
                <c:pt idx="288">
                  <c:v>2.4608978427565478</c:v>
                </c:pt>
                <c:pt idx="289">
                  <c:v>2.4623979978989561</c:v>
                </c:pt>
                <c:pt idx="290">
                  <c:v>2.4638929889859074</c:v>
                </c:pt>
                <c:pt idx="291">
                  <c:v>2.4653828514484184</c:v>
                </c:pt>
                <c:pt idx="292">
                  <c:v>2.4668676203541096</c:v>
                </c:pt>
                <c:pt idx="293">
                  <c:v>2.4683473304121573</c:v>
                </c:pt>
                <c:pt idx="294">
                  <c:v>2.469822015978163</c:v>
                </c:pt>
                <c:pt idx="295">
                  <c:v>2.4712917110589387</c:v>
                </c:pt>
                <c:pt idx="296">
                  <c:v>2.4727564493172123</c:v>
                </c:pt>
                <c:pt idx="297">
                  <c:v>2.4742162640762553</c:v>
                </c:pt>
                <c:pt idx="298">
                  <c:v>2.4756711883244296</c:v>
                </c:pt>
                <c:pt idx="299">
                  <c:v>2.4771212547196626</c:v>
                </c:pt>
                <c:pt idx="300">
                  <c:v>2.4785664955938436</c:v>
                </c:pt>
                <c:pt idx="301">
                  <c:v>2.4800069429571505</c:v>
                </c:pt>
                <c:pt idx="302">
                  <c:v>2.4814426285023048</c:v>
                </c:pt>
                <c:pt idx="303">
                  <c:v>2.4828735836087539</c:v>
                </c:pt>
                <c:pt idx="304">
                  <c:v>2.4842998393467859</c:v>
                </c:pt>
                <c:pt idx="305">
                  <c:v>2.4857214264815801</c:v>
                </c:pt>
                <c:pt idx="306">
                  <c:v>2.4871383754771865</c:v>
                </c:pt>
                <c:pt idx="307">
                  <c:v>2.4885507165004443</c:v>
                </c:pt>
                <c:pt idx="308">
                  <c:v>2.4899584794248346</c:v>
                </c:pt>
                <c:pt idx="309">
                  <c:v>2.4913616938342726</c:v>
                </c:pt>
                <c:pt idx="310">
                  <c:v>2.4927603890268375</c:v>
                </c:pt>
                <c:pt idx="311">
                  <c:v>2.4941545940184429</c:v>
                </c:pt>
                <c:pt idx="312">
                  <c:v>2.4955443375464483</c:v>
                </c:pt>
                <c:pt idx="313">
                  <c:v>2.4969296480732148</c:v>
                </c:pt>
                <c:pt idx="314">
                  <c:v>2.4983105537896004</c:v>
                </c:pt>
                <c:pt idx="315">
                  <c:v>2.4996870826184039</c:v>
                </c:pt>
                <c:pt idx="316">
                  <c:v>2.5010592622177517</c:v>
                </c:pt>
                <c:pt idx="317">
                  <c:v>2.5024271199844326</c:v>
                </c:pt>
                <c:pt idx="318">
                  <c:v>2.503790683057181</c:v>
                </c:pt>
                <c:pt idx="319">
                  <c:v>2.5051499783199058</c:v>
                </c:pt>
                <c:pt idx="320">
                  <c:v>2.5065050324048719</c:v>
                </c:pt>
                <c:pt idx="321">
                  <c:v>2.5078558716958308</c:v>
                </c:pt>
                <c:pt idx="322">
                  <c:v>2.509202522331103</c:v>
                </c:pt>
                <c:pt idx="323">
                  <c:v>2.510545010206612</c:v>
                </c:pt>
                <c:pt idx="324">
                  <c:v>2.5118833609788744</c:v>
                </c:pt>
                <c:pt idx="325">
                  <c:v>2.5132176000679389</c:v>
                </c:pt>
                <c:pt idx="326">
                  <c:v>2.514547752660286</c:v>
                </c:pt>
                <c:pt idx="327">
                  <c:v>2.5158738437116792</c:v>
                </c:pt>
                <c:pt idx="328">
                  <c:v>2.5171958979499744</c:v>
                </c:pt>
                <c:pt idx="329">
                  <c:v>2.5185139398778875</c:v>
                </c:pt>
                <c:pt idx="330">
                  <c:v>2.5198279937757189</c:v>
                </c:pt>
                <c:pt idx="331">
                  <c:v>2.5211380837040362</c:v>
                </c:pt>
                <c:pt idx="332">
                  <c:v>2.5224442335063197</c:v>
                </c:pt>
                <c:pt idx="333">
                  <c:v>2.5237464668115646</c:v>
                </c:pt>
                <c:pt idx="334">
                  <c:v>2.5250448070368452</c:v>
                </c:pt>
                <c:pt idx="335">
                  <c:v>2.5263392773898441</c:v>
                </c:pt>
                <c:pt idx="336">
                  <c:v>2.5276299008713385</c:v>
                </c:pt>
                <c:pt idx="337">
                  <c:v>2.5289167002776547</c:v>
                </c:pt>
                <c:pt idx="338">
                  <c:v>2.5301996982030821</c:v>
                </c:pt>
                <c:pt idx="339">
                  <c:v>2.5314789170422549</c:v>
                </c:pt>
                <c:pt idx="340">
                  <c:v>2.5327543789924976</c:v>
                </c:pt>
                <c:pt idx="341">
                  <c:v>2.5340261060561349</c:v>
                </c:pt>
                <c:pt idx="342">
                  <c:v>2.5352941200427703</c:v>
                </c:pt>
                <c:pt idx="343">
                  <c:v>2.53655844257153</c:v>
                </c:pt>
                <c:pt idx="344">
                  <c:v>2.537819095073274</c:v>
                </c:pt>
                <c:pt idx="345">
                  <c:v>2.5390760987927767</c:v>
                </c:pt>
                <c:pt idx="346">
                  <c:v>2.5403294747908736</c:v>
                </c:pt>
                <c:pt idx="347">
                  <c:v>2.5415792439465807</c:v>
                </c:pt>
                <c:pt idx="348">
                  <c:v>2.5428254269591797</c:v>
                </c:pt>
                <c:pt idx="349">
                  <c:v>2.5440680443502757</c:v>
                </c:pt>
                <c:pt idx="350">
                  <c:v>2.5453071164658239</c:v>
                </c:pt>
                <c:pt idx="351">
                  <c:v>2.5465426634781312</c:v>
                </c:pt>
                <c:pt idx="352">
                  <c:v>2.5477747053878224</c:v>
                </c:pt>
                <c:pt idx="353">
                  <c:v>2.5490032620257876</c:v>
                </c:pt>
                <c:pt idx="354">
                  <c:v>2.5502283530550942</c:v>
                </c:pt>
                <c:pt idx="355">
                  <c:v>2.5514499979728753</c:v>
                </c:pt>
                <c:pt idx="356">
                  <c:v>2.5526682161121932</c:v>
                </c:pt>
                <c:pt idx="357">
                  <c:v>2.5538830266438746</c:v>
                </c:pt>
                <c:pt idx="358">
                  <c:v>2.5550944485783194</c:v>
                </c:pt>
                <c:pt idx="359">
                  <c:v>2.5563025007672873</c:v>
                </c:pt>
                <c:pt idx="360">
                  <c:v>2.5575072019056577</c:v>
                </c:pt>
                <c:pt idx="361">
                  <c:v>2.5587085705331658</c:v>
                </c:pt>
                <c:pt idx="362">
                  <c:v>2.5599066250361124</c:v>
                </c:pt>
                <c:pt idx="363">
                  <c:v>2.5611013836490559</c:v>
                </c:pt>
                <c:pt idx="364">
                  <c:v>2.5622928644564746</c:v>
                </c:pt>
                <c:pt idx="365">
                  <c:v>2.5634810853944106</c:v>
                </c:pt>
                <c:pt idx="366">
                  <c:v>2.5646660642520893</c:v>
                </c:pt>
                <c:pt idx="367">
                  <c:v>2.5658478186735176</c:v>
                </c:pt>
                <c:pt idx="368">
                  <c:v>2.5670263661590602</c:v>
                </c:pt>
                <c:pt idx="369">
                  <c:v>2.568201724066995</c:v>
                </c:pt>
                <c:pt idx="370">
                  <c:v>2.5693739096150461</c:v>
                </c:pt>
                <c:pt idx="371">
                  <c:v>2.5705429398818973</c:v>
                </c:pt>
                <c:pt idx="372">
                  <c:v>2.5717088318086878</c:v>
                </c:pt>
                <c:pt idx="373">
                  <c:v>2.5728716022004803</c:v>
                </c:pt>
                <c:pt idx="374">
                  <c:v>2.5740312677277188</c:v>
                </c:pt>
                <c:pt idx="375">
                  <c:v>2.5751878449276608</c:v>
                </c:pt>
                <c:pt idx="376">
                  <c:v>2.576341350205793</c:v>
                </c:pt>
                <c:pt idx="377">
                  <c:v>2.5774917998372255</c:v>
                </c:pt>
                <c:pt idx="378">
                  <c:v>2.5786392099680722</c:v>
                </c:pt>
                <c:pt idx="379">
                  <c:v>2.5797835966168101</c:v>
                </c:pt>
                <c:pt idx="380">
                  <c:v>2.5809249756756194</c:v>
                </c:pt>
                <c:pt idx="381">
                  <c:v>2.5820633629117089</c:v>
                </c:pt>
                <c:pt idx="382">
                  <c:v>2.5831987739686229</c:v>
                </c:pt>
                <c:pt idx="383">
                  <c:v>2.5843312243675309</c:v>
                </c:pt>
                <c:pt idx="384">
                  <c:v>2.5854607295085006</c:v>
                </c:pt>
                <c:pt idx="385">
                  <c:v>2.5865873046717551</c:v>
                </c:pt>
                <c:pt idx="386">
                  <c:v>2.5877109650189114</c:v>
                </c:pt>
                <c:pt idx="387">
                  <c:v>2.5888317255942073</c:v>
                </c:pt>
                <c:pt idx="388">
                  <c:v>2.5899496013257077</c:v>
                </c:pt>
                <c:pt idx="389">
                  <c:v>2.5910646070264991</c:v>
                </c:pt>
                <c:pt idx="390">
                  <c:v>2.5921767573958667</c:v>
                </c:pt>
                <c:pt idx="391">
                  <c:v>2.5932860670204572</c:v>
                </c:pt>
                <c:pt idx="392">
                  <c:v>2.5943925503754266</c:v>
                </c:pt>
                <c:pt idx="393">
                  <c:v>2.5954962218255742</c:v>
                </c:pt>
                <c:pt idx="394">
                  <c:v>2.5965970956264601</c:v>
                </c:pt>
                <c:pt idx="395">
                  <c:v>2.5976951859255122</c:v>
                </c:pt>
                <c:pt idx="396">
                  <c:v>2.5987905067631152</c:v>
                </c:pt>
                <c:pt idx="397">
                  <c:v>2.5998830720736876</c:v>
                </c:pt>
                <c:pt idx="398">
                  <c:v>2.6009728956867484</c:v>
                </c:pt>
                <c:pt idx="399">
                  <c:v>2.6020599913279625</c:v>
                </c:pt>
                <c:pt idx="400">
                  <c:v>2.6031443726201822</c:v>
                </c:pt>
                <c:pt idx="401">
                  <c:v>2.6042260530844699</c:v>
                </c:pt>
                <c:pt idx="402">
                  <c:v>2.6053050461411096</c:v>
                </c:pt>
                <c:pt idx="403">
                  <c:v>2.6063813651106051</c:v>
                </c:pt>
                <c:pt idx="404">
                  <c:v>2.6074550232146687</c:v>
                </c:pt>
                <c:pt idx="405">
                  <c:v>2.6085260335771943</c:v>
                </c:pt>
                <c:pt idx="406">
                  <c:v>2.6095944092252199</c:v>
                </c:pt>
                <c:pt idx="407">
                  <c:v>2.61066016308988</c:v>
                </c:pt>
                <c:pt idx="408">
                  <c:v>2.6117233080073419</c:v>
                </c:pt>
                <c:pt idx="409">
                  <c:v>2.6127838567197355</c:v>
                </c:pt>
                <c:pt idx="410">
                  <c:v>2.6138418218760693</c:v>
                </c:pt>
                <c:pt idx="411">
                  <c:v>2.6148972160331345</c:v>
                </c:pt>
                <c:pt idx="412">
                  <c:v>2.6159500516564012</c:v>
                </c:pt>
                <c:pt idx="413">
                  <c:v>2.6170003411208991</c:v>
                </c:pt>
                <c:pt idx="414">
                  <c:v>2.6180480967120925</c:v>
                </c:pt>
                <c:pt idx="415">
                  <c:v>2.6190933306267428</c:v>
                </c:pt>
                <c:pt idx="416">
                  <c:v>2.6201360549737576</c:v>
                </c:pt>
                <c:pt idx="417">
                  <c:v>2.621176281775035</c:v>
                </c:pt>
                <c:pt idx="418">
                  <c:v>2.6222140229662951</c:v>
                </c:pt>
                <c:pt idx="419">
                  <c:v>2.6232492903979003</c:v>
                </c:pt>
                <c:pt idx="420">
                  <c:v>2.6242820958356683</c:v>
                </c:pt>
                <c:pt idx="421">
                  <c:v>2.6253124509616739</c:v>
                </c:pt>
                <c:pt idx="422">
                  <c:v>2.6263403673750423</c:v>
                </c:pt>
                <c:pt idx="423">
                  <c:v>2.6273658565927325</c:v>
                </c:pt>
                <c:pt idx="424">
                  <c:v>2.6283889300503116</c:v>
                </c:pt>
                <c:pt idx="425">
                  <c:v>2.6294095991027189</c:v>
                </c:pt>
                <c:pt idx="426">
                  <c:v>2.6304278750250241</c:v>
                </c:pt>
                <c:pt idx="427">
                  <c:v>2.6314437690131722</c:v>
                </c:pt>
                <c:pt idx="428">
                  <c:v>2.6324572921847245</c:v>
                </c:pt>
                <c:pt idx="429">
                  <c:v>2.6334684555795866</c:v>
                </c:pt>
                <c:pt idx="430">
                  <c:v>2.6344772701607315</c:v>
                </c:pt>
                <c:pt idx="431">
                  <c:v>2.6354837468149119</c:v>
                </c:pt>
                <c:pt idx="432">
                  <c:v>2.6364878963533656</c:v>
                </c:pt>
                <c:pt idx="433">
                  <c:v>2.6374897295125108</c:v>
                </c:pt>
                <c:pt idx="434">
                  <c:v>2.6384892569546374</c:v>
                </c:pt>
                <c:pt idx="435">
                  <c:v>2.6394864892685859</c:v>
                </c:pt>
                <c:pt idx="436">
                  <c:v>2.6404814369704219</c:v>
                </c:pt>
                <c:pt idx="437">
                  <c:v>2.6414741105040997</c:v>
                </c:pt>
                <c:pt idx="438">
                  <c:v>2.6424645202421213</c:v>
                </c:pt>
                <c:pt idx="439">
                  <c:v>2.6434526764861874</c:v>
                </c:pt>
                <c:pt idx="440">
                  <c:v>2.6444385894678386</c:v>
                </c:pt>
                <c:pt idx="441">
                  <c:v>2.6454222693490919</c:v>
                </c:pt>
                <c:pt idx="442">
                  <c:v>2.6464037262230695</c:v>
                </c:pt>
                <c:pt idx="443">
                  <c:v>2.6473829701146196</c:v>
                </c:pt>
                <c:pt idx="444">
                  <c:v>2.6483600109809315</c:v>
                </c:pt>
                <c:pt idx="445">
                  <c:v>2.6493348587121419</c:v>
                </c:pt>
                <c:pt idx="446">
                  <c:v>2.6503075231319366</c:v>
                </c:pt>
                <c:pt idx="447">
                  <c:v>2.651278013998144</c:v>
                </c:pt>
                <c:pt idx="448">
                  <c:v>2.6522463410033232</c:v>
                </c:pt>
                <c:pt idx="449">
                  <c:v>2.6532125137753435</c:v>
                </c:pt>
                <c:pt idx="450">
                  <c:v>2.6541765418779604</c:v>
                </c:pt>
                <c:pt idx="451">
                  <c:v>2.655138434811382</c:v>
                </c:pt>
                <c:pt idx="452">
                  <c:v>2.6560982020128319</c:v>
                </c:pt>
                <c:pt idx="453">
                  <c:v>2.6570558528571038</c:v>
                </c:pt>
                <c:pt idx="454">
                  <c:v>2.6580113966571126</c:v>
                </c:pt>
                <c:pt idx="455">
                  <c:v>2.6589648426644348</c:v>
                </c:pt>
                <c:pt idx="456">
                  <c:v>2.6599162000698504</c:v>
                </c:pt>
                <c:pt idx="457">
                  <c:v>2.6608654780038692</c:v>
                </c:pt>
                <c:pt idx="458">
                  <c:v>2.661812685537261</c:v>
                </c:pt>
                <c:pt idx="459">
                  <c:v>2.6627578316815739</c:v>
                </c:pt>
                <c:pt idx="460">
                  <c:v>2.663700925389648</c:v>
                </c:pt>
                <c:pt idx="461">
                  <c:v>2.6646419755561257</c:v>
                </c:pt>
                <c:pt idx="462">
                  <c:v>2.6655809910179533</c:v>
                </c:pt>
                <c:pt idx="463">
                  <c:v>2.6665179805548807</c:v>
                </c:pt>
                <c:pt idx="464">
                  <c:v>2.667452952889954</c:v>
                </c:pt>
                <c:pt idx="465">
                  <c:v>2.6683859166900001</c:v>
                </c:pt>
                <c:pt idx="466">
                  <c:v>2.6693168805661123</c:v>
                </c:pt>
                <c:pt idx="467">
                  <c:v>2.6702458530741242</c:v>
                </c:pt>
                <c:pt idx="468">
                  <c:v>2.6711728427150834</c:v>
                </c:pt>
                <c:pt idx="469">
                  <c:v>2.6720978579357175</c:v>
                </c:pt>
                <c:pt idx="470">
                  <c:v>2.6730209071288962</c:v>
                </c:pt>
                <c:pt idx="471">
                  <c:v>2.673941998634088</c:v>
                </c:pt>
                <c:pt idx="472">
                  <c:v>2.6748611407378116</c:v>
                </c:pt>
                <c:pt idx="473">
                  <c:v>2.6757783416740852</c:v>
                </c:pt>
                <c:pt idx="474">
                  <c:v>2.6766936096248664</c:v>
                </c:pt>
                <c:pt idx="475">
                  <c:v>2.6776069527204931</c:v>
                </c:pt>
                <c:pt idx="476">
                  <c:v>2.6785183790401139</c:v>
                </c:pt>
                <c:pt idx="477">
                  <c:v>2.6794278966121188</c:v>
                </c:pt>
                <c:pt idx="478">
                  <c:v>2.6803355134145632</c:v>
                </c:pt>
                <c:pt idx="479">
                  <c:v>2.6812412373755872</c:v>
                </c:pt>
                <c:pt idx="480">
                  <c:v>2.6821450763738319</c:v>
                </c:pt>
                <c:pt idx="481">
                  <c:v>2.6830470382388496</c:v>
                </c:pt>
                <c:pt idx="482">
                  <c:v>2.6839471307515121</c:v>
                </c:pt>
                <c:pt idx="483">
                  <c:v>2.6848453616444123</c:v>
                </c:pt>
                <c:pt idx="484">
                  <c:v>2.6857417386022635</c:v>
                </c:pt>
                <c:pt idx="485">
                  <c:v>2.6866362692622934</c:v>
                </c:pt>
                <c:pt idx="486">
                  <c:v>2.6875289612146345</c:v>
                </c:pt>
                <c:pt idx="487">
                  <c:v>2.6884198220027105</c:v>
                </c:pt>
                <c:pt idx="488">
                  <c:v>2.6893088591236203</c:v>
                </c:pt>
                <c:pt idx="489">
                  <c:v>2.6901960800285138</c:v>
                </c:pt>
                <c:pt idx="490">
                  <c:v>2.6910814921229687</c:v>
                </c:pt>
                <c:pt idx="491">
                  <c:v>2.6919651027673601</c:v>
                </c:pt>
                <c:pt idx="492">
                  <c:v>2.6928469192772302</c:v>
                </c:pt>
                <c:pt idx="493">
                  <c:v>2.6937269489236471</c:v>
                </c:pt>
                <c:pt idx="494">
                  <c:v>2.6946051989335689</c:v>
                </c:pt>
                <c:pt idx="495">
                  <c:v>2.6954816764901977</c:v>
                </c:pt>
                <c:pt idx="496">
                  <c:v>2.6963563887333319</c:v>
                </c:pt>
                <c:pt idx="497">
                  <c:v>2.6972293427597176</c:v>
                </c:pt>
                <c:pt idx="498">
                  <c:v>2.6981005456233897</c:v>
                </c:pt>
                <c:pt idx="499">
                  <c:v>2.6989700043360187</c:v>
                </c:pt>
                <c:pt idx="500">
                  <c:v>2.6998377258672459</c:v>
                </c:pt>
                <c:pt idx="501">
                  <c:v>2.7007037171450192</c:v>
                </c:pt>
                <c:pt idx="502">
                  <c:v>2.7015679850559273</c:v>
                </c:pt>
                <c:pt idx="503">
                  <c:v>2.7024305364455254</c:v>
                </c:pt>
                <c:pt idx="504">
                  <c:v>2.7032913781186614</c:v>
                </c:pt>
                <c:pt idx="505">
                  <c:v>2.7041505168397992</c:v>
                </c:pt>
                <c:pt idx="506">
                  <c:v>2.705007959333336</c:v>
                </c:pt>
                <c:pt idx="507">
                  <c:v>2.7058637122839193</c:v>
                </c:pt>
                <c:pt idx="508">
                  <c:v>2.7067177823367587</c:v>
                </c:pt>
                <c:pt idx="509">
                  <c:v>2.7075701760979363</c:v>
                </c:pt>
                <c:pt idx="510">
                  <c:v>2.7084209001347128</c:v>
                </c:pt>
                <c:pt idx="511">
                  <c:v>2.7092699609758308</c:v>
                </c:pt>
                <c:pt idx="512">
                  <c:v>2.7101173651118162</c:v>
                </c:pt>
                <c:pt idx="513">
                  <c:v>2.7109631189952759</c:v>
                </c:pt>
                <c:pt idx="514">
                  <c:v>2.7118072290411912</c:v>
                </c:pt>
                <c:pt idx="515">
                  <c:v>2.7126497016272113</c:v>
                </c:pt>
                <c:pt idx="516">
                  <c:v>2.7134905430939424</c:v>
                </c:pt>
                <c:pt idx="517">
                  <c:v>2.7143297597452332</c:v>
                </c:pt>
                <c:pt idx="518">
                  <c:v>2.7151673578484576</c:v>
                </c:pt>
                <c:pt idx="519">
                  <c:v>2.716003343634799</c:v>
                </c:pt>
                <c:pt idx="520">
                  <c:v>2.7168377232995247</c:v>
                </c:pt>
                <c:pt idx="521">
                  <c:v>2.7176705030022621</c:v>
                </c:pt>
                <c:pt idx="522">
                  <c:v>2.7185016888672742</c:v>
                </c:pt>
                <c:pt idx="523">
                  <c:v>2.7193312869837265</c:v>
                </c:pt>
                <c:pt idx="524">
                  <c:v>2.720159303405957</c:v>
                </c:pt>
                <c:pt idx="525">
                  <c:v>2.7209857441537393</c:v>
                </c:pt>
                <c:pt idx="526">
                  <c:v>2.7218106152125467</c:v>
                </c:pt>
                <c:pt idx="527">
                  <c:v>2.7226339225338121</c:v>
                </c:pt>
                <c:pt idx="528">
                  <c:v>2.7234556720351857</c:v>
                </c:pt>
                <c:pt idx="529">
                  <c:v>2.7242758696007892</c:v>
                </c:pt>
                <c:pt idx="530">
                  <c:v>2.725094521081469</c:v>
                </c:pt>
                <c:pt idx="531">
                  <c:v>2.7259116322950483</c:v>
                </c:pt>
                <c:pt idx="532">
                  <c:v>2.7267272090265724</c:v>
                </c:pt>
                <c:pt idx="533">
                  <c:v>2.7275412570285562</c:v>
                </c:pt>
                <c:pt idx="534">
                  <c:v>2.7283537820212285</c:v>
                </c:pt>
                <c:pt idx="535">
                  <c:v>2.7291647896927702</c:v>
                </c:pt>
                <c:pt idx="536">
                  <c:v>2.7299742856995555</c:v>
                </c:pt>
                <c:pt idx="537">
                  <c:v>2.7307822756663893</c:v>
                </c:pt>
                <c:pt idx="538">
                  <c:v>2.7315887651867388</c:v>
                </c:pt>
                <c:pt idx="539">
                  <c:v>2.7323937598229686</c:v>
                </c:pt>
                <c:pt idx="540">
                  <c:v>2.7331972651065692</c:v>
                </c:pt>
                <c:pt idx="541">
                  <c:v>2.7339992865383871</c:v>
                </c:pt>
                <c:pt idx="542">
                  <c:v>2.7347998295888472</c:v>
                </c:pt>
                <c:pt idx="543">
                  <c:v>2.7355988996981799</c:v>
                </c:pt>
                <c:pt idx="544">
                  <c:v>2.7363965022766426</c:v>
                </c:pt>
                <c:pt idx="545">
                  <c:v>2.7371926427047373</c:v>
                </c:pt>
                <c:pt idx="546">
                  <c:v>2.7379873263334309</c:v>
                </c:pt>
                <c:pt idx="547">
                  <c:v>2.7387805584843692</c:v>
                </c:pt>
                <c:pt idx="548">
                  <c:v>2.7395723444500919</c:v>
                </c:pt>
                <c:pt idx="549">
                  <c:v>2.7403626894942437</c:v>
                </c:pt>
                <c:pt idx="550">
                  <c:v>2.7411515988517849</c:v>
                </c:pt>
                <c:pt idx="551">
                  <c:v>2.741939077729199</c:v>
                </c:pt>
                <c:pt idx="552">
                  <c:v>2.7427251313046983</c:v>
                </c:pt>
                <c:pt idx="553">
                  <c:v>2.7435097647284299</c:v>
                </c:pt>
                <c:pt idx="554">
                  <c:v>2.7442929831226763</c:v>
                </c:pt>
                <c:pt idx="555">
                  <c:v>2.7450747915820575</c:v>
                </c:pt>
                <c:pt idx="556">
                  <c:v>2.7458551951737289</c:v>
                </c:pt>
                <c:pt idx="557">
                  <c:v>2.7466341989375787</c:v>
                </c:pt>
                <c:pt idx="558">
                  <c:v>2.7474118078864231</c:v>
                </c:pt>
                <c:pt idx="559">
                  <c:v>2.7481880270062002</c:v>
                </c:pt>
                <c:pt idx="560">
                  <c:v>2.7489628612561616</c:v>
                </c:pt>
                <c:pt idx="561">
                  <c:v>2.7497363155690611</c:v>
                </c:pt>
                <c:pt idx="562">
                  <c:v>2.7505083948513462</c:v>
                </c:pt>
                <c:pt idx="563">
                  <c:v>2.7512791039833422</c:v>
                </c:pt>
                <c:pt idx="564">
                  <c:v>2.7520484478194387</c:v>
                </c:pt>
                <c:pt idx="565">
                  <c:v>2.7528164311882715</c:v>
                </c:pt>
                <c:pt idx="566">
                  <c:v>2.7535830588929064</c:v>
                </c:pt>
                <c:pt idx="567">
                  <c:v>2.7543483357110188</c:v>
                </c:pt>
                <c:pt idx="568">
                  <c:v>2.7551122663950713</c:v>
                </c:pt>
                <c:pt idx="569">
                  <c:v>2.7558748556724915</c:v>
                </c:pt>
                <c:pt idx="570">
                  <c:v>2.7566361082458481</c:v>
                </c:pt>
                <c:pt idx="571">
                  <c:v>2.7573960287930244</c:v>
                </c:pt>
                <c:pt idx="572">
                  <c:v>2.7581546219673898</c:v>
                </c:pt>
                <c:pt idx="573">
                  <c:v>2.7589118923979736</c:v>
                </c:pt>
                <c:pt idx="574">
                  <c:v>2.7596678446896306</c:v>
                </c:pt>
                <c:pt idx="575">
                  <c:v>2.7604224834232118</c:v>
                </c:pt>
                <c:pt idx="576">
                  <c:v>2.7611758131557314</c:v>
                </c:pt>
                <c:pt idx="577">
                  <c:v>2.761927838420529</c:v>
                </c:pt>
                <c:pt idx="578">
                  <c:v>2.762678563727436</c:v>
                </c:pt>
                <c:pt idx="579">
                  <c:v>2.7634279935629373</c:v>
                </c:pt>
                <c:pt idx="580">
                  <c:v>2.7641761323903307</c:v>
                </c:pt>
                <c:pt idx="581">
                  <c:v>2.7649229846498886</c:v>
                </c:pt>
                <c:pt idx="582">
                  <c:v>2.7656685547590141</c:v>
                </c:pt>
                <c:pt idx="583">
                  <c:v>2.7664128471123997</c:v>
                </c:pt>
                <c:pt idx="584">
                  <c:v>2.7671558660821804</c:v>
                </c:pt>
                <c:pt idx="585">
                  <c:v>2.7678976160180908</c:v>
                </c:pt>
                <c:pt idx="586">
                  <c:v>2.7686381012476144</c:v>
                </c:pt>
                <c:pt idx="587">
                  <c:v>2.7693773260761385</c:v>
                </c:pt>
                <c:pt idx="588">
                  <c:v>2.7701152947871015</c:v>
                </c:pt>
                <c:pt idx="589">
                  <c:v>2.7708520116421442</c:v>
                </c:pt>
                <c:pt idx="590">
                  <c:v>2.7715874808812555</c:v>
                </c:pt>
                <c:pt idx="591">
                  <c:v>2.77232170672292</c:v>
                </c:pt>
                <c:pt idx="592">
                  <c:v>2.7730546933642626</c:v>
                </c:pt>
                <c:pt idx="593">
                  <c:v>2.7737864449811935</c:v>
                </c:pt>
                <c:pt idx="594">
                  <c:v>2.7745169657285498</c:v>
                </c:pt>
                <c:pt idx="595">
                  <c:v>2.7752462597402365</c:v>
                </c:pt>
                <c:pt idx="596">
                  <c:v>2.775974331129369</c:v>
                </c:pt>
                <c:pt idx="597">
                  <c:v>2.7767011839884108</c:v>
                </c:pt>
                <c:pt idx="598">
                  <c:v>2.7774268223893115</c:v>
                </c:pt>
                <c:pt idx="599">
                  <c:v>2.7781512503836434</c:v>
                </c:pt>
                <c:pt idx="600">
                  <c:v>2.7788744720027396</c:v>
                </c:pt>
                <c:pt idx="601">
                  <c:v>2.7795964912578244</c:v>
                </c:pt>
                <c:pt idx="602">
                  <c:v>2.7803173121401512</c:v>
                </c:pt>
                <c:pt idx="603">
                  <c:v>2.7810369386211318</c:v>
                </c:pt>
                <c:pt idx="604">
                  <c:v>2.781755374652469</c:v>
                </c:pt>
                <c:pt idx="605">
                  <c:v>2.782472624166286</c:v>
                </c:pt>
                <c:pt idx="606">
                  <c:v>2.7831886910752575</c:v>
                </c:pt>
                <c:pt idx="607">
                  <c:v>2.7839035792727351</c:v>
                </c:pt>
                <c:pt idx="608">
                  <c:v>2.7846172926328752</c:v>
                </c:pt>
                <c:pt idx="609">
                  <c:v>2.7853298350107671</c:v>
                </c:pt>
                <c:pt idx="610">
                  <c:v>2.786041210242554</c:v>
                </c:pt>
                <c:pt idx="611">
                  <c:v>2.7867514221455614</c:v>
                </c:pt>
                <c:pt idx="612">
                  <c:v>2.7874604745184151</c:v>
                </c:pt>
                <c:pt idx="613">
                  <c:v>2.7881683711411678</c:v>
                </c:pt>
                <c:pt idx="614">
                  <c:v>2.7888751157754168</c:v>
                </c:pt>
                <c:pt idx="615">
                  <c:v>2.7895807121644256</c:v>
                </c:pt>
                <c:pt idx="616">
                  <c:v>2.7902851640332416</c:v>
                </c:pt>
                <c:pt idx="617">
                  <c:v>2.7909884750888159</c:v>
                </c:pt>
                <c:pt idx="618">
                  <c:v>2.7916906490201181</c:v>
                </c:pt>
                <c:pt idx="619">
                  <c:v>2.7923916894982539</c:v>
                </c:pt>
                <c:pt idx="620">
                  <c:v>2.79309160017658</c:v>
                </c:pt>
                <c:pt idx="621">
                  <c:v>2.7937903846908188</c:v>
                </c:pt>
                <c:pt idx="622">
                  <c:v>2.7944880466591697</c:v>
                </c:pt>
                <c:pt idx="623">
                  <c:v>2.7951845896824241</c:v>
                </c:pt>
                <c:pt idx="624">
                  <c:v>2.7958800173440754</c:v>
                </c:pt>
                <c:pt idx="625">
                  <c:v>2.7965743332104296</c:v>
                </c:pt>
                <c:pt idx="626">
                  <c:v>2.7972675408307164</c:v>
                </c:pt>
                <c:pt idx="627">
                  <c:v>2.7979596437371961</c:v>
                </c:pt>
                <c:pt idx="628">
                  <c:v>2.7986506454452691</c:v>
                </c:pt>
                <c:pt idx="629">
                  <c:v>2.7993405494535817</c:v>
                </c:pt>
                <c:pt idx="630">
                  <c:v>2.8000293592441343</c:v>
                </c:pt>
                <c:pt idx="631">
                  <c:v>2.8007170782823851</c:v>
                </c:pt>
                <c:pt idx="632">
                  <c:v>2.8014037100173552</c:v>
                </c:pt>
                <c:pt idx="633">
                  <c:v>2.8020892578817329</c:v>
                </c:pt>
                <c:pt idx="634">
                  <c:v>2.8027737252919755</c:v>
                </c:pt>
                <c:pt idx="635">
                  <c:v>2.8034571156484138</c:v>
                </c:pt>
                <c:pt idx="636">
                  <c:v>2.8041394323353503</c:v>
                </c:pt>
                <c:pt idx="637">
                  <c:v>2.8048206787211623</c:v>
                </c:pt>
                <c:pt idx="638">
                  <c:v>2.8055008581584002</c:v>
                </c:pt>
                <c:pt idx="639">
                  <c:v>2.8061799739838871</c:v>
                </c:pt>
                <c:pt idx="640">
                  <c:v>2.8068580295188172</c:v>
                </c:pt>
                <c:pt idx="641">
                  <c:v>2.8075350280688531</c:v>
                </c:pt>
                <c:pt idx="642">
                  <c:v>2.8082109729242219</c:v>
                </c:pt>
                <c:pt idx="643">
                  <c:v>2.808885867359812</c:v>
                </c:pt>
                <c:pt idx="644">
                  <c:v>2.8095597146352675</c:v>
                </c:pt>
                <c:pt idx="645">
                  <c:v>2.8102325179950842</c:v>
                </c:pt>
                <c:pt idx="646">
                  <c:v>2.8109042806687006</c:v>
                </c:pt>
                <c:pt idx="647">
                  <c:v>2.8115750058705933</c:v>
                </c:pt>
                <c:pt idx="648">
                  <c:v>2.8122446968003691</c:v>
                </c:pt>
                <c:pt idx="649">
                  <c:v>2.8129133566428557</c:v>
                </c:pt>
                <c:pt idx="650">
                  <c:v>2.8135809885681922</c:v>
                </c:pt>
                <c:pt idx="651">
                  <c:v>2.8142475957319202</c:v>
                </c:pt>
                <c:pt idx="652">
                  <c:v>2.8149131812750738</c:v>
                </c:pt>
                <c:pt idx="653">
                  <c:v>2.8155777483242672</c:v>
                </c:pt>
                <c:pt idx="654">
                  <c:v>2.8162412999917832</c:v>
                </c:pt>
                <c:pt idx="655">
                  <c:v>2.8169038393756605</c:v>
                </c:pt>
                <c:pt idx="656">
                  <c:v>2.8175653695597807</c:v>
                </c:pt>
                <c:pt idx="657">
                  <c:v>2.8182258936139557</c:v>
                </c:pt>
                <c:pt idx="658">
                  <c:v>2.8188854145940097</c:v>
                </c:pt>
                <c:pt idx="659">
                  <c:v>2.8195439355418688</c:v>
                </c:pt>
                <c:pt idx="660">
                  <c:v>2.8202014594856402</c:v>
                </c:pt>
                <c:pt idx="661">
                  <c:v>2.8208579894397001</c:v>
                </c:pt>
                <c:pt idx="662">
                  <c:v>2.8215135284047732</c:v>
                </c:pt>
                <c:pt idx="663">
                  <c:v>2.8221680793680175</c:v>
                </c:pt>
                <c:pt idx="664">
                  <c:v>2.8228216453031045</c:v>
                </c:pt>
                <c:pt idx="665">
                  <c:v>2.823474229170301</c:v>
                </c:pt>
                <c:pt idx="666">
                  <c:v>2.8241258339165491</c:v>
                </c:pt>
                <c:pt idx="667">
                  <c:v>2.8247764624755458</c:v>
                </c:pt>
                <c:pt idx="668">
                  <c:v>2.8254261177678233</c:v>
                </c:pt>
                <c:pt idx="669">
                  <c:v>2.8260748027008264</c:v>
                </c:pt>
                <c:pt idx="670">
                  <c:v>2.8267225201689921</c:v>
                </c:pt>
                <c:pt idx="671">
                  <c:v>2.8273692730538253</c:v>
                </c:pt>
                <c:pt idx="672">
                  <c:v>2.828015064223977</c:v>
                </c:pt>
                <c:pt idx="673">
                  <c:v>2.8286598965353198</c:v>
                </c:pt>
                <c:pt idx="674">
                  <c:v>2.8293037728310249</c:v>
                </c:pt>
                <c:pt idx="675">
                  <c:v>2.8299466959416359</c:v>
                </c:pt>
                <c:pt idx="676">
                  <c:v>2.8305886686851442</c:v>
                </c:pt>
                <c:pt idx="677">
                  <c:v>2.8312296938670634</c:v>
                </c:pt>
                <c:pt idx="678">
                  <c:v>2.8318697742805017</c:v>
                </c:pt>
                <c:pt idx="679">
                  <c:v>2.8325089127062362</c:v>
                </c:pt>
                <c:pt idx="680">
                  <c:v>2.8331471119127851</c:v>
                </c:pt>
                <c:pt idx="681">
                  <c:v>2.8337843746564788</c:v>
                </c:pt>
                <c:pt idx="682">
                  <c:v>2.8344207036815328</c:v>
                </c:pt>
                <c:pt idx="683">
                  <c:v>2.8350561017201161</c:v>
                </c:pt>
                <c:pt idx="684">
                  <c:v>2.8356905714924254</c:v>
                </c:pt>
                <c:pt idx="685">
                  <c:v>2.8363241157067516</c:v>
                </c:pt>
                <c:pt idx="686">
                  <c:v>2.8369567370595505</c:v>
                </c:pt>
                <c:pt idx="687">
                  <c:v>2.8375884382355112</c:v>
                </c:pt>
                <c:pt idx="688">
                  <c:v>2.8382192219076257</c:v>
                </c:pt>
                <c:pt idx="689">
                  <c:v>2.8388490907372552</c:v>
                </c:pt>
                <c:pt idx="690">
                  <c:v>2.8394780473741985</c:v>
                </c:pt>
                <c:pt idx="691">
                  <c:v>2.840106094456758</c:v>
                </c:pt>
                <c:pt idx="692">
                  <c:v>2.8407332346118066</c:v>
                </c:pt>
                <c:pt idx="693">
                  <c:v>2.8413594704548548</c:v>
                </c:pt>
                <c:pt idx="694">
                  <c:v>2.8419848045901137</c:v>
                </c:pt>
                <c:pt idx="695">
                  <c:v>2.842609239610562</c:v>
                </c:pt>
                <c:pt idx="696">
                  <c:v>2.8432327780980096</c:v>
                </c:pt>
                <c:pt idx="697">
                  <c:v>2.8438554226231609</c:v>
                </c:pt>
                <c:pt idx="698">
                  <c:v>2.8444771757456815</c:v>
                </c:pt>
                <c:pt idx="699">
                  <c:v>2.8450980400142569</c:v>
                </c:pt>
                <c:pt idx="700">
                  <c:v>2.8457180179666586</c:v>
                </c:pt>
                <c:pt idx="701">
                  <c:v>2.8463371121298051</c:v>
                </c:pt>
                <c:pt idx="702">
                  <c:v>2.8469553250198238</c:v>
                </c:pt>
                <c:pt idx="703">
                  <c:v>2.847572659142112</c:v>
                </c:pt>
                <c:pt idx="704">
                  <c:v>2.8481891169913989</c:v>
                </c:pt>
                <c:pt idx="705">
                  <c:v>2.8488047010518036</c:v>
                </c:pt>
                <c:pt idx="706">
                  <c:v>2.8494194137968996</c:v>
                </c:pt>
                <c:pt idx="707">
                  <c:v>2.8500332576897689</c:v>
                </c:pt>
                <c:pt idx="708">
                  <c:v>2.8506462351830666</c:v>
                </c:pt>
                <c:pt idx="709">
                  <c:v>2.8512583487190755</c:v>
                </c:pt>
                <c:pt idx="710">
                  <c:v>2.8518696007297661</c:v>
                </c:pt>
                <c:pt idx="711">
                  <c:v>2.8524799936368566</c:v>
                </c:pt>
                <c:pt idx="712">
                  <c:v>2.8530895298518657</c:v>
                </c:pt>
                <c:pt idx="713">
                  <c:v>2.8536982117761744</c:v>
                </c:pt>
                <c:pt idx="714">
                  <c:v>2.8543060418010806</c:v>
                </c:pt>
                <c:pt idx="715">
                  <c:v>2.8549130223078554</c:v>
                </c:pt>
                <c:pt idx="716">
                  <c:v>2.8555191556678001</c:v>
                </c:pt>
                <c:pt idx="717">
                  <c:v>2.8561244442423002</c:v>
                </c:pt>
                <c:pt idx="718">
                  <c:v>2.8567288903828825</c:v>
                </c:pt>
                <c:pt idx="719">
                  <c:v>2.8573324964312685</c:v>
                </c:pt>
                <c:pt idx="720">
                  <c:v>2.8579352647194289</c:v>
                </c:pt>
                <c:pt idx="721">
                  <c:v>2.858537197569639</c:v>
                </c:pt>
                <c:pt idx="722">
                  <c:v>2.859138297294531</c:v>
                </c:pt>
                <c:pt idx="723">
                  <c:v>2.8597385661971471</c:v>
                </c:pt>
                <c:pt idx="724">
                  <c:v>2.8603380065709936</c:v>
                </c:pt>
                <c:pt idx="725">
                  <c:v>2.8609366207000937</c:v>
                </c:pt>
                <c:pt idx="726">
                  <c:v>2.8615344108590377</c:v>
                </c:pt>
                <c:pt idx="727">
                  <c:v>2.8621313793130372</c:v>
                </c:pt>
                <c:pt idx="728">
                  <c:v>2.8627275283179747</c:v>
                </c:pt>
                <c:pt idx="729">
                  <c:v>2.8633228601204559</c:v>
                </c:pt>
                <c:pt idx="730">
                  <c:v>2.8639173769578603</c:v>
                </c:pt>
                <c:pt idx="731">
                  <c:v>2.8645110810583918</c:v>
                </c:pt>
                <c:pt idx="732">
                  <c:v>2.8651039746411278</c:v>
                </c:pt>
                <c:pt idx="733">
                  <c:v>2.8656960599160706</c:v>
                </c:pt>
                <c:pt idx="734">
                  <c:v>2.8662873390841948</c:v>
                </c:pt>
                <c:pt idx="735">
                  <c:v>2.8668778143374989</c:v>
                </c:pt>
                <c:pt idx="736">
                  <c:v>2.8674674878590514</c:v>
                </c:pt>
                <c:pt idx="737">
                  <c:v>2.8680563618230415</c:v>
                </c:pt>
                <c:pt idx="738">
                  <c:v>2.8686444383948255</c:v>
                </c:pt>
                <c:pt idx="739">
                  <c:v>2.8692317197309762</c:v>
                </c:pt>
                <c:pt idx="740">
                  <c:v>2.869818207979328</c:v>
                </c:pt>
                <c:pt idx="741">
                  <c:v>2.8704039052790269</c:v>
                </c:pt>
                <c:pt idx="742">
                  <c:v>2.8709888137605755</c:v>
                </c:pt>
                <c:pt idx="743">
                  <c:v>2.8715729355458786</c:v>
                </c:pt>
                <c:pt idx="744">
                  <c:v>2.8721562727482928</c:v>
                </c:pt>
                <c:pt idx="745">
                  <c:v>2.8727388274726686</c:v>
                </c:pt>
                <c:pt idx="746">
                  <c:v>2.8733206018153989</c:v>
                </c:pt>
                <c:pt idx="747">
                  <c:v>2.8739015978644615</c:v>
                </c:pt>
                <c:pt idx="748">
                  <c:v>2.8744818176994666</c:v>
                </c:pt>
                <c:pt idx="749">
                  <c:v>2.8750612633917001</c:v>
                </c:pt>
                <c:pt idx="750">
                  <c:v>2.8756399370041685</c:v>
                </c:pt>
                <c:pt idx="751">
                  <c:v>2.8762178405916421</c:v>
                </c:pt>
                <c:pt idx="752">
                  <c:v>2.8767949762007006</c:v>
                </c:pt>
                <c:pt idx="753">
                  <c:v>2.8773713458697738</c:v>
                </c:pt>
                <c:pt idx="754">
                  <c:v>2.8779469516291885</c:v>
                </c:pt>
                <c:pt idx="755">
                  <c:v>2.8785217955012063</c:v>
                </c:pt>
                <c:pt idx="756">
                  <c:v>2.8790958795000727</c:v>
                </c:pt>
                <c:pt idx="757">
                  <c:v>2.8796692056320534</c:v>
                </c:pt>
                <c:pt idx="758">
                  <c:v>2.8802417758954801</c:v>
                </c:pt>
                <c:pt idx="759">
                  <c:v>2.8808135922807914</c:v>
                </c:pt>
                <c:pt idx="760">
                  <c:v>2.8813846567705728</c:v>
                </c:pt>
                <c:pt idx="761">
                  <c:v>2.8819549713396007</c:v>
                </c:pt>
                <c:pt idx="762">
                  <c:v>2.8825245379548803</c:v>
                </c:pt>
                <c:pt idx="763">
                  <c:v>2.8830933585756897</c:v>
                </c:pt>
                <c:pt idx="764">
                  <c:v>2.8836614351536176</c:v>
                </c:pt>
                <c:pt idx="765">
                  <c:v>2.8842287696326041</c:v>
                </c:pt>
                <c:pt idx="766">
                  <c:v>2.8847953639489812</c:v>
                </c:pt>
                <c:pt idx="767">
                  <c:v>2.8853612200315122</c:v>
                </c:pt>
                <c:pt idx="768">
                  <c:v>2.885926339801431</c:v>
                </c:pt>
                <c:pt idx="769">
                  <c:v>2.8864907251724818</c:v>
                </c:pt>
                <c:pt idx="770">
                  <c:v>2.8870543780509568</c:v>
                </c:pt>
                <c:pt idx="771">
                  <c:v>2.8876173003357359</c:v>
                </c:pt>
                <c:pt idx="772">
                  <c:v>2.888179493918325</c:v>
                </c:pt>
                <c:pt idx="773">
                  <c:v>2.8887409606828927</c:v>
                </c:pt>
                <c:pt idx="774">
                  <c:v>2.8893017025063101</c:v>
                </c:pt>
                <c:pt idx="775">
                  <c:v>2.8898617212581885</c:v>
                </c:pt>
                <c:pt idx="776">
                  <c:v>2.8904210188009141</c:v>
                </c:pt>
                <c:pt idx="777">
                  <c:v>2.890979596989689</c:v>
                </c:pt>
                <c:pt idx="778">
                  <c:v>2.8915374576725643</c:v>
                </c:pt>
                <c:pt idx="779">
                  <c:v>2.8920946026904804</c:v>
                </c:pt>
                <c:pt idx="780">
                  <c:v>2.8926510338773004</c:v>
                </c:pt>
                <c:pt idx="781">
                  <c:v>2.893206753059848</c:v>
                </c:pt>
                <c:pt idx="782">
                  <c:v>2.8937617620579434</c:v>
                </c:pt>
                <c:pt idx="783">
                  <c:v>2.8943160626844384</c:v>
                </c:pt>
                <c:pt idx="784">
                  <c:v>2.8948696567452528</c:v>
                </c:pt>
                <c:pt idx="785">
                  <c:v>2.8954225460394079</c:v>
                </c:pt>
                <c:pt idx="786">
                  <c:v>2.8959747323590648</c:v>
                </c:pt>
                <c:pt idx="787">
                  <c:v>2.8965262174895554</c:v>
                </c:pt>
                <c:pt idx="788">
                  <c:v>2.8970770032094202</c:v>
                </c:pt>
                <c:pt idx="789">
                  <c:v>2.8976270912904414</c:v>
                </c:pt>
                <c:pt idx="790">
                  <c:v>2.8981764834976764</c:v>
                </c:pt>
                <c:pt idx="791">
                  <c:v>2.8987251815894934</c:v>
                </c:pt>
                <c:pt idx="792">
                  <c:v>2.8992731873176036</c:v>
                </c:pt>
                <c:pt idx="793">
                  <c:v>2.8998205024270964</c:v>
                </c:pt>
                <c:pt idx="794">
                  <c:v>2.9003671286564705</c:v>
                </c:pt>
                <c:pt idx="795">
                  <c:v>2.9009130677376689</c:v>
                </c:pt>
                <c:pt idx="796">
                  <c:v>2.9014583213961123</c:v>
                </c:pt>
                <c:pt idx="797">
                  <c:v>2.9020028913507296</c:v>
                </c:pt>
                <c:pt idx="798">
                  <c:v>2.9025467793139912</c:v>
                </c:pt>
                <c:pt idx="799">
                  <c:v>2.9030899869919438</c:v>
                </c:pt>
                <c:pt idx="800">
                  <c:v>2.9036325160842376</c:v>
                </c:pt>
                <c:pt idx="801">
                  <c:v>2.9041743682841634</c:v>
                </c:pt>
                <c:pt idx="802">
                  <c:v>2.9047155452786808</c:v>
                </c:pt>
                <c:pt idx="803">
                  <c:v>2.9052560487484511</c:v>
                </c:pt>
                <c:pt idx="804">
                  <c:v>2.9057958803678687</c:v>
                </c:pt>
                <c:pt idx="805">
                  <c:v>2.9063350418050908</c:v>
                </c:pt>
                <c:pt idx="806">
                  <c:v>2.9068735347220702</c:v>
                </c:pt>
                <c:pt idx="807">
                  <c:v>2.907411360774586</c:v>
                </c:pt>
                <c:pt idx="808">
                  <c:v>2.9079485216122722</c:v>
                </c:pt>
                <c:pt idx="809">
                  <c:v>2.90848501887865</c:v>
                </c:pt>
                <c:pt idx="810">
                  <c:v>2.909020854211156</c:v>
                </c:pt>
                <c:pt idx="811">
                  <c:v>2.9095560292411755</c:v>
                </c:pt>
                <c:pt idx="812">
                  <c:v>2.910090545594068</c:v>
                </c:pt>
                <c:pt idx="813">
                  <c:v>2.9106244048892012</c:v>
                </c:pt>
                <c:pt idx="814">
                  <c:v>2.9111576087399764</c:v>
                </c:pt>
                <c:pt idx="815">
                  <c:v>2.9116901587538613</c:v>
                </c:pt>
                <c:pt idx="816">
                  <c:v>2.9122220565324155</c:v>
                </c:pt>
                <c:pt idx="817">
                  <c:v>2.9127533036713231</c:v>
                </c:pt>
                <c:pt idx="818">
                  <c:v>2.9132839017604186</c:v>
                </c:pt>
                <c:pt idx="819">
                  <c:v>2.9138138523837167</c:v>
                </c:pt>
                <c:pt idx="820">
                  <c:v>2.9143431571194407</c:v>
                </c:pt>
                <c:pt idx="821">
                  <c:v>2.9148718175400505</c:v>
                </c:pt>
                <c:pt idx="822">
                  <c:v>2.9153998352122699</c:v>
                </c:pt>
                <c:pt idx="823">
                  <c:v>2.9159272116971158</c:v>
                </c:pt>
                <c:pt idx="824">
                  <c:v>2.916453948549925</c:v>
                </c:pt>
                <c:pt idx="825">
                  <c:v>2.9169800473203824</c:v>
                </c:pt>
                <c:pt idx="826">
                  <c:v>2.9175055095525466</c:v>
                </c:pt>
                <c:pt idx="827">
                  <c:v>2.9180303367848803</c:v>
                </c:pt>
                <c:pt idx="828">
                  <c:v>2.9185545305502734</c:v>
                </c:pt>
                <c:pt idx="829">
                  <c:v>2.9190780923760737</c:v>
                </c:pt>
                <c:pt idx="830">
                  <c:v>2.9196010237841108</c:v>
                </c:pt>
                <c:pt idx="831">
                  <c:v>2.920123326290724</c:v>
                </c:pt>
                <c:pt idx="832">
                  <c:v>2.9206450014067875</c:v>
                </c:pt>
                <c:pt idx="833">
                  <c:v>2.9211660506377388</c:v>
                </c:pt>
                <c:pt idx="834">
                  <c:v>2.9216864754836021</c:v>
                </c:pt>
                <c:pt idx="835">
                  <c:v>2.9222062774390163</c:v>
                </c:pt>
                <c:pt idx="836">
                  <c:v>2.92272545799326</c:v>
                </c:pt>
                <c:pt idx="837">
                  <c:v>2.9232440186302764</c:v>
                </c:pt>
                <c:pt idx="838">
                  <c:v>2.9237619608287004</c:v>
                </c:pt>
                <c:pt idx="839">
                  <c:v>2.9242792860618816</c:v>
                </c:pt>
                <c:pt idx="840">
                  <c:v>2.9247959957979122</c:v>
                </c:pt>
                <c:pt idx="841">
                  <c:v>2.9253120914996495</c:v>
                </c:pt>
                <c:pt idx="842">
                  <c:v>2.9258275746247424</c:v>
                </c:pt>
                <c:pt idx="843">
                  <c:v>2.9263424466256551</c:v>
                </c:pt>
                <c:pt idx="844">
                  <c:v>2.9268567089496922</c:v>
                </c:pt>
                <c:pt idx="845">
                  <c:v>2.9273703630390235</c:v>
                </c:pt>
                <c:pt idx="846">
                  <c:v>2.9278834103307068</c:v>
                </c:pt>
                <c:pt idx="847">
                  <c:v>2.9283958522567137</c:v>
                </c:pt>
                <c:pt idx="848">
                  <c:v>2.9289076902439528</c:v>
                </c:pt>
                <c:pt idx="849">
                  <c:v>2.9294189257142929</c:v>
                </c:pt>
                <c:pt idx="850">
                  <c:v>2.929929560084588</c:v>
                </c:pt>
                <c:pt idx="851">
                  <c:v>2.9304395947667001</c:v>
                </c:pt>
                <c:pt idx="852">
                  <c:v>2.9309490311675228</c:v>
                </c:pt>
                <c:pt idx="853">
                  <c:v>2.9314578706890049</c:v>
                </c:pt>
                <c:pt idx="854">
                  <c:v>2.9319661147281728</c:v>
                </c:pt>
                <c:pt idx="855">
                  <c:v>2.932473764677153</c:v>
                </c:pt>
                <c:pt idx="856">
                  <c:v>2.9329808219231981</c:v>
                </c:pt>
                <c:pt idx="857">
                  <c:v>2.9334872878487053</c:v>
                </c:pt>
                <c:pt idx="858">
                  <c:v>2.9339931638312424</c:v>
                </c:pt>
                <c:pt idx="859">
                  <c:v>2.9344984512435679</c:v>
                </c:pt>
                <c:pt idx="860">
                  <c:v>2.935003151453655</c:v>
                </c:pt>
                <c:pt idx="861">
                  <c:v>2.9355072658247128</c:v>
                </c:pt>
                <c:pt idx="862">
                  <c:v>2.9360107957152097</c:v>
                </c:pt>
                <c:pt idx="863">
                  <c:v>2.9365137424788932</c:v>
                </c:pt>
                <c:pt idx="864">
                  <c:v>2.9370161074648142</c:v>
                </c:pt>
                <c:pt idx="865">
                  <c:v>2.9375178920173468</c:v>
                </c:pt>
                <c:pt idx="866">
                  <c:v>2.9380190974762104</c:v>
                </c:pt>
                <c:pt idx="867">
                  <c:v>2.9385197251764921</c:v>
                </c:pt>
                <c:pt idx="868">
                  <c:v>2.9390197764486663</c:v>
                </c:pt>
                <c:pt idx="869">
                  <c:v>2.9395192526186187</c:v>
                </c:pt>
                <c:pt idx="870">
                  <c:v>2.9400181550076634</c:v>
                </c:pt>
                <c:pt idx="871">
                  <c:v>2.9405164849325671</c:v>
                </c:pt>
                <c:pt idx="872">
                  <c:v>2.9410142437055695</c:v>
                </c:pt>
                <c:pt idx="873">
                  <c:v>2.9415114326344032</c:v>
                </c:pt>
                <c:pt idx="874">
                  <c:v>2.9420080530223132</c:v>
                </c:pt>
                <c:pt idx="875">
                  <c:v>2.9425041061680806</c:v>
                </c:pt>
                <c:pt idx="876">
                  <c:v>2.9429995933660407</c:v>
                </c:pt>
                <c:pt idx="877">
                  <c:v>2.9434945159061026</c:v>
                </c:pt>
                <c:pt idx="878">
                  <c:v>2.9439888750737717</c:v>
                </c:pt>
                <c:pt idx="879">
                  <c:v>2.9444826721501687</c:v>
                </c:pt>
                <c:pt idx="880">
                  <c:v>2.9449759084120477</c:v>
                </c:pt>
                <c:pt idx="881">
                  <c:v>2.9454685851318199</c:v>
                </c:pt>
                <c:pt idx="882">
                  <c:v>2.9459607035775686</c:v>
                </c:pt>
                <c:pt idx="883">
                  <c:v>2.9464522650130731</c:v>
                </c:pt>
                <c:pt idx="884">
                  <c:v>2.9469432706978256</c:v>
                </c:pt>
                <c:pt idx="885">
                  <c:v>2.9474337218870508</c:v>
                </c:pt>
                <c:pt idx="886">
                  <c:v>2.9479236198317262</c:v>
                </c:pt>
                <c:pt idx="887">
                  <c:v>2.9484129657786009</c:v>
                </c:pt>
                <c:pt idx="888">
                  <c:v>2.9489017609702137</c:v>
                </c:pt>
                <c:pt idx="889">
                  <c:v>2.9493900066449128</c:v>
                </c:pt>
                <c:pt idx="890">
                  <c:v>2.9498777040368749</c:v>
                </c:pt>
                <c:pt idx="891">
                  <c:v>2.9503648543761232</c:v>
                </c:pt>
                <c:pt idx="892">
                  <c:v>2.9508514588885464</c:v>
                </c:pt>
                <c:pt idx="893">
                  <c:v>2.9513375187959179</c:v>
                </c:pt>
                <c:pt idx="894">
                  <c:v>2.9518230353159121</c:v>
                </c:pt>
                <c:pt idx="895">
                  <c:v>2.9523080096621253</c:v>
                </c:pt>
                <c:pt idx="896">
                  <c:v>2.9527924430440922</c:v>
                </c:pt>
                <c:pt idx="897">
                  <c:v>2.9532763366673045</c:v>
                </c:pt>
                <c:pt idx="898">
                  <c:v>2.9537596917332287</c:v>
                </c:pt>
                <c:pt idx="899">
                  <c:v>2.9542425094393248</c:v>
                </c:pt>
                <c:pt idx="900">
                  <c:v>2.9547247909790628</c:v>
                </c:pt>
                <c:pt idx="901">
                  <c:v>2.9552065375419416</c:v>
                </c:pt>
                <c:pt idx="902">
                  <c:v>2.9556877503135057</c:v>
                </c:pt>
                <c:pt idx="903">
                  <c:v>2.9561684304753633</c:v>
                </c:pt>
                <c:pt idx="904">
                  <c:v>2.9566485792052033</c:v>
                </c:pt>
                <c:pt idx="905">
                  <c:v>2.9571281976768131</c:v>
                </c:pt>
                <c:pt idx="906">
                  <c:v>2.9576072870600951</c:v>
                </c:pt>
                <c:pt idx="907">
                  <c:v>2.958085848521085</c:v>
                </c:pt>
                <c:pt idx="908">
                  <c:v>2.9585638832219674</c:v>
                </c:pt>
                <c:pt idx="909">
                  <c:v>2.9590413923210934</c:v>
                </c:pt>
                <c:pt idx="910">
                  <c:v>2.9595183769729982</c:v>
                </c:pt>
                <c:pt idx="911">
                  <c:v>2.959994838328416</c:v>
                </c:pt>
                <c:pt idx="912">
                  <c:v>2.9604707775342991</c:v>
                </c:pt>
                <c:pt idx="913">
                  <c:v>2.9609461957338312</c:v>
                </c:pt>
                <c:pt idx="914">
                  <c:v>2.9614210940664485</c:v>
                </c:pt>
                <c:pt idx="915">
                  <c:v>2.9618954736678504</c:v>
                </c:pt>
                <c:pt idx="916">
                  <c:v>2.9623693356700209</c:v>
                </c:pt>
                <c:pt idx="917">
                  <c:v>2.9628426812012423</c:v>
                </c:pt>
                <c:pt idx="918">
                  <c:v>2.9633155113861114</c:v>
                </c:pt>
                <c:pt idx="919">
                  <c:v>2.9637878273455551</c:v>
                </c:pt>
                <c:pt idx="920">
                  <c:v>2.9642596301968491</c:v>
                </c:pt>
                <c:pt idx="921">
                  <c:v>2.9647309210536292</c:v>
                </c:pt>
                <c:pt idx="922">
                  <c:v>2.965201701025912</c:v>
                </c:pt>
                <c:pt idx="923">
                  <c:v>2.9656719712201065</c:v>
                </c:pt>
                <c:pt idx="924">
                  <c:v>2.9661417327390325</c:v>
                </c:pt>
                <c:pt idx="925">
                  <c:v>2.9666109866819341</c:v>
                </c:pt>
                <c:pt idx="926">
                  <c:v>2.9670797341444972</c:v>
                </c:pt>
                <c:pt idx="927">
                  <c:v>2.9675479762188619</c:v>
                </c:pt>
                <c:pt idx="928">
                  <c:v>2.9680157139936418</c:v>
                </c:pt>
                <c:pt idx="929">
                  <c:v>2.9684829485539352</c:v>
                </c:pt>
                <c:pt idx="930">
                  <c:v>2.9689496809813427</c:v>
                </c:pt>
                <c:pt idx="931">
                  <c:v>2.9694159123539814</c:v>
                </c:pt>
                <c:pt idx="932">
                  <c:v>2.9698816437465001</c:v>
                </c:pt>
                <c:pt idx="933">
                  <c:v>2.9703468762300935</c:v>
                </c:pt>
                <c:pt idx="934">
                  <c:v>2.9708116108725178</c:v>
                </c:pt>
                <c:pt idx="935">
                  <c:v>2.971275848738105</c:v>
                </c:pt>
                <c:pt idx="936">
                  <c:v>2.9717395908877782</c:v>
                </c:pt>
                <c:pt idx="937">
                  <c:v>2.9722028383790646</c:v>
                </c:pt>
                <c:pt idx="938">
                  <c:v>2.9726655922661109</c:v>
                </c:pt>
                <c:pt idx="939">
                  <c:v>2.9731278535996988</c:v>
                </c:pt>
                <c:pt idx="940">
                  <c:v>2.973589623427257</c:v>
                </c:pt>
                <c:pt idx="941">
                  <c:v>2.9740509027928774</c:v>
                </c:pt>
                <c:pt idx="942">
                  <c:v>2.9745116927373285</c:v>
                </c:pt>
                <c:pt idx="943">
                  <c:v>2.9749719942980688</c:v>
                </c:pt>
                <c:pt idx="944">
                  <c:v>2.975431808509263</c:v>
                </c:pt>
                <c:pt idx="945">
                  <c:v>2.9758911364017928</c:v>
                </c:pt>
                <c:pt idx="946">
                  <c:v>2.9763499790032735</c:v>
                </c:pt>
                <c:pt idx="947">
                  <c:v>2.976808337338066</c:v>
                </c:pt>
                <c:pt idx="948">
                  <c:v>2.9772662124272928</c:v>
                </c:pt>
                <c:pt idx="949">
                  <c:v>2.9777236052888476</c:v>
                </c:pt>
                <c:pt idx="950">
                  <c:v>2.9781805169374138</c:v>
                </c:pt>
                <c:pt idx="951">
                  <c:v>2.9786369483844743</c:v>
                </c:pt>
                <c:pt idx="952">
                  <c:v>2.9790929006383262</c:v>
                </c:pt>
                <c:pt idx="953">
                  <c:v>2.9795483747040952</c:v>
                </c:pt>
                <c:pt idx="954">
                  <c:v>2.9800033715837464</c:v>
                </c:pt>
                <c:pt idx="955">
                  <c:v>2.9804578922761</c:v>
                </c:pt>
                <c:pt idx="956">
                  <c:v>2.9809119377768436</c:v>
                </c:pt>
                <c:pt idx="957">
                  <c:v>2.9813655090785445</c:v>
                </c:pt>
                <c:pt idx="958">
                  <c:v>2.9818186071706636</c:v>
                </c:pt>
                <c:pt idx="959">
                  <c:v>2.9822712330395684</c:v>
                </c:pt>
                <c:pt idx="960">
                  <c:v>2.9827233876685453</c:v>
                </c:pt>
                <c:pt idx="961">
                  <c:v>2.9831750720378132</c:v>
                </c:pt>
                <c:pt idx="962">
                  <c:v>2.9836262871245345</c:v>
                </c:pt>
                <c:pt idx="963">
                  <c:v>2.9840770339028309</c:v>
                </c:pt>
                <c:pt idx="964">
                  <c:v>2.9845273133437926</c:v>
                </c:pt>
                <c:pt idx="965">
                  <c:v>2.9849771264154934</c:v>
                </c:pt>
                <c:pt idx="966">
                  <c:v>2.9854264740830017</c:v>
                </c:pt>
                <c:pt idx="967">
                  <c:v>2.9858753573083936</c:v>
                </c:pt>
                <c:pt idx="968">
                  <c:v>2.9863237770507651</c:v>
                </c:pt>
                <c:pt idx="969">
                  <c:v>2.9867717342662448</c:v>
                </c:pt>
                <c:pt idx="970">
                  <c:v>2.9872192299080047</c:v>
                </c:pt>
                <c:pt idx="971">
                  <c:v>2.9876662649262746</c:v>
                </c:pt>
                <c:pt idx="972">
                  <c:v>2.9881128402683519</c:v>
                </c:pt>
                <c:pt idx="973">
                  <c:v>2.9885589568786157</c:v>
                </c:pt>
                <c:pt idx="974">
                  <c:v>2.989004615698537</c:v>
                </c:pt>
                <c:pt idx="975">
                  <c:v>2.9894498176666917</c:v>
                </c:pt>
                <c:pt idx="976">
                  <c:v>2.989894563718773</c:v>
                </c:pt>
                <c:pt idx="977">
                  <c:v>2.9903388547876015</c:v>
                </c:pt>
                <c:pt idx="978">
                  <c:v>2.9907826918031377</c:v>
                </c:pt>
                <c:pt idx="979">
                  <c:v>2.9912260756924947</c:v>
                </c:pt>
                <c:pt idx="980">
                  <c:v>2.9916690073799486</c:v>
                </c:pt>
                <c:pt idx="981">
                  <c:v>2.9921114877869495</c:v>
                </c:pt>
                <c:pt idx="982">
                  <c:v>2.9925535178321354</c:v>
                </c:pt>
                <c:pt idx="983">
                  <c:v>2.9929950984313414</c:v>
                </c:pt>
                <c:pt idx="984">
                  <c:v>2.9934362304976116</c:v>
                </c:pt>
                <c:pt idx="985">
                  <c:v>2.993876914941211</c:v>
                </c:pt>
                <c:pt idx="986">
                  <c:v>2.9943171526696366</c:v>
                </c:pt>
                <c:pt idx="987">
                  <c:v>2.9947569445876283</c:v>
                </c:pt>
                <c:pt idx="988">
                  <c:v>2.9951962915971793</c:v>
                </c:pt>
                <c:pt idx="989">
                  <c:v>2.9956351945975501</c:v>
                </c:pt>
                <c:pt idx="990">
                  <c:v>2.9960736544852753</c:v>
                </c:pt>
                <c:pt idx="991">
                  <c:v>2.9965116721541785</c:v>
                </c:pt>
                <c:pt idx="992">
                  <c:v>2.996949248495381</c:v>
                </c:pt>
                <c:pt idx="993">
                  <c:v>2.9973863843973132</c:v>
                </c:pt>
                <c:pt idx="994">
                  <c:v>2.9978230807457256</c:v>
                </c:pt>
                <c:pt idx="995">
                  <c:v>2.9982593384236988</c:v>
                </c:pt>
                <c:pt idx="996">
                  <c:v>2.9986951583116559</c:v>
                </c:pt>
                <c:pt idx="997">
                  <c:v>2.999130541287371</c:v>
                </c:pt>
                <c:pt idx="998">
                  <c:v>2.9995654882259823</c:v>
                </c:pt>
                <c:pt idx="999">
                  <c:v>3</c:v>
                </c:pt>
                <c:pt idx="1000">
                  <c:v>3.0004340774793188</c:v>
                </c:pt>
              </c:numCache>
            </c:numRef>
          </c:xVal>
          <c:yVal>
            <c:numRef>
              <c:f>Magic_graph_data1!$C$2:$C$1002</c:f>
              <c:numCache>
                <c:formatCode>General</c:formatCode>
                <c:ptCount val="1001"/>
                <c:pt idx="0">
                  <c:v>0.99636000000000002</c:v>
                </c:pt>
                <c:pt idx="1">
                  <c:v>0.99636000000000002</c:v>
                </c:pt>
                <c:pt idx="2">
                  <c:v>0.99636000000000002</c:v>
                </c:pt>
                <c:pt idx="3">
                  <c:v>0.99636000000000002</c:v>
                </c:pt>
                <c:pt idx="4">
                  <c:v>0.99726999999999999</c:v>
                </c:pt>
                <c:pt idx="5">
                  <c:v>0.99726999999999999</c:v>
                </c:pt>
                <c:pt idx="6">
                  <c:v>0.99726999999999999</c:v>
                </c:pt>
                <c:pt idx="7">
                  <c:v>0.99726999999999999</c:v>
                </c:pt>
                <c:pt idx="8">
                  <c:v>0.99726999999999999</c:v>
                </c:pt>
                <c:pt idx="9">
                  <c:v>0.99726999999999999</c:v>
                </c:pt>
                <c:pt idx="10">
                  <c:v>0.99726999999999999</c:v>
                </c:pt>
                <c:pt idx="11">
                  <c:v>0.99726999999999999</c:v>
                </c:pt>
                <c:pt idx="12">
                  <c:v>0.99726999999999999</c:v>
                </c:pt>
                <c:pt idx="13">
                  <c:v>0.99726999999999999</c:v>
                </c:pt>
                <c:pt idx="14">
                  <c:v>0.99726999999999999</c:v>
                </c:pt>
                <c:pt idx="15">
                  <c:v>0.99726999999999999</c:v>
                </c:pt>
                <c:pt idx="16">
                  <c:v>0.99726999999999999</c:v>
                </c:pt>
                <c:pt idx="17">
                  <c:v>0.99726999999999999</c:v>
                </c:pt>
                <c:pt idx="18">
                  <c:v>0.99726999999999999</c:v>
                </c:pt>
                <c:pt idx="19">
                  <c:v>0.99726999999999999</c:v>
                </c:pt>
                <c:pt idx="20">
                  <c:v>0.99726999999999999</c:v>
                </c:pt>
                <c:pt idx="21">
                  <c:v>0.99726999999999999</c:v>
                </c:pt>
                <c:pt idx="22">
                  <c:v>0.99726999999999999</c:v>
                </c:pt>
                <c:pt idx="23">
                  <c:v>0.99726999999999999</c:v>
                </c:pt>
                <c:pt idx="24">
                  <c:v>0.99726999999999999</c:v>
                </c:pt>
                <c:pt idx="25">
                  <c:v>0.99726999999999999</c:v>
                </c:pt>
                <c:pt idx="26">
                  <c:v>0.99726999999999999</c:v>
                </c:pt>
                <c:pt idx="27">
                  <c:v>0.99726999999999999</c:v>
                </c:pt>
                <c:pt idx="28">
                  <c:v>0.99726999999999999</c:v>
                </c:pt>
                <c:pt idx="29">
                  <c:v>0.99726999999999999</c:v>
                </c:pt>
                <c:pt idx="30">
                  <c:v>0.99726999999999999</c:v>
                </c:pt>
                <c:pt idx="31">
                  <c:v>0.99726999999999999</c:v>
                </c:pt>
                <c:pt idx="32">
                  <c:v>0.99726999999999999</c:v>
                </c:pt>
                <c:pt idx="33">
                  <c:v>0.99726999999999999</c:v>
                </c:pt>
                <c:pt idx="34">
                  <c:v>0.99726999999999999</c:v>
                </c:pt>
                <c:pt idx="35">
                  <c:v>0.99726999999999999</c:v>
                </c:pt>
                <c:pt idx="36">
                  <c:v>0.99726999999999999</c:v>
                </c:pt>
                <c:pt idx="37">
                  <c:v>0.99726999999999999</c:v>
                </c:pt>
                <c:pt idx="38">
                  <c:v>0.99726999999999999</c:v>
                </c:pt>
                <c:pt idx="39">
                  <c:v>0.99726999999999999</c:v>
                </c:pt>
                <c:pt idx="40">
                  <c:v>0.99726999999999999</c:v>
                </c:pt>
                <c:pt idx="41">
                  <c:v>0.99726999999999999</c:v>
                </c:pt>
                <c:pt idx="42">
                  <c:v>0.99726999999999999</c:v>
                </c:pt>
                <c:pt idx="43">
                  <c:v>0.99726999999999999</c:v>
                </c:pt>
                <c:pt idx="44">
                  <c:v>0.99726999999999999</c:v>
                </c:pt>
                <c:pt idx="45">
                  <c:v>0.99726999999999999</c:v>
                </c:pt>
                <c:pt idx="46">
                  <c:v>0.99726999999999999</c:v>
                </c:pt>
                <c:pt idx="47">
                  <c:v>0.99726999999999999</c:v>
                </c:pt>
                <c:pt idx="48">
                  <c:v>0.99726999999999999</c:v>
                </c:pt>
                <c:pt idx="49">
                  <c:v>0.99726999999999999</c:v>
                </c:pt>
                <c:pt idx="50">
                  <c:v>0.99726999999999999</c:v>
                </c:pt>
                <c:pt idx="51">
                  <c:v>0.99726999999999999</c:v>
                </c:pt>
                <c:pt idx="52">
                  <c:v>0.99726999999999999</c:v>
                </c:pt>
                <c:pt idx="53">
                  <c:v>0.99726999999999999</c:v>
                </c:pt>
                <c:pt idx="54">
                  <c:v>0.99726999999999999</c:v>
                </c:pt>
                <c:pt idx="55">
                  <c:v>0.99726999999999999</c:v>
                </c:pt>
                <c:pt idx="56">
                  <c:v>0.99726999999999999</c:v>
                </c:pt>
                <c:pt idx="57">
                  <c:v>0.99726999999999999</c:v>
                </c:pt>
                <c:pt idx="58">
                  <c:v>0.99726999999999999</c:v>
                </c:pt>
                <c:pt idx="59">
                  <c:v>0.99726999999999999</c:v>
                </c:pt>
                <c:pt idx="60">
                  <c:v>0.99726999999999999</c:v>
                </c:pt>
                <c:pt idx="61">
                  <c:v>0.99726999999999999</c:v>
                </c:pt>
                <c:pt idx="62">
                  <c:v>0.99726999999999999</c:v>
                </c:pt>
                <c:pt idx="63">
                  <c:v>0.99726999999999999</c:v>
                </c:pt>
                <c:pt idx="64">
                  <c:v>0.99726999999999999</c:v>
                </c:pt>
                <c:pt idx="65">
                  <c:v>0.99726999999999999</c:v>
                </c:pt>
                <c:pt idx="66">
                  <c:v>0.99726999999999999</c:v>
                </c:pt>
                <c:pt idx="67">
                  <c:v>0.99726999999999999</c:v>
                </c:pt>
                <c:pt idx="68">
                  <c:v>0.99726999999999999</c:v>
                </c:pt>
                <c:pt idx="69">
                  <c:v>0.99726999999999999</c:v>
                </c:pt>
                <c:pt idx="70">
                  <c:v>0.99726999999999999</c:v>
                </c:pt>
                <c:pt idx="71">
                  <c:v>0.99726999999999999</c:v>
                </c:pt>
                <c:pt idx="72">
                  <c:v>0.99726999999999999</c:v>
                </c:pt>
                <c:pt idx="73">
                  <c:v>0.99726999999999999</c:v>
                </c:pt>
                <c:pt idx="74">
                  <c:v>0.99726999999999999</c:v>
                </c:pt>
                <c:pt idx="75">
                  <c:v>0.99726999999999999</c:v>
                </c:pt>
                <c:pt idx="76">
                  <c:v>0.99726999999999999</c:v>
                </c:pt>
                <c:pt idx="77">
                  <c:v>0.99726999999999999</c:v>
                </c:pt>
                <c:pt idx="78">
                  <c:v>0.99726999999999999</c:v>
                </c:pt>
                <c:pt idx="79">
                  <c:v>0.99726999999999999</c:v>
                </c:pt>
                <c:pt idx="80">
                  <c:v>0.99817999999999996</c:v>
                </c:pt>
                <c:pt idx="81">
                  <c:v>0.99817999999999996</c:v>
                </c:pt>
                <c:pt idx="82">
                  <c:v>0.99817999999999996</c:v>
                </c:pt>
                <c:pt idx="83">
                  <c:v>0.99817999999999996</c:v>
                </c:pt>
                <c:pt idx="84">
                  <c:v>0.99817999999999996</c:v>
                </c:pt>
                <c:pt idx="85">
                  <c:v>0.99817999999999996</c:v>
                </c:pt>
                <c:pt idx="86">
                  <c:v>0.99817999999999996</c:v>
                </c:pt>
                <c:pt idx="87">
                  <c:v>0.99817999999999996</c:v>
                </c:pt>
                <c:pt idx="88">
                  <c:v>0.99817999999999996</c:v>
                </c:pt>
                <c:pt idx="89">
                  <c:v>0.99817999999999996</c:v>
                </c:pt>
                <c:pt idx="90">
                  <c:v>0.99817999999999996</c:v>
                </c:pt>
                <c:pt idx="91">
                  <c:v>0.99817999999999996</c:v>
                </c:pt>
                <c:pt idx="92">
                  <c:v>0.99817999999999996</c:v>
                </c:pt>
                <c:pt idx="93">
                  <c:v>0.99817999999999996</c:v>
                </c:pt>
                <c:pt idx="94">
                  <c:v>0.99817999999999996</c:v>
                </c:pt>
                <c:pt idx="95">
                  <c:v>0.99817999999999996</c:v>
                </c:pt>
                <c:pt idx="96">
                  <c:v>0.99817999999999996</c:v>
                </c:pt>
                <c:pt idx="97">
                  <c:v>0.99817999999999996</c:v>
                </c:pt>
                <c:pt idx="98">
                  <c:v>0.99817999999999996</c:v>
                </c:pt>
                <c:pt idx="99">
                  <c:v>0.99817999999999996</c:v>
                </c:pt>
                <c:pt idx="100">
                  <c:v>0.99817999999999996</c:v>
                </c:pt>
                <c:pt idx="101">
                  <c:v>0.99817999999999996</c:v>
                </c:pt>
                <c:pt idx="102">
                  <c:v>0.99817999999999996</c:v>
                </c:pt>
                <c:pt idx="103">
                  <c:v>0.99817999999999996</c:v>
                </c:pt>
                <c:pt idx="104">
                  <c:v>0.99817999999999996</c:v>
                </c:pt>
                <c:pt idx="105">
                  <c:v>0.99817999999999996</c:v>
                </c:pt>
                <c:pt idx="106">
                  <c:v>0.99817999999999996</c:v>
                </c:pt>
                <c:pt idx="107">
                  <c:v>0.99817999999999996</c:v>
                </c:pt>
                <c:pt idx="108">
                  <c:v>0.99817999999999996</c:v>
                </c:pt>
                <c:pt idx="109">
                  <c:v>0.99817999999999996</c:v>
                </c:pt>
                <c:pt idx="110">
                  <c:v>0.99817999999999996</c:v>
                </c:pt>
                <c:pt idx="111">
                  <c:v>0.99817999999999996</c:v>
                </c:pt>
                <c:pt idx="112">
                  <c:v>0.99817999999999996</c:v>
                </c:pt>
                <c:pt idx="113">
                  <c:v>0.99817999999999996</c:v>
                </c:pt>
                <c:pt idx="114">
                  <c:v>0.99817999999999996</c:v>
                </c:pt>
                <c:pt idx="115">
                  <c:v>0.99817999999999996</c:v>
                </c:pt>
                <c:pt idx="116">
                  <c:v>0.99817999999999996</c:v>
                </c:pt>
                <c:pt idx="117">
                  <c:v>0.99817999999999996</c:v>
                </c:pt>
                <c:pt idx="118">
                  <c:v>0.99817999999999996</c:v>
                </c:pt>
                <c:pt idx="119">
                  <c:v>0.99817999999999996</c:v>
                </c:pt>
                <c:pt idx="120">
                  <c:v>0.99817999999999996</c:v>
                </c:pt>
                <c:pt idx="121">
                  <c:v>0.99817999999999996</c:v>
                </c:pt>
                <c:pt idx="122">
                  <c:v>0.99817999999999996</c:v>
                </c:pt>
                <c:pt idx="123">
                  <c:v>0.99817999999999996</c:v>
                </c:pt>
                <c:pt idx="124">
                  <c:v>0.99817999999999996</c:v>
                </c:pt>
                <c:pt idx="125">
                  <c:v>0.99817999999999996</c:v>
                </c:pt>
                <c:pt idx="126">
                  <c:v>0.99817999999999996</c:v>
                </c:pt>
                <c:pt idx="127">
                  <c:v>0.99817999999999996</c:v>
                </c:pt>
                <c:pt idx="128">
                  <c:v>0.99817999999999996</c:v>
                </c:pt>
                <c:pt idx="129">
                  <c:v>0.99817999999999996</c:v>
                </c:pt>
                <c:pt idx="130">
                  <c:v>0.99817999999999996</c:v>
                </c:pt>
                <c:pt idx="131">
                  <c:v>0.99817999999999996</c:v>
                </c:pt>
                <c:pt idx="132">
                  <c:v>0.99817999999999996</c:v>
                </c:pt>
                <c:pt idx="133">
                  <c:v>0.99817999999999996</c:v>
                </c:pt>
                <c:pt idx="134">
                  <c:v>0.99817999999999996</c:v>
                </c:pt>
                <c:pt idx="135">
                  <c:v>0.99817999999999996</c:v>
                </c:pt>
                <c:pt idx="136">
                  <c:v>0.99817999999999996</c:v>
                </c:pt>
                <c:pt idx="137">
                  <c:v>0.99817999999999996</c:v>
                </c:pt>
                <c:pt idx="138">
                  <c:v>0.99817999999999996</c:v>
                </c:pt>
                <c:pt idx="139">
                  <c:v>0.99817999999999996</c:v>
                </c:pt>
                <c:pt idx="140">
                  <c:v>0.99817999999999996</c:v>
                </c:pt>
                <c:pt idx="141">
                  <c:v>0.99817999999999996</c:v>
                </c:pt>
                <c:pt idx="142">
                  <c:v>0.99817999999999996</c:v>
                </c:pt>
                <c:pt idx="143">
                  <c:v>0.99817999999999996</c:v>
                </c:pt>
                <c:pt idx="144">
                  <c:v>0.99817999999999996</c:v>
                </c:pt>
                <c:pt idx="145">
                  <c:v>0.99817999999999996</c:v>
                </c:pt>
                <c:pt idx="146">
                  <c:v>0.99817999999999996</c:v>
                </c:pt>
                <c:pt idx="147">
                  <c:v>0.99817999999999996</c:v>
                </c:pt>
                <c:pt idx="148">
                  <c:v>0.99817999999999996</c:v>
                </c:pt>
                <c:pt idx="149">
                  <c:v>0.99817999999999996</c:v>
                </c:pt>
                <c:pt idx="150">
                  <c:v>0.99817999999999996</c:v>
                </c:pt>
                <c:pt idx="151">
                  <c:v>0.99817999999999996</c:v>
                </c:pt>
                <c:pt idx="152">
                  <c:v>0.99817999999999996</c:v>
                </c:pt>
                <c:pt idx="153">
                  <c:v>0.99817999999999996</c:v>
                </c:pt>
                <c:pt idx="154">
                  <c:v>0.99817999999999996</c:v>
                </c:pt>
                <c:pt idx="155">
                  <c:v>0.99817999999999996</c:v>
                </c:pt>
                <c:pt idx="156">
                  <c:v>0.99817999999999996</c:v>
                </c:pt>
                <c:pt idx="157">
                  <c:v>0.99817999999999996</c:v>
                </c:pt>
                <c:pt idx="158">
                  <c:v>0.99817999999999996</c:v>
                </c:pt>
                <c:pt idx="159">
                  <c:v>0.99817999999999996</c:v>
                </c:pt>
                <c:pt idx="160">
                  <c:v>0.99817999999999996</c:v>
                </c:pt>
                <c:pt idx="161">
                  <c:v>0.99817999999999996</c:v>
                </c:pt>
                <c:pt idx="162">
                  <c:v>0.99817999999999996</c:v>
                </c:pt>
                <c:pt idx="163">
                  <c:v>0.99817999999999996</c:v>
                </c:pt>
                <c:pt idx="164">
                  <c:v>0.99817999999999996</c:v>
                </c:pt>
                <c:pt idx="165">
                  <c:v>0.99817999999999996</c:v>
                </c:pt>
                <c:pt idx="166">
                  <c:v>0.99817999999999996</c:v>
                </c:pt>
                <c:pt idx="167">
                  <c:v>0.99817999999999996</c:v>
                </c:pt>
                <c:pt idx="168">
                  <c:v>0.99817999999999996</c:v>
                </c:pt>
                <c:pt idx="169">
                  <c:v>0.99817999999999996</c:v>
                </c:pt>
                <c:pt idx="170">
                  <c:v>0.99817999999999996</c:v>
                </c:pt>
                <c:pt idx="171">
                  <c:v>0.99817999999999996</c:v>
                </c:pt>
                <c:pt idx="172">
                  <c:v>0.99817999999999996</c:v>
                </c:pt>
                <c:pt idx="173">
                  <c:v>0.99817999999999996</c:v>
                </c:pt>
                <c:pt idx="174">
                  <c:v>0.99817999999999996</c:v>
                </c:pt>
                <c:pt idx="175">
                  <c:v>0.99817999999999996</c:v>
                </c:pt>
                <c:pt idx="176">
                  <c:v>0.99817999999999996</c:v>
                </c:pt>
                <c:pt idx="177">
                  <c:v>0.99817999999999996</c:v>
                </c:pt>
                <c:pt idx="178">
                  <c:v>0.99817999999999996</c:v>
                </c:pt>
                <c:pt idx="179">
                  <c:v>0.99817999999999996</c:v>
                </c:pt>
                <c:pt idx="180">
                  <c:v>0.99817999999999996</c:v>
                </c:pt>
                <c:pt idx="181">
                  <c:v>0.99817999999999996</c:v>
                </c:pt>
                <c:pt idx="182">
                  <c:v>0.99817999999999996</c:v>
                </c:pt>
                <c:pt idx="183">
                  <c:v>0.99817999999999996</c:v>
                </c:pt>
                <c:pt idx="184">
                  <c:v>0.99817999999999996</c:v>
                </c:pt>
                <c:pt idx="185">
                  <c:v>0.99817999999999996</c:v>
                </c:pt>
                <c:pt idx="186">
                  <c:v>0.99817999999999996</c:v>
                </c:pt>
                <c:pt idx="187">
                  <c:v>0.99817999999999996</c:v>
                </c:pt>
                <c:pt idx="188">
                  <c:v>0.99817999999999996</c:v>
                </c:pt>
                <c:pt idx="189">
                  <c:v>0.99817999999999996</c:v>
                </c:pt>
                <c:pt idx="190">
                  <c:v>0.99817999999999996</c:v>
                </c:pt>
                <c:pt idx="191">
                  <c:v>0.99817999999999996</c:v>
                </c:pt>
                <c:pt idx="192">
                  <c:v>0.99817999999999996</c:v>
                </c:pt>
                <c:pt idx="193">
                  <c:v>0.99817999999999996</c:v>
                </c:pt>
                <c:pt idx="194">
                  <c:v>0.99817999999999996</c:v>
                </c:pt>
                <c:pt idx="195">
                  <c:v>0.99817999999999996</c:v>
                </c:pt>
                <c:pt idx="196">
                  <c:v>0.99817999999999996</c:v>
                </c:pt>
                <c:pt idx="197">
                  <c:v>0.99817999999999996</c:v>
                </c:pt>
                <c:pt idx="198">
                  <c:v>0.99817999999999996</c:v>
                </c:pt>
                <c:pt idx="199">
                  <c:v>0.99817999999999996</c:v>
                </c:pt>
                <c:pt idx="200">
                  <c:v>0.99817999999999996</c:v>
                </c:pt>
                <c:pt idx="201">
                  <c:v>0.99817999999999996</c:v>
                </c:pt>
                <c:pt idx="202">
                  <c:v>0.99817999999999996</c:v>
                </c:pt>
                <c:pt idx="203">
                  <c:v>0.99817999999999996</c:v>
                </c:pt>
                <c:pt idx="204">
                  <c:v>0.99817999999999996</c:v>
                </c:pt>
                <c:pt idx="205">
                  <c:v>0.99817999999999996</c:v>
                </c:pt>
                <c:pt idx="206">
                  <c:v>0.99817999999999996</c:v>
                </c:pt>
                <c:pt idx="207">
                  <c:v>0.99817999999999996</c:v>
                </c:pt>
                <c:pt idx="208">
                  <c:v>0.99817999999999996</c:v>
                </c:pt>
                <c:pt idx="209">
                  <c:v>0.99817999999999996</c:v>
                </c:pt>
                <c:pt idx="210">
                  <c:v>0.99817999999999996</c:v>
                </c:pt>
                <c:pt idx="211">
                  <c:v>0.99817999999999996</c:v>
                </c:pt>
                <c:pt idx="212">
                  <c:v>0.99817999999999996</c:v>
                </c:pt>
                <c:pt idx="213">
                  <c:v>0.99817999999999996</c:v>
                </c:pt>
                <c:pt idx="214">
                  <c:v>0.99817999999999996</c:v>
                </c:pt>
                <c:pt idx="215">
                  <c:v>0.99817999999999996</c:v>
                </c:pt>
                <c:pt idx="216">
                  <c:v>0.99817999999999996</c:v>
                </c:pt>
                <c:pt idx="217">
                  <c:v>0.99817999999999996</c:v>
                </c:pt>
                <c:pt idx="218">
                  <c:v>0.99817999999999996</c:v>
                </c:pt>
                <c:pt idx="219">
                  <c:v>0.99817999999999996</c:v>
                </c:pt>
                <c:pt idx="220">
                  <c:v>0.99817999999999996</c:v>
                </c:pt>
                <c:pt idx="221">
                  <c:v>0.99817999999999996</c:v>
                </c:pt>
                <c:pt idx="222">
                  <c:v>0.99817999999999996</c:v>
                </c:pt>
                <c:pt idx="223">
                  <c:v>0.99817999999999996</c:v>
                </c:pt>
                <c:pt idx="224">
                  <c:v>0.99817999999999996</c:v>
                </c:pt>
                <c:pt idx="225">
                  <c:v>0.99817999999999996</c:v>
                </c:pt>
                <c:pt idx="226">
                  <c:v>0.99817999999999996</c:v>
                </c:pt>
                <c:pt idx="227">
                  <c:v>0.99817999999999996</c:v>
                </c:pt>
                <c:pt idx="228">
                  <c:v>0.99817999999999996</c:v>
                </c:pt>
                <c:pt idx="229">
                  <c:v>0.99817999999999996</c:v>
                </c:pt>
                <c:pt idx="230">
                  <c:v>0.99817999999999996</c:v>
                </c:pt>
                <c:pt idx="231">
                  <c:v>0.99817999999999996</c:v>
                </c:pt>
                <c:pt idx="232">
                  <c:v>0.99817999999999996</c:v>
                </c:pt>
                <c:pt idx="233">
                  <c:v>0.99817999999999996</c:v>
                </c:pt>
                <c:pt idx="234">
                  <c:v>0.99817999999999996</c:v>
                </c:pt>
                <c:pt idx="235">
                  <c:v>0.99817999999999996</c:v>
                </c:pt>
                <c:pt idx="236">
                  <c:v>0.99817999999999996</c:v>
                </c:pt>
                <c:pt idx="237">
                  <c:v>0.99817999999999996</c:v>
                </c:pt>
                <c:pt idx="238">
                  <c:v>0.99817999999999996</c:v>
                </c:pt>
                <c:pt idx="239">
                  <c:v>0.99817999999999996</c:v>
                </c:pt>
                <c:pt idx="240">
                  <c:v>0.99817999999999996</c:v>
                </c:pt>
                <c:pt idx="241">
                  <c:v>0.99817999999999996</c:v>
                </c:pt>
                <c:pt idx="242">
                  <c:v>0.99817999999999996</c:v>
                </c:pt>
                <c:pt idx="243">
                  <c:v>0.99817999999999996</c:v>
                </c:pt>
                <c:pt idx="244">
                  <c:v>0.99817999999999996</c:v>
                </c:pt>
                <c:pt idx="245">
                  <c:v>0.99817999999999996</c:v>
                </c:pt>
                <c:pt idx="246">
                  <c:v>0.99817999999999996</c:v>
                </c:pt>
                <c:pt idx="247">
                  <c:v>0.99817999999999996</c:v>
                </c:pt>
                <c:pt idx="248">
                  <c:v>0.99817999999999996</c:v>
                </c:pt>
                <c:pt idx="249">
                  <c:v>0.99817999999999996</c:v>
                </c:pt>
                <c:pt idx="250">
                  <c:v>0.99817999999999996</c:v>
                </c:pt>
                <c:pt idx="251">
                  <c:v>0.99817999999999996</c:v>
                </c:pt>
                <c:pt idx="252">
                  <c:v>0.99817999999999996</c:v>
                </c:pt>
                <c:pt idx="253">
                  <c:v>0.99817999999999996</c:v>
                </c:pt>
                <c:pt idx="254">
                  <c:v>0.99817999999999996</c:v>
                </c:pt>
                <c:pt idx="255">
                  <c:v>0.99817999999999996</c:v>
                </c:pt>
                <c:pt idx="256">
                  <c:v>0.99817999999999996</c:v>
                </c:pt>
                <c:pt idx="257">
                  <c:v>0.99817999999999996</c:v>
                </c:pt>
                <c:pt idx="258">
                  <c:v>0.99817999999999996</c:v>
                </c:pt>
                <c:pt idx="259">
                  <c:v>0.99817999999999996</c:v>
                </c:pt>
                <c:pt idx="260">
                  <c:v>0.99817999999999996</c:v>
                </c:pt>
                <c:pt idx="261">
                  <c:v>0.99817999999999996</c:v>
                </c:pt>
                <c:pt idx="262">
                  <c:v>0.99817999999999996</c:v>
                </c:pt>
                <c:pt idx="263">
                  <c:v>0.99817999999999996</c:v>
                </c:pt>
                <c:pt idx="264">
                  <c:v>0.99817999999999996</c:v>
                </c:pt>
                <c:pt idx="265">
                  <c:v>0.99817999999999996</c:v>
                </c:pt>
                <c:pt idx="266">
                  <c:v>0.99817999999999996</c:v>
                </c:pt>
                <c:pt idx="267">
                  <c:v>0.99817999999999996</c:v>
                </c:pt>
                <c:pt idx="268">
                  <c:v>0.99817999999999996</c:v>
                </c:pt>
                <c:pt idx="269">
                  <c:v>0.99817999999999996</c:v>
                </c:pt>
                <c:pt idx="270">
                  <c:v>0.99817999999999996</c:v>
                </c:pt>
                <c:pt idx="271">
                  <c:v>0.99817999999999996</c:v>
                </c:pt>
                <c:pt idx="272">
                  <c:v>0.99817999999999996</c:v>
                </c:pt>
                <c:pt idx="273">
                  <c:v>0.99817999999999996</c:v>
                </c:pt>
                <c:pt idx="274">
                  <c:v>0.99817999999999996</c:v>
                </c:pt>
                <c:pt idx="275">
                  <c:v>0.99817999999999996</c:v>
                </c:pt>
                <c:pt idx="276">
                  <c:v>0.99817999999999996</c:v>
                </c:pt>
                <c:pt idx="277">
                  <c:v>0.99817999999999996</c:v>
                </c:pt>
                <c:pt idx="278">
                  <c:v>0.99817999999999996</c:v>
                </c:pt>
                <c:pt idx="279">
                  <c:v>0.99817999999999996</c:v>
                </c:pt>
                <c:pt idx="280">
                  <c:v>0.99817999999999996</c:v>
                </c:pt>
                <c:pt idx="281">
                  <c:v>0.99817999999999996</c:v>
                </c:pt>
                <c:pt idx="282">
                  <c:v>0.99817999999999996</c:v>
                </c:pt>
                <c:pt idx="283">
                  <c:v>0.99817999999999996</c:v>
                </c:pt>
                <c:pt idx="284">
                  <c:v>0.99817999999999996</c:v>
                </c:pt>
                <c:pt idx="285">
                  <c:v>0.99817999999999996</c:v>
                </c:pt>
                <c:pt idx="286">
                  <c:v>0.99817999999999996</c:v>
                </c:pt>
                <c:pt idx="287">
                  <c:v>0.99817999999999996</c:v>
                </c:pt>
                <c:pt idx="288">
                  <c:v>0.99817999999999996</c:v>
                </c:pt>
                <c:pt idx="289">
                  <c:v>0.99817999999999996</c:v>
                </c:pt>
                <c:pt idx="290">
                  <c:v>0.99817999999999996</c:v>
                </c:pt>
                <c:pt idx="291">
                  <c:v>0.99817999999999996</c:v>
                </c:pt>
                <c:pt idx="292">
                  <c:v>0.99817999999999996</c:v>
                </c:pt>
                <c:pt idx="293">
                  <c:v>0.99817999999999996</c:v>
                </c:pt>
                <c:pt idx="294">
                  <c:v>0.99817999999999996</c:v>
                </c:pt>
                <c:pt idx="295">
                  <c:v>0.99817999999999996</c:v>
                </c:pt>
                <c:pt idx="296">
                  <c:v>0.99817999999999996</c:v>
                </c:pt>
                <c:pt idx="297">
                  <c:v>0.99817999999999996</c:v>
                </c:pt>
                <c:pt idx="298">
                  <c:v>0.99817999999999996</c:v>
                </c:pt>
                <c:pt idx="299">
                  <c:v>0.99817999999999996</c:v>
                </c:pt>
                <c:pt idx="300">
                  <c:v>0.99817999999999996</c:v>
                </c:pt>
                <c:pt idx="301">
                  <c:v>0.99817999999999996</c:v>
                </c:pt>
                <c:pt idx="302">
                  <c:v>0.99817999999999996</c:v>
                </c:pt>
                <c:pt idx="303">
                  <c:v>0.99817999999999996</c:v>
                </c:pt>
                <c:pt idx="304">
                  <c:v>0.99817999999999996</c:v>
                </c:pt>
                <c:pt idx="305">
                  <c:v>0.99817999999999996</c:v>
                </c:pt>
                <c:pt idx="306">
                  <c:v>0.99817999999999996</c:v>
                </c:pt>
                <c:pt idx="307">
                  <c:v>0.99817999999999996</c:v>
                </c:pt>
                <c:pt idx="308">
                  <c:v>0.99817999999999996</c:v>
                </c:pt>
                <c:pt idx="309">
                  <c:v>0.99817999999999996</c:v>
                </c:pt>
                <c:pt idx="310">
                  <c:v>0.99817999999999996</c:v>
                </c:pt>
                <c:pt idx="311">
                  <c:v>0.99817999999999996</c:v>
                </c:pt>
                <c:pt idx="312">
                  <c:v>0.99817999999999996</c:v>
                </c:pt>
                <c:pt idx="313">
                  <c:v>0.99817999999999996</c:v>
                </c:pt>
                <c:pt idx="314">
                  <c:v>0.99817999999999996</c:v>
                </c:pt>
                <c:pt idx="315">
                  <c:v>0.99817999999999996</c:v>
                </c:pt>
                <c:pt idx="316">
                  <c:v>0.99817999999999996</c:v>
                </c:pt>
                <c:pt idx="317">
                  <c:v>0.99817999999999996</c:v>
                </c:pt>
                <c:pt idx="318">
                  <c:v>0.99817999999999996</c:v>
                </c:pt>
                <c:pt idx="319">
                  <c:v>0.99817999999999996</c:v>
                </c:pt>
                <c:pt idx="320">
                  <c:v>0.99817999999999996</c:v>
                </c:pt>
                <c:pt idx="321">
                  <c:v>0.99817999999999996</c:v>
                </c:pt>
                <c:pt idx="322">
                  <c:v>0.99817999999999996</c:v>
                </c:pt>
                <c:pt idx="323">
                  <c:v>0.99817999999999996</c:v>
                </c:pt>
                <c:pt idx="324">
                  <c:v>0.99817999999999996</c:v>
                </c:pt>
                <c:pt idx="325">
                  <c:v>0.99817999999999996</c:v>
                </c:pt>
                <c:pt idx="326">
                  <c:v>0.99817999999999996</c:v>
                </c:pt>
                <c:pt idx="327">
                  <c:v>0.99817999999999996</c:v>
                </c:pt>
                <c:pt idx="328">
                  <c:v>0.99817999999999996</c:v>
                </c:pt>
                <c:pt idx="329">
                  <c:v>0.99817999999999996</c:v>
                </c:pt>
                <c:pt idx="330">
                  <c:v>0.99817999999999996</c:v>
                </c:pt>
                <c:pt idx="331">
                  <c:v>0.99817999999999996</c:v>
                </c:pt>
                <c:pt idx="332">
                  <c:v>0.99817999999999996</c:v>
                </c:pt>
                <c:pt idx="333">
                  <c:v>0.99817999999999996</c:v>
                </c:pt>
                <c:pt idx="334">
                  <c:v>0.99817999999999996</c:v>
                </c:pt>
                <c:pt idx="335">
                  <c:v>0.99817999999999996</c:v>
                </c:pt>
                <c:pt idx="336">
                  <c:v>0.99817999999999996</c:v>
                </c:pt>
                <c:pt idx="337">
                  <c:v>0.99817999999999996</c:v>
                </c:pt>
                <c:pt idx="338">
                  <c:v>0.99817999999999996</c:v>
                </c:pt>
                <c:pt idx="339">
                  <c:v>0.99817999999999996</c:v>
                </c:pt>
                <c:pt idx="340">
                  <c:v>0.99817999999999996</c:v>
                </c:pt>
                <c:pt idx="341">
                  <c:v>0.99817999999999996</c:v>
                </c:pt>
                <c:pt idx="342">
                  <c:v>0.99817999999999996</c:v>
                </c:pt>
                <c:pt idx="343">
                  <c:v>0.99817999999999996</c:v>
                </c:pt>
                <c:pt idx="344">
                  <c:v>0.99817999999999996</c:v>
                </c:pt>
                <c:pt idx="345">
                  <c:v>0.99817999999999996</c:v>
                </c:pt>
                <c:pt idx="346">
                  <c:v>0.99817999999999996</c:v>
                </c:pt>
                <c:pt idx="347">
                  <c:v>0.99817999999999996</c:v>
                </c:pt>
                <c:pt idx="348">
                  <c:v>0.99817999999999996</c:v>
                </c:pt>
                <c:pt idx="349">
                  <c:v>0.99817999999999996</c:v>
                </c:pt>
                <c:pt idx="350">
                  <c:v>0.99817999999999996</c:v>
                </c:pt>
                <c:pt idx="351">
                  <c:v>0.99817999999999996</c:v>
                </c:pt>
                <c:pt idx="352">
                  <c:v>0.99817999999999996</c:v>
                </c:pt>
                <c:pt idx="353">
                  <c:v>0.99817999999999996</c:v>
                </c:pt>
                <c:pt idx="354">
                  <c:v>0.99817999999999996</c:v>
                </c:pt>
                <c:pt idx="355">
                  <c:v>0.99817999999999996</c:v>
                </c:pt>
                <c:pt idx="356">
                  <c:v>0.99817999999999996</c:v>
                </c:pt>
                <c:pt idx="357">
                  <c:v>0.99817999999999996</c:v>
                </c:pt>
                <c:pt idx="358">
                  <c:v>0.99817999999999996</c:v>
                </c:pt>
                <c:pt idx="359">
                  <c:v>0.99817999999999996</c:v>
                </c:pt>
                <c:pt idx="360">
                  <c:v>0.99817999999999996</c:v>
                </c:pt>
                <c:pt idx="361">
                  <c:v>0.99817999999999996</c:v>
                </c:pt>
                <c:pt idx="362">
                  <c:v>0.99817999999999996</c:v>
                </c:pt>
                <c:pt idx="363">
                  <c:v>0.99817999999999996</c:v>
                </c:pt>
                <c:pt idx="364">
                  <c:v>0.99817999999999996</c:v>
                </c:pt>
                <c:pt idx="365">
                  <c:v>0.99817999999999996</c:v>
                </c:pt>
                <c:pt idx="366">
                  <c:v>0.99817999999999996</c:v>
                </c:pt>
                <c:pt idx="367">
                  <c:v>0.99817999999999996</c:v>
                </c:pt>
                <c:pt idx="368">
                  <c:v>0.99817999999999996</c:v>
                </c:pt>
                <c:pt idx="369">
                  <c:v>0.99817999999999996</c:v>
                </c:pt>
                <c:pt idx="370">
                  <c:v>0.99817999999999996</c:v>
                </c:pt>
                <c:pt idx="371">
                  <c:v>0.99817999999999996</c:v>
                </c:pt>
                <c:pt idx="372">
                  <c:v>0.99817999999999996</c:v>
                </c:pt>
                <c:pt idx="373">
                  <c:v>0.99817999999999996</c:v>
                </c:pt>
                <c:pt idx="374">
                  <c:v>0.99817999999999996</c:v>
                </c:pt>
                <c:pt idx="375">
                  <c:v>0.99817999999999996</c:v>
                </c:pt>
                <c:pt idx="376">
                  <c:v>0.99817999999999996</c:v>
                </c:pt>
                <c:pt idx="377">
                  <c:v>0.99817999999999996</c:v>
                </c:pt>
                <c:pt idx="378">
                  <c:v>0.99817999999999996</c:v>
                </c:pt>
                <c:pt idx="379">
                  <c:v>0.99817999999999996</c:v>
                </c:pt>
                <c:pt idx="380">
                  <c:v>0.99817999999999996</c:v>
                </c:pt>
                <c:pt idx="381">
                  <c:v>0.99817999999999996</c:v>
                </c:pt>
                <c:pt idx="382">
                  <c:v>0.99817999999999996</c:v>
                </c:pt>
                <c:pt idx="383">
                  <c:v>0.99817999999999996</c:v>
                </c:pt>
                <c:pt idx="384">
                  <c:v>0.99817999999999996</c:v>
                </c:pt>
                <c:pt idx="385">
                  <c:v>0.99817999999999996</c:v>
                </c:pt>
                <c:pt idx="386">
                  <c:v>0.99817999999999996</c:v>
                </c:pt>
                <c:pt idx="387">
                  <c:v>0.99817999999999996</c:v>
                </c:pt>
                <c:pt idx="388">
                  <c:v>0.99817999999999996</c:v>
                </c:pt>
                <c:pt idx="389">
                  <c:v>0.99817999999999996</c:v>
                </c:pt>
                <c:pt idx="390">
                  <c:v>0.99817999999999996</c:v>
                </c:pt>
                <c:pt idx="391">
                  <c:v>0.99817999999999996</c:v>
                </c:pt>
                <c:pt idx="392">
                  <c:v>0.99817999999999996</c:v>
                </c:pt>
                <c:pt idx="393">
                  <c:v>0.99817999999999996</c:v>
                </c:pt>
                <c:pt idx="394">
                  <c:v>0.99817999999999996</c:v>
                </c:pt>
                <c:pt idx="395">
                  <c:v>0.99817999999999996</c:v>
                </c:pt>
                <c:pt idx="396">
                  <c:v>0.99817999999999996</c:v>
                </c:pt>
                <c:pt idx="397">
                  <c:v>0.99817999999999996</c:v>
                </c:pt>
                <c:pt idx="398">
                  <c:v>0.99817999999999996</c:v>
                </c:pt>
                <c:pt idx="399">
                  <c:v>0.99817999999999996</c:v>
                </c:pt>
                <c:pt idx="400">
                  <c:v>0.99817999999999996</c:v>
                </c:pt>
                <c:pt idx="401">
                  <c:v>0.99817999999999996</c:v>
                </c:pt>
                <c:pt idx="402">
                  <c:v>0.99817999999999996</c:v>
                </c:pt>
                <c:pt idx="403">
                  <c:v>0.99817999999999996</c:v>
                </c:pt>
                <c:pt idx="404">
                  <c:v>0.99817999999999996</c:v>
                </c:pt>
                <c:pt idx="405">
                  <c:v>0.99817999999999996</c:v>
                </c:pt>
                <c:pt idx="406">
                  <c:v>0.99817999999999996</c:v>
                </c:pt>
                <c:pt idx="407">
                  <c:v>0.99817999999999996</c:v>
                </c:pt>
                <c:pt idx="408">
                  <c:v>0.99817999999999996</c:v>
                </c:pt>
                <c:pt idx="409">
                  <c:v>0.99817999999999996</c:v>
                </c:pt>
                <c:pt idx="410">
                  <c:v>0.99817999999999996</c:v>
                </c:pt>
                <c:pt idx="411">
                  <c:v>0.99817999999999996</c:v>
                </c:pt>
                <c:pt idx="412">
                  <c:v>0.99817999999999996</c:v>
                </c:pt>
                <c:pt idx="413">
                  <c:v>0.99817999999999996</c:v>
                </c:pt>
                <c:pt idx="414">
                  <c:v>0.99817999999999996</c:v>
                </c:pt>
                <c:pt idx="415">
                  <c:v>0.99817999999999996</c:v>
                </c:pt>
                <c:pt idx="416">
                  <c:v>0.99817999999999996</c:v>
                </c:pt>
                <c:pt idx="417">
                  <c:v>0.99817999999999996</c:v>
                </c:pt>
                <c:pt idx="418">
                  <c:v>0.99817999999999996</c:v>
                </c:pt>
                <c:pt idx="419">
                  <c:v>0.99817999999999996</c:v>
                </c:pt>
                <c:pt idx="420">
                  <c:v>0.99817999999999996</c:v>
                </c:pt>
                <c:pt idx="421">
                  <c:v>0.99817999999999996</c:v>
                </c:pt>
                <c:pt idx="422">
                  <c:v>0.99817999999999996</c:v>
                </c:pt>
                <c:pt idx="423">
                  <c:v>0.99817999999999996</c:v>
                </c:pt>
                <c:pt idx="424">
                  <c:v>0.99817999999999996</c:v>
                </c:pt>
                <c:pt idx="425">
                  <c:v>0.99817999999999996</c:v>
                </c:pt>
                <c:pt idx="426">
                  <c:v>0.99817999999999996</c:v>
                </c:pt>
                <c:pt idx="427">
                  <c:v>0.99817999999999996</c:v>
                </c:pt>
                <c:pt idx="428">
                  <c:v>0.99817999999999996</c:v>
                </c:pt>
                <c:pt idx="429">
                  <c:v>0.99817999999999996</c:v>
                </c:pt>
                <c:pt idx="430">
                  <c:v>0.99817999999999996</c:v>
                </c:pt>
                <c:pt idx="431">
                  <c:v>0.99817999999999996</c:v>
                </c:pt>
                <c:pt idx="432">
                  <c:v>0.99817999999999996</c:v>
                </c:pt>
                <c:pt idx="433">
                  <c:v>0.99817999999999996</c:v>
                </c:pt>
                <c:pt idx="434">
                  <c:v>0.99817999999999996</c:v>
                </c:pt>
                <c:pt idx="435">
                  <c:v>0.99817999999999996</c:v>
                </c:pt>
                <c:pt idx="436">
                  <c:v>0.99817999999999996</c:v>
                </c:pt>
                <c:pt idx="437">
                  <c:v>0.99817999999999996</c:v>
                </c:pt>
                <c:pt idx="438">
                  <c:v>0.99817999999999996</c:v>
                </c:pt>
                <c:pt idx="439">
                  <c:v>0.99817999999999996</c:v>
                </c:pt>
                <c:pt idx="440">
                  <c:v>0.99817999999999996</c:v>
                </c:pt>
                <c:pt idx="441">
                  <c:v>0.99817999999999996</c:v>
                </c:pt>
                <c:pt idx="442">
                  <c:v>0.99817999999999996</c:v>
                </c:pt>
                <c:pt idx="443">
                  <c:v>0.99817999999999996</c:v>
                </c:pt>
                <c:pt idx="444">
                  <c:v>0.99817999999999996</c:v>
                </c:pt>
                <c:pt idx="445">
                  <c:v>0.99817999999999996</c:v>
                </c:pt>
                <c:pt idx="446">
                  <c:v>0.99817999999999996</c:v>
                </c:pt>
                <c:pt idx="447">
                  <c:v>0.99817999999999996</c:v>
                </c:pt>
                <c:pt idx="448">
                  <c:v>0.99817999999999996</c:v>
                </c:pt>
                <c:pt idx="449">
                  <c:v>0.99817999999999996</c:v>
                </c:pt>
                <c:pt idx="450">
                  <c:v>0.99817999999999996</c:v>
                </c:pt>
                <c:pt idx="451">
                  <c:v>0.99817999999999996</c:v>
                </c:pt>
                <c:pt idx="452">
                  <c:v>0.99817999999999996</c:v>
                </c:pt>
                <c:pt idx="453">
                  <c:v>0.99817999999999996</c:v>
                </c:pt>
                <c:pt idx="454">
                  <c:v>0.99817999999999996</c:v>
                </c:pt>
                <c:pt idx="455">
                  <c:v>0.99817999999999996</c:v>
                </c:pt>
                <c:pt idx="456">
                  <c:v>0.99817999999999996</c:v>
                </c:pt>
                <c:pt idx="457">
                  <c:v>0.99817999999999996</c:v>
                </c:pt>
                <c:pt idx="458">
                  <c:v>0.99817999999999996</c:v>
                </c:pt>
                <c:pt idx="459">
                  <c:v>0.99817999999999996</c:v>
                </c:pt>
                <c:pt idx="460">
                  <c:v>0.99817999999999996</c:v>
                </c:pt>
                <c:pt idx="461">
                  <c:v>0.99817999999999996</c:v>
                </c:pt>
                <c:pt idx="462">
                  <c:v>0.99817999999999996</c:v>
                </c:pt>
                <c:pt idx="463">
                  <c:v>0.99817999999999996</c:v>
                </c:pt>
                <c:pt idx="464">
                  <c:v>0.99817999999999996</c:v>
                </c:pt>
                <c:pt idx="465">
                  <c:v>0.99817999999999996</c:v>
                </c:pt>
                <c:pt idx="466">
                  <c:v>0.99817999999999996</c:v>
                </c:pt>
                <c:pt idx="467">
                  <c:v>0.99817999999999996</c:v>
                </c:pt>
                <c:pt idx="468">
                  <c:v>0.99817999999999996</c:v>
                </c:pt>
                <c:pt idx="469">
                  <c:v>0.99817999999999996</c:v>
                </c:pt>
                <c:pt idx="470">
                  <c:v>0.99817999999999996</c:v>
                </c:pt>
                <c:pt idx="471">
                  <c:v>0.99817999999999996</c:v>
                </c:pt>
                <c:pt idx="472">
                  <c:v>0.99817999999999996</c:v>
                </c:pt>
                <c:pt idx="473">
                  <c:v>0.99817999999999996</c:v>
                </c:pt>
                <c:pt idx="474">
                  <c:v>0.99817999999999996</c:v>
                </c:pt>
                <c:pt idx="475">
                  <c:v>0.99817999999999996</c:v>
                </c:pt>
                <c:pt idx="476">
                  <c:v>0.99817999999999996</c:v>
                </c:pt>
                <c:pt idx="477">
                  <c:v>0.99817999999999996</c:v>
                </c:pt>
                <c:pt idx="478">
                  <c:v>0.99817999999999996</c:v>
                </c:pt>
                <c:pt idx="479">
                  <c:v>0.99817999999999996</c:v>
                </c:pt>
                <c:pt idx="480">
                  <c:v>0.99817999999999996</c:v>
                </c:pt>
                <c:pt idx="481">
                  <c:v>0.99817999999999996</c:v>
                </c:pt>
                <c:pt idx="482">
                  <c:v>0.99817999999999996</c:v>
                </c:pt>
                <c:pt idx="483">
                  <c:v>0.99817999999999996</c:v>
                </c:pt>
                <c:pt idx="484">
                  <c:v>0.99817999999999996</c:v>
                </c:pt>
                <c:pt idx="485">
                  <c:v>0.99817999999999996</c:v>
                </c:pt>
                <c:pt idx="486">
                  <c:v>0.99817999999999996</c:v>
                </c:pt>
                <c:pt idx="487">
                  <c:v>0.99817999999999996</c:v>
                </c:pt>
                <c:pt idx="488">
                  <c:v>0.99817999999999996</c:v>
                </c:pt>
                <c:pt idx="489">
                  <c:v>0.99817999999999996</c:v>
                </c:pt>
                <c:pt idx="490">
                  <c:v>0.99817999999999996</c:v>
                </c:pt>
                <c:pt idx="491">
                  <c:v>0.99817999999999996</c:v>
                </c:pt>
                <c:pt idx="492">
                  <c:v>0.99817999999999996</c:v>
                </c:pt>
                <c:pt idx="493">
                  <c:v>0.99817999999999996</c:v>
                </c:pt>
                <c:pt idx="494">
                  <c:v>0.99817999999999996</c:v>
                </c:pt>
                <c:pt idx="495">
                  <c:v>0.99817999999999996</c:v>
                </c:pt>
                <c:pt idx="496">
                  <c:v>0.99817999999999996</c:v>
                </c:pt>
                <c:pt idx="497">
                  <c:v>0.99817999999999996</c:v>
                </c:pt>
                <c:pt idx="498">
                  <c:v>0.99817999999999996</c:v>
                </c:pt>
                <c:pt idx="499">
                  <c:v>0.99817999999999996</c:v>
                </c:pt>
                <c:pt idx="500">
                  <c:v>0.99817999999999996</c:v>
                </c:pt>
                <c:pt idx="501">
                  <c:v>0.99817999999999996</c:v>
                </c:pt>
                <c:pt idx="502">
                  <c:v>0.99817999999999996</c:v>
                </c:pt>
                <c:pt idx="503">
                  <c:v>0.99817999999999996</c:v>
                </c:pt>
                <c:pt idx="504">
                  <c:v>0.99817999999999996</c:v>
                </c:pt>
                <c:pt idx="505">
                  <c:v>0.99817999999999996</c:v>
                </c:pt>
                <c:pt idx="506">
                  <c:v>0.99817999999999996</c:v>
                </c:pt>
                <c:pt idx="507">
                  <c:v>0.99817999999999996</c:v>
                </c:pt>
                <c:pt idx="508">
                  <c:v>0.99817999999999996</c:v>
                </c:pt>
                <c:pt idx="509">
                  <c:v>0.99817999999999996</c:v>
                </c:pt>
                <c:pt idx="510">
                  <c:v>0.99817999999999996</c:v>
                </c:pt>
                <c:pt idx="511">
                  <c:v>0.99817999999999996</c:v>
                </c:pt>
                <c:pt idx="512">
                  <c:v>0.99817999999999996</c:v>
                </c:pt>
                <c:pt idx="513">
                  <c:v>0.99817999999999996</c:v>
                </c:pt>
                <c:pt idx="514">
                  <c:v>0.99817999999999996</c:v>
                </c:pt>
                <c:pt idx="515">
                  <c:v>0.99817999999999996</c:v>
                </c:pt>
                <c:pt idx="516">
                  <c:v>0.99817999999999996</c:v>
                </c:pt>
                <c:pt idx="517">
                  <c:v>0.99817999999999996</c:v>
                </c:pt>
                <c:pt idx="518">
                  <c:v>0.99817999999999996</c:v>
                </c:pt>
                <c:pt idx="519">
                  <c:v>0.99817999999999996</c:v>
                </c:pt>
                <c:pt idx="520">
                  <c:v>0.99817999999999996</c:v>
                </c:pt>
                <c:pt idx="521">
                  <c:v>0.99817999999999996</c:v>
                </c:pt>
                <c:pt idx="522">
                  <c:v>0.99817999999999996</c:v>
                </c:pt>
                <c:pt idx="523">
                  <c:v>0.99817999999999996</c:v>
                </c:pt>
                <c:pt idx="524">
                  <c:v>0.99817999999999996</c:v>
                </c:pt>
                <c:pt idx="525">
                  <c:v>0.99817999999999996</c:v>
                </c:pt>
                <c:pt idx="526">
                  <c:v>0.99817999999999996</c:v>
                </c:pt>
                <c:pt idx="527">
                  <c:v>0.99817999999999996</c:v>
                </c:pt>
                <c:pt idx="528">
                  <c:v>0.99817999999999996</c:v>
                </c:pt>
                <c:pt idx="529">
                  <c:v>0.99817999999999996</c:v>
                </c:pt>
                <c:pt idx="530">
                  <c:v>0.99817999999999996</c:v>
                </c:pt>
                <c:pt idx="531">
                  <c:v>0.99817999999999996</c:v>
                </c:pt>
                <c:pt idx="532">
                  <c:v>0.99817999999999996</c:v>
                </c:pt>
                <c:pt idx="533">
                  <c:v>0.99817999999999996</c:v>
                </c:pt>
                <c:pt idx="534">
                  <c:v>0.99817999999999996</c:v>
                </c:pt>
                <c:pt idx="535">
                  <c:v>0.99817999999999996</c:v>
                </c:pt>
                <c:pt idx="536">
                  <c:v>0.99817999999999996</c:v>
                </c:pt>
                <c:pt idx="537">
                  <c:v>0.99817999999999996</c:v>
                </c:pt>
                <c:pt idx="538">
                  <c:v>0.99817999999999996</c:v>
                </c:pt>
                <c:pt idx="539">
                  <c:v>0.99817999999999996</c:v>
                </c:pt>
                <c:pt idx="540">
                  <c:v>0.99817999999999996</c:v>
                </c:pt>
                <c:pt idx="541">
                  <c:v>0.99817999999999996</c:v>
                </c:pt>
                <c:pt idx="542">
                  <c:v>0.99817999999999996</c:v>
                </c:pt>
                <c:pt idx="543">
                  <c:v>0.99817999999999996</c:v>
                </c:pt>
                <c:pt idx="544">
                  <c:v>0.99817999999999996</c:v>
                </c:pt>
                <c:pt idx="545">
                  <c:v>0.99817999999999996</c:v>
                </c:pt>
                <c:pt idx="546">
                  <c:v>0.99817999999999996</c:v>
                </c:pt>
                <c:pt idx="547">
                  <c:v>0.99817999999999996</c:v>
                </c:pt>
                <c:pt idx="548">
                  <c:v>0.99817999999999996</c:v>
                </c:pt>
                <c:pt idx="549">
                  <c:v>0.99817999999999996</c:v>
                </c:pt>
                <c:pt idx="550">
                  <c:v>0.99817999999999996</c:v>
                </c:pt>
                <c:pt idx="551">
                  <c:v>0.99817999999999996</c:v>
                </c:pt>
                <c:pt idx="552">
                  <c:v>0.99817999999999996</c:v>
                </c:pt>
                <c:pt idx="553">
                  <c:v>0.99817999999999996</c:v>
                </c:pt>
                <c:pt idx="554">
                  <c:v>0.99817999999999996</c:v>
                </c:pt>
                <c:pt idx="555">
                  <c:v>0.99817999999999996</c:v>
                </c:pt>
                <c:pt idx="556">
                  <c:v>0.99817999999999996</c:v>
                </c:pt>
                <c:pt idx="557">
                  <c:v>0.99817999999999996</c:v>
                </c:pt>
                <c:pt idx="558">
                  <c:v>0.99817999999999996</c:v>
                </c:pt>
                <c:pt idx="559">
                  <c:v>0.99817999999999996</c:v>
                </c:pt>
                <c:pt idx="560">
                  <c:v>0.99817999999999996</c:v>
                </c:pt>
                <c:pt idx="561">
                  <c:v>0.99817999999999996</c:v>
                </c:pt>
                <c:pt idx="562">
                  <c:v>0.99817999999999996</c:v>
                </c:pt>
                <c:pt idx="563">
                  <c:v>0.99817999999999996</c:v>
                </c:pt>
                <c:pt idx="564">
                  <c:v>0.99817999999999996</c:v>
                </c:pt>
                <c:pt idx="565">
                  <c:v>0.99817999999999996</c:v>
                </c:pt>
                <c:pt idx="566">
                  <c:v>0.99817999999999996</c:v>
                </c:pt>
                <c:pt idx="567">
                  <c:v>0.99817999999999996</c:v>
                </c:pt>
                <c:pt idx="568">
                  <c:v>0.99817999999999996</c:v>
                </c:pt>
                <c:pt idx="569">
                  <c:v>0.99817999999999996</c:v>
                </c:pt>
                <c:pt idx="570">
                  <c:v>0.99817999999999996</c:v>
                </c:pt>
                <c:pt idx="571">
                  <c:v>0.99817999999999996</c:v>
                </c:pt>
                <c:pt idx="572">
                  <c:v>0.99817999999999996</c:v>
                </c:pt>
                <c:pt idx="573">
                  <c:v>0.99817999999999996</c:v>
                </c:pt>
                <c:pt idx="574">
                  <c:v>0.99817999999999996</c:v>
                </c:pt>
                <c:pt idx="575">
                  <c:v>0.99817999999999996</c:v>
                </c:pt>
                <c:pt idx="576">
                  <c:v>0.99817999999999996</c:v>
                </c:pt>
                <c:pt idx="577">
                  <c:v>0.99817999999999996</c:v>
                </c:pt>
                <c:pt idx="578">
                  <c:v>0.99817999999999996</c:v>
                </c:pt>
                <c:pt idx="579">
                  <c:v>0.99817999999999996</c:v>
                </c:pt>
                <c:pt idx="580">
                  <c:v>0.99817999999999996</c:v>
                </c:pt>
                <c:pt idx="581">
                  <c:v>0.99817999999999996</c:v>
                </c:pt>
                <c:pt idx="582">
                  <c:v>0.99817999999999996</c:v>
                </c:pt>
                <c:pt idx="583">
                  <c:v>0.99817999999999996</c:v>
                </c:pt>
                <c:pt idx="584">
                  <c:v>0.99817999999999996</c:v>
                </c:pt>
                <c:pt idx="585">
                  <c:v>0.99817999999999996</c:v>
                </c:pt>
                <c:pt idx="586">
                  <c:v>0.99817999999999996</c:v>
                </c:pt>
                <c:pt idx="587">
                  <c:v>0.99817999999999996</c:v>
                </c:pt>
                <c:pt idx="588">
                  <c:v>0.99817999999999996</c:v>
                </c:pt>
                <c:pt idx="589">
                  <c:v>0.99817999999999996</c:v>
                </c:pt>
                <c:pt idx="590">
                  <c:v>0.99817999999999996</c:v>
                </c:pt>
                <c:pt idx="591">
                  <c:v>0.99817999999999996</c:v>
                </c:pt>
                <c:pt idx="592">
                  <c:v>0.99817999999999996</c:v>
                </c:pt>
                <c:pt idx="593">
                  <c:v>0.99817999999999996</c:v>
                </c:pt>
                <c:pt idx="594">
                  <c:v>0.99817999999999996</c:v>
                </c:pt>
                <c:pt idx="595">
                  <c:v>0.99817999999999996</c:v>
                </c:pt>
                <c:pt idx="596">
                  <c:v>0.99817999999999996</c:v>
                </c:pt>
                <c:pt idx="597">
                  <c:v>0.99817999999999996</c:v>
                </c:pt>
                <c:pt idx="598">
                  <c:v>0.99817999999999996</c:v>
                </c:pt>
                <c:pt idx="599">
                  <c:v>0.99817999999999996</c:v>
                </c:pt>
                <c:pt idx="600">
                  <c:v>0.99817999999999996</c:v>
                </c:pt>
                <c:pt idx="601">
                  <c:v>0.99817999999999996</c:v>
                </c:pt>
                <c:pt idx="602">
                  <c:v>0.99817999999999996</c:v>
                </c:pt>
                <c:pt idx="603">
                  <c:v>0.99817999999999996</c:v>
                </c:pt>
                <c:pt idx="604">
                  <c:v>0.99817999999999996</c:v>
                </c:pt>
                <c:pt idx="605">
                  <c:v>0.99817999999999996</c:v>
                </c:pt>
                <c:pt idx="606">
                  <c:v>0.99817999999999996</c:v>
                </c:pt>
                <c:pt idx="607">
                  <c:v>0.99817999999999996</c:v>
                </c:pt>
                <c:pt idx="608">
                  <c:v>0.99817999999999996</c:v>
                </c:pt>
                <c:pt idx="609">
                  <c:v>0.99817999999999996</c:v>
                </c:pt>
                <c:pt idx="610">
                  <c:v>0.99817999999999996</c:v>
                </c:pt>
                <c:pt idx="611">
                  <c:v>0.99817999999999996</c:v>
                </c:pt>
                <c:pt idx="612">
                  <c:v>0.99817999999999996</c:v>
                </c:pt>
                <c:pt idx="613">
                  <c:v>0.99817999999999996</c:v>
                </c:pt>
                <c:pt idx="614">
                  <c:v>0.99817999999999996</c:v>
                </c:pt>
                <c:pt idx="615">
                  <c:v>0.99817999999999996</c:v>
                </c:pt>
                <c:pt idx="616">
                  <c:v>0.99817999999999996</c:v>
                </c:pt>
                <c:pt idx="617">
                  <c:v>0.99817999999999996</c:v>
                </c:pt>
                <c:pt idx="618">
                  <c:v>0.99817999999999996</c:v>
                </c:pt>
                <c:pt idx="619">
                  <c:v>0.99817999999999996</c:v>
                </c:pt>
                <c:pt idx="620">
                  <c:v>0.99817999999999996</c:v>
                </c:pt>
                <c:pt idx="621">
                  <c:v>0.99817999999999996</c:v>
                </c:pt>
                <c:pt idx="622">
                  <c:v>0.99817999999999996</c:v>
                </c:pt>
                <c:pt idx="623">
                  <c:v>0.99817999999999996</c:v>
                </c:pt>
                <c:pt idx="624">
                  <c:v>0.99817999999999996</c:v>
                </c:pt>
                <c:pt idx="625">
                  <c:v>0.99817999999999996</c:v>
                </c:pt>
                <c:pt idx="626">
                  <c:v>0.99817999999999996</c:v>
                </c:pt>
                <c:pt idx="627">
                  <c:v>0.99817999999999996</c:v>
                </c:pt>
                <c:pt idx="628">
                  <c:v>0.99817999999999996</c:v>
                </c:pt>
                <c:pt idx="629">
                  <c:v>0.99817999999999996</c:v>
                </c:pt>
                <c:pt idx="630">
                  <c:v>0.99817999999999996</c:v>
                </c:pt>
                <c:pt idx="631">
                  <c:v>0.99817999999999996</c:v>
                </c:pt>
                <c:pt idx="632">
                  <c:v>0.99817999999999996</c:v>
                </c:pt>
                <c:pt idx="633">
                  <c:v>0.99817999999999996</c:v>
                </c:pt>
                <c:pt idx="634">
                  <c:v>0.99817999999999996</c:v>
                </c:pt>
                <c:pt idx="635">
                  <c:v>0.99817999999999996</c:v>
                </c:pt>
                <c:pt idx="636">
                  <c:v>0.99817999999999996</c:v>
                </c:pt>
                <c:pt idx="637">
                  <c:v>0.99817999999999996</c:v>
                </c:pt>
                <c:pt idx="638">
                  <c:v>0.99817999999999996</c:v>
                </c:pt>
                <c:pt idx="639">
                  <c:v>0.99817999999999996</c:v>
                </c:pt>
                <c:pt idx="640">
                  <c:v>0.99817999999999996</c:v>
                </c:pt>
                <c:pt idx="641">
                  <c:v>0.99817999999999996</c:v>
                </c:pt>
                <c:pt idx="642">
                  <c:v>0.99817999999999996</c:v>
                </c:pt>
                <c:pt idx="643">
                  <c:v>0.99817999999999996</c:v>
                </c:pt>
                <c:pt idx="644">
                  <c:v>0.99817999999999996</c:v>
                </c:pt>
                <c:pt idx="645">
                  <c:v>0.99817999999999996</c:v>
                </c:pt>
                <c:pt idx="646">
                  <c:v>0.99817999999999996</c:v>
                </c:pt>
                <c:pt idx="647">
                  <c:v>0.99817999999999996</c:v>
                </c:pt>
                <c:pt idx="648">
                  <c:v>0.99817999999999996</c:v>
                </c:pt>
                <c:pt idx="649">
                  <c:v>0.99817999999999996</c:v>
                </c:pt>
                <c:pt idx="650">
                  <c:v>0.99817999999999996</c:v>
                </c:pt>
                <c:pt idx="651">
                  <c:v>0.99817999999999996</c:v>
                </c:pt>
                <c:pt idx="652">
                  <c:v>0.99817999999999996</c:v>
                </c:pt>
                <c:pt idx="653">
                  <c:v>0.99817999999999996</c:v>
                </c:pt>
                <c:pt idx="654">
                  <c:v>0.99817999999999996</c:v>
                </c:pt>
                <c:pt idx="655">
                  <c:v>0.99817999999999996</c:v>
                </c:pt>
                <c:pt idx="656">
                  <c:v>0.99817999999999996</c:v>
                </c:pt>
                <c:pt idx="657">
                  <c:v>0.99817999999999996</c:v>
                </c:pt>
                <c:pt idx="658">
                  <c:v>0.99817999999999996</c:v>
                </c:pt>
                <c:pt idx="659">
                  <c:v>0.99817999999999996</c:v>
                </c:pt>
                <c:pt idx="660">
                  <c:v>0.99817999999999996</c:v>
                </c:pt>
                <c:pt idx="661">
                  <c:v>0.99817999999999996</c:v>
                </c:pt>
                <c:pt idx="662">
                  <c:v>0.99817999999999996</c:v>
                </c:pt>
                <c:pt idx="663">
                  <c:v>0.99817999999999996</c:v>
                </c:pt>
                <c:pt idx="664">
                  <c:v>0.99817999999999996</c:v>
                </c:pt>
                <c:pt idx="665">
                  <c:v>0.99817999999999996</c:v>
                </c:pt>
                <c:pt idx="666">
                  <c:v>0.99817999999999996</c:v>
                </c:pt>
                <c:pt idx="667">
                  <c:v>0.99817999999999996</c:v>
                </c:pt>
                <c:pt idx="668">
                  <c:v>0.99817999999999996</c:v>
                </c:pt>
                <c:pt idx="669">
                  <c:v>0.99817999999999996</c:v>
                </c:pt>
                <c:pt idx="670">
                  <c:v>0.99817999999999996</c:v>
                </c:pt>
                <c:pt idx="671">
                  <c:v>0.99817999999999996</c:v>
                </c:pt>
                <c:pt idx="672">
                  <c:v>0.99817999999999996</c:v>
                </c:pt>
                <c:pt idx="673">
                  <c:v>0.99817999999999996</c:v>
                </c:pt>
                <c:pt idx="674">
                  <c:v>0.99817999999999996</c:v>
                </c:pt>
                <c:pt idx="675">
                  <c:v>0.99817999999999996</c:v>
                </c:pt>
                <c:pt idx="676">
                  <c:v>0.99817999999999996</c:v>
                </c:pt>
                <c:pt idx="677">
                  <c:v>0.99817999999999996</c:v>
                </c:pt>
                <c:pt idx="678">
                  <c:v>0.99817999999999996</c:v>
                </c:pt>
                <c:pt idx="679">
                  <c:v>0.99817999999999996</c:v>
                </c:pt>
                <c:pt idx="680">
                  <c:v>0.99817999999999996</c:v>
                </c:pt>
                <c:pt idx="681">
                  <c:v>0.99817999999999996</c:v>
                </c:pt>
                <c:pt idx="682">
                  <c:v>0.99817999999999996</c:v>
                </c:pt>
                <c:pt idx="683">
                  <c:v>0.99817999999999996</c:v>
                </c:pt>
                <c:pt idx="684">
                  <c:v>0.99817999999999996</c:v>
                </c:pt>
                <c:pt idx="685">
                  <c:v>0.99817999999999996</c:v>
                </c:pt>
                <c:pt idx="686">
                  <c:v>0.99817999999999996</c:v>
                </c:pt>
                <c:pt idx="687">
                  <c:v>0.99817999999999996</c:v>
                </c:pt>
                <c:pt idx="688">
                  <c:v>0.99817999999999996</c:v>
                </c:pt>
                <c:pt idx="689">
                  <c:v>0.99817999999999996</c:v>
                </c:pt>
                <c:pt idx="690">
                  <c:v>0.99817999999999996</c:v>
                </c:pt>
                <c:pt idx="691">
                  <c:v>0.99817999999999996</c:v>
                </c:pt>
                <c:pt idx="692">
                  <c:v>0.99817999999999996</c:v>
                </c:pt>
                <c:pt idx="693">
                  <c:v>0.99817999999999996</c:v>
                </c:pt>
                <c:pt idx="694">
                  <c:v>0.99817999999999996</c:v>
                </c:pt>
                <c:pt idx="695">
                  <c:v>0.99817999999999996</c:v>
                </c:pt>
                <c:pt idx="696">
                  <c:v>0.99817999999999996</c:v>
                </c:pt>
                <c:pt idx="697">
                  <c:v>0.99817999999999996</c:v>
                </c:pt>
                <c:pt idx="698">
                  <c:v>0.99817999999999996</c:v>
                </c:pt>
                <c:pt idx="699">
                  <c:v>0.99817999999999996</c:v>
                </c:pt>
                <c:pt idx="700">
                  <c:v>0.99817999999999996</c:v>
                </c:pt>
                <c:pt idx="701">
                  <c:v>0.99817999999999996</c:v>
                </c:pt>
                <c:pt idx="702">
                  <c:v>0.99817999999999996</c:v>
                </c:pt>
                <c:pt idx="703">
                  <c:v>0.99817999999999996</c:v>
                </c:pt>
                <c:pt idx="704">
                  <c:v>0.99817999999999996</c:v>
                </c:pt>
                <c:pt idx="705">
                  <c:v>0.99817999999999996</c:v>
                </c:pt>
                <c:pt idx="706">
                  <c:v>0.99817999999999996</c:v>
                </c:pt>
                <c:pt idx="707">
                  <c:v>0.99817999999999996</c:v>
                </c:pt>
                <c:pt idx="708">
                  <c:v>0.99817999999999996</c:v>
                </c:pt>
                <c:pt idx="709">
                  <c:v>0.99817999999999996</c:v>
                </c:pt>
                <c:pt idx="710">
                  <c:v>0.99817999999999996</c:v>
                </c:pt>
                <c:pt idx="711">
                  <c:v>0.99817999999999996</c:v>
                </c:pt>
                <c:pt idx="712">
                  <c:v>0.99817999999999996</c:v>
                </c:pt>
                <c:pt idx="713">
                  <c:v>0.99817999999999996</c:v>
                </c:pt>
                <c:pt idx="714">
                  <c:v>0.99817999999999996</c:v>
                </c:pt>
                <c:pt idx="715">
                  <c:v>0.99817999999999996</c:v>
                </c:pt>
                <c:pt idx="716">
                  <c:v>0.99817999999999996</c:v>
                </c:pt>
                <c:pt idx="717">
                  <c:v>0.99817999999999996</c:v>
                </c:pt>
                <c:pt idx="718">
                  <c:v>0.99817999999999996</c:v>
                </c:pt>
                <c:pt idx="719">
                  <c:v>0.99817999999999996</c:v>
                </c:pt>
                <c:pt idx="720">
                  <c:v>0.99817999999999996</c:v>
                </c:pt>
                <c:pt idx="721">
                  <c:v>0.99817999999999996</c:v>
                </c:pt>
                <c:pt idx="722">
                  <c:v>0.99817999999999996</c:v>
                </c:pt>
                <c:pt idx="723">
                  <c:v>0.99817999999999996</c:v>
                </c:pt>
                <c:pt idx="724">
                  <c:v>0.99817999999999996</c:v>
                </c:pt>
                <c:pt idx="725">
                  <c:v>0.99817999999999996</c:v>
                </c:pt>
                <c:pt idx="726">
                  <c:v>0.99817999999999996</c:v>
                </c:pt>
                <c:pt idx="727">
                  <c:v>0.99817999999999996</c:v>
                </c:pt>
                <c:pt idx="728">
                  <c:v>0.99817999999999996</c:v>
                </c:pt>
                <c:pt idx="729">
                  <c:v>0.99817999999999996</c:v>
                </c:pt>
                <c:pt idx="730">
                  <c:v>0.99817999999999996</c:v>
                </c:pt>
                <c:pt idx="731">
                  <c:v>0.99817999999999996</c:v>
                </c:pt>
                <c:pt idx="732">
                  <c:v>0.99817999999999996</c:v>
                </c:pt>
                <c:pt idx="733">
                  <c:v>0.99817999999999996</c:v>
                </c:pt>
                <c:pt idx="734">
                  <c:v>0.99817999999999996</c:v>
                </c:pt>
                <c:pt idx="735">
                  <c:v>0.99817999999999996</c:v>
                </c:pt>
                <c:pt idx="736">
                  <c:v>0.99817999999999996</c:v>
                </c:pt>
                <c:pt idx="737">
                  <c:v>0.99817999999999996</c:v>
                </c:pt>
                <c:pt idx="738">
                  <c:v>0.99817999999999996</c:v>
                </c:pt>
                <c:pt idx="739">
                  <c:v>0.99817999999999996</c:v>
                </c:pt>
                <c:pt idx="740">
                  <c:v>0.99817999999999996</c:v>
                </c:pt>
                <c:pt idx="741">
                  <c:v>0.99817999999999996</c:v>
                </c:pt>
                <c:pt idx="742">
                  <c:v>0.99817999999999996</c:v>
                </c:pt>
                <c:pt idx="743">
                  <c:v>0.99817999999999996</c:v>
                </c:pt>
                <c:pt idx="744">
                  <c:v>0.99817999999999996</c:v>
                </c:pt>
                <c:pt idx="745">
                  <c:v>0.99817999999999996</c:v>
                </c:pt>
                <c:pt idx="746">
                  <c:v>0.99817999999999996</c:v>
                </c:pt>
                <c:pt idx="747">
                  <c:v>0.99817999999999996</c:v>
                </c:pt>
                <c:pt idx="748">
                  <c:v>0.99817999999999996</c:v>
                </c:pt>
                <c:pt idx="749">
                  <c:v>0.99817999999999996</c:v>
                </c:pt>
                <c:pt idx="750">
                  <c:v>0.99817999999999996</c:v>
                </c:pt>
                <c:pt idx="751">
                  <c:v>0.99817999999999996</c:v>
                </c:pt>
                <c:pt idx="752">
                  <c:v>0.99817999999999996</c:v>
                </c:pt>
                <c:pt idx="753">
                  <c:v>0.99817999999999996</c:v>
                </c:pt>
                <c:pt idx="754">
                  <c:v>0.99817999999999996</c:v>
                </c:pt>
                <c:pt idx="755">
                  <c:v>0.99817999999999996</c:v>
                </c:pt>
                <c:pt idx="756">
                  <c:v>0.99817999999999996</c:v>
                </c:pt>
                <c:pt idx="757">
                  <c:v>0.99817999999999996</c:v>
                </c:pt>
                <c:pt idx="758">
                  <c:v>0.99817999999999996</c:v>
                </c:pt>
                <c:pt idx="759">
                  <c:v>0.99817999999999996</c:v>
                </c:pt>
                <c:pt idx="760">
                  <c:v>0.99817999999999996</c:v>
                </c:pt>
                <c:pt idx="761">
                  <c:v>0.99817999999999996</c:v>
                </c:pt>
                <c:pt idx="762">
                  <c:v>0.99817999999999996</c:v>
                </c:pt>
                <c:pt idx="763">
                  <c:v>0.99817999999999996</c:v>
                </c:pt>
                <c:pt idx="764">
                  <c:v>0.99817999999999996</c:v>
                </c:pt>
                <c:pt idx="765">
                  <c:v>0.99817999999999996</c:v>
                </c:pt>
                <c:pt idx="766">
                  <c:v>0.99817999999999996</c:v>
                </c:pt>
                <c:pt idx="767">
                  <c:v>0.99817999999999996</c:v>
                </c:pt>
                <c:pt idx="768">
                  <c:v>0.99817999999999996</c:v>
                </c:pt>
                <c:pt idx="769">
                  <c:v>0.99817999999999996</c:v>
                </c:pt>
                <c:pt idx="770">
                  <c:v>0.99817999999999996</c:v>
                </c:pt>
                <c:pt idx="771">
                  <c:v>0.99817999999999996</c:v>
                </c:pt>
                <c:pt idx="772">
                  <c:v>0.99817999999999996</c:v>
                </c:pt>
                <c:pt idx="773">
                  <c:v>0.99817999999999996</c:v>
                </c:pt>
                <c:pt idx="774">
                  <c:v>0.99817999999999996</c:v>
                </c:pt>
                <c:pt idx="775">
                  <c:v>0.99817999999999996</c:v>
                </c:pt>
                <c:pt idx="776">
                  <c:v>0.99817999999999996</c:v>
                </c:pt>
                <c:pt idx="777">
                  <c:v>0.99817999999999996</c:v>
                </c:pt>
                <c:pt idx="778">
                  <c:v>0.99817999999999996</c:v>
                </c:pt>
                <c:pt idx="779">
                  <c:v>0.99817999999999996</c:v>
                </c:pt>
                <c:pt idx="780">
                  <c:v>0.99817999999999996</c:v>
                </c:pt>
                <c:pt idx="781">
                  <c:v>0.99817999999999996</c:v>
                </c:pt>
                <c:pt idx="782">
                  <c:v>0.99817999999999996</c:v>
                </c:pt>
                <c:pt idx="783">
                  <c:v>0.99817999999999996</c:v>
                </c:pt>
                <c:pt idx="784">
                  <c:v>0.99817999999999996</c:v>
                </c:pt>
                <c:pt idx="785">
                  <c:v>0.99817999999999996</c:v>
                </c:pt>
                <c:pt idx="786">
                  <c:v>0.99817999999999996</c:v>
                </c:pt>
                <c:pt idx="787">
                  <c:v>0.99817999999999996</c:v>
                </c:pt>
                <c:pt idx="788">
                  <c:v>0.99817999999999996</c:v>
                </c:pt>
                <c:pt idx="789">
                  <c:v>0.99817999999999996</c:v>
                </c:pt>
                <c:pt idx="790">
                  <c:v>0.99817999999999996</c:v>
                </c:pt>
                <c:pt idx="791">
                  <c:v>0.99817999999999996</c:v>
                </c:pt>
                <c:pt idx="792">
                  <c:v>0.99817999999999996</c:v>
                </c:pt>
                <c:pt idx="793">
                  <c:v>0.99817999999999996</c:v>
                </c:pt>
                <c:pt idx="794">
                  <c:v>0.99817999999999996</c:v>
                </c:pt>
                <c:pt idx="795">
                  <c:v>0.99817999999999996</c:v>
                </c:pt>
                <c:pt idx="796">
                  <c:v>0.99817999999999996</c:v>
                </c:pt>
                <c:pt idx="797">
                  <c:v>0.99817999999999996</c:v>
                </c:pt>
                <c:pt idx="798">
                  <c:v>0.99817999999999996</c:v>
                </c:pt>
                <c:pt idx="799">
                  <c:v>0.99817999999999996</c:v>
                </c:pt>
                <c:pt idx="800">
                  <c:v>0.99817999999999996</c:v>
                </c:pt>
                <c:pt idx="801">
                  <c:v>0.99817999999999996</c:v>
                </c:pt>
                <c:pt idx="802">
                  <c:v>0.99817999999999996</c:v>
                </c:pt>
                <c:pt idx="803">
                  <c:v>0.99817999999999996</c:v>
                </c:pt>
                <c:pt idx="804">
                  <c:v>0.99817999999999996</c:v>
                </c:pt>
                <c:pt idx="805">
                  <c:v>0.99817999999999996</c:v>
                </c:pt>
                <c:pt idx="806">
                  <c:v>0.99817999999999996</c:v>
                </c:pt>
                <c:pt idx="807">
                  <c:v>0.99817999999999996</c:v>
                </c:pt>
                <c:pt idx="808">
                  <c:v>0.99817999999999996</c:v>
                </c:pt>
                <c:pt idx="809">
                  <c:v>0.99817999999999996</c:v>
                </c:pt>
                <c:pt idx="810">
                  <c:v>0.99817999999999996</c:v>
                </c:pt>
                <c:pt idx="811">
                  <c:v>0.99817999999999996</c:v>
                </c:pt>
                <c:pt idx="812">
                  <c:v>0.99817999999999996</c:v>
                </c:pt>
                <c:pt idx="813">
                  <c:v>0.99817999999999996</c:v>
                </c:pt>
                <c:pt idx="814">
                  <c:v>0.99817999999999996</c:v>
                </c:pt>
                <c:pt idx="815">
                  <c:v>0.99817999999999996</c:v>
                </c:pt>
                <c:pt idx="816">
                  <c:v>0.99817999999999996</c:v>
                </c:pt>
                <c:pt idx="817">
                  <c:v>0.99817999999999996</c:v>
                </c:pt>
                <c:pt idx="818">
                  <c:v>0.99817999999999996</c:v>
                </c:pt>
                <c:pt idx="819">
                  <c:v>0.99817999999999996</c:v>
                </c:pt>
                <c:pt idx="820">
                  <c:v>0.99817999999999996</c:v>
                </c:pt>
                <c:pt idx="821">
                  <c:v>0.99817999999999996</c:v>
                </c:pt>
                <c:pt idx="822">
                  <c:v>0.99817999999999996</c:v>
                </c:pt>
                <c:pt idx="823">
                  <c:v>0.99817999999999996</c:v>
                </c:pt>
                <c:pt idx="824">
                  <c:v>0.99817999999999996</c:v>
                </c:pt>
                <c:pt idx="825">
                  <c:v>0.99817999999999996</c:v>
                </c:pt>
                <c:pt idx="826">
                  <c:v>0.99817999999999996</c:v>
                </c:pt>
                <c:pt idx="827">
                  <c:v>0.99817999999999996</c:v>
                </c:pt>
                <c:pt idx="828">
                  <c:v>0.99817999999999996</c:v>
                </c:pt>
                <c:pt idx="829">
                  <c:v>0.99817999999999996</c:v>
                </c:pt>
                <c:pt idx="830">
                  <c:v>0.99817999999999996</c:v>
                </c:pt>
                <c:pt idx="831">
                  <c:v>0.99817999999999996</c:v>
                </c:pt>
                <c:pt idx="832">
                  <c:v>0.99817999999999996</c:v>
                </c:pt>
                <c:pt idx="833">
                  <c:v>0.99817999999999996</c:v>
                </c:pt>
                <c:pt idx="834">
                  <c:v>0.99817999999999996</c:v>
                </c:pt>
                <c:pt idx="835">
                  <c:v>0.99817999999999996</c:v>
                </c:pt>
                <c:pt idx="836">
                  <c:v>0.99817999999999996</c:v>
                </c:pt>
                <c:pt idx="837">
                  <c:v>0.99817999999999996</c:v>
                </c:pt>
                <c:pt idx="838">
                  <c:v>0.99817999999999996</c:v>
                </c:pt>
                <c:pt idx="839">
                  <c:v>0.99817999999999996</c:v>
                </c:pt>
                <c:pt idx="840">
                  <c:v>0.99817999999999996</c:v>
                </c:pt>
                <c:pt idx="841">
                  <c:v>0.99817999999999996</c:v>
                </c:pt>
                <c:pt idx="842">
                  <c:v>0.99817999999999996</c:v>
                </c:pt>
                <c:pt idx="843">
                  <c:v>0.99817999999999996</c:v>
                </c:pt>
                <c:pt idx="844">
                  <c:v>0.99817999999999996</c:v>
                </c:pt>
                <c:pt idx="845">
                  <c:v>0.99817999999999996</c:v>
                </c:pt>
                <c:pt idx="846">
                  <c:v>0.99817999999999996</c:v>
                </c:pt>
                <c:pt idx="847">
                  <c:v>0.99817999999999996</c:v>
                </c:pt>
                <c:pt idx="848">
                  <c:v>0.99817999999999996</c:v>
                </c:pt>
                <c:pt idx="849">
                  <c:v>0.99817999999999996</c:v>
                </c:pt>
                <c:pt idx="850">
                  <c:v>0.99817999999999996</c:v>
                </c:pt>
                <c:pt idx="851">
                  <c:v>0.99817999999999996</c:v>
                </c:pt>
                <c:pt idx="852">
                  <c:v>0.99817999999999996</c:v>
                </c:pt>
                <c:pt idx="853">
                  <c:v>0.99817999999999996</c:v>
                </c:pt>
                <c:pt idx="854">
                  <c:v>0.99817999999999996</c:v>
                </c:pt>
                <c:pt idx="855">
                  <c:v>0.99817999999999996</c:v>
                </c:pt>
                <c:pt idx="856">
                  <c:v>0.99817999999999996</c:v>
                </c:pt>
                <c:pt idx="857">
                  <c:v>0.99817999999999996</c:v>
                </c:pt>
                <c:pt idx="858">
                  <c:v>0.99817999999999996</c:v>
                </c:pt>
                <c:pt idx="859">
                  <c:v>0.99817999999999996</c:v>
                </c:pt>
                <c:pt idx="860">
                  <c:v>0.99817999999999996</c:v>
                </c:pt>
                <c:pt idx="861">
                  <c:v>0.99817999999999996</c:v>
                </c:pt>
                <c:pt idx="862">
                  <c:v>0.99817999999999996</c:v>
                </c:pt>
                <c:pt idx="863">
                  <c:v>0.99817999999999996</c:v>
                </c:pt>
                <c:pt idx="864">
                  <c:v>0.99817999999999996</c:v>
                </c:pt>
                <c:pt idx="865">
                  <c:v>0.99817999999999996</c:v>
                </c:pt>
                <c:pt idx="866">
                  <c:v>0.99817999999999996</c:v>
                </c:pt>
                <c:pt idx="867">
                  <c:v>0.99817999999999996</c:v>
                </c:pt>
                <c:pt idx="868">
                  <c:v>0.99817999999999996</c:v>
                </c:pt>
                <c:pt idx="869">
                  <c:v>0.99817999999999996</c:v>
                </c:pt>
                <c:pt idx="870">
                  <c:v>0.99817999999999996</c:v>
                </c:pt>
                <c:pt idx="871">
                  <c:v>0.99817999999999996</c:v>
                </c:pt>
                <c:pt idx="872">
                  <c:v>0.99817999999999996</c:v>
                </c:pt>
                <c:pt idx="873">
                  <c:v>0.99817999999999996</c:v>
                </c:pt>
                <c:pt idx="874">
                  <c:v>0.99817999999999996</c:v>
                </c:pt>
                <c:pt idx="875">
                  <c:v>0.99817999999999996</c:v>
                </c:pt>
                <c:pt idx="876">
                  <c:v>0.99817999999999996</c:v>
                </c:pt>
                <c:pt idx="877">
                  <c:v>0.99817999999999996</c:v>
                </c:pt>
                <c:pt idx="878">
                  <c:v>0.99817999999999996</c:v>
                </c:pt>
                <c:pt idx="879">
                  <c:v>0.99817999999999996</c:v>
                </c:pt>
                <c:pt idx="880">
                  <c:v>0.99817999999999996</c:v>
                </c:pt>
                <c:pt idx="881">
                  <c:v>0.99817999999999996</c:v>
                </c:pt>
                <c:pt idx="882">
                  <c:v>0.99817999999999996</c:v>
                </c:pt>
                <c:pt idx="883">
                  <c:v>0.99817999999999996</c:v>
                </c:pt>
                <c:pt idx="884">
                  <c:v>0.99817999999999996</c:v>
                </c:pt>
                <c:pt idx="885">
                  <c:v>0.99817999999999996</c:v>
                </c:pt>
                <c:pt idx="886">
                  <c:v>0.99817999999999996</c:v>
                </c:pt>
                <c:pt idx="887">
                  <c:v>0.99817999999999996</c:v>
                </c:pt>
                <c:pt idx="888">
                  <c:v>0.99817999999999996</c:v>
                </c:pt>
                <c:pt idx="889">
                  <c:v>0.99817999999999996</c:v>
                </c:pt>
                <c:pt idx="890">
                  <c:v>0.99817999999999996</c:v>
                </c:pt>
                <c:pt idx="891">
                  <c:v>0.99817999999999996</c:v>
                </c:pt>
                <c:pt idx="892">
                  <c:v>0.99817999999999996</c:v>
                </c:pt>
                <c:pt idx="893">
                  <c:v>0.99817999999999996</c:v>
                </c:pt>
                <c:pt idx="894">
                  <c:v>0.99817999999999996</c:v>
                </c:pt>
                <c:pt idx="895">
                  <c:v>0.99817999999999996</c:v>
                </c:pt>
                <c:pt idx="896">
                  <c:v>0.99817999999999996</c:v>
                </c:pt>
                <c:pt idx="897">
                  <c:v>0.99817999999999996</c:v>
                </c:pt>
                <c:pt idx="898">
                  <c:v>0.99817999999999996</c:v>
                </c:pt>
                <c:pt idx="899">
                  <c:v>0.99817999999999996</c:v>
                </c:pt>
                <c:pt idx="900">
                  <c:v>0.99817999999999996</c:v>
                </c:pt>
                <c:pt idx="901">
                  <c:v>0.99817999999999996</c:v>
                </c:pt>
                <c:pt idx="902">
                  <c:v>0.99817999999999996</c:v>
                </c:pt>
                <c:pt idx="903">
                  <c:v>0.99817999999999996</c:v>
                </c:pt>
                <c:pt idx="904">
                  <c:v>0.99817999999999996</c:v>
                </c:pt>
                <c:pt idx="905">
                  <c:v>0.99817999999999996</c:v>
                </c:pt>
                <c:pt idx="906">
                  <c:v>0.99817999999999996</c:v>
                </c:pt>
                <c:pt idx="907">
                  <c:v>0.99817999999999996</c:v>
                </c:pt>
                <c:pt idx="908">
                  <c:v>0.99817999999999996</c:v>
                </c:pt>
                <c:pt idx="909">
                  <c:v>0.99817999999999996</c:v>
                </c:pt>
                <c:pt idx="910">
                  <c:v>0.99817999999999996</c:v>
                </c:pt>
                <c:pt idx="911">
                  <c:v>0.99817999999999996</c:v>
                </c:pt>
                <c:pt idx="912">
                  <c:v>0.99817999999999996</c:v>
                </c:pt>
                <c:pt idx="913">
                  <c:v>0.99817999999999996</c:v>
                </c:pt>
                <c:pt idx="914">
                  <c:v>0.99817999999999996</c:v>
                </c:pt>
                <c:pt idx="915">
                  <c:v>0.99817999999999996</c:v>
                </c:pt>
                <c:pt idx="916">
                  <c:v>0.99817999999999996</c:v>
                </c:pt>
                <c:pt idx="917">
                  <c:v>0.99817999999999996</c:v>
                </c:pt>
                <c:pt idx="918">
                  <c:v>0.99817999999999996</c:v>
                </c:pt>
                <c:pt idx="919">
                  <c:v>0.99817999999999996</c:v>
                </c:pt>
                <c:pt idx="920">
                  <c:v>0.99817999999999996</c:v>
                </c:pt>
                <c:pt idx="921">
                  <c:v>0.99817999999999996</c:v>
                </c:pt>
                <c:pt idx="922">
                  <c:v>0.99817999999999996</c:v>
                </c:pt>
                <c:pt idx="923">
                  <c:v>0.99817999999999996</c:v>
                </c:pt>
                <c:pt idx="924">
                  <c:v>0.99817999999999996</c:v>
                </c:pt>
                <c:pt idx="925">
                  <c:v>0.99817999999999996</c:v>
                </c:pt>
                <c:pt idx="926">
                  <c:v>0.99817999999999996</c:v>
                </c:pt>
                <c:pt idx="927">
                  <c:v>0.99817999999999996</c:v>
                </c:pt>
                <c:pt idx="928">
                  <c:v>0.99817999999999996</c:v>
                </c:pt>
                <c:pt idx="929">
                  <c:v>0.99817999999999996</c:v>
                </c:pt>
                <c:pt idx="930">
                  <c:v>0.99817999999999996</c:v>
                </c:pt>
                <c:pt idx="931">
                  <c:v>0.99817999999999996</c:v>
                </c:pt>
                <c:pt idx="932">
                  <c:v>0.99817999999999996</c:v>
                </c:pt>
                <c:pt idx="933">
                  <c:v>0.99817999999999996</c:v>
                </c:pt>
                <c:pt idx="934">
                  <c:v>0.99817999999999996</c:v>
                </c:pt>
                <c:pt idx="935">
                  <c:v>0.99817999999999996</c:v>
                </c:pt>
                <c:pt idx="936">
                  <c:v>0.99817999999999996</c:v>
                </c:pt>
                <c:pt idx="937">
                  <c:v>0.99817999999999996</c:v>
                </c:pt>
                <c:pt idx="938">
                  <c:v>0.99817999999999996</c:v>
                </c:pt>
                <c:pt idx="939">
                  <c:v>0.99817999999999996</c:v>
                </c:pt>
                <c:pt idx="940">
                  <c:v>0.99817999999999996</c:v>
                </c:pt>
                <c:pt idx="941">
                  <c:v>0.99817999999999996</c:v>
                </c:pt>
                <c:pt idx="942">
                  <c:v>0.99817999999999996</c:v>
                </c:pt>
                <c:pt idx="943">
                  <c:v>0.99817999999999996</c:v>
                </c:pt>
                <c:pt idx="944">
                  <c:v>0.99817999999999996</c:v>
                </c:pt>
                <c:pt idx="945">
                  <c:v>0.99817999999999996</c:v>
                </c:pt>
                <c:pt idx="946">
                  <c:v>0.99817999999999996</c:v>
                </c:pt>
                <c:pt idx="947">
                  <c:v>0.99817999999999996</c:v>
                </c:pt>
                <c:pt idx="948">
                  <c:v>0.99817999999999996</c:v>
                </c:pt>
                <c:pt idx="949">
                  <c:v>0.99817999999999996</c:v>
                </c:pt>
                <c:pt idx="950">
                  <c:v>0.99817999999999996</c:v>
                </c:pt>
                <c:pt idx="951">
                  <c:v>0.99817999999999996</c:v>
                </c:pt>
                <c:pt idx="952">
                  <c:v>0.99817999999999996</c:v>
                </c:pt>
                <c:pt idx="953">
                  <c:v>0.99817999999999996</c:v>
                </c:pt>
                <c:pt idx="954">
                  <c:v>0.99817999999999996</c:v>
                </c:pt>
                <c:pt idx="955">
                  <c:v>0.99817999999999996</c:v>
                </c:pt>
                <c:pt idx="956">
                  <c:v>0.99817999999999996</c:v>
                </c:pt>
                <c:pt idx="957">
                  <c:v>0.99817999999999996</c:v>
                </c:pt>
                <c:pt idx="958">
                  <c:v>0.99817999999999996</c:v>
                </c:pt>
                <c:pt idx="959">
                  <c:v>0.99817999999999996</c:v>
                </c:pt>
                <c:pt idx="960">
                  <c:v>0.99817999999999996</c:v>
                </c:pt>
                <c:pt idx="961">
                  <c:v>0.99817999999999996</c:v>
                </c:pt>
                <c:pt idx="962">
                  <c:v>0.99817999999999996</c:v>
                </c:pt>
                <c:pt idx="963">
                  <c:v>0.99817999999999996</c:v>
                </c:pt>
                <c:pt idx="964">
                  <c:v>0.99817999999999996</c:v>
                </c:pt>
                <c:pt idx="965">
                  <c:v>0.99817999999999996</c:v>
                </c:pt>
                <c:pt idx="966">
                  <c:v>0.99817999999999996</c:v>
                </c:pt>
                <c:pt idx="967">
                  <c:v>0.99817999999999996</c:v>
                </c:pt>
                <c:pt idx="968">
                  <c:v>0.99817999999999996</c:v>
                </c:pt>
                <c:pt idx="969">
                  <c:v>0.99817999999999996</c:v>
                </c:pt>
                <c:pt idx="970">
                  <c:v>0.99817999999999996</c:v>
                </c:pt>
                <c:pt idx="971">
                  <c:v>0.99817999999999996</c:v>
                </c:pt>
                <c:pt idx="972">
                  <c:v>0.99817999999999996</c:v>
                </c:pt>
                <c:pt idx="973">
                  <c:v>0.99817999999999996</c:v>
                </c:pt>
                <c:pt idx="974">
                  <c:v>0.99817999999999996</c:v>
                </c:pt>
                <c:pt idx="975">
                  <c:v>0.99817999999999996</c:v>
                </c:pt>
                <c:pt idx="976">
                  <c:v>0.99817999999999996</c:v>
                </c:pt>
                <c:pt idx="977">
                  <c:v>0.99817999999999996</c:v>
                </c:pt>
                <c:pt idx="978">
                  <c:v>0.99817999999999996</c:v>
                </c:pt>
                <c:pt idx="979">
                  <c:v>0.99817999999999996</c:v>
                </c:pt>
                <c:pt idx="980">
                  <c:v>0.99817999999999996</c:v>
                </c:pt>
                <c:pt idx="981">
                  <c:v>0.99817999999999996</c:v>
                </c:pt>
                <c:pt idx="982">
                  <c:v>0.99817999999999996</c:v>
                </c:pt>
                <c:pt idx="983">
                  <c:v>0.99817999999999996</c:v>
                </c:pt>
                <c:pt idx="984">
                  <c:v>0.99817999999999996</c:v>
                </c:pt>
                <c:pt idx="985">
                  <c:v>0.99817999999999996</c:v>
                </c:pt>
                <c:pt idx="986">
                  <c:v>0.99817999999999996</c:v>
                </c:pt>
                <c:pt idx="987">
                  <c:v>0.99817999999999996</c:v>
                </c:pt>
                <c:pt idx="988">
                  <c:v>0.99817999999999996</c:v>
                </c:pt>
                <c:pt idx="989">
                  <c:v>0.99817999999999996</c:v>
                </c:pt>
                <c:pt idx="990">
                  <c:v>0.99817999999999996</c:v>
                </c:pt>
                <c:pt idx="991">
                  <c:v>0.99817999999999996</c:v>
                </c:pt>
                <c:pt idx="992">
                  <c:v>0.99817999999999996</c:v>
                </c:pt>
                <c:pt idx="993">
                  <c:v>0.99817999999999996</c:v>
                </c:pt>
                <c:pt idx="994">
                  <c:v>0.99817999999999996</c:v>
                </c:pt>
                <c:pt idx="995">
                  <c:v>0.99817999999999996</c:v>
                </c:pt>
                <c:pt idx="996">
                  <c:v>0.99817999999999996</c:v>
                </c:pt>
                <c:pt idx="997">
                  <c:v>0.99817999999999996</c:v>
                </c:pt>
                <c:pt idx="998">
                  <c:v>0.99817999999999996</c:v>
                </c:pt>
                <c:pt idx="999">
                  <c:v>0.99817999999999996</c:v>
                </c:pt>
                <c:pt idx="1000">
                  <c:v>0.99817999999999996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D56-45B8-B246-23C23C976CD1}"/>
            </c:ext>
          </c:extLst>
        </c:ser>
        <c:ser>
          <c:idx val="1"/>
          <c:order val="1"/>
          <c:tx>
            <c:strRef>
              <c:f>Magic_graph_data1!$E$1</c:f>
              <c:strCache>
                <c:ptCount val="1"/>
                <c:pt idx="0">
                  <c:v>test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Magic_graph_data1!$B$2:$B$1002</c:f>
              <c:numCache>
                <c:formatCode>General</c:formatCode>
                <c:ptCount val="1001"/>
                <c:pt idx="0">
                  <c:v>0</c:v>
                </c:pt>
                <c:pt idx="1">
                  <c:v>0.3010299956639812</c:v>
                </c:pt>
                <c:pt idx="2">
                  <c:v>0.47712125471966244</c:v>
                </c:pt>
                <c:pt idx="3">
                  <c:v>0.6020599913279624</c:v>
                </c:pt>
                <c:pt idx="4">
                  <c:v>0.69897000433601886</c:v>
                </c:pt>
                <c:pt idx="5">
                  <c:v>0.77815125038364363</c:v>
                </c:pt>
                <c:pt idx="6">
                  <c:v>0.84509804001425681</c:v>
                </c:pt>
                <c:pt idx="7">
                  <c:v>0.90308998699194354</c:v>
                </c:pt>
                <c:pt idx="8">
                  <c:v>0.95424250943932487</c:v>
                </c:pt>
                <c:pt idx="9">
                  <c:v>1</c:v>
                </c:pt>
                <c:pt idx="10">
                  <c:v>1.0413926851582251</c:v>
                </c:pt>
                <c:pt idx="11">
                  <c:v>1.0791812460476249</c:v>
                </c:pt>
                <c:pt idx="12">
                  <c:v>1.1139433523068367</c:v>
                </c:pt>
                <c:pt idx="13">
                  <c:v>1.146128035678238</c:v>
                </c:pt>
                <c:pt idx="14">
                  <c:v>1.1760912590556813</c:v>
                </c:pt>
                <c:pt idx="15">
                  <c:v>1.2041199826559248</c:v>
                </c:pt>
                <c:pt idx="16">
                  <c:v>1.2304489213782739</c:v>
                </c:pt>
                <c:pt idx="17">
                  <c:v>1.255272505103306</c:v>
                </c:pt>
                <c:pt idx="18">
                  <c:v>1.2787536009528289</c:v>
                </c:pt>
                <c:pt idx="19">
                  <c:v>1.3010299956639813</c:v>
                </c:pt>
                <c:pt idx="20">
                  <c:v>1.3222192947339193</c:v>
                </c:pt>
                <c:pt idx="21">
                  <c:v>1.3424226808222062</c:v>
                </c:pt>
                <c:pt idx="22">
                  <c:v>1.3617278360175928</c:v>
                </c:pt>
                <c:pt idx="23">
                  <c:v>1.3802112417116059</c:v>
                </c:pt>
                <c:pt idx="24">
                  <c:v>1.3979400086720377</c:v>
                </c:pt>
                <c:pt idx="25">
                  <c:v>1.414973347970818</c:v>
                </c:pt>
                <c:pt idx="26">
                  <c:v>1.4313637641589874</c:v>
                </c:pt>
                <c:pt idx="27">
                  <c:v>1.4471580313422192</c:v>
                </c:pt>
                <c:pt idx="28">
                  <c:v>1.4623979978989561</c:v>
                </c:pt>
                <c:pt idx="29">
                  <c:v>1.4771212547196624</c:v>
                </c:pt>
                <c:pt idx="30">
                  <c:v>1.4913616938342726</c:v>
                </c:pt>
                <c:pt idx="31">
                  <c:v>1.505149978319906</c:v>
                </c:pt>
                <c:pt idx="32">
                  <c:v>1.5185139398778875</c:v>
                </c:pt>
                <c:pt idx="33">
                  <c:v>1.5314789170422551</c:v>
                </c:pt>
                <c:pt idx="34">
                  <c:v>1.5440680443502757</c:v>
                </c:pt>
                <c:pt idx="35">
                  <c:v>1.5563025007672873</c:v>
                </c:pt>
                <c:pt idx="36">
                  <c:v>1.568201724066995</c:v>
                </c:pt>
                <c:pt idx="37">
                  <c:v>1.5797835966168101</c:v>
                </c:pt>
                <c:pt idx="38">
                  <c:v>1.5910646070264991</c:v>
                </c:pt>
                <c:pt idx="39">
                  <c:v>1.6020599913279623</c:v>
                </c:pt>
                <c:pt idx="40">
                  <c:v>1.6127838567197355</c:v>
                </c:pt>
                <c:pt idx="41">
                  <c:v>1.6232492903979006</c:v>
                </c:pt>
                <c:pt idx="42">
                  <c:v>1.6334684555795864</c:v>
                </c:pt>
                <c:pt idx="43">
                  <c:v>1.6434526764861874</c:v>
                </c:pt>
                <c:pt idx="44">
                  <c:v>1.6532125137753437</c:v>
                </c:pt>
                <c:pt idx="45">
                  <c:v>1.6627578316815741</c:v>
                </c:pt>
                <c:pt idx="46">
                  <c:v>1.6720978579357175</c:v>
                </c:pt>
                <c:pt idx="47">
                  <c:v>1.6812412373755872</c:v>
                </c:pt>
                <c:pt idx="48">
                  <c:v>1.6901960800285136</c:v>
                </c:pt>
                <c:pt idx="49">
                  <c:v>1.6989700043360187</c:v>
                </c:pt>
                <c:pt idx="50">
                  <c:v>1.7075701760979363</c:v>
                </c:pt>
                <c:pt idx="51">
                  <c:v>1.7160033436347992</c:v>
                </c:pt>
                <c:pt idx="52">
                  <c:v>1.7242758696007889</c:v>
                </c:pt>
                <c:pt idx="53">
                  <c:v>1.7323937598229686</c:v>
                </c:pt>
                <c:pt idx="54">
                  <c:v>1.7403626894942439</c:v>
                </c:pt>
                <c:pt idx="55">
                  <c:v>1.7481880270062005</c:v>
                </c:pt>
                <c:pt idx="56">
                  <c:v>1.7558748556724915</c:v>
                </c:pt>
                <c:pt idx="57">
                  <c:v>1.7634279935629373</c:v>
                </c:pt>
                <c:pt idx="58">
                  <c:v>1.7708520116421442</c:v>
                </c:pt>
                <c:pt idx="59">
                  <c:v>1.7781512503836436</c:v>
                </c:pt>
                <c:pt idx="60">
                  <c:v>1.7853298350107671</c:v>
                </c:pt>
                <c:pt idx="61">
                  <c:v>1.7923916894982539</c:v>
                </c:pt>
                <c:pt idx="62">
                  <c:v>1.7993405494535817</c:v>
                </c:pt>
                <c:pt idx="63">
                  <c:v>1.8061799739838871</c:v>
                </c:pt>
                <c:pt idx="64">
                  <c:v>1.8129133566428555</c:v>
                </c:pt>
                <c:pt idx="65">
                  <c:v>1.8195439355418688</c:v>
                </c:pt>
                <c:pt idx="66">
                  <c:v>1.8260748027008264</c:v>
                </c:pt>
                <c:pt idx="67">
                  <c:v>1.8325089127062364</c:v>
                </c:pt>
                <c:pt idx="68">
                  <c:v>1.8388490907372552</c:v>
                </c:pt>
                <c:pt idx="69">
                  <c:v>1.8450980400142569</c:v>
                </c:pt>
                <c:pt idx="70">
                  <c:v>1.8512583487190752</c:v>
                </c:pt>
                <c:pt idx="71">
                  <c:v>1.8573324964312685</c:v>
                </c:pt>
                <c:pt idx="72">
                  <c:v>1.8633228601204559</c:v>
                </c:pt>
                <c:pt idx="73">
                  <c:v>1.8692317197309762</c:v>
                </c:pt>
                <c:pt idx="74">
                  <c:v>1.8750612633917001</c:v>
                </c:pt>
                <c:pt idx="75">
                  <c:v>1.8808135922807914</c:v>
                </c:pt>
                <c:pt idx="76">
                  <c:v>1.8864907251724818</c:v>
                </c:pt>
                <c:pt idx="77">
                  <c:v>1.8920946026904804</c:v>
                </c:pt>
                <c:pt idx="78">
                  <c:v>1.8976270912904414</c:v>
                </c:pt>
                <c:pt idx="79">
                  <c:v>1.9030899869919435</c:v>
                </c:pt>
                <c:pt idx="80">
                  <c:v>1.9084850188786497</c:v>
                </c:pt>
                <c:pt idx="81">
                  <c:v>1.9138138523837167</c:v>
                </c:pt>
                <c:pt idx="82">
                  <c:v>1.919078092376074</c:v>
                </c:pt>
                <c:pt idx="83">
                  <c:v>1.9242792860618816</c:v>
                </c:pt>
                <c:pt idx="84">
                  <c:v>1.9294189257142926</c:v>
                </c:pt>
                <c:pt idx="85">
                  <c:v>1.9344984512435677</c:v>
                </c:pt>
                <c:pt idx="86">
                  <c:v>1.9395192526186185</c:v>
                </c:pt>
                <c:pt idx="87">
                  <c:v>1.9444826721501687</c:v>
                </c:pt>
                <c:pt idx="88">
                  <c:v>1.9493900066449128</c:v>
                </c:pt>
                <c:pt idx="89">
                  <c:v>1.954242509439325</c:v>
                </c:pt>
                <c:pt idx="90">
                  <c:v>1.9590413923210936</c:v>
                </c:pt>
                <c:pt idx="91">
                  <c:v>1.9637878273455553</c:v>
                </c:pt>
                <c:pt idx="92">
                  <c:v>1.968482948553935</c:v>
                </c:pt>
                <c:pt idx="93">
                  <c:v>1.9731278535996986</c:v>
                </c:pt>
                <c:pt idx="94">
                  <c:v>1.9777236052888478</c:v>
                </c:pt>
                <c:pt idx="95">
                  <c:v>1.9822712330395684</c:v>
                </c:pt>
                <c:pt idx="96">
                  <c:v>1.9867717342662448</c:v>
                </c:pt>
                <c:pt idx="97">
                  <c:v>1.9912260756924949</c:v>
                </c:pt>
                <c:pt idx="98">
                  <c:v>1.9956351945975499</c:v>
                </c:pt>
                <c:pt idx="99">
                  <c:v>2</c:v>
                </c:pt>
                <c:pt idx="100">
                  <c:v>2.0043213737826426</c:v>
                </c:pt>
                <c:pt idx="101">
                  <c:v>2.0086001717619175</c:v>
                </c:pt>
                <c:pt idx="102">
                  <c:v>2.012837224705172</c:v>
                </c:pt>
                <c:pt idx="103">
                  <c:v>2.0170333392987803</c:v>
                </c:pt>
                <c:pt idx="104">
                  <c:v>2.0211892990699383</c:v>
                </c:pt>
                <c:pt idx="105">
                  <c:v>2.0253058652647704</c:v>
                </c:pt>
                <c:pt idx="106">
                  <c:v>2.0293837776852097</c:v>
                </c:pt>
                <c:pt idx="107">
                  <c:v>2.0334237554869499</c:v>
                </c:pt>
                <c:pt idx="108">
                  <c:v>2.0374264979406238</c:v>
                </c:pt>
                <c:pt idx="109">
                  <c:v>2.0413926851582249</c:v>
                </c:pt>
                <c:pt idx="110">
                  <c:v>2.0453229787866576</c:v>
                </c:pt>
                <c:pt idx="111">
                  <c:v>2.0492180226701815</c:v>
                </c:pt>
                <c:pt idx="112">
                  <c:v>2.0530784434834195</c:v>
                </c:pt>
                <c:pt idx="113">
                  <c:v>2.0569048513364727</c:v>
                </c:pt>
                <c:pt idx="114">
                  <c:v>2.0606978403536118</c:v>
                </c:pt>
                <c:pt idx="115">
                  <c:v>2.0644579892269186</c:v>
                </c:pt>
                <c:pt idx="116">
                  <c:v>2.0681858617461617</c:v>
                </c:pt>
                <c:pt idx="117">
                  <c:v>2.0718820073061255</c:v>
                </c:pt>
                <c:pt idx="118">
                  <c:v>2.0755469613925306</c:v>
                </c:pt>
                <c:pt idx="119">
                  <c:v>2.0791812460476247</c:v>
                </c:pt>
                <c:pt idx="120">
                  <c:v>2.0827853703164503</c:v>
                </c:pt>
                <c:pt idx="121">
                  <c:v>2.0863598306747484</c:v>
                </c:pt>
                <c:pt idx="122">
                  <c:v>2.0899051114393981</c:v>
                </c:pt>
                <c:pt idx="123">
                  <c:v>2.0934216851622351</c:v>
                </c:pt>
                <c:pt idx="124">
                  <c:v>2.0969100130080562</c:v>
                </c:pt>
                <c:pt idx="125">
                  <c:v>2.1003705451175629</c:v>
                </c:pt>
                <c:pt idx="126">
                  <c:v>2.1038037209559568</c:v>
                </c:pt>
                <c:pt idx="127">
                  <c:v>2.1072099696478683</c:v>
                </c:pt>
                <c:pt idx="128">
                  <c:v>2.1105897102992488</c:v>
                </c:pt>
                <c:pt idx="129">
                  <c:v>2.1139433523068369</c:v>
                </c:pt>
                <c:pt idx="130">
                  <c:v>2.1172712956557644</c:v>
                </c:pt>
                <c:pt idx="131">
                  <c:v>2.12057393120585</c:v>
                </c:pt>
                <c:pt idx="132">
                  <c:v>2.1238516409670858</c:v>
                </c:pt>
                <c:pt idx="133">
                  <c:v>2.1271047983648077</c:v>
                </c:pt>
                <c:pt idx="134">
                  <c:v>2.1303337684950061</c:v>
                </c:pt>
                <c:pt idx="135">
                  <c:v>2.1335389083702174</c:v>
                </c:pt>
                <c:pt idx="136">
                  <c:v>2.1367205671564067</c:v>
                </c:pt>
                <c:pt idx="137">
                  <c:v>2.1398790864012365</c:v>
                </c:pt>
                <c:pt idx="138">
                  <c:v>2.143014800254095</c:v>
                </c:pt>
                <c:pt idx="139">
                  <c:v>2.1461280356782382</c:v>
                </c:pt>
                <c:pt idx="140">
                  <c:v>2.1492191126553797</c:v>
                </c:pt>
                <c:pt idx="141">
                  <c:v>2.1522883443830563</c:v>
                </c:pt>
                <c:pt idx="142">
                  <c:v>2.1553360374650619</c:v>
                </c:pt>
                <c:pt idx="143">
                  <c:v>2.1583624920952498</c:v>
                </c:pt>
                <c:pt idx="144">
                  <c:v>2.1613680022349748</c:v>
                </c:pt>
                <c:pt idx="145">
                  <c:v>2.1643528557844371</c:v>
                </c:pt>
                <c:pt idx="146">
                  <c:v>2.167317334748176</c:v>
                </c:pt>
                <c:pt idx="147">
                  <c:v>2.1702617153949575</c:v>
                </c:pt>
                <c:pt idx="148">
                  <c:v>2.173186268412274</c:v>
                </c:pt>
                <c:pt idx="149">
                  <c:v>2.1760912590556813</c:v>
                </c:pt>
                <c:pt idx="150">
                  <c:v>2.1789769472931693</c:v>
                </c:pt>
                <c:pt idx="151">
                  <c:v>2.1818435879447726</c:v>
                </c:pt>
                <c:pt idx="152">
                  <c:v>2.1846914308175989</c:v>
                </c:pt>
                <c:pt idx="153">
                  <c:v>2.1875207208364631</c:v>
                </c:pt>
                <c:pt idx="154">
                  <c:v>2.1903316981702914</c:v>
                </c:pt>
                <c:pt idx="155">
                  <c:v>2.1931245983544616</c:v>
                </c:pt>
                <c:pt idx="156">
                  <c:v>2.1958996524092336</c:v>
                </c:pt>
                <c:pt idx="157">
                  <c:v>2.1986570869544226</c:v>
                </c:pt>
                <c:pt idx="158">
                  <c:v>2.2013971243204513</c:v>
                </c:pt>
                <c:pt idx="159">
                  <c:v>2.2041199826559246</c:v>
                </c:pt>
                <c:pt idx="160">
                  <c:v>2.2068258760318495</c:v>
                </c:pt>
                <c:pt idx="161">
                  <c:v>2.2095150145426308</c:v>
                </c:pt>
                <c:pt idx="162">
                  <c:v>2.2121876044039577</c:v>
                </c:pt>
                <c:pt idx="163">
                  <c:v>2.214843848047698</c:v>
                </c:pt>
                <c:pt idx="164">
                  <c:v>2.2174839442139063</c:v>
                </c:pt>
                <c:pt idx="165">
                  <c:v>2.220108088040055</c:v>
                </c:pt>
                <c:pt idx="166">
                  <c:v>2.2227164711475833</c:v>
                </c:pt>
                <c:pt idx="167">
                  <c:v>2.2253092817258628</c:v>
                </c:pt>
                <c:pt idx="168">
                  <c:v>2.2278867046136734</c:v>
                </c:pt>
                <c:pt idx="169">
                  <c:v>2.2304489213782741</c:v>
                </c:pt>
                <c:pt idx="170">
                  <c:v>2.2329961103921536</c:v>
                </c:pt>
                <c:pt idx="171">
                  <c:v>2.2355284469075487</c:v>
                </c:pt>
                <c:pt idx="172">
                  <c:v>2.2380461031287955</c:v>
                </c:pt>
                <c:pt idx="173">
                  <c:v>2.2405492482825999</c:v>
                </c:pt>
                <c:pt idx="174">
                  <c:v>2.2430380486862944</c:v>
                </c:pt>
                <c:pt idx="175">
                  <c:v>2.2455126678141499</c:v>
                </c:pt>
                <c:pt idx="176">
                  <c:v>2.2479732663618068</c:v>
                </c:pt>
                <c:pt idx="177">
                  <c:v>2.2504200023088941</c:v>
                </c:pt>
                <c:pt idx="178">
                  <c:v>2.2528530309798933</c:v>
                </c:pt>
                <c:pt idx="179">
                  <c:v>2.255272505103306</c:v>
                </c:pt>
                <c:pt idx="180">
                  <c:v>2.2576785748691846</c:v>
                </c:pt>
                <c:pt idx="181">
                  <c:v>2.2600713879850747</c:v>
                </c:pt>
                <c:pt idx="182">
                  <c:v>2.2624510897304293</c:v>
                </c:pt>
                <c:pt idx="183">
                  <c:v>2.2648178230095364</c:v>
                </c:pt>
                <c:pt idx="184">
                  <c:v>2.2671717284030137</c:v>
                </c:pt>
                <c:pt idx="185">
                  <c:v>2.2695129442179165</c:v>
                </c:pt>
                <c:pt idx="186">
                  <c:v>2.271841606536499</c:v>
                </c:pt>
                <c:pt idx="187">
                  <c:v>2.27415784926368</c:v>
                </c:pt>
                <c:pt idx="188">
                  <c:v>2.2764618041732443</c:v>
                </c:pt>
                <c:pt idx="189">
                  <c:v>2.2787536009528289</c:v>
                </c:pt>
                <c:pt idx="190">
                  <c:v>2.2810333672477277</c:v>
                </c:pt>
                <c:pt idx="191">
                  <c:v>2.2833012287035497</c:v>
                </c:pt>
                <c:pt idx="192">
                  <c:v>2.2855573090077739</c:v>
                </c:pt>
                <c:pt idx="193">
                  <c:v>2.287801729930226</c:v>
                </c:pt>
                <c:pt idx="194">
                  <c:v>2.2900346113625178</c:v>
                </c:pt>
                <c:pt idx="195">
                  <c:v>2.2922560713564759</c:v>
                </c:pt>
                <c:pt idx="196">
                  <c:v>2.2944662261615929</c:v>
                </c:pt>
                <c:pt idx="197">
                  <c:v>2.2966651902615309</c:v>
                </c:pt>
                <c:pt idx="198">
                  <c:v>2.2988530764097068</c:v>
                </c:pt>
                <c:pt idx="199">
                  <c:v>2.3010299956639813</c:v>
                </c:pt>
                <c:pt idx="200">
                  <c:v>2.3031960574204891</c:v>
                </c:pt>
                <c:pt idx="201">
                  <c:v>2.3053513694466239</c:v>
                </c:pt>
                <c:pt idx="202">
                  <c:v>2.307496037913213</c:v>
                </c:pt>
                <c:pt idx="203">
                  <c:v>2.3096301674258988</c:v>
                </c:pt>
                <c:pt idx="204">
                  <c:v>2.3117538610557542</c:v>
                </c:pt>
                <c:pt idx="205">
                  <c:v>2.3138672203691533</c:v>
                </c:pt>
                <c:pt idx="206">
                  <c:v>2.3159703454569178</c:v>
                </c:pt>
                <c:pt idx="207">
                  <c:v>2.3180633349627615</c:v>
                </c:pt>
                <c:pt idx="208">
                  <c:v>2.3201462861110542</c:v>
                </c:pt>
                <c:pt idx="209">
                  <c:v>2.3222192947339191</c:v>
                </c:pt>
                <c:pt idx="210">
                  <c:v>2.3242824552976926</c:v>
                </c:pt>
                <c:pt idx="211">
                  <c:v>2.3263358609287512</c:v>
                </c:pt>
                <c:pt idx="212">
                  <c:v>2.3283796034387376</c:v>
                </c:pt>
                <c:pt idx="213">
                  <c:v>2.330413773349191</c:v>
                </c:pt>
                <c:pt idx="214">
                  <c:v>2.3324384599156054</c:v>
                </c:pt>
                <c:pt idx="215">
                  <c:v>2.3344537511509307</c:v>
                </c:pt>
                <c:pt idx="216">
                  <c:v>2.3364597338485296</c:v>
                </c:pt>
                <c:pt idx="217">
                  <c:v>2.3384564936046046</c:v>
                </c:pt>
                <c:pt idx="218">
                  <c:v>2.3404441148401185</c:v>
                </c:pt>
                <c:pt idx="219">
                  <c:v>2.3424226808222062</c:v>
                </c:pt>
                <c:pt idx="220">
                  <c:v>2.3443922736851106</c:v>
                </c:pt>
                <c:pt idx="221">
                  <c:v>2.3463529744506388</c:v>
                </c:pt>
                <c:pt idx="222">
                  <c:v>2.3483048630481607</c:v>
                </c:pt>
                <c:pt idx="223">
                  <c:v>2.3502480183341627</c:v>
                </c:pt>
                <c:pt idx="224">
                  <c:v>2.3521825181113627</c:v>
                </c:pt>
                <c:pt idx="225">
                  <c:v>2.3541084391474008</c:v>
                </c:pt>
                <c:pt idx="226">
                  <c:v>2.3560258571931225</c:v>
                </c:pt>
                <c:pt idx="227">
                  <c:v>2.357934847000454</c:v>
                </c:pt>
                <c:pt idx="228">
                  <c:v>2.3598354823398879</c:v>
                </c:pt>
                <c:pt idx="229">
                  <c:v>2.3617278360175931</c:v>
                </c:pt>
                <c:pt idx="230">
                  <c:v>2.3636119798921444</c:v>
                </c:pt>
                <c:pt idx="231">
                  <c:v>2.3654879848908998</c:v>
                </c:pt>
                <c:pt idx="232">
                  <c:v>2.3673559210260189</c:v>
                </c:pt>
                <c:pt idx="233">
                  <c:v>2.369215857410143</c:v>
                </c:pt>
                <c:pt idx="234">
                  <c:v>2.3710678622717363</c:v>
                </c:pt>
                <c:pt idx="235">
                  <c:v>2.3729120029701067</c:v>
                </c:pt>
                <c:pt idx="236">
                  <c:v>2.374748346010104</c:v>
                </c:pt>
                <c:pt idx="237">
                  <c:v>2.3765769570565118</c:v>
                </c:pt>
                <c:pt idx="238">
                  <c:v>2.3783979009481375</c:v>
                </c:pt>
                <c:pt idx="239">
                  <c:v>2.3802112417116059</c:v>
                </c:pt>
                <c:pt idx="240">
                  <c:v>2.3820170425748683</c:v>
                </c:pt>
                <c:pt idx="241">
                  <c:v>2.3838153659804311</c:v>
                </c:pt>
                <c:pt idx="242">
                  <c:v>2.3856062735983121</c:v>
                </c:pt>
                <c:pt idx="243">
                  <c:v>2.3873898263387292</c:v>
                </c:pt>
                <c:pt idx="244">
                  <c:v>2.3891660843645326</c:v>
                </c:pt>
                <c:pt idx="245">
                  <c:v>2.3909351071033793</c:v>
                </c:pt>
                <c:pt idx="246">
                  <c:v>2.3926969532596658</c:v>
                </c:pt>
                <c:pt idx="247">
                  <c:v>2.3944516808262164</c:v>
                </c:pt>
                <c:pt idx="248">
                  <c:v>2.3961993470957363</c:v>
                </c:pt>
                <c:pt idx="249">
                  <c:v>2.3979400086720375</c:v>
                </c:pt>
                <c:pt idx="250">
                  <c:v>2.399673721481038</c:v>
                </c:pt>
                <c:pt idx="251">
                  <c:v>2.4014005407815442</c:v>
                </c:pt>
                <c:pt idx="252">
                  <c:v>2.403120521175818</c:v>
                </c:pt>
                <c:pt idx="253">
                  <c:v>2.4048337166199381</c:v>
                </c:pt>
                <c:pt idx="254">
                  <c:v>2.406540180433955</c:v>
                </c:pt>
                <c:pt idx="255">
                  <c:v>2.4082399653118496</c:v>
                </c:pt>
                <c:pt idx="256">
                  <c:v>2.4099331233312946</c:v>
                </c:pt>
                <c:pt idx="257">
                  <c:v>2.4116197059632301</c:v>
                </c:pt>
                <c:pt idx="258">
                  <c:v>2.4132997640812519</c:v>
                </c:pt>
                <c:pt idx="259">
                  <c:v>2.4149733479708178</c:v>
                </c:pt>
                <c:pt idx="260">
                  <c:v>2.4166405073382808</c:v>
                </c:pt>
                <c:pt idx="261">
                  <c:v>2.4183012913197452</c:v>
                </c:pt>
                <c:pt idx="262">
                  <c:v>2.419955748489758</c:v>
                </c:pt>
                <c:pt idx="263">
                  <c:v>2.4216039268698313</c:v>
                </c:pt>
                <c:pt idx="264">
                  <c:v>2.4232458739368079</c:v>
                </c:pt>
                <c:pt idx="265">
                  <c:v>2.424881636631067</c:v>
                </c:pt>
                <c:pt idx="266">
                  <c:v>2.4265112613645754</c:v>
                </c:pt>
                <c:pt idx="267">
                  <c:v>2.428134794028789</c:v>
                </c:pt>
                <c:pt idx="268">
                  <c:v>2.4297522800024081</c:v>
                </c:pt>
                <c:pt idx="269">
                  <c:v>2.4313637641589874</c:v>
                </c:pt>
                <c:pt idx="270">
                  <c:v>2.4329692908744058</c:v>
                </c:pt>
                <c:pt idx="271">
                  <c:v>2.4345689040341987</c:v>
                </c:pt>
                <c:pt idx="272">
                  <c:v>2.436162647040756</c:v>
                </c:pt>
                <c:pt idx="273">
                  <c:v>2.4377505628203879</c:v>
                </c:pt>
                <c:pt idx="274">
                  <c:v>2.4393326938302629</c:v>
                </c:pt>
                <c:pt idx="275">
                  <c:v>2.4409090820652177</c:v>
                </c:pt>
                <c:pt idx="276">
                  <c:v>2.4424797690644486</c:v>
                </c:pt>
                <c:pt idx="277">
                  <c:v>2.4440447959180762</c:v>
                </c:pt>
                <c:pt idx="278">
                  <c:v>2.4456042032735974</c:v>
                </c:pt>
                <c:pt idx="279">
                  <c:v>2.4471580313422194</c:v>
                </c:pt>
                <c:pt idx="280">
                  <c:v>2.4487063199050798</c:v>
                </c:pt>
                <c:pt idx="281">
                  <c:v>2.4502491083193609</c:v>
                </c:pt>
                <c:pt idx="282">
                  <c:v>2.4517864355242902</c:v>
                </c:pt>
                <c:pt idx="283">
                  <c:v>2.4533183400470375</c:v>
                </c:pt>
                <c:pt idx="284">
                  <c:v>2.4548448600085102</c:v>
                </c:pt>
                <c:pt idx="285">
                  <c:v>2.4563660331290431</c:v>
                </c:pt>
                <c:pt idx="286">
                  <c:v>2.4578818967339924</c:v>
                </c:pt>
                <c:pt idx="287">
                  <c:v>2.459392487759231</c:v>
                </c:pt>
                <c:pt idx="288">
                  <c:v>2.4608978427565478</c:v>
                </c:pt>
                <c:pt idx="289">
                  <c:v>2.4623979978989561</c:v>
                </c:pt>
                <c:pt idx="290">
                  <c:v>2.4638929889859074</c:v>
                </c:pt>
                <c:pt idx="291">
                  <c:v>2.4653828514484184</c:v>
                </c:pt>
                <c:pt idx="292">
                  <c:v>2.4668676203541096</c:v>
                </c:pt>
                <c:pt idx="293">
                  <c:v>2.4683473304121573</c:v>
                </c:pt>
                <c:pt idx="294">
                  <c:v>2.469822015978163</c:v>
                </c:pt>
                <c:pt idx="295">
                  <c:v>2.4712917110589387</c:v>
                </c:pt>
                <c:pt idx="296">
                  <c:v>2.4727564493172123</c:v>
                </c:pt>
                <c:pt idx="297">
                  <c:v>2.4742162640762553</c:v>
                </c:pt>
                <c:pt idx="298">
                  <c:v>2.4756711883244296</c:v>
                </c:pt>
                <c:pt idx="299">
                  <c:v>2.4771212547196626</c:v>
                </c:pt>
                <c:pt idx="300">
                  <c:v>2.4785664955938436</c:v>
                </c:pt>
                <c:pt idx="301">
                  <c:v>2.4800069429571505</c:v>
                </c:pt>
                <c:pt idx="302">
                  <c:v>2.4814426285023048</c:v>
                </c:pt>
                <c:pt idx="303">
                  <c:v>2.4828735836087539</c:v>
                </c:pt>
                <c:pt idx="304">
                  <c:v>2.4842998393467859</c:v>
                </c:pt>
                <c:pt idx="305">
                  <c:v>2.4857214264815801</c:v>
                </c:pt>
                <c:pt idx="306">
                  <c:v>2.4871383754771865</c:v>
                </c:pt>
                <c:pt idx="307">
                  <c:v>2.4885507165004443</c:v>
                </c:pt>
                <c:pt idx="308">
                  <c:v>2.4899584794248346</c:v>
                </c:pt>
                <c:pt idx="309">
                  <c:v>2.4913616938342726</c:v>
                </c:pt>
                <c:pt idx="310">
                  <c:v>2.4927603890268375</c:v>
                </c:pt>
                <c:pt idx="311">
                  <c:v>2.4941545940184429</c:v>
                </c:pt>
                <c:pt idx="312">
                  <c:v>2.4955443375464483</c:v>
                </c:pt>
                <c:pt idx="313">
                  <c:v>2.4969296480732148</c:v>
                </c:pt>
                <c:pt idx="314">
                  <c:v>2.4983105537896004</c:v>
                </c:pt>
                <c:pt idx="315">
                  <c:v>2.4996870826184039</c:v>
                </c:pt>
                <c:pt idx="316">
                  <c:v>2.5010592622177517</c:v>
                </c:pt>
                <c:pt idx="317">
                  <c:v>2.5024271199844326</c:v>
                </c:pt>
                <c:pt idx="318">
                  <c:v>2.503790683057181</c:v>
                </c:pt>
                <c:pt idx="319">
                  <c:v>2.5051499783199058</c:v>
                </c:pt>
                <c:pt idx="320">
                  <c:v>2.5065050324048719</c:v>
                </c:pt>
                <c:pt idx="321">
                  <c:v>2.5078558716958308</c:v>
                </c:pt>
                <c:pt idx="322">
                  <c:v>2.509202522331103</c:v>
                </c:pt>
                <c:pt idx="323">
                  <c:v>2.510545010206612</c:v>
                </c:pt>
                <c:pt idx="324">
                  <c:v>2.5118833609788744</c:v>
                </c:pt>
                <c:pt idx="325">
                  <c:v>2.5132176000679389</c:v>
                </c:pt>
                <c:pt idx="326">
                  <c:v>2.514547752660286</c:v>
                </c:pt>
                <c:pt idx="327">
                  <c:v>2.5158738437116792</c:v>
                </c:pt>
                <c:pt idx="328">
                  <c:v>2.5171958979499744</c:v>
                </c:pt>
                <c:pt idx="329">
                  <c:v>2.5185139398778875</c:v>
                </c:pt>
                <c:pt idx="330">
                  <c:v>2.5198279937757189</c:v>
                </c:pt>
                <c:pt idx="331">
                  <c:v>2.5211380837040362</c:v>
                </c:pt>
                <c:pt idx="332">
                  <c:v>2.5224442335063197</c:v>
                </c:pt>
                <c:pt idx="333">
                  <c:v>2.5237464668115646</c:v>
                </c:pt>
                <c:pt idx="334">
                  <c:v>2.5250448070368452</c:v>
                </c:pt>
                <c:pt idx="335">
                  <c:v>2.5263392773898441</c:v>
                </c:pt>
                <c:pt idx="336">
                  <c:v>2.5276299008713385</c:v>
                </c:pt>
                <c:pt idx="337">
                  <c:v>2.5289167002776547</c:v>
                </c:pt>
                <c:pt idx="338">
                  <c:v>2.5301996982030821</c:v>
                </c:pt>
                <c:pt idx="339">
                  <c:v>2.5314789170422549</c:v>
                </c:pt>
                <c:pt idx="340">
                  <c:v>2.5327543789924976</c:v>
                </c:pt>
                <c:pt idx="341">
                  <c:v>2.5340261060561349</c:v>
                </c:pt>
                <c:pt idx="342">
                  <c:v>2.5352941200427703</c:v>
                </c:pt>
                <c:pt idx="343">
                  <c:v>2.53655844257153</c:v>
                </c:pt>
                <c:pt idx="344">
                  <c:v>2.537819095073274</c:v>
                </c:pt>
                <c:pt idx="345">
                  <c:v>2.5390760987927767</c:v>
                </c:pt>
                <c:pt idx="346">
                  <c:v>2.5403294747908736</c:v>
                </c:pt>
                <c:pt idx="347">
                  <c:v>2.5415792439465807</c:v>
                </c:pt>
                <c:pt idx="348">
                  <c:v>2.5428254269591797</c:v>
                </c:pt>
                <c:pt idx="349">
                  <c:v>2.5440680443502757</c:v>
                </c:pt>
                <c:pt idx="350">
                  <c:v>2.5453071164658239</c:v>
                </c:pt>
                <c:pt idx="351">
                  <c:v>2.5465426634781312</c:v>
                </c:pt>
                <c:pt idx="352">
                  <c:v>2.5477747053878224</c:v>
                </c:pt>
                <c:pt idx="353">
                  <c:v>2.5490032620257876</c:v>
                </c:pt>
                <c:pt idx="354">
                  <c:v>2.5502283530550942</c:v>
                </c:pt>
                <c:pt idx="355">
                  <c:v>2.5514499979728753</c:v>
                </c:pt>
                <c:pt idx="356">
                  <c:v>2.5526682161121932</c:v>
                </c:pt>
                <c:pt idx="357">
                  <c:v>2.5538830266438746</c:v>
                </c:pt>
                <c:pt idx="358">
                  <c:v>2.5550944485783194</c:v>
                </c:pt>
                <c:pt idx="359">
                  <c:v>2.5563025007672873</c:v>
                </c:pt>
                <c:pt idx="360">
                  <c:v>2.5575072019056577</c:v>
                </c:pt>
                <c:pt idx="361">
                  <c:v>2.5587085705331658</c:v>
                </c:pt>
                <c:pt idx="362">
                  <c:v>2.5599066250361124</c:v>
                </c:pt>
                <c:pt idx="363">
                  <c:v>2.5611013836490559</c:v>
                </c:pt>
                <c:pt idx="364">
                  <c:v>2.5622928644564746</c:v>
                </c:pt>
                <c:pt idx="365">
                  <c:v>2.5634810853944106</c:v>
                </c:pt>
                <c:pt idx="366">
                  <c:v>2.5646660642520893</c:v>
                </c:pt>
                <c:pt idx="367">
                  <c:v>2.5658478186735176</c:v>
                </c:pt>
                <c:pt idx="368">
                  <c:v>2.5670263661590602</c:v>
                </c:pt>
                <c:pt idx="369">
                  <c:v>2.568201724066995</c:v>
                </c:pt>
                <c:pt idx="370">
                  <c:v>2.5693739096150461</c:v>
                </c:pt>
                <c:pt idx="371">
                  <c:v>2.5705429398818973</c:v>
                </c:pt>
                <c:pt idx="372">
                  <c:v>2.5717088318086878</c:v>
                </c:pt>
                <c:pt idx="373">
                  <c:v>2.5728716022004803</c:v>
                </c:pt>
                <c:pt idx="374">
                  <c:v>2.5740312677277188</c:v>
                </c:pt>
                <c:pt idx="375">
                  <c:v>2.5751878449276608</c:v>
                </c:pt>
                <c:pt idx="376">
                  <c:v>2.576341350205793</c:v>
                </c:pt>
                <c:pt idx="377">
                  <c:v>2.5774917998372255</c:v>
                </c:pt>
                <c:pt idx="378">
                  <c:v>2.5786392099680722</c:v>
                </c:pt>
                <c:pt idx="379">
                  <c:v>2.5797835966168101</c:v>
                </c:pt>
                <c:pt idx="380">
                  <c:v>2.5809249756756194</c:v>
                </c:pt>
                <c:pt idx="381">
                  <c:v>2.5820633629117089</c:v>
                </c:pt>
                <c:pt idx="382">
                  <c:v>2.5831987739686229</c:v>
                </c:pt>
                <c:pt idx="383">
                  <c:v>2.5843312243675309</c:v>
                </c:pt>
                <c:pt idx="384">
                  <c:v>2.5854607295085006</c:v>
                </c:pt>
                <c:pt idx="385">
                  <c:v>2.5865873046717551</c:v>
                </c:pt>
                <c:pt idx="386">
                  <c:v>2.5877109650189114</c:v>
                </c:pt>
                <c:pt idx="387">
                  <c:v>2.5888317255942073</c:v>
                </c:pt>
                <c:pt idx="388">
                  <c:v>2.5899496013257077</c:v>
                </c:pt>
                <c:pt idx="389">
                  <c:v>2.5910646070264991</c:v>
                </c:pt>
                <c:pt idx="390">
                  <c:v>2.5921767573958667</c:v>
                </c:pt>
                <c:pt idx="391">
                  <c:v>2.5932860670204572</c:v>
                </c:pt>
                <c:pt idx="392">
                  <c:v>2.5943925503754266</c:v>
                </c:pt>
                <c:pt idx="393">
                  <c:v>2.5954962218255742</c:v>
                </c:pt>
                <c:pt idx="394">
                  <c:v>2.5965970956264601</c:v>
                </c:pt>
                <c:pt idx="395">
                  <c:v>2.5976951859255122</c:v>
                </c:pt>
                <c:pt idx="396">
                  <c:v>2.5987905067631152</c:v>
                </c:pt>
                <c:pt idx="397">
                  <c:v>2.5998830720736876</c:v>
                </c:pt>
                <c:pt idx="398">
                  <c:v>2.6009728956867484</c:v>
                </c:pt>
                <c:pt idx="399">
                  <c:v>2.6020599913279625</c:v>
                </c:pt>
                <c:pt idx="400">
                  <c:v>2.6031443726201822</c:v>
                </c:pt>
                <c:pt idx="401">
                  <c:v>2.6042260530844699</c:v>
                </c:pt>
                <c:pt idx="402">
                  <c:v>2.6053050461411096</c:v>
                </c:pt>
                <c:pt idx="403">
                  <c:v>2.6063813651106051</c:v>
                </c:pt>
                <c:pt idx="404">
                  <c:v>2.6074550232146687</c:v>
                </c:pt>
                <c:pt idx="405">
                  <c:v>2.6085260335771943</c:v>
                </c:pt>
                <c:pt idx="406">
                  <c:v>2.6095944092252199</c:v>
                </c:pt>
                <c:pt idx="407">
                  <c:v>2.61066016308988</c:v>
                </c:pt>
                <c:pt idx="408">
                  <c:v>2.6117233080073419</c:v>
                </c:pt>
                <c:pt idx="409">
                  <c:v>2.6127838567197355</c:v>
                </c:pt>
                <c:pt idx="410">
                  <c:v>2.6138418218760693</c:v>
                </c:pt>
                <c:pt idx="411">
                  <c:v>2.6148972160331345</c:v>
                </c:pt>
                <c:pt idx="412">
                  <c:v>2.6159500516564012</c:v>
                </c:pt>
                <c:pt idx="413">
                  <c:v>2.6170003411208991</c:v>
                </c:pt>
                <c:pt idx="414">
                  <c:v>2.6180480967120925</c:v>
                </c:pt>
                <c:pt idx="415">
                  <c:v>2.6190933306267428</c:v>
                </c:pt>
                <c:pt idx="416">
                  <c:v>2.6201360549737576</c:v>
                </c:pt>
                <c:pt idx="417">
                  <c:v>2.621176281775035</c:v>
                </c:pt>
                <c:pt idx="418">
                  <c:v>2.6222140229662951</c:v>
                </c:pt>
                <c:pt idx="419">
                  <c:v>2.6232492903979003</c:v>
                </c:pt>
                <c:pt idx="420">
                  <c:v>2.6242820958356683</c:v>
                </c:pt>
                <c:pt idx="421">
                  <c:v>2.6253124509616739</c:v>
                </c:pt>
                <c:pt idx="422">
                  <c:v>2.6263403673750423</c:v>
                </c:pt>
                <c:pt idx="423">
                  <c:v>2.6273658565927325</c:v>
                </c:pt>
                <c:pt idx="424">
                  <c:v>2.6283889300503116</c:v>
                </c:pt>
                <c:pt idx="425">
                  <c:v>2.6294095991027189</c:v>
                </c:pt>
                <c:pt idx="426">
                  <c:v>2.6304278750250241</c:v>
                </c:pt>
                <c:pt idx="427">
                  <c:v>2.6314437690131722</c:v>
                </c:pt>
                <c:pt idx="428">
                  <c:v>2.6324572921847245</c:v>
                </c:pt>
                <c:pt idx="429">
                  <c:v>2.6334684555795866</c:v>
                </c:pt>
                <c:pt idx="430">
                  <c:v>2.6344772701607315</c:v>
                </c:pt>
                <c:pt idx="431">
                  <c:v>2.6354837468149119</c:v>
                </c:pt>
                <c:pt idx="432">
                  <c:v>2.6364878963533656</c:v>
                </c:pt>
                <c:pt idx="433">
                  <c:v>2.6374897295125108</c:v>
                </c:pt>
                <c:pt idx="434">
                  <c:v>2.6384892569546374</c:v>
                </c:pt>
                <c:pt idx="435">
                  <c:v>2.6394864892685859</c:v>
                </c:pt>
                <c:pt idx="436">
                  <c:v>2.6404814369704219</c:v>
                </c:pt>
                <c:pt idx="437">
                  <c:v>2.6414741105040997</c:v>
                </c:pt>
                <c:pt idx="438">
                  <c:v>2.6424645202421213</c:v>
                </c:pt>
                <c:pt idx="439">
                  <c:v>2.6434526764861874</c:v>
                </c:pt>
                <c:pt idx="440">
                  <c:v>2.6444385894678386</c:v>
                </c:pt>
                <c:pt idx="441">
                  <c:v>2.6454222693490919</c:v>
                </c:pt>
                <c:pt idx="442">
                  <c:v>2.6464037262230695</c:v>
                </c:pt>
                <c:pt idx="443">
                  <c:v>2.6473829701146196</c:v>
                </c:pt>
                <c:pt idx="444">
                  <c:v>2.6483600109809315</c:v>
                </c:pt>
                <c:pt idx="445">
                  <c:v>2.6493348587121419</c:v>
                </c:pt>
                <c:pt idx="446">
                  <c:v>2.6503075231319366</c:v>
                </c:pt>
                <c:pt idx="447">
                  <c:v>2.651278013998144</c:v>
                </c:pt>
                <c:pt idx="448">
                  <c:v>2.6522463410033232</c:v>
                </c:pt>
                <c:pt idx="449">
                  <c:v>2.6532125137753435</c:v>
                </c:pt>
                <c:pt idx="450">
                  <c:v>2.6541765418779604</c:v>
                </c:pt>
                <c:pt idx="451">
                  <c:v>2.655138434811382</c:v>
                </c:pt>
                <c:pt idx="452">
                  <c:v>2.6560982020128319</c:v>
                </c:pt>
                <c:pt idx="453">
                  <c:v>2.6570558528571038</c:v>
                </c:pt>
                <c:pt idx="454">
                  <c:v>2.6580113966571126</c:v>
                </c:pt>
                <c:pt idx="455">
                  <c:v>2.6589648426644348</c:v>
                </c:pt>
                <c:pt idx="456">
                  <c:v>2.6599162000698504</c:v>
                </c:pt>
                <c:pt idx="457">
                  <c:v>2.6608654780038692</c:v>
                </c:pt>
                <c:pt idx="458">
                  <c:v>2.661812685537261</c:v>
                </c:pt>
                <c:pt idx="459">
                  <c:v>2.6627578316815739</c:v>
                </c:pt>
                <c:pt idx="460">
                  <c:v>2.663700925389648</c:v>
                </c:pt>
                <c:pt idx="461">
                  <c:v>2.6646419755561257</c:v>
                </c:pt>
                <c:pt idx="462">
                  <c:v>2.6655809910179533</c:v>
                </c:pt>
                <c:pt idx="463">
                  <c:v>2.6665179805548807</c:v>
                </c:pt>
                <c:pt idx="464">
                  <c:v>2.667452952889954</c:v>
                </c:pt>
                <c:pt idx="465">
                  <c:v>2.6683859166900001</c:v>
                </c:pt>
                <c:pt idx="466">
                  <c:v>2.6693168805661123</c:v>
                </c:pt>
                <c:pt idx="467">
                  <c:v>2.6702458530741242</c:v>
                </c:pt>
                <c:pt idx="468">
                  <c:v>2.6711728427150834</c:v>
                </c:pt>
                <c:pt idx="469">
                  <c:v>2.6720978579357175</c:v>
                </c:pt>
                <c:pt idx="470">
                  <c:v>2.6730209071288962</c:v>
                </c:pt>
                <c:pt idx="471">
                  <c:v>2.673941998634088</c:v>
                </c:pt>
                <c:pt idx="472">
                  <c:v>2.6748611407378116</c:v>
                </c:pt>
                <c:pt idx="473">
                  <c:v>2.6757783416740852</c:v>
                </c:pt>
                <c:pt idx="474">
                  <c:v>2.6766936096248664</c:v>
                </c:pt>
                <c:pt idx="475">
                  <c:v>2.6776069527204931</c:v>
                </c:pt>
                <c:pt idx="476">
                  <c:v>2.6785183790401139</c:v>
                </c:pt>
                <c:pt idx="477">
                  <c:v>2.6794278966121188</c:v>
                </c:pt>
                <c:pt idx="478">
                  <c:v>2.6803355134145632</c:v>
                </c:pt>
                <c:pt idx="479">
                  <c:v>2.6812412373755872</c:v>
                </c:pt>
                <c:pt idx="480">
                  <c:v>2.6821450763738319</c:v>
                </c:pt>
                <c:pt idx="481">
                  <c:v>2.6830470382388496</c:v>
                </c:pt>
                <c:pt idx="482">
                  <c:v>2.6839471307515121</c:v>
                </c:pt>
                <c:pt idx="483">
                  <c:v>2.6848453616444123</c:v>
                </c:pt>
                <c:pt idx="484">
                  <c:v>2.6857417386022635</c:v>
                </c:pt>
                <c:pt idx="485">
                  <c:v>2.6866362692622934</c:v>
                </c:pt>
                <c:pt idx="486">
                  <c:v>2.6875289612146345</c:v>
                </c:pt>
                <c:pt idx="487">
                  <c:v>2.6884198220027105</c:v>
                </c:pt>
                <c:pt idx="488">
                  <c:v>2.6893088591236203</c:v>
                </c:pt>
                <c:pt idx="489">
                  <c:v>2.6901960800285138</c:v>
                </c:pt>
                <c:pt idx="490">
                  <c:v>2.6910814921229687</c:v>
                </c:pt>
                <c:pt idx="491">
                  <c:v>2.6919651027673601</c:v>
                </c:pt>
                <c:pt idx="492">
                  <c:v>2.6928469192772302</c:v>
                </c:pt>
                <c:pt idx="493">
                  <c:v>2.6937269489236471</c:v>
                </c:pt>
                <c:pt idx="494">
                  <c:v>2.6946051989335689</c:v>
                </c:pt>
                <c:pt idx="495">
                  <c:v>2.6954816764901977</c:v>
                </c:pt>
                <c:pt idx="496">
                  <c:v>2.6963563887333319</c:v>
                </c:pt>
                <c:pt idx="497">
                  <c:v>2.6972293427597176</c:v>
                </c:pt>
                <c:pt idx="498">
                  <c:v>2.6981005456233897</c:v>
                </c:pt>
                <c:pt idx="499">
                  <c:v>2.6989700043360187</c:v>
                </c:pt>
                <c:pt idx="500">
                  <c:v>2.6998377258672459</c:v>
                </c:pt>
                <c:pt idx="501">
                  <c:v>2.7007037171450192</c:v>
                </c:pt>
                <c:pt idx="502">
                  <c:v>2.7015679850559273</c:v>
                </c:pt>
                <c:pt idx="503">
                  <c:v>2.7024305364455254</c:v>
                </c:pt>
                <c:pt idx="504">
                  <c:v>2.7032913781186614</c:v>
                </c:pt>
                <c:pt idx="505">
                  <c:v>2.7041505168397992</c:v>
                </c:pt>
                <c:pt idx="506">
                  <c:v>2.705007959333336</c:v>
                </c:pt>
                <c:pt idx="507">
                  <c:v>2.7058637122839193</c:v>
                </c:pt>
                <c:pt idx="508">
                  <c:v>2.7067177823367587</c:v>
                </c:pt>
                <c:pt idx="509">
                  <c:v>2.7075701760979363</c:v>
                </c:pt>
                <c:pt idx="510">
                  <c:v>2.7084209001347128</c:v>
                </c:pt>
                <c:pt idx="511">
                  <c:v>2.7092699609758308</c:v>
                </c:pt>
                <c:pt idx="512">
                  <c:v>2.7101173651118162</c:v>
                </c:pt>
                <c:pt idx="513">
                  <c:v>2.7109631189952759</c:v>
                </c:pt>
                <c:pt idx="514">
                  <c:v>2.7118072290411912</c:v>
                </c:pt>
                <c:pt idx="515">
                  <c:v>2.7126497016272113</c:v>
                </c:pt>
                <c:pt idx="516">
                  <c:v>2.7134905430939424</c:v>
                </c:pt>
                <c:pt idx="517">
                  <c:v>2.7143297597452332</c:v>
                </c:pt>
                <c:pt idx="518">
                  <c:v>2.7151673578484576</c:v>
                </c:pt>
                <c:pt idx="519">
                  <c:v>2.716003343634799</c:v>
                </c:pt>
                <c:pt idx="520">
                  <c:v>2.7168377232995247</c:v>
                </c:pt>
                <c:pt idx="521">
                  <c:v>2.7176705030022621</c:v>
                </c:pt>
                <c:pt idx="522">
                  <c:v>2.7185016888672742</c:v>
                </c:pt>
                <c:pt idx="523">
                  <c:v>2.7193312869837265</c:v>
                </c:pt>
                <c:pt idx="524">
                  <c:v>2.720159303405957</c:v>
                </c:pt>
                <c:pt idx="525">
                  <c:v>2.7209857441537393</c:v>
                </c:pt>
                <c:pt idx="526">
                  <c:v>2.7218106152125467</c:v>
                </c:pt>
                <c:pt idx="527">
                  <c:v>2.7226339225338121</c:v>
                </c:pt>
                <c:pt idx="528">
                  <c:v>2.7234556720351857</c:v>
                </c:pt>
                <c:pt idx="529">
                  <c:v>2.7242758696007892</c:v>
                </c:pt>
                <c:pt idx="530">
                  <c:v>2.725094521081469</c:v>
                </c:pt>
                <c:pt idx="531">
                  <c:v>2.7259116322950483</c:v>
                </c:pt>
                <c:pt idx="532">
                  <c:v>2.7267272090265724</c:v>
                </c:pt>
                <c:pt idx="533">
                  <c:v>2.7275412570285562</c:v>
                </c:pt>
                <c:pt idx="534">
                  <c:v>2.7283537820212285</c:v>
                </c:pt>
                <c:pt idx="535">
                  <c:v>2.7291647896927702</c:v>
                </c:pt>
                <c:pt idx="536">
                  <c:v>2.7299742856995555</c:v>
                </c:pt>
                <c:pt idx="537">
                  <c:v>2.7307822756663893</c:v>
                </c:pt>
                <c:pt idx="538">
                  <c:v>2.7315887651867388</c:v>
                </c:pt>
                <c:pt idx="539">
                  <c:v>2.7323937598229686</c:v>
                </c:pt>
                <c:pt idx="540">
                  <c:v>2.7331972651065692</c:v>
                </c:pt>
                <c:pt idx="541">
                  <c:v>2.7339992865383871</c:v>
                </c:pt>
                <c:pt idx="542">
                  <c:v>2.7347998295888472</c:v>
                </c:pt>
                <c:pt idx="543">
                  <c:v>2.7355988996981799</c:v>
                </c:pt>
                <c:pt idx="544">
                  <c:v>2.7363965022766426</c:v>
                </c:pt>
                <c:pt idx="545">
                  <c:v>2.7371926427047373</c:v>
                </c:pt>
                <c:pt idx="546">
                  <c:v>2.7379873263334309</c:v>
                </c:pt>
                <c:pt idx="547">
                  <c:v>2.7387805584843692</c:v>
                </c:pt>
                <c:pt idx="548">
                  <c:v>2.7395723444500919</c:v>
                </c:pt>
                <c:pt idx="549">
                  <c:v>2.7403626894942437</c:v>
                </c:pt>
                <c:pt idx="550">
                  <c:v>2.7411515988517849</c:v>
                </c:pt>
                <c:pt idx="551">
                  <c:v>2.741939077729199</c:v>
                </c:pt>
                <c:pt idx="552">
                  <c:v>2.7427251313046983</c:v>
                </c:pt>
                <c:pt idx="553">
                  <c:v>2.7435097647284299</c:v>
                </c:pt>
                <c:pt idx="554">
                  <c:v>2.7442929831226763</c:v>
                </c:pt>
                <c:pt idx="555">
                  <c:v>2.7450747915820575</c:v>
                </c:pt>
                <c:pt idx="556">
                  <c:v>2.7458551951737289</c:v>
                </c:pt>
                <c:pt idx="557">
                  <c:v>2.7466341989375787</c:v>
                </c:pt>
                <c:pt idx="558">
                  <c:v>2.7474118078864231</c:v>
                </c:pt>
                <c:pt idx="559">
                  <c:v>2.7481880270062002</c:v>
                </c:pt>
                <c:pt idx="560">
                  <c:v>2.7489628612561616</c:v>
                </c:pt>
                <c:pt idx="561">
                  <c:v>2.7497363155690611</c:v>
                </c:pt>
                <c:pt idx="562">
                  <c:v>2.7505083948513462</c:v>
                </c:pt>
                <c:pt idx="563">
                  <c:v>2.7512791039833422</c:v>
                </c:pt>
                <c:pt idx="564">
                  <c:v>2.7520484478194387</c:v>
                </c:pt>
                <c:pt idx="565">
                  <c:v>2.7528164311882715</c:v>
                </c:pt>
                <c:pt idx="566">
                  <c:v>2.7535830588929064</c:v>
                </c:pt>
                <c:pt idx="567">
                  <c:v>2.7543483357110188</c:v>
                </c:pt>
                <c:pt idx="568">
                  <c:v>2.7551122663950713</c:v>
                </c:pt>
                <c:pt idx="569">
                  <c:v>2.7558748556724915</c:v>
                </c:pt>
                <c:pt idx="570">
                  <c:v>2.7566361082458481</c:v>
                </c:pt>
                <c:pt idx="571">
                  <c:v>2.7573960287930244</c:v>
                </c:pt>
                <c:pt idx="572">
                  <c:v>2.7581546219673898</c:v>
                </c:pt>
                <c:pt idx="573">
                  <c:v>2.7589118923979736</c:v>
                </c:pt>
                <c:pt idx="574">
                  <c:v>2.7596678446896306</c:v>
                </c:pt>
                <c:pt idx="575">
                  <c:v>2.7604224834232118</c:v>
                </c:pt>
                <c:pt idx="576">
                  <c:v>2.7611758131557314</c:v>
                </c:pt>
                <c:pt idx="577">
                  <c:v>2.761927838420529</c:v>
                </c:pt>
                <c:pt idx="578">
                  <c:v>2.762678563727436</c:v>
                </c:pt>
                <c:pt idx="579">
                  <c:v>2.7634279935629373</c:v>
                </c:pt>
                <c:pt idx="580">
                  <c:v>2.7641761323903307</c:v>
                </c:pt>
                <c:pt idx="581">
                  <c:v>2.7649229846498886</c:v>
                </c:pt>
                <c:pt idx="582">
                  <c:v>2.7656685547590141</c:v>
                </c:pt>
                <c:pt idx="583">
                  <c:v>2.7664128471123997</c:v>
                </c:pt>
                <c:pt idx="584">
                  <c:v>2.7671558660821804</c:v>
                </c:pt>
                <c:pt idx="585">
                  <c:v>2.7678976160180908</c:v>
                </c:pt>
                <c:pt idx="586">
                  <c:v>2.7686381012476144</c:v>
                </c:pt>
                <c:pt idx="587">
                  <c:v>2.7693773260761385</c:v>
                </c:pt>
                <c:pt idx="588">
                  <c:v>2.7701152947871015</c:v>
                </c:pt>
                <c:pt idx="589">
                  <c:v>2.7708520116421442</c:v>
                </c:pt>
                <c:pt idx="590">
                  <c:v>2.7715874808812555</c:v>
                </c:pt>
                <c:pt idx="591">
                  <c:v>2.77232170672292</c:v>
                </c:pt>
                <c:pt idx="592">
                  <c:v>2.7730546933642626</c:v>
                </c:pt>
                <c:pt idx="593">
                  <c:v>2.7737864449811935</c:v>
                </c:pt>
                <c:pt idx="594">
                  <c:v>2.7745169657285498</c:v>
                </c:pt>
                <c:pt idx="595">
                  <c:v>2.7752462597402365</c:v>
                </c:pt>
                <c:pt idx="596">
                  <c:v>2.775974331129369</c:v>
                </c:pt>
                <c:pt idx="597">
                  <c:v>2.7767011839884108</c:v>
                </c:pt>
                <c:pt idx="598">
                  <c:v>2.7774268223893115</c:v>
                </c:pt>
                <c:pt idx="599">
                  <c:v>2.7781512503836434</c:v>
                </c:pt>
                <c:pt idx="600">
                  <c:v>2.7788744720027396</c:v>
                </c:pt>
                <c:pt idx="601">
                  <c:v>2.7795964912578244</c:v>
                </c:pt>
                <c:pt idx="602">
                  <c:v>2.7803173121401512</c:v>
                </c:pt>
                <c:pt idx="603">
                  <c:v>2.7810369386211318</c:v>
                </c:pt>
                <c:pt idx="604">
                  <c:v>2.781755374652469</c:v>
                </c:pt>
                <c:pt idx="605">
                  <c:v>2.782472624166286</c:v>
                </c:pt>
                <c:pt idx="606">
                  <c:v>2.7831886910752575</c:v>
                </c:pt>
                <c:pt idx="607">
                  <c:v>2.7839035792727351</c:v>
                </c:pt>
                <c:pt idx="608">
                  <c:v>2.7846172926328752</c:v>
                </c:pt>
                <c:pt idx="609">
                  <c:v>2.7853298350107671</c:v>
                </c:pt>
                <c:pt idx="610">
                  <c:v>2.786041210242554</c:v>
                </c:pt>
                <c:pt idx="611">
                  <c:v>2.7867514221455614</c:v>
                </c:pt>
                <c:pt idx="612">
                  <c:v>2.7874604745184151</c:v>
                </c:pt>
                <c:pt idx="613">
                  <c:v>2.7881683711411678</c:v>
                </c:pt>
                <c:pt idx="614">
                  <c:v>2.7888751157754168</c:v>
                </c:pt>
                <c:pt idx="615">
                  <c:v>2.7895807121644256</c:v>
                </c:pt>
                <c:pt idx="616">
                  <c:v>2.7902851640332416</c:v>
                </c:pt>
                <c:pt idx="617">
                  <c:v>2.7909884750888159</c:v>
                </c:pt>
                <c:pt idx="618">
                  <c:v>2.7916906490201181</c:v>
                </c:pt>
                <c:pt idx="619">
                  <c:v>2.7923916894982539</c:v>
                </c:pt>
                <c:pt idx="620">
                  <c:v>2.79309160017658</c:v>
                </c:pt>
                <c:pt idx="621">
                  <c:v>2.7937903846908188</c:v>
                </c:pt>
                <c:pt idx="622">
                  <c:v>2.7944880466591697</c:v>
                </c:pt>
                <c:pt idx="623">
                  <c:v>2.7951845896824241</c:v>
                </c:pt>
                <c:pt idx="624">
                  <c:v>2.7958800173440754</c:v>
                </c:pt>
                <c:pt idx="625">
                  <c:v>2.7965743332104296</c:v>
                </c:pt>
                <c:pt idx="626">
                  <c:v>2.7972675408307164</c:v>
                </c:pt>
                <c:pt idx="627">
                  <c:v>2.7979596437371961</c:v>
                </c:pt>
                <c:pt idx="628">
                  <c:v>2.7986506454452691</c:v>
                </c:pt>
                <c:pt idx="629">
                  <c:v>2.7993405494535817</c:v>
                </c:pt>
                <c:pt idx="630">
                  <c:v>2.8000293592441343</c:v>
                </c:pt>
                <c:pt idx="631">
                  <c:v>2.8007170782823851</c:v>
                </c:pt>
                <c:pt idx="632">
                  <c:v>2.8014037100173552</c:v>
                </c:pt>
                <c:pt idx="633">
                  <c:v>2.8020892578817329</c:v>
                </c:pt>
                <c:pt idx="634">
                  <c:v>2.8027737252919755</c:v>
                </c:pt>
                <c:pt idx="635">
                  <c:v>2.8034571156484138</c:v>
                </c:pt>
                <c:pt idx="636">
                  <c:v>2.8041394323353503</c:v>
                </c:pt>
                <c:pt idx="637">
                  <c:v>2.8048206787211623</c:v>
                </c:pt>
                <c:pt idx="638">
                  <c:v>2.8055008581584002</c:v>
                </c:pt>
                <c:pt idx="639">
                  <c:v>2.8061799739838871</c:v>
                </c:pt>
                <c:pt idx="640">
                  <c:v>2.8068580295188172</c:v>
                </c:pt>
                <c:pt idx="641">
                  <c:v>2.8075350280688531</c:v>
                </c:pt>
                <c:pt idx="642">
                  <c:v>2.8082109729242219</c:v>
                </c:pt>
                <c:pt idx="643">
                  <c:v>2.808885867359812</c:v>
                </c:pt>
                <c:pt idx="644">
                  <c:v>2.8095597146352675</c:v>
                </c:pt>
                <c:pt idx="645">
                  <c:v>2.8102325179950842</c:v>
                </c:pt>
                <c:pt idx="646">
                  <c:v>2.8109042806687006</c:v>
                </c:pt>
                <c:pt idx="647">
                  <c:v>2.8115750058705933</c:v>
                </c:pt>
                <c:pt idx="648">
                  <c:v>2.8122446968003691</c:v>
                </c:pt>
                <c:pt idx="649">
                  <c:v>2.8129133566428557</c:v>
                </c:pt>
                <c:pt idx="650">
                  <c:v>2.8135809885681922</c:v>
                </c:pt>
                <c:pt idx="651">
                  <c:v>2.8142475957319202</c:v>
                </c:pt>
                <c:pt idx="652">
                  <c:v>2.8149131812750738</c:v>
                </c:pt>
                <c:pt idx="653">
                  <c:v>2.8155777483242672</c:v>
                </c:pt>
                <c:pt idx="654">
                  <c:v>2.8162412999917832</c:v>
                </c:pt>
                <c:pt idx="655">
                  <c:v>2.8169038393756605</c:v>
                </c:pt>
                <c:pt idx="656">
                  <c:v>2.8175653695597807</c:v>
                </c:pt>
                <c:pt idx="657">
                  <c:v>2.8182258936139557</c:v>
                </c:pt>
                <c:pt idx="658">
                  <c:v>2.8188854145940097</c:v>
                </c:pt>
                <c:pt idx="659">
                  <c:v>2.8195439355418688</c:v>
                </c:pt>
                <c:pt idx="660">
                  <c:v>2.8202014594856402</c:v>
                </c:pt>
                <c:pt idx="661">
                  <c:v>2.8208579894397001</c:v>
                </c:pt>
                <c:pt idx="662">
                  <c:v>2.8215135284047732</c:v>
                </c:pt>
                <c:pt idx="663">
                  <c:v>2.8221680793680175</c:v>
                </c:pt>
                <c:pt idx="664">
                  <c:v>2.8228216453031045</c:v>
                </c:pt>
                <c:pt idx="665">
                  <c:v>2.823474229170301</c:v>
                </c:pt>
                <c:pt idx="666">
                  <c:v>2.8241258339165491</c:v>
                </c:pt>
                <c:pt idx="667">
                  <c:v>2.8247764624755458</c:v>
                </c:pt>
                <c:pt idx="668">
                  <c:v>2.8254261177678233</c:v>
                </c:pt>
                <c:pt idx="669">
                  <c:v>2.8260748027008264</c:v>
                </c:pt>
                <c:pt idx="670">
                  <c:v>2.8267225201689921</c:v>
                </c:pt>
                <c:pt idx="671">
                  <c:v>2.8273692730538253</c:v>
                </c:pt>
                <c:pt idx="672">
                  <c:v>2.828015064223977</c:v>
                </c:pt>
                <c:pt idx="673">
                  <c:v>2.8286598965353198</c:v>
                </c:pt>
                <c:pt idx="674">
                  <c:v>2.8293037728310249</c:v>
                </c:pt>
                <c:pt idx="675">
                  <c:v>2.8299466959416359</c:v>
                </c:pt>
                <c:pt idx="676">
                  <c:v>2.8305886686851442</c:v>
                </c:pt>
                <c:pt idx="677">
                  <c:v>2.8312296938670634</c:v>
                </c:pt>
                <c:pt idx="678">
                  <c:v>2.8318697742805017</c:v>
                </c:pt>
                <c:pt idx="679">
                  <c:v>2.8325089127062362</c:v>
                </c:pt>
                <c:pt idx="680">
                  <c:v>2.8331471119127851</c:v>
                </c:pt>
                <c:pt idx="681">
                  <c:v>2.8337843746564788</c:v>
                </c:pt>
                <c:pt idx="682">
                  <c:v>2.8344207036815328</c:v>
                </c:pt>
                <c:pt idx="683">
                  <c:v>2.8350561017201161</c:v>
                </c:pt>
                <c:pt idx="684">
                  <c:v>2.8356905714924254</c:v>
                </c:pt>
                <c:pt idx="685">
                  <c:v>2.8363241157067516</c:v>
                </c:pt>
                <c:pt idx="686">
                  <c:v>2.8369567370595505</c:v>
                </c:pt>
                <c:pt idx="687">
                  <c:v>2.8375884382355112</c:v>
                </c:pt>
                <c:pt idx="688">
                  <c:v>2.8382192219076257</c:v>
                </c:pt>
                <c:pt idx="689">
                  <c:v>2.8388490907372552</c:v>
                </c:pt>
                <c:pt idx="690">
                  <c:v>2.8394780473741985</c:v>
                </c:pt>
                <c:pt idx="691">
                  <c:v>2.840106094456758</c:v>
                </c:pt>
                <c:pt idx="692">
                  <c:v>2.8407332346118066</c:v>
                </c:pt>
                <c:pt idx="693">
                  <c:v>2.8413594704548548</c:v>
                </c:pt>
                <c:pt idx="694">
                  <c:v>2.8419848045901137</c:v>
                </c:pt>
                <c:pt idx="695">
                  <c:v>2.842609239610562</c:v>
                </c:pt>
                <c:pt idx="696">
                  <c:v>2.8432327780980096</c:v>
                </c:pt>
                <c:pt idx="697">
                  <c:v>2.8438554226231609</c:v>
                </c:pt>
                <c:pt idx="698">
                  <c:v>2.8444771757456815</c:v>
                </c:pt>
                <c:pt idx="699">
                  <c:v>2.8450980400142569</c:v>
                </c:pt>
                <c:pt idx="700">
                  <c:v>2.8457180179666586</c:v>
                </c:pt>
                <c:pt idx="701">
                  <c:v>2.8463371121298051</c:v>
                </c:pt>
                <c:pt idx="702">
                  <c:v>2.8469553250198238</c:v>
                </c:pt>
                <c:pt idx="703">
                  <c:v>2.847572659142112</c:v>
                </c:pt>
                <c:pt idx="704">
                  <c:v>2.8481891169913989</c:v>
                </c:pt>
                <c:pt idx="705">
                  <c:v>2.8488047010518036</c:v>
                </c:pt>
                <c:pt idx="706">
                  <c:v>2.8494194137968996</c:v>
                </c:pt>
                <c:pt idx="707">
                  <c:v>2.8500332576897689</c:v>
                </c:pt>
                <c:pt idx="708">
                  <c:v>2.8506462351830666</c:v>
                </c:pt>
                <c:pt idx="709">
                  <c:v>2.8512583487190755</c:v>
                </c:pt>
                <c:pt idx="710">
                  <c:v>2.8518696007297661</c:v>
                </c:pt>
                <c:pt idx="711">
                  <c:v>2.8524799936368566</c:v>
                </c:pt>
                <c:pt idx="712">
                  <c:v>2.8530895298518657</c:v>
                </c:pt>
                <c:pt idx="713">
                  <c:v>2.8536982117761744</c:v>
                </c:pt>
                <c:pt idx="714">
                  <c:v>2.8543060418010806</c:v>
                </c:pt>
                <c:pt idx="715">
                  <c:v>2.8549130223078554</c:v>
                </c:pt>
                <c:pt idx="716">
                  <c:v>2.8555191556678001</c:v>
                </c:pt>
                <c:pt idx="717">
                  <c:v>2.8561244442423002</c:v>
                </c:pt>
                <c:pt idx="718">
                  <c:v>2.8567288903828825</c:v>
                </c:pt>
                <c:pt idx="719">
                  <c:v>2.8573324964312685</c:v>
                </c:pt>
                <c:pt idx="720">
                  <c:v>2.8579352647194289</c:v>
                </c:pt>
                <c:pt idx="721">
                  <c:v>2.858537197569639</c:v>
                </c:pt>
                <c:pt idx="722">
                  <c:v>2.859138297294531</c:v>
                </c:pt>
                <c:pt idx="723">
                  <c:v>2.8597385661971471</c:v>
                </c:pt>
                <c:pt idx="724">
                  <c:v>2.8603380065709936</c:v>
                </c:pt>
                <c:pt idx="725">
                  <c:v>2.8609366207000937</c:v>
                </c:pt>
                <c:pt idx="726">
                  <c:v>2.8615344108590377</c:v>
                </c:pt>
                <c:pt idx="727">
                  <c:v>2.8621313793130372</c:v>
                </c:pt>
                <c:pt idx="728">
                  <c:v>2.8627275283179747</c:v>
                </c:pt>
                <c:pt idx="729">
                  <c:v>2.8633228601204559</c:v>
                </c:pt>
                <c:pt idx="730">
                  <c:v>2.8639173769578603</c:v>
                </c:pt>
                <c:pt idx="731">
                  <c:v>2.8645110810583918</c:v>
                </c:pt>
                <c:pt idx="732">
                  <c:v>2.8651039746411278</c:v>
                </c:pt>
                <c:pt idx="733">
                  <c:v>2.8656960599160706</c:v>
                </c:pt>
                <c:pt idx="734">
                  <c:v>2.8662873390841948</c:v>
                </c:pt>
                <c:pt idx="735">
                  <c:v>2.8668778143374989</c:v>
                </c:pt>
                <c:pt idx="736">
                  <c:v>2.8674674878590514</c:v>
                </c:pt>
                <c:pt idx="737">
                  <c:v>2.8680563618230415</c:v>
                </c:pt>
                <c:pt idx="738">
                  <c:v>2.8686444383948255</c:v>
                </c:pt>
                <c:pt idx="739">
                  <c:v>2.8692317197309762</c:v>
                </c:pt>
                <c:pt idx="740">
                  <c:v>2.869818207979328</c:v>
                </c:pt>
                <c:pt idx="741">
                  <c:v>2.8704039052790269</c:v>
                </c:pt>
                <c:pt idx="742">
                  <c:v>2.8709888137605755</c:v>
                </c:pt>
                <c:pt idx="743">
                  <c:v>2.8715729355458786</c:v>
                </c:pt>
                <c:pt idx="744">
                  <c:v>2.8721562727482928</c:v>
                </c:pt>
                <c:pt idx="745">
                  <c:v>2.8727388274726686</c:v>
                </c:pt>
                <c:pt idx="746">
                  <c:v>2.8733206018153989</c:v>
                </c:pt>
                <c:pt idx="747">
                  <c:v>2.8739015978644615</c:v>
                </c:pt>
                <c:pt idx="748">
                  <c:v>2.8744818176994666</c:v>
                </c:pt>
                <c:pt idx="749">
                  <c:v>2.8750612633917001</c:v>
                </c:pt>
                <c:pt idx="750">
                  <c:v>2.8756399370041685</c:v>
                </c:pt>
                <c:pt idx="751">
                  <c:v>2.8762178405916421</c:v>
                </c:pt>
                <c:pt idx="752">
                  <c:v>2.8767949762007006</c:v>
                </c:pt>
                <c:pt idx="753">
                  <c:v>2.8773713458697738</c:v>
                </c:pt>
                <c:pt idx="754">
                  <c:v>2.8779469516291885</c:v>
                </c:pt>
                <c:pt idx="755">
                  <c:v>2.8785217955012063</c:v>
                </c:pt>
                <c:pt idx="756">
                  <c:v>2.8790958795000727</c:v>
                </c:pt>
                <c:pt idx="757">
                  <c:v>2.8796692056320534</c:v>
                </c:pt>
                <c:pt idx="758">
                  <c:v>2.8802417758954801</c:v>
                </c:pt>
                <c:pt idx="759">
                  <c:v>2.8808135922807914</c:v>
                </c:pt>
                <c:pt idx="760">
                  <c:v>2.8813846567705728</c:v>
                </c:pt>
                <c:pt idx="761">
                  <c:v>2.8819549713396007</c:v>
                </c:pt>
                <c:pt idx="762">
                  <c:v>2.8825245379548803</c:v>
                </c:pt>
                <c:pt idx="763">
                  <c:v>2.8830933585756897</c:v>
                </c:pt>
                <c:pt idx="764">
                  <c:v>2.8836614351536176</c:v>
                </c:pt>
                <c:pt idx="765">
                  <c:v>2.8842287696326041</c:v>
                </c:pt>
                <c:pt idx="766">
                  <c:v>2.8847953639489812</c:v>
                </c:pt>
                <c:pt idx="767">
                  <c:v>2.8853612200315122</c:v>
                </c:pt>
                <c:pt idx="768">
                  <c:v>2.885926339801431</c:v>
                </c:pt>
                <c:pt idx="769">
                  <c:v>2.8864907251724818</c:v>
                </c:pt>
                <c:pt idx="770">
                  <c:v>2.8870543780509568</c:v>
                </c:pt>
                <c:pt idx="771">
                  <c:v>2.8876173003357359</c:v>
                </c:pt>
                <c:pt idx="772">
                  <c:v>2.888179493918325</c:v>
                </c:pt>
                <c:pt idx="773">
                  <c:v>2.8887409606828927</c:v>
                </c:pt>
                <c:pt idx="774">
                  <c:v>2.8893017025063101</c:v>
                </c:pt>
                <c:pt idx="775">
                  <c:v>2.8898617212581885</c:v>
                </c:pt>
                <c:pt idx="776">
                  <c:v>2.8904210188009141</c:v>
                </c:pt>
                <c:pt idx="777">
                  <c:v>2.890979596989689</c:v>
                </c:pt>
                <c:pt idx="778">
                  <c:v>2.8915374576725643</c:v>
                </c:pt>
                <c:pt idx="779">
                  <c:v>2.8920946026904804</c:v>
                </c:pt>
                <c:pt idx="780">
                  <c:v>2.8926510338773004</c:v>
                </c:pt>
                <c:pt idx="781">
                  <c:v>2.893206753059848</c:v>
                </c:pt>
                <c:pt idx="782">
                  <c:v>2.8937617620579434</c:v>
                </c:pt>
                <c:pt idx="783">
                  <c:v>2.8943160626844384</c:v>
                </c:pt>
                <c:pt idx="784">
                  <c:v>2.8948696567452528</c:v>
                </c:pt>
                <c:pt idx="785">
                  <c:v>2.8954225460394079</c:v>
                </c:pt>
                <c:pt idx="786">
                  <c:v>2.8959747323590648</c:v>
                </c:pt>
                <c:pt idx="787">
                  <c:v>2.8965262174895554</c:v>
                </c:pt>
                <c:pt idx="788">
                  <c:v>2.8970770032094202</c:v>
                </c:pt>
                <c:pt idx="789">
                  <c:v>2.8976270912904414</c:v>
                </c:pt>
                <c:pt idx="790">
                  <c:v>2.8981764834976764</c:v>
                </c:pt>
                <c:pt idx="791">
                  <c:v>2.8987251815894934</c:v>
                </c:pt>
                <c:pt idx="792">
                  <c:v>2.8992731873176036</c:v>
                </c:pt>
                <c:pt idx="793">
                  <c:v>2.8998205024270964</c:v>
                </c:pt>
                <c:pt idx="794">
                  <c:v>2.9003671286564705</c:v>
                </c:pt>
                <c:pt idx="795">
                  <c:v>2.9009130677376689</c:v>
                </c:pt>
                <c:pt idx="796">
                  <c:v>2.9014583213961123</c:v>
                </c:pt>
                <c:pt idx="797">
                  <c:v>2.9020028913507296</c:v>
                </c:pt>
                <c:pt idx="798">
                  <c:v>2.9025467793139912</c:v>
                </c:pt>
                <c:pt idx="799">
                  <c:v>2.9030899869919438</c:v>
                </c:pt>
                <c:pt idx="800">
                  <c:v>2.9036325160842376</c:v>
                </c:pt>
                <c:pt idx="801">
                  <c:v>2.9041743682841634</c:v>
                </c:pt>
                <c:pt idx="802">
                  <c:v>2.9047155452786808</c:v>
                </c:pt>
                <c:pt idx="803">
                  <c:v>2.9052560487484511</c:v>
                </c:pt>
                <c:pt idx="804">
                  <c:v>2.9057958803678687</c:v>
                </c:pt>
                <c:pt idx="805">
                  <c:v>2.9063350418050908</c:v>
                </c:pt>
                <c:pt idx="806">
                  <c:v>2.9068735347220702</c:v>
                </c:pt>
                <c:pt idx="807">
                  <c:v>2.907411360774586</c:v>
                </c:pt>
                <c:pt idx="808">
                  <c:v>2.9079485216122722</c:v>
                </c:pt>
                <c:pt idx="809">
                  <c:v>2.90848501887865</c:v>
                </c:pt>
                <c:pt idx="810">
                  <c:v>2.909020854211156</c:v>
                </c:pt>
                <c:pt idx="811">
                  <c:v>2.9095560292411755</c:v>
                </c:pt>
                <c:pt idx="812">
                  <c:v>2.910090545594068</c:v>
                </c:pt>
                <c:pt idx="813">
                  <c:v>2.9106244048892012</c:v>
                </c:pt>
                <c:pt idx="814">
                  <c:v>2.9111576087399764</c:v>
                </c:pt>
                <c:pt idx="815">
                  <c:v>2.9116901587538613</c:v>
                </c:pt>
                <c:pt idx="816">
                  <c:v>2.9122220565324155</c:v>
                </c:pt>
                <c:pt idx="817">
                  <c:v>2.9127533036713231</c:v>
                </c:pt>
                <c:pt idx="818">
                  <c:v>2.9132839017604186</c:v>
                </c:pt>
                <c:pt idx="819">
                  <c:v>2.9138138523837167</c:v>
                </c:pt>
                <c:pt idx="820">
                  <c:v>2.9143431571194407</c:v>
                </c:pt>
                <c:pt idx="821">
                  <c:v>2.9148718175400505</c:v>
                </c:pt>
                <c:pt idx="822">
                  <c:v>2.9153998352122699</c:v>
                </c:pt>
                <c:pt idx="823">
                  <c:v>2.9159272116971158</c:v>
                </c:pt>
                <c:pt idx="824">
                  <c:v>2.916453948549925</c:v>
                </c:pt>
                <c:pt idx="825">
                  <c:v>2.9169800473203824</c:v>
                </c:pt>
                <c:pt idx="826">
                  <c:v>2.9175055095525466</c:v>
                </c:pt>
                <c:pt idx="827">
                  <c:v>2.9180303367848803</c:v>
                </c:pt>
                <c:pt idx="828">
                  <c:v>2.9185545305502734</c:v>
                </c:pt>
                <c:pt idx="829">
                  <c:v>2.9190780923760737</c:v>
                </c:pt>
                <c:pt idx="830">
                  <c:v>2.9196010237841108</c:v>
                </c:pt>
                <c:pt idx="831">
                  <c:v>2.920123326290724</c:v>
                </c:pt>
                <c:pt idx="832">
                  <c:v>2.9206450014067875</c:v>
                </c:pt>
                <c:pt idx="833">
                  <c:v>2.9211660506377388</c:v>
                </c:pt>
                <c:pt idx="834">
                  <c:v>2.9216864754836021</c:v>
                </c:pt>
                <c:pt idx="835">
                  <c:v>2.9222062774390163</c:v>
                </c:pt>
                <c:pt idx="836">
                  <c:v>2.92272545799326</c:v>
                </c:pt>
                <c:pt idx="837">
                  <c:v>2.9232440186302764</c:v>
                </c:pt>
                <c:pt idx="838">
                  <c:v>2.9237619608287004</c:v>
                </c:pt>
                <c:pt idx="839">
                  <c:v>2.9242792860618816</c:v>
                </c:pt>
                <c:pt idx="840">
                  <c:v>2.9247959957979122</c:v>
                </c:pt>
                <c:pt idx="841">
                  <c:v>2.9253120914996495</c:v>
                </c:pt>
                <c:pt idx="842">
                  <c:v>2.9258275746247424</c:v>
                </c:pt>
                <c:pt idx="843">
                  <c:v>2.9263424466256551</c:v>
                </c:pt>
                <c:pt idx="844">
                  <c:v>2.9268567089496922</c:v>
                </c:pt>
                <c:pt idx="845">
                  <c:v>2.9273703630390235</c:v>
                </c:pt>
                <c:pt idx="846">
                  <c:v>2.9278834103307068</c:v>
                </c:pt>
                <c:pt idx="847">
                  <c:v>2.9283958522567137</c:v>
                </c:pt>
                <c:pt idx="848">
                  <c:v>2.9289076902439528</c:v>
                </c:pt>
                <c:pt idx="849">
                  <c:v>2.9294189257142929</c:v>
                </c:pt>
                <c:pt idx="850">
                  <c:v>2.929929560084588</c:v>
                </c:pt>
                <c:pt idx="851">
                  <c:v>2.9304395947667001</c:v>
                </c:pt>
                <c:pt idx="852">
                  <c:v>2.9309490311675228</c:v>
                </c:pt>
                <c:pt idx="853">
                  <c:v>2.9314578706890049</c:v>
                </c:pt>
                <c:pt idx="854">
                  <c:v>2.9319661147281728</c:v>
                </c:pt>
                <c:pt idx="855">
                  <c:v>2.932473764677153</c:v>
                </c:pt>
                <c:pt idx="856">
                  <c:v>2.9329808219231981</c:v>
                </c:pt>
                <c:pt idx="857">
                  <c:v>2.9334872878487053</c:v>
                </c:pt>
                <c:pt idx="858">
                  <c:v>2.9339931638312424</c:v>
                </c:pt>
                <c:pt idx="859">
                  <c:v>2.9344984512435679</c:v>
                </c:pt>
                <c:pt idx="860">
                  <c:v>2.935003151453655</c:v>
                </c:pt>
                <c:pt idx="861">
                  <c:v>2.9355072658247128</c:v>
                </c:pt>
                <c:pt idx="862">
                  <c:v>2.9360107957152097</c:v>
                </c:pt>
                <c:pt idx="863">
                  <c:v>2.9365137424788932</c:v>
                </c:pt>
                <c:pt idx="864">
                  <c:v>2.9370161074648142</c:v>
                </c:pt>
                <c:pt idx="865">
                  <c:v>2.9375178920173468</c:v>
                </c:pt>
                <c:pt idx="866">
                  <c:v>2.9380190974762104</c:v>
                </c:pt>
                <c:pt idx="867">
                  <c:v>2.9385197251764921</c:v>
                </c:pt>
                <c:pt idx="868">
                  <c:v>2.9390197764486663</c:v>
                </c:pt>
                <c:pt idx="869">
                  <c:v>2.9395192526186187</c:v>
                </c:pt>
                <c:pt idx="870">
                  <c:v>2.9400181550076634</c:v>
                </c:pt>
                <c:pt idx="871">
                  <c:v>2.9405164849325671</c:v>
                </c:pt>
                <c:pt idx="872">
                  <c:v>2.9410142437055695</c:v>
                </c:pt>
                <c:pt idx="873">
                  <c:v>2.9415114326344032</c:v>
                </c:pt>
                <c:pt idx="874">
                  <c:v>2.9420080530223132</c:v>
                </c:pt>
                <c:pt idx="875">
                  <c:v>2.9425041061680806</c:v>
                </c:pt>
                <c:pt idx="876">
                  <c:v>2.9429995933660407</c:v>
                </c:pt>
                <c:pt idx="877">
                  <c:v>2.9434945159061026</c:v>
                </c:pt>
                <c:pt idx="878">
                  <c:v>2.9439888750737717</c:v>
                </c:pt>
                <c:pt idx="879">
                  <c:v>2.9444826721501687</c:v>
                </c:pt>
                <c:pt idx="880">
                  <c:v>2.9449759084120477</c:v>
                </c:pt>
                <c:pt idx="881">
                  <c:v>2.9454685851318199</c:v>
                </c:pt>
                <c:pt idx="882">
                  <c:v>2.9459607035775686</c:v>
                </c:pt>
                <c:pt idx="883">
                  <c:v>2.9464522650130731</c:v>
                </c:pt>
                <c:pt idx="884">
                  <c:v>2.9469432706978256</c:v>
                </c:pt>
                <c:pt idx="885">
                  <c:v>2.9474337218870508</c:v>
                </c:pt>
                <c:pt idx="886">
                  <c:v>2.9479236198317262</c:v>
                </c:pt>
                <c:pt idx="887">
                  <c:v>2.9484129657786009</c:v>
                </c:pt>
                <c:pt idx="888">
                  <c:v>2.9489017609702137</c:v>
                </c:pt>
                <c:pt idx="889">
                  <c:v>2.9493900066449128</c:v>
                </c:pt>
                <c:pt idx="890">
                  <c:v>2.9498777040368749</c:v>
                </c:pt>
                <c:pt idx="891">
                  <c:v>2.9503648543761232</c:v>
                </c:pt>
                <c:pt idx="892">
                  <c:v>2.9508514588885464</c:v>
                </c:pt>
                <c:pt idx="893">
                  <c:v>2.9513375187959179</c:v>
                </c:pt>
                <c:pt idx="894">
                  <c:v>2.9518230353159121</c:v>
                </c:pt>
                <c:pt idx="895">
                  <c:v>2.9523080096621253</c:v>
                </c:pt>
                <c:pt idx="896">
                  <c:v>2.9527924430440922</c:v>
                </c:pt>
                <c:pt idx="897">
                  <c:v>2.9532763366673045</c:v>
                </c:pt>
                <c:pt idx="898">
                  <c:v>2.9537596917332287</c:v>
                </c:pt>
                <c:pt idx="899">
                  <c:v>2.9542425094393248</c:v>
                </c:pt>
                <c:pt idx="900">
                  <c:v>2.9547247909790628</c:v>
                </c:pt>
                <c:pt idx="901">
                  <c:v>2.9552065375419416</c:v>
                </c:pt>
                <c:pt idx="902">
                  <c:v>2.9556877503135057</c:v>
                </c:pt>
                <c:pt idx="903">
                  <c:v>2.9561684304753633</c:v>
                </c:pt>
                <c:pt idx="904">
                  <c:v>2.9566485792052033</c:v>
                </c:pt>
                <c:pt idx="905">
                  <c:v>2.9571281976768131</c:v>
                </c:pt>
                <c:pt idx="906">
                  <c:v>2.9576072870600951</c:v>
                </c:pt>
                <c:pt idx="907">
                  <c:v>2.958085848521085</c:v>
                </c:pt>
                <c:pt idx="908">
                  <c:v>2.9585638832219674</c:v>
                </c:pt>
                <c:pt idx="909">
                  <c:v>2.9590413923210934</c:v>
                </c:pt>
                <c:pt idx="910">
                  <c:v>2.9595183769729982</c:v>
                </c:pt>
                <c:pt idx="911">
                  <c:v>2.959994838328416</c:v>
                </c:pt>
                <c:pt idx="912">
                  <c:v>2.9604707775342991</c:v>
                </c:pt>
                <c:pt idx="913">
                  <c:v>2.9609461957338312</c:v>
                </c:pt>
                <c:pt idx="914">
                  <c:v>2.9614210940664485</c:v>
                </c:pt>
                <c:pt idx="915">
                  <c:v>2.9618954736678504</c:v>
                </c:pt>
                <c:pt idx="916">
                  <c:v>2.9623693356700209</c:v>
                </c:pt>
                <c:pt idx="917">
                  <c:v>2.9628426812012423</c:v>
                </c:pt>
                <c:pt idx="918">
                  <c:v>2.9633155113861114</c:v>
                </c:pt>
                <c:pt idx="919">
                  <c:v>2.9637878273455551</c:v>
                </c:pt>
                <c:pt idx="920">
                  <c:v>2.9642596301968491</c:v>
                </c:pt>
                <c:pt idx="921">
                  <c:v>2.9647309210536292</c:v>
                </c:pt>
                <c:pt idx="922">
                  <c:v>2.965201701025912</c:v>
                </c:pt>
                <c:pt idx="923">
                  <c:v>2.9656719712201065</c:v>
                </c:pt>
                <c:pt idx="924">
                  <c:v>2.9661417327390325</c:v>
                </c:pt>
                <c:pt idx="925">
                  <c:v>2.9666109866819341</c:v>
                </c:pt>
                <c:pt idx="926">
                  <c:v>2.9670797341444972</c:v>
                </c:pt>
                <c:pt idx="927">
                  <c:v>2.9675479762188619</c:v>
                </c:pt>
                <c:pt idx="928">
                  <c:v>2.9680157139936418</c:v>
                </c:pt>
                <c:pt idx="929">
                  <c:v>2.9684829485539352</c:v>
                </c:pt>
                <c:pt idx="930">
                  <c:v>2.9689496809813427</c:v>
                </c:pt>
                <c:pt idx="931">
                  <c:v>2.9694159123539814</c:v>
                </c:pt>
                <c:pt idx="932">
                  <c:v>2.9698816437465001</c:v>
                </c:pt>
                <c:pt idx="933">
                  <c:v>2.9703468762300935</c:v>
                </c:pt>
                <c:pt idx="934">
                  <c:v>2.9708116108725178</c:v>
                </c:pt>
                <c:pt idx="935">
                  <c:v>2.971275848738105</c:v>
                </c:pt>
                <c:pt idx="936">
                  <c:v>2.9717395908877782</c:v>
                </c:pt>
                <c:pt idx="937">
                  <c:v>2.9722028383790646</c:v>
                </c:pt>
                <c:pt idx="938">
                  <c:v>2.9726655922661109</c:v>
                </c:pt>
                <c:pt idx="939">
                  <c:v>2.9731278535996988</c:v>
                </c:pt>
                <c:pt idx="940">
                  <c:v>2.973589623427257</c:v>
                </c:pt>
                <c:pt idx="941">
                  <c:v>2.9740509027928774</c:v>
                </c:pt>
                <c:pt idx="942">
                  <c:v>2.9745116927373285</c:v>
                </c:pt>
                <c:pt idx="943">
                  <c:v>2.9749719942980688</c:v>
                </c:pt>
                <c:pt idx="944">
                  <c:v>2.975431808509263</c:v>
                </c:pt>
                <c:pt idx="945">
                  <c:v>2.9758911364017928</c:v>
                </c:pt>
                <c:pt idx="946">
                  <c:v>2.9763499790032735</c:v>
                </c:pt>
                <c:pt idx="947">
                  <c:v>2.976808337338066</c:v>
                </c:pt>
                <c:pt idx="948">
                  <c:v>2.9772662124272928</c:v>
                </c:pt>
                <c:pt idx="949">
                  <c:v>2.9777236052888476</c:v>
                </c:pt>
                <c:pt idx="950">
                  <c:v>2.9781805169374138</c:v>
                </c:pt>
                <c:pt idx="951">
                  <c:v>2.9786369483844743</c:v>
                </c:pt>
                <c:pt idx="952">
                  <c:v>2.9790929006383262</c:v>
                </c:pt>
                <c:pt idx="953">
                  <c:v>2.9795483747040952</c:v>
                </c:pt>
                <c:pt idx="954">
                  <c:v>2.9800033715837464</c:v>
                </c:pt>
                <c:pt idx="955">
                  <c:v>2.9804578922761</c:v>
                </c:pt>
                <c:pt idx="956">
                  <c:v>2.9809119377768436</c:v>
                </c:pt>
                <c:pt idx="957">
                  <c:v>2.9813655090785445</c:v>
                </c:pt>
                <c:pt idx="958">
                  <c:v>2.9818186071706636</c:v>
                </c:pt>
                <c:pt idx="959">
                  <c:v>2.9822712330395684</c:v>
                </c:pt>
                <c:pt idx="960">
                  <c:v>2.9827233876685453</c:v>
                </c:pt>
                <c:pt idx="961">
                  <c:v>2.9831750720378132</c:v>
                </c:pt>
                <c:pt idx="962">
                  <c:v>2.9836262871245345</c:v>
                </c:pt>
                <c:pt idx="963">
                  <c:v>2.9840770339028309</c:v>
                </c:pt>
                <c:pt idx="964">
                  <c:v>2.9845273133437926</c:v>
                </c:pt>
                <c:pt idx="965">
                  <c:v>2.9849771264154934</c:v>
                </c:pt>
                <c:pt idx="966">
                  <c:v>2.9854264740830017</c:v>
                </c:pt>
                <c:pt idx="967">
                  <c:v>2.9858753573083936</c:v>
                </c:pt>
                <c:pt idx="968">
                  <c:v>2.9863237770507651</c:v>
                </c:pt>
                <c:pt idx="969">
                  <c:v>2.9867717342662448</c:v>
                </c:pt>
                <c:pt idx="970">
                  <c:v>2.9872192299080047</c:v>
                </c:pt>
                <c:pt idx="971">
                  <c:v>2.9876662649262746</c:v>
                </c:pt>
                <c:pt idx="972">
                  <c:v>2.9881128402683519</c:v>
                </c:pt>
                <c:pt idx="973">
                  <c:v>2.9885589568786157</c:v>
                </c:pt>
                <c:pt idx="974">
                  <c:v>2.989004615698537</c:v>
                </c:pt>
                <c:pt idx="975">
                  <c:v>2.9894498176666917</c:v>
                </c:pt>
                <c:pt idx="976">
                  <c:v>2.989894563718773</c:v>
                </c:pt>
                <c:pt idx="977">
                  <c:v>2.9903388547876015</c:v>
                </c:pt>
                <c:pt idx="978">
                  <c:v>2.9907826918031377</c:v>
                </c:pt>
                <c:pt idx="979">
                  <c:v>2.9912260756924947</c:v>
                </c:pt>
                <c:pt idx="980">
                  <c:v>2.9916690073799486</c:v>
                </c:pt>
                <c:pt idx="981">
                  <c:v>2.9921114877869495</c:v>
                </c:pt>
                <c:pt idx="982">
                  <c:v>2.9925535178321354</c:v>
                </c:pt>
                <c:pt idx="983">
                  <c:v>2.9929950984313414</c:v>
                </c:pt>
                <c:pt idx="984">
                  <c:v>2.9934362304976116</c:v>
                </c:pt>
                <c:pt idx="985">
                  <c:v>2.993876914941211</c:v>
                </c:pt>
                <c:pt idx="986">
                  <c:v>2.9943171526696366</c:v>
                </c:pt>
                <c:pt idx="987">
                  <c:v>2.9947569445876283</c:v>
                </c:pt>
                <c:pt idx="988">
                  <c:v>2.9951962915971793</c:v>
                </c:pt>
                <c:pt idx="989">
                  <c:v>2.9956351945975501</c:v>
                </c:pt>
                <c:pt idx="990">
                  <c:v>2.9960736544852753</c:v>
                </c:pt>
                <c:pt idx="991">
                  <c:v>2.9965116721541785</c:v>
                </c:pt>
                <c:pt idx="992">
                  <c:v>2.996949248495381</c:v>
                </c:pt>
                <c:pt idx="993">
                  <c:v>2.9973863843973132</c:v>
                </c:pt>
                <c:pt idx="994">
                  <c:v>2.9978230807457256</c:v>
                </c:pt>
                <c:pt idx="995">
                  <c:v>2.9982593384236988</c:v>
                </c:pt>
                <c:pt idx="996">
                  <c:v>2.9986951583116559</c:v>
                </c:pt>
                <c:pt idx="997">
                  <c:v>2.999130541287371</c:v>
                </c:pt>
                <c:pt idx="998">
                  <c:v>2.9995654882259823</c:v>
                </c:pt>
                <c:pt idx="999">
                  <c:v>3</c:v>
                </c:pt>
                <c:pt idx="1000">
                  <c:v>3.0004340774793188</c:v>
                </c:pt>
              </c:numCache>
            </c:numRef>
          </c:xVal>
          <c:yVal>
            <c:numRef>
              <c:f>Magic_graph_data1!$E$2:$E$1002</c:f>
              <c:numCache>
                <c:formatCode>General</c:formatCode>
                <c:ptCount val="1001"/>
                <c:pt idx="0">
                  <c:v>0.9909</c:v>
                </c:pt>
                <c:pt idx="1">
                  <c:v>0.9909</c:v>
                </c:pt>
                <c:pt idx="2">
                  <c:v>0.9909</c:v>
                </c:pt>
                <c:pt idx="3">
                  <c:v>0.9909</c:v>
                </c:pt>
                <c:pt idx="4">
                  <c:v>0.99180999999999997</c:v>
                </c:pt>
                <c:pt idx="5">
                  <c:v>0.99180999999999997</c:v>
                </c:pt>
                <c:pt idx="6">
                  <c:v>0.99180999999999997</c:v>
                </c:pt>
                <c:pt idx="7">
                  <c:v>0.99180999999999997</c:v>
                </c:pt>
                <c:pt idx="8">
                  <c:v>0.99180999999999997</c:v>
                </c:pt>
                <c:pt idx="9">
                  <c:v>0.99180999999999997</c:v>
                </c:pt>
                <c:pt idx="10">
                  <c:v>0.99180999999999997</c:v>
                </c:pt>
                <c:pt idx="11">
                  <c:v>0.99180999999999997</c:v>
                </c:pt>
                <c:pt idx="12">
                  <c:v>0.99180999999999997</c:v>
                </c:pt>
                <c:pt idx="13">
                  <c:v>0.99180999999999997</c:v>
                </c:pt>
                <c:pt idx="14">
                  <c:v>0.99180999999999997</c:v>
                </c:pt>
                <c:pt idx="15">
                  <c:v>0.99180999999999997</c:v>
                </c:pt>
                <c:pt idx="16">
                  <c:v>0.99180999999999997</c:v>
                </c:pt>
                <c:pt idx="17">
                  <c:v>0.99180999999999997</c:v>
                </c:pt>
                <c:pt idx="18">
                  <c:v>0.99180999999999997</c:v>
                </c:pt>
                <c:pt idx="19">
                  <c:v>0.99180999999999997</c:v>
                </c:pt>
                <c:pt idx="20">
                  <c:v>0.99180999999999997</c:v>
                </c:pt>
                <c:pt idx="21">
                  <c:v>0.99180999999999997</c:v>
                </c:pt>
                <c:pt idx="22">
                  <c:v>0.99180999999999997</c:v>
                </c:pt>
                <c:pt idx="23">
                  <c:v>0.99180999999999997</c:v>
                </c:pt>
                <c:pt idx="24">
                  <c:v>0.99180999999999997</c:v>
                </c:pt>
                <c:pt idx="25">
                  <c:v>0.99180999999999997</c:v>
                </c:pt>
                <c:pt idx="26">
                  <c:v>0.99180999999999997</c:v>
                </c:pt>
                <c:pt idx="27">
                  <c:v>0.99180999999999997</c:v>
                </c:pt>
                <c:pt idx="28">
                  <c:v>0.99180999999999997</c:v>
                </c:pt>
                <c:pt idx="29">
                  <c:v>0.99180999999999997</c:v>
                </c:pt>
                <c:pt idx="30">
                  <c:v>0.99180999999999997</c:v>
                </c:pt>
                <c:pt idx="31">
                  <c:v>0.99180999999999997</c:v>
                </c:pt>
                <c:pt idx="32">
                  <c:v>0.99180999999999997</c:v>
                </c:pt>
                <c:pt idx="33">
                  <c:v>0.99180999999999997</c:v>
                </c:pt>
                <c:pt idx="34">
                  <c:v>0.99180999999999997</c:v>
                </c:pt>
                <c:pt idx="35">
                  <c:v>0.99180999999999997</c:v>
                </c:pt>
                <c:pt idx="36">
                  <c:v>0.99180999999999997</c:v>
                </c:pt>
                <c:pt idx="37">
                  <c:v>0.99180999999999997</c:v>
                </c:pt>
                <c:pt idx="38">
                  <c:v>0.99180999999999997</c:v>
                </c:pt>
                <c:pt idx="39">
                  <c:v>0.99180999999999997</c:v>
                </c:pt>
                <c:pt idx="40">
                  <c:v>0.99180999999999997</c:v>
                </c:pt>
                <c:pt idx="41">
                  <c:v>0.99180999999999997</c:v>
                </c:pt>
                <c:pt idx="42">
                  <c:v>0.99180999999999997</c:v>
                </c:pt>
                <c:pt idx="43">
                  <c:v>0.99180999999999997</c:v>
                </c:pt>
                <c:pt idx="44">
                  <c:v>0.99180999999999997</c:v>
                </c:pt>
                <c:pt idx="45">
                  <c:v>0.99180999999999997</c:v>
                </c:pt>
                <c:pt idx="46">
                  <c:v>0.99180999999999997</c:v>
                </c:pt>
                <c:pt idx="47">
                  <c:v>0.99180999999999997</c:v>
                </c:pt>
                <c:pt idx="48">
                  <c:v>0.99180999999999997</c:v>
                </c:pt>
                <c:pt idx="49">
                  <c:v>0.99180999999999997</c:v>
                </c:pt>
                <c:pt idx="50">
                  <c:v>0.99180999999999997</c:v>
                </c:pt>
                <c:pt idx="51">
                  <c:v>0.99180999999999997</c:v>
                </c:pt>
                <c:pt idx="52">
                  <c:v>0.99180999999999997</c:v>
                </c:pt>
                <c:pt idx="53">
                  <c:v>0.99180999999999997</c:v>
                </c:pt>
                <c:pt idx="54">
                  <c:v>0.99180999999999997</c:v>
                </c:pt>
                <c:pt idx="55">
                  <c:v>0.99180999999999997</c:v>
                </c:pt>
                <c:pt idx="56">
                  <c:v>0.99180999999999997</c:v>
                </c:pt>
                <c:pt idx="57">
                  <c:v>0.99180999999999997</c:v>
                </c:pt>
                <c:pt idx="58">
                  <c:v>0.99180999999999997</c:v>
                </c:pt>
                <c:pt idx="59">
                  <c:v>0.99180999999999997</c:v>
                </c:pt>
                <c:pt idx="60">
                  <c:v>0.99180999999999997</c:v>
                </c:pt>
                <c:pt idx="61">
                  <c:v>0.99180999999999997</c:v>
                </c:pt>
                <c:pt idx="62">
                  <c:v>0.99180999999999997</c:v>
                </c:pt>
                <c:pt idx="63">
                  <c:v>0.99180999999999997</c:v>
                </c:pt>
                <c:pt idx="64">
                  <c:v>0.99180999999999997</c:v>
                </c:pt>
                <c:pt idx="65">
                  <c:v>0.99180999999999997</c:v>
                </c:pt>
                <c:pt idx="66">
                  <c:v>0.99180999999999997</c:v>
                </c:pt>
                <c:pt idx="67">
                  <c:v>0.99180999999999997</c:v>
                </c:pt>
                <c:pt idx="68">
                  <c:v>0.99180999999999997</c:v>
                </c:pt>
                <c:pt idx="69">
                  <c:v>0.99180999999999997</c:v>
                </c:pt>
                <c:pt idx="70">
                  <c:v>0.99180999999999997</c:v>
                </c:pt>
                <c:pt idx="71">
                  <c:v>0.99180999999999997</c:v>
                </c:pt>
                <c:pt idx="72">
                  <c:v>0.99180999999999997</c:v>
                </c:pt>
                <c:pt idx="73">
                  <c:v>0.99180999999999997</c:v>
                </c:pt>
                <c:pt idx="74">
                  <c:v>0.99180999999999997</c:v>
                </c:pt>
                <c:pt idx="75">
                  <c:v>0.99180999999999997</c:v>
                </c:pt>
                <c:pt idx="76">
                  <c:v>0.99180999999999997</c:v>
                </c:pt>
                <c:pt idx="77">
                  <c:v>0.99180999999999997</c:v>
                </c:pt>
                <c:pt idx="78">
                  <c:v>0.99180999999999997</c:v>
                </c:pt>
                <c:pt idx="79">
                  <c:v>0.99180999999999997</c:v>
                </c:pt>
                <c:pt idx="80">
                  <c:v>0.98907999999999996</c:v>
                </c:pt>
                <c:pt idx="81">
                  <c:v>0.98907999999999996</c:v>
                </c:pt>
                <c:pt idx="82">
                  <c:v>0.98907999999999996</c:v>
                </c:pt>
                <c:pt idx="83">
                  <c:v>0.98907999999999996</c:v>
                </c:pt>
                <c:pt idx="84">
                  <c:v>0.98907999999999996</c:v>
                </c:pt>
                <c:pt idx="85">
                  <c:v>0.98907999999999996</c:v>
                </c:pt>
                <c:pt idx="86">
                  <c:v>0.98907999999999996</c:v>
                </c:pt>
                <c:pt idx="87">
                  <c:v>0.98907999999999996</c:v>
                </c:pt>
                <c:pt idx="88">
                  <c:v>0.98907999999999996</c:v>
                </c:pt>
                <c:pt idx="89">
                  <c:v>0.98907999999999996</c:v>
                </c:pt>
                <c:pt idx="90">
                  <c:v>0.98907999999999996</c:v>
                </c:pt>
                <c:pt idx="91">
                  <c:v>0.98907999999999996</c:v>
                </c:pt>
                <c:pt idx="92">
                  <c:v>0.98907999999999996</c:v>
                </c:pt>
                <c:pt idx="93">
                  <c:v>0.98907999999999996</c:v>
                </c:pt>
                <c:pt idx="94">
                  <c:v>0.98907999999999996</c:v>
                </c:pt>
                <c:pt idx="95">
                  <c:v>0.98907999999999996</c:v>
                </c:pt>
                <c:pt idx="96">
                  <c:v>0.98907999999999996</c:v>
                </c:pt>
                <c:pt idx="97">
                  <c:v>0.98907999999999996</c:v>
                </c:pt>
                <c:pt idx="98">
                  <c:v>0.98907999999999996</c:v>
                </c:pt>
                <c:pt idx="99">
                  <c:v>0.98907999999999996</c:v>
                </c:pt>
                <c:pt idx="100">
                  <c:v>0.98907999999999996</c:v>
                </c:pt>
                <c:pt idx="101">
                  <c:v>0.98907999999999996</c:v>
                </c:pt>
                <c:pt idx="102">
                  <c:v>0.98907999999999996</c:v>
                </c:pt>
                <c:pt idx="103">
                  <c:v>0.98907999999999996</c:v>
                </c:pt>
                <c:pt idx="104">
                  <c:v>0.98907999999999996</c:v>
                </c:pt>
                <c:pt idx="105">
                  <c:v>0.98907999999999996</c:v>
                </c:pt>
                <c:pt idx="106">
                  <c:v>0.98907999999999996</c:v>
                </c:pt>
                <c:pt idx="107">
                  <c:v>0.98907999999999996</c:v>
                </c:pt>
                <c:pt idx="108">
                  <c:v>0.98907999999999996</c:v>
                </c:pt>
                <c:pt idx="109">
                  <c:v>0.98907999999999996</c:v>
                </c:pt>
                <c:pt idx="110">
                  <c:v>0.98907999999999996</c:v>
                </c:pt>
                <c:pt idx="111">
                  <c:v>0.98907999999999996</c:v>
                </c:pt>
                <c:pt idx="112">
                  <c:v>0.98907999999999996</c:v>
                </c:pt>
                <c:pt idx="113">
                  <c:v>0.98907999999999996</c:v>
                </c:pt>
                <c:pt idx="114">
                  <c:v>0.98907999999999996</c:v>
                </c:pt>
                <c:pt idx="115">
                  <c:v>0.98907999999999996</c:v>
                </c:pt>
                <c:pt idx="116">
                  <c:v>0.98907999999999996</c:v>
                </c:pt>
                <c:pt idx="117">
                  <c:v>0.98907999999999996</c:v>
                </c:pt>
                <c:pt idx="118">
                  <c:v>0.98907999999999996</c:v>
                </c:pt>
                <c:pt idx="119">
                  <c:v>0.98907999999999996</c:v>
                </c:pt>
                <c:pt idx="120">
                  <c:v>0.98907999999999996</c:v>
                </c:pt>
                <c:pt idx="121">
                  <c:v>0.98907999999999996</c:v>
                </c:pt>
                <c:pt idx="122">
                  <c:v>0.98907999999999996</c:v>
                </c:pt>
                <c:pt idx="123">
                  <c:v>0.98907999999999996</c:v>
                </c:pt>
                <c:pt idx="124">
                  <c:v>0.98907999999999996</c:v>
                </c:pt>
                <c:pt idx="125">
                  <c:v>0.98907999999999996</c:v>
                </c:pt>
                <c:pt idx="126">
                  <c:v>0.98907999999999996</c:v>
                </c:pt>
                <c:pt idx="127">
                  <c:v>0.98907999999999996</c:v>
                </c:pt>
                <c:pt idx="128">
                  <c:v>0.98907999999999996</c:v>
                </c:pt>
                <c:pt idx="129">
                  <c:v>0.98907999999999996</c:v>
                </c:pt>
                <c:pt idx="130">
                  <c:v>0.98907999999999996</c:v>
                </c:pt>
                <c:pt idx="131">
                  <c:v>0.98907999999999996</c:v>
                </c:pt>
                <c:pt idx="132">
                  <c:v>0.98907999999999996</c:v>
                </c:pt>
                <c:pt idx="133">
                  <c:v>0.98907999999999996</c:v>
                </c:pt>
                <c:pt idx="134">
                  <c:v>0.98907999999999996</c:v>
                </c:pt>
                <c:pt idx="135">
                  <c:v>0.98907999999999996</c:v>
                </c:pt>
                <c:pt idx="136">
                  <c:v>0.98907999999999996</c:v>
                </c:pt>
                <c:pt idx="137">
                  <c:v>0.98907999999999996</c:v>
                </c:pt>
                <c:pt idx="138">
                  <c:v>0.98907999999999996</c:v>
                </c:pt>
                <c:pt idx="139">
                  <c:v>0.98907999999999996</c:v>
                </c:pt>
                <c:pt idx="140">
                  <c:v>0.98907999999999996</c:v>
                </c:pt>
                <c:pt idx="141">
                  <c:v>0.98907999999999996</c:v>
                </c:pt>
                <c:pt idx="142">
                  <c:v>0.98907999999999996</c:v>
                </c:pt>
                <c:pt idx="143">
                  <c:v>0.98907999999999996</c:v>
                </c:pt>
                <c:pt idx="144">
                  <c:v>0.98907999999999996</c:v>
                </c:pt>
                <c:pt idx="145">
                  <c:v>0.98907999999999996</c:v>
                </c:pt>
                <c:pt idx="146">
                  <c:v>0.98907999999999996</c:v>
                </c:pt>
                <c:pt idx="147">
                  <c:v>0.98907999999999996</c:v>
                </c:pt>
                <c:pt idx="148">
                  <c:v>0.98907999999999996</c:v>
                </c:pt>
                <c:pt idx="149">
                  <c:v>0.98907999999999996</c:v>
                </c:pt>
                <c:pt idx="150">
                  <c:v>0.98907999999999996</c:v>
                </c:pt>
                <c:pt idx="151">
                  <c:v>0.98907999999999996</c:v>
                </c:pt>
                <c:pt idx="152">
                  <c:v>0.98907999999999996</c:v>
                </c:pt>
                <c:pt idx="153">
                  <c:v>0.98907999999999996</c:v>
                </c:pt>
                <c:pt idx="154">
                  <c:v>0.98907999999999996</c:v>
                </c:pt>
                <c:pt idx="155">
                  <c:v>0.98907999999999996</c:v>
                </c:pt>
                <c:pt idx="156">
                  <c:v>0.98907999999999996</c:v>
                </c:pt>
                <c:pt idx="157">
                  <c:v>0.98907999999999996</c:v>
                </c:pt>
                <c:pt idx="158">
                  <c:v>0.98907999999999996</c:v>
                </c:pt>
                <c:pt idx="159">
                  <c:v>0.98907999999999996</c:v>
                </c:pt>
                <c:pt idx="160">
                  <c:v>0.98907999999999996</c:v>
                </c:pt>
                <c:pt idx="161">
                  <c:v>0.98907999999999996</c:v>
                </c:pt>
                <c:pt idx="162">
                  <c:v>0.98907999999999996</c:v>
                </c:pt>
                <c:pt idx="163">
                  <c:v>0.98907999999999996</c:v>
                </c:pt>
                <c:pt idx="164">
                  <c:v>0.98907999999999996</c:v>
                </c:pt>
                <c:pt idx="165">
                  <c:v>0.98907999999999996</c:v>
                </c:pt>
                <c:pt idx="166">
                  <c:v>0.98907999999999996</c:v>
                </c:pt>
                <c:pt idx="167">
                  <c:v>0.98907999999999996</c:v>
                </c:pt>
                <c:pt idx="168">
                  <c:v>0.98907999999999996</c:v>
                </c:pt>
                <c:pt idx="169">
                  <c:v>0.98907999999999996</c:v>
                </c:pt>
                <c:pt idx="170">
                  <c:v>0.98907999999999996</c:v>
                </c:pt>
                <c:pt idx="171">
                  <c:v>0.98907999999999996</c:v>
                </c:pt>
                <c:pt idx="172">
                  <c:v>0.98907999999999996</c:v>
                </c:pt>
                <c:pt idx="173">
                  <c:v>0.98907999999999996</c:v>
                </c:pt>
                <c:pt idx="174">
                  <c:v>0.98907999999999996</c:v>
                </c:pt>
                <c:pt idx="175">
                  <c:v>0.98907999999999996</c:v>
                </c:pt>
                <c:pt idx="176">
                  <c:v>0.98907999999999996</c:v>
                </c:pt>
                <c:pt idx="177">
                  <c:v>0.98907999999999996</c:v>
                </c:pt>
                <c:pt idx="178">
                  <c:v>0.98907999999999996</c:v>
                </c:pt>
                <c:pt idx="179">
                  <c:v>0.98907999999999996</c:v>
                </c:pt>
                <c:pt idx="180">
                  <c:v>0.98907999999999996</c:v>
                </c:pt>
                <c:pt idx="181">
                  <c:v>0.98907999999999996</c:v>
                </c:pt>
                <c:pt idx="182">
                  <c:v>0.98907999999999996</c:v>
                </c:pt>
                <c:pt idx="183">
                  <c:v>0.98907999999999996</c:v>
                </c:pt>
                <c:pt idx="184">
                  <c:v>0.98907999999999996</c:v>
                </c:pt>
                <c:pt idx="185">
                  <c:v>0.98907999999999996</c:v>
                </c:pt>
                <c:pt idx="186">
                  <c:v>0.98907999999999996</c:v>
                </c:pt>
                <c:pt idx="187">
                  <c:v>0.98907999999999996</c:v>
                </c:pt>
                <c:pt idx="188">
                  <c:v>0.98907999999999996</c:v>
                </c:pt>
                <c:pt idx="189">
                  <c:v>0.98907999999999996</c:v>
                </c:pt>
                <c:pt idx="190">
                  <c:v>0.98907999999999996</c:v>
                </c:pt>
                <c:pt idx="191">
                  <c:v>0.98907999999999996</c:v>
                </c:pt>
                <c:pt idx="192">
                  <c:v>0.98907999999999996</c:v>
                </c:pt>
                <c:pt idx="193">
                  <c:v>0.98907999999999996</c:v>
                </c:pt>
                <c:pt idx="194">
                  <c:v>0.98907999999999996</c:v>
                </c:pt>
                <c:pt idx="195">
                  <c:v>0.98907999999999996</c:v>
                </c:pt>
                <c:pt idx="196">
                  <c:v>0.98907999999999996</c:v>
                </c:pt>
                <c:pt idx="197">
                  <c:v>0.98907999999999996</c:v>
                </c:pt>
                <c:pt idx="198">
                  <c:v>0.98907999999999996</c:v>
                </c:pt>
                <c:pt idx="199">
                  <c:v>0.98907999999999996</c:v>
                </c:pt>
                <c:pt idx="200">
                  <c:v>0.98907999999999996</c:v>
                </c:pt>
                <c:pt idx="201">
                  <c:v>0.98907999999999996</c:v>
                </c:pt>
                <c:pt idx="202">
                  <c:v>0.98907999999999996</c:v>
                </c:pt>
                <c:pt idx="203">
                  <c:v>0.98907999999999996</c:v>
                </c:pt>
                <c:pt idx="204">
                  <c:v>0.98907999999999996</c:v>
                </c:pt>
                <c:pt idx="205">
                  <c:v>0.98907999999999996</c:v>
                </c:pt>
                <c:pt idx="206">
                  <c:v>0.98907999999999996</c:v>
                </c:pt>
                <c:pt idx="207">
                  <c:v>0.98907999999999996</c:v>
                </c:pt>
                <c:pt idx="208">
                  <c:v>0.98907999999999996</c:v>
                </c:pt>
                <c:pt idx="209">
                  <c:v>0.98907999999999996</c:v>
                </c:pt>
                <c:pt idx="210">
                  <c:v>0.98907999999999996</c:v>
                </c:pt>
                <c:pt idx="211">
                  <c:v>0.98907999999999996</c:v>
                </c:pt>
                <c:pt idx="212">
                  <c:v>0.98907999999999996</c:v>
                </c:pt>
                <c:pt idx="213">
                  <c:v>0.98907999999999996</c:v>
                </c:pt>
                <c:pt idx="214">
                  <c:v>0.98907999999999996</c:v>
                </c:pt>
                <c:pt idx="215">
                  <c:v>0.98907999999999996</c:v>
                </c:pt>
                <c:pt idx="216">
                  <c:v>0.98907999999999996</c:v>
                </c:pt>
                <c:pt idx="217">
                  <c:v>0.98907999999999996</c:v>
                </c:pt>
                <c:pt idx="218">
                  <c:v>0.98907999999999996</c:v>
                </c:pt>
                <c:pt idx="219">
                  <c:v>0.98907999999999996</c:v>
                </c:pt>
                <c:pt idx="220">
                  <c:v>0.98907999999999996</c:v>
                </c:pt>
                <c:pt idx="221">
                  <c:v>0.98907999999999996</c:v>
                </c:pt>
                <c:pt idx="222">
                  <c:v>0.98907999999999996</c:v>
                </c:pt>
                <c:pt idx="223">
                  <c:v>0.98907999999999996</c:v>
                </c:pt>
                <c:pt idx="224">
                  <c:v>0.98907999999999996</c:v>
                </c:pt>
                <c:pt idx="225">
                  <c:v>0.98907999999999996</c:v>
                </c:pt>
                <c:pt idx="226">
                  <c:v>0.98907999999999996</c:v>
                </c:pt>
                <c:pt idx="227">
                  <c:v>0.98907999999999996</c:v>
                </c:pt>
                <c:pt idx="228">
                  <c:v>0.98907999999999996</c:v>
                </c:pt>
                <c:pt idx="229">
                  <c:v>0.98907999999999996</c:v>
                </c:pt>
                <c:pt idx="230">
                  <c:v>0.98907999999999996</c:v>
                </c:pt>
                <c:pt idx="231">
                  <c:v>0.98907999999999996</c:v>
                </c:pt>
                <c:pt idx="232">
                  <c:v>0.98907999999999996</c:v>
                </c:pt>
                <c:pt idx="233">
                  <c:v>0.98907999999999996</c:v>
                </c:pt>
                <c:pt idx="234">
                  <c:v>0.98907999999999996</c:v>
                </c:pt>
                <c:pt idx="235">
                  <c:v>0.98907999999999996</c:v>
                </c:pt>
                <c:pt idx="236">
                  <c:v>0.98907999999999996</c:v>
                </c:pt>
                <c:pt idx="237">
                  <c:v>0.98907999999999996</c:v>
                </c:pt>
                <c:pt idx="238">
                  <c:v>0.98907999999999996</c:v>
                </c:pt>
                <c:pt idx="239">
                  <c:v>0.98907999999999996</c:v>
                </c:pt>
                <c:pt idx="240">
                  <c:v>0.98907999999999996</c:v>
                </c:pt>
                <c:pt idx="241">
                  <c:v>0.98907999999999996</c:v>
                </c:pt>
                <c:pt idx="242">
                  <c:v>0.98907999999999996</c:v>
                </c:pt>
                <c:pt idx="243">
                  <c:v>0.98907999999999996</c:v>
                </c:pt>
                <c:pt idx="244">
                  <c:v>0.98907999999999996</c:v>
                </c:pt>
                <c:pt idx="245">
                  <c:v>0.98907999999999996</c:v>
                </c:pt>
                <c:pt idx="246">
                  <c:v>0.98907999999999996</c:v>
                </c:pt>
                <c:pt idx="247">
                  <c:v>0.98907999999999996</c:v>
                </c:pt>
                <c:pt idx="248">
                  <c:v>0.98907999999999996</c:v>
                </c:pt>
                <c:pt idx="249">
                  <c:v>0.98907999999999996</c:v>
                </c:pt>
                <c:pt idx="250">
                  <c:v>0.98907999999999996</c:v>
                </c:pt>
                <c:pt idx="251">
                  <c:v>0.98907999999999996</c:v>
                </c:pt>
                <c:pt idx="252">
                  <c:v>0.98907999999999996</c:v>
                </c:pt>
                <c:pt idx="253">
                  <c:v>0.98907999999999996</c:v>
                </c:pt>
                <c:pt idx="254">
                  <c:v>0.98907999999999996</c:v>
                </c:pt>
                <c:pt idx="255">
                  <c:v>0.98907999999999996</c:v>
                </c:pt>
                <c:pt idx="256">
                  <c:v>0.98907999999999996</c:v>
                </c:pt>
                <c:pt idx="257">
                  <c:v>0.98907999999999996</c:v>
                </c:pt>
                <c:pt idx="258">
                  <c:v>0.98907999999999996</c:v>
                </c:pt>
                <c:pt idx="259">
                  <c:v>0.98907999999999996</c:v>
                </c:pt>
                <c:pt idx="260">
                  <c:v>0.98907999999999996</c:v>
                </c:pt>
                <c:pt idx="261">
                  <c:v>0.98907999999999996</c:v>
                </c:pt>
                <c:pt idx="262">
                  <c:v>0.98907999999999996</c:v>
                </c:pt>
                <c:pt idx="263">
                  <c:v>0.98907999999999996</c:v>
                </c:pt>
                <c:pt idx="264">
                  <c:v>0.98907999999999996</c:v>
                </c:pt>
                <c:pt idx="265">
                  <c:v>0.98907999999999996</c:v>
                </c:pt>
                <c:pt idx="266">
                  <c:v>0.98907999999999996</c:v>
                </c:pt>
                <c:pt idx="267">
                  <c:v>0.98907999999999996</c:v>
                </c:pt>
                <c:pt idx="268">
                  <c:v>0.98907999999999996</c:v>
                </c:pt>
                <c:pt idx="269">
                  <c:v>0.98907999999999996</c:v>
                </c:pt>
                <c:pt idx="270">
                  <c:v>0.98907999999999996</c:v>
                </c:pt>
                <c:pt idx="271">
                  <c:v>0.98907999999999996</c:v>
                </c:pt>
                <c:pt idx="272">
                  <c:v>0.98907999999999996</c:v>
                </c:pt>
                <c:pt idx="273">
                  <c:v>0.98907999999999996</c:v>
                </c:pt>
                <c:pt idx="274">
                  <c:v>0.98907999999999996</c:v>
                </c:pt>
                <c:pt idx="275">
                  <c:v>0.98907999999999996</c:v>
                </c:pt>
                <c:pt idx="276">
                  <c:v>0.98907999999999996</c:v>
                </c:pt>
                <c:pt idx="277">
                  <c:v>0.98907999999999996</c:v>
                </c:pt>
                <c:pt idx="278">
                  <c:v>0.98907999999999996</c:v>
                </c:pt>
                <c:pt idx="279">
                  <c:v>0.98907999999999996</c:v>
                </c:pt>
                <c:pt idx="280">
                  <c:v>0.98907999999999996</c:v>
                </c:pt>
                <c:pt idx="281">
                  <c:v>0.98907999999999996</c:v>
                </c:pt>
                <c:pt idx="282">
                  <c:v>0.98907999999999996</c:v>
                </c:pt>
                <c:pt idx="283">
                  <c:v>0.98907999999999996</c:v>
                </c:pt>
                <c:pt idx="284">
                  <c:v>0.98907999999999996</c:v>
                </c:pt>
                <c:pt idx="285">
                  <c:v>0.98907999999999996</c:v>
                </c:pt>
                <c:pt idx="286">
                  <c:v>0.98907999999999996</c:v>
                </c:pt>
                <c:pt idx="287">
                  <c:v>0.98907999999999996</c:v>
                </c:pt>
                <c:pt idx="288">
                  <c:v>0.98907999999999996</c:v>
                </c:pt>
                <c:pt idx="289">
                  <c:v>0.98907999999999996</c:v>
                </c:pt>
                <c:pt idx="290">
                  <c:v>0.98907999999999996</c:v>
                </c:pt>
                <c:pt idx="291">
                  <c:v>0.98907999999999996</c:v>
                </c:pt>
                <c:pt idx="292">
                  <c:v>0.98907999999999996</c:v>
                </c:pt>
                <c:pt idx="293">
                  <c:v>0.98907999999999996</c:v>
                </c:pt>
                <c:pt idx="294">
                  <c:v>0.98907999999999996</c:v>
                </c:pt>
                <c:pt idx="295">
                  <c:v>0.98907999999999996</c:v>
                </c:pt>
                <c:pt idx="296">
                  <c:v>0.98907999999999996</c:v>
                </c:pt>
                <c:pt idx="297">
                  <c:v>0.98907999999999996</c:v>
                </c:pt>
                <c:pt idx="298">
                  <c:v>0.98907999999999996</c:v>
                </c:pt>
                <c:pt idx="299">
                  <c:v>0.98907999999999996</c:v>
                </c:pt>
                <c:pt idx="300">
                  <c:v>0.98907999999999996</c:v>
                </c:pt>
                <c:pt idx="301">
                  <c:v>0.98907999999999996</c:v>
                </c:pt>
                <c:pt idx="302">
                  <c:v>0.98907999999999996</c:v>
                </c:pt>
                <c:pt idx="303">
                  <c:v>0.98907999999999996</c:v>
                </c:pt>
                <c:pt idx="304">
                  <c:v>0.98907999999999996</c:v>
                </c:pt>
                <c:pt idx="305">
                  <c:v>0.98907999999999996</c:v>
                </c:pt>
                <c:pt idx="306">
                  <c:v>0.98907999999999996</c:v>
                </c:pt>
                <c:pt idx="307">
                  <c:v>0.98907999999999996</c:v>
                </c:pt>
                <c:pt idx="308">
                  <c:v>0.98907999999999996</c:v>
                </c:pt>
                <c:pt idx="309">
                  <c:v>0.98907999999999996</c:v>
                </c:pt>
                <c:pt idx="310">
                  <c:v>0.98907999999999996</c:v>
                </c:pt>
                <c:pt idx="311">
                  <c:v>0.98907999999999996</c:v>
                </c:pt>
                <c:pt idx="312">
                  <c:v>0.98907999999999996</c:v>
                </c:pt>
                <c:pt idx="313">
                  <c:v>0.98907999999999996</c:v>
                </c:pt>
                <c:pt idx="314">
                  <c:v>0.98907999999999996</c:v>
                </c:pt>
                <c:pt idx="315">
                  <c:v>0.98907999999999996</c:v>
                </c:pt>
                <c:pt idx="316">
                  <c:v>0.98907999999999996</c:v>
                </c:pt>
                <c:pt idx="317">
                  <c:v>0.98907999999999996</c:v>
                </c:pt>
                <c:pt idx="318">
                  <c:v>0.98907999999999996</c:v>
                </c:pt>
                <c:pt idx="319">
                  <c:v>0.98907999999999996</c:v>
                </c:pt>
                <c:pt idx="320">
                  <c:v>0.98907999999999996</c:v>
                </c:pt>
                <c:pt idx="321">
                  <c:v>0.98907999999999996</c:v>
                </c:pt>
                <c:pt idx="322">
                  <c:v>0.98907999999999996</c:v>
                </c:pt>
                <c:pt idx="323">
                  <c:v>0.98907999999999996</c:v>
                </c:pt>
                <c:pt idx="324">
                  <c:v>0.98907999999999996</c:v>
                </c:pt>
                <c:pt idx="325">
                  <c:v>0.98907999999999996</c:v>
                </c:pt>
                <c:pt idx="326">
                  <c:v>0.98907999999999996</c:v>
                </c:pt>
                <c:pt idx="327">
                  <c:v>0.98907999999999996</c:v>
                </c:pt>
                <c:pt idx="328">
                  <c:v>0.98907999999999996</c:v>
                </c:pt>
                <c:pt idx="329">
                  <c:v>0.98907999999999996</c:v>
                </c:pt>
                <c:pt idx="330">
                  <c:v>0.98907999999999996</c:v>
                </c:pt>
                <c:pt idx="331">
                  <c:v>0.98907999999999996</c:v>
                </c:pt>
                <c:pt idx="332">
                  <c:v>0.98907999999999996</c:v>
                </c:pt>
                <c:pt idx="333">
                  <c:v>0.98907999999999996</c:v>
                </c:pt>
                <c:pt idx="334">
                  <c:v>0.98907999999999996</c:v>
                </c:pt>
                <c:pt idx="335">
                  <c:v>0.98907999999999996</c:v>
                </c:pt>
                <c:pt idx="336">
                  <c:v>0.98907999999999996</c:v>
                </c:pt>
                <c:pt idx="337">
                  <c:v>0.98907999999999996</c:v>
                </c:pt>
                <c:pt idx="338">
                  <c:v>0.98907999999999996</c:v>
                </c:pt>
                <c:pt idx="339">
                  <c:v>0.98907999999999996</c:v>
                </c:pt>
                <c:pt idx="340">
                  <c:v>0.98907999999999996</c:v>
                </c:pt>
                <c:pt idx="341">
                  <c:v>0.98907999999999996</c:v>
                </c:pt>
                <c:pt idx="342">
                  <c:v>0.98907999999999996</c:v>
                </c:pt>
                <c:pt idx="343">
                  <c:v>0.98907999999999996</c:v>
                </c:pt>
                <c:pt idx="344">
                  <c:v>0.98907999999999996</c:v>
                </c:pt>
                <c:pt idx="345">
                  <c:v>0.98907999999999996</c:v>
                </c:pt>
                <c:pt idx="346">
                  <c:v>0.98907999999999996</c:v>
                </c:pt>
                <c:pt idx="347">
                  <c:v>0.98907999999999996</c:v>
                </c:pt>
                <c:pt idx="348">
                  <c:v>0.98907999999999996</c:v>
                </c:pt>
                <c:pt idx="349">
                  <c:v>0.98907999999999996</c:v>
                </c:pt>
                <c:pt idx="350">
                  <c:v>0.98907999999999996</c:v>
                </c:pt>
                <c:pt idx="351">
                  <c:v>0.98907999999999996</c:v>
                </c:pt>
                <c:pt idx="352">
                  <c:v>0.98907999999999996</c:v>
                </c:pt>
                <c:pt idx="353">
                  <c:v>0.98907999999999996</c:v>
                </c:pt>
                <c:pt idx="354">
                  <c:v>0.98907999999999996</c:v>
                </c:pt>
                <c:pt idx="355">
                  <c:v>0.98907999999999996</c:v>
                </c:pt>
                <c:pt idx="356">
                  <c:v>0.98907999999999996</c:v>
                </c:pt>
                <c:pt idx="357">
                  <c:v>0.98907999999999996</c:v>
                </c:pt>
                <c:pt idx="358">
                  <c:v>0.98907999999999996</c:v>
                </c:pt>
                <c:pt idx="359">
                  <c:v>0.98907999999999996</c:v>
                </c:pt>
                <c:pt idx="360">
                  <c:v>0.98907999999999996</c:v>
                </c:pt>
                <c:pt idx="361">
                  <c:v>0.98907999999999996</c:v>
                </c:pt>
                <c:pt idx="362">
                  <c:v>0.98907999999999996</c:v>
                </c:pt>
                <c:pt idx="363">
                  <c:v>0.98907999999999996</c:v>
                </c:pt>
                <c:pt idx="364">
                  <c:v>0.98907999999999996</c:v>
                </c:pt>
                <c:pt idx="365">
                  <c:v>0.98907999999999996</c:v>
                </c:pt>
                <c:pt idx="366">
                  <c:v>0.98907999999999996</c:v>
                </c:pt>
                <c:pt idx="367">
                  <c:v>0.98907999999999996</c:v>
                </c:pt>
                <c:pt idx="368">
                  <c:v>0.98907999999999996</c:v>
                </c:pt>
                <c:pt idx="369">
                  <c:v>0.98907999999999996</c:v>
                </c:pt>
                <c:pt idx="370">
                  <c:v>0.98907999999999996</c:v>
                </c:pt>
                <c:pt idx="371">
                  <c:v>0.98907999999999996</c:v>
                </c:pt>
                <c:pt idx="372">
                  <c:v>0.98907999999999996</c:v>
                </c:pt>
                <c:pt idx="373">
                  <c:v>0.98907999999999996</c:v>
                </c:pt>
                <c:pt idx="374">
                  <c:v>0.98907999999999996</c:v>
                </c:pt>
                <c:pt idx="375">
                  <c:v>0.98907999999999996</c:v>
                </c:pt>
                <c:pt idx="376">
                  <c:v>0.98907999999999996</c:v>
                </c:pt>
                <c:pt idx="377">
                  <c:v>0.98907999999999996</c:v>
                </c:pt>
                <c:pt idx="378">
                  <c:v>0.98907999999999996</c:v>
                </c:pt>
                <c:pt idx="379">
                  <c:v>0.98907999999999996</c:v>
                </c:pt>
                <c:pt idx="380">
                  <c:v>0.98907999999999996</c:v>
                </c:pt>
                <c:pt idx="381">
                  <c:v>0.98907999999999996</c:v>
                </c:pt>
                <c:pt idx="382">
                  <c:v>0.98907999999999996</c:v>
                </c:pt>
                <c:pt idx="383">
                  <c:v>0.98907999999999996</c:v>
                </c:pt>
                <c:pt idx="384">
                  <c:v>0.98907999999999996</c:v>
                </c:pt>
                <c:pt idx="385">
                  <c:v>0.98907999999999996</c:v>
                </c:pt>
                <c:pt idx="386">
                  <c:v>0.98907999999999996</c:v>
                </c:pt>
                <c:pt idx="387">
                  <c:v>0.98907999999999996</c:v>
                </c:pt>
                <c:pt idx="388">
                  <c:v>0.98907999999999996</c:v>
                </c:pt>
                <c:pt idx="389">
                  <c:v>0.98907999999999996</c:v>
                </c:pt>
                <c:pt idx="390">
                  <c:v>0.98907999999999996</c:v>
                </c:pt>
                <c:pt idx="391">
                  <c:v>0.98907999999999996</c:v>
                </c:pt>
                <c:pt idx="392">
                  <c:v>0.98907999999999996</c:v>
                </c:pt>
                <c:pt idx="393">
                  <c:v>0.98907999999999996</c:v>
                </c:pt>
                <c:pt idx="394">
                  <c:v>0.98907999999999996</c:v>
                </c:pt>
                <c:pt idx="395">
                  <c:v>0.98907999999999996</c:v>
                </c:pt>
                <c:pt idx="396">
                  <c:v>0.98907999999999996</c:v>
                </c:pt>
                <c:pt idx="397">
                  <c:v>0.98907999999999996</c:v>
                </c:pt>
                <c:pt idx="398">
                  <c:v>0.98907999999999996</c:v>
                </c:pt>
                <c:pt idx="399">
                  <c:v>0.98907999999999996</c:v>
                </c:pt>
                <c:pt idx="400">
                  <c:v>0.98907999999999996</c:v>
                </c:pt>
                <c:pt idx="401">
                  <c:v>0.98907999999999996</c:v>
                </c:pt>
                <c:pt idx="402">
                  <c:v>0.98907999999999996</c:v>
                </c:pt>
                <c:pt idx="403">
                  <c:v>0.98907999999999996</c:v>
                </c:pt>
                <c:pt idx="404">
                  <c:v>0.98907999999999996</c:v>
                </c:pt>
                <c:pt idx="405">
                  <c:v>0.98907999999999996</c:v>
                </c:pt>
                <c:pt idx="406">
                  <c:v>0.98907999999999996</c:v>
                </c:pt>
                <c:pt idx="407">
                  <c:v>0.98907999999999996</c:v>
                </c:pt>
                <c:pt idx="408">
                  <c:v>0.98907999999999996</c:v>
                </c:pt>
                <c:pt idx="409">
                  <c:v>0.98907999999999996</c:v>
                </c:pt>
                <c:pt idx="410">
                  <c:v>0.98907999999999996</c:v>
                </c:pt>
                <c:pt idx="411">
                  <c:v>0.98907999999999996</c:v>
                </c:pt>
                <c:pt idx="412">
                  <c:v>0.98907999999999996</c:v>
                </c:pt>
                <c:pt idx="413">
                  <c:v>0.98907999999999996</c:v>
                </c:pt>
                <c:pt idx="414">
                  <c:v>0.98907999999999996</c:v>
                </c:pt>
                <c:pt idx="415">
                  <c:v>0.98907999999999996</c:v>
                </c:pt>
                <c:pt idx="416">
                  <c:v>0.98907999999999996</c:v>
                </c:pt>
                <c:pt idx="417">
                  <c:v>0.98907999999999996</c:v>
                </c:pt>
                <c:pt idx="418">
                  <c:v>0.98907999999999996</c:v>
                </c:pt>
                <c:pt idx="419">
                  <c:v>0.98907999999999996</c:v>
                </c:pt>
                <c:pt idx="420">
                  <c:v>0.98907999999999996</c:v>
                </c:pt>
                <c:pt idx="421">
                  <c:v>0.98907999999999996</c:v>
                </c:pt>
                <c:pt idx="422">
                  <c:v>0.98907999999999996</c:v>
                </c:pt>
                <c:pt idx="423">
                  <c:v>0.98907999999999996</c:v>
                </c:pt>
                <c:pt idx="424">
                  <c:v>0.98907999999999996</c:v>
                </c:pt>
                <c:pt idx="425">
                  <c:v>0.98907999999999996</c:v>
                </c:pt>
                <c:pt idx="426">
                  <c:v>0.98907999999999996</c:v>
                </c:pt>
                <c:pt idx="427">
                  <c:v>0.98907999999999996</c:v>
                </c:pt>
                <c:pt idx="428">
                  <c:v>0.98907999999999996</c:v>
                </c:pt>
                <c:pt idx="429">
                  <c:v>0.98907999999999996</c:v>
                </c:pt>
                <c:pt idx="430">
                  <c:v>0.98907999999999996</c:v>
                </c:pt>
                <c:pt idx="431">
                  <c:v>0.98907999999999996</c:v>
                </c:pt>
                <c:pt idx="432">
                  <c:v>0.98907999999999996</c:v>
                </c:pt>
                <c:pt idx="433">
                  <c:v>0.98907999999999996</c:v>
                </c:pt>
                <c:pt idx="434">
                  <c:v>0.98907999999999996</c:v>
                </c:pt>
                <c:pt idx="435">
                  <c:v>0.98907999999999996</c:v>
                </c:pt>
                <c:pt idx="436">
                  <c:v>0.98907999999999996</c:v>
                </c:pt>
                <c:pt idx="437">
                  <c:v>0.98907999999999996</c:v>
                </c:pt>
                <c:pt idx="438">
                  <c:v>0.98907999999999996</c:v>
                </c:pt>
                <c:pt idx="439">
                  <c:v>0.98907999999999996</c:v>
                </c:pt>
                <c:pt idx="440">
                  <c:v>0.98907999999999996</c:v>
                </c:pt>
                <c:pt idx="441">
                  <c:v>0.98907999999999996</c:v>
                </c:pt>
                <c:pt idx="442">
                  <c:v>0.98907999999999996</c:v>
                </c:pt>
                <c:pt idx="443">
                  <c:v>0.98907999999999996</c:v>
                </c:pt>
                <c:pt idx="444">
                  <c:v>0.98907999999999996</c:v>
                </c:pt>
                <c:pt idx="445">
                  <c:v>0.98907999999999996</c:v>
                </c:pt>
                <c:pt idx="446">
                  <c:v>0.98907999999999996</c:v>
                </c:pt>
                <c:pt idx="447">
                  <c:v>0.98907999999999996</c:v>
                </c:pt>
                <c:pt idx="448">
                  <c:v>0.98907999999999996</c:v>
                </c:pt>
                <c:pt idx="449">
                  <c:v>0.98907999999999996</c:v>
                </c:pt>
                <c:pt idx="450">
                  <c:v>0.98907999999999996</c:v>
                </c:pt>
                <c:pt idx="451">
                  <c:v>0.98907999999999996</c:v>
                </c:pt>
                <c:pt idx="452">
                  <c:v>0.98907999999999996</c:v>
                </c:pt>
                <c:pt idx="453">
                  <c:v>0.98907999999999996</c:v>
                </c:pt>
                <c:pt idx="454">
                  <c:v>0.98907999999999996</c:v>
                </c:pt>
                <c:pt idx="455">
                  <c:v>0.98907999999999996</c:v>
                </c:pt>
                <c:pt idx="456">
                  <c:v>0.98907999999999996</c:v>
                </c:pt>
                <c:pt idx="457">
                  <c:v>0.98907999999999996</c:v>
                </c:pt>
                <c:pt idx="458">
                  <c:v>0.98907999999999996</c:v>
                </c:pt>
                <c:pt idx="459">
                  <c:v>0.98907999999999996</c:v>
                </c:pt>
                <c:pt idx="460">
                  <c:v>0.98907999999999996</c:v>
                </c:pt>
                <c:pt idx="461">
                  <c:v>0.98907999999999996</c:v>
                </c:pt>
                <c:pt idx="462">
                  <c:v>0.98907999999999996</c:v>
                </c:pt>
                <c:pt idx="463">
                  <c:v>0.98907999999999996</c:v>
                </c:pt>
                <c:pt idx="464">
                  <c:v>0.98907999999999996</c:v>
                </c:pt>
                <c:pt idx="465">
                  <c:v>0.98907999999999996</c:v>
                </c:pt>
                <c:pt idx="466">
                  <c:v>0.98907999999999996</c:v>
                </c:pt>
                <c:pt idx="467">
                  <c:v>0.98907999999999996</c:v>
                </c:pt>
                <c:pt idx="468">
                  <c:v>0.98907999999999996</c:v>
                </c:pt>
                <c:pt idx="469">
                  <c:v>0.98907999999999996</c:v>
                </c:pt>
                <c:pt idx="470">
                  <c:v>0.98907999999999996</c:v>
                </c:pt>
                <c:pt idx="471">
                  <c:v>0.98907999999999996</c:v>
                </c:pt>
                <c:pt idx="472">
                  <c:v>0.98907999999999996</c:v>
                </c:pt>
                <c:pt idx="473">
                  <c:v>0.98907999999999996</c:v>
                </c:pt>
                <c:pt idx="474">
                  <c:v>0.98907999999999996</c:v>
                </c:pt>
                <c:pt idx="475">
                  <c:v>0.98907999999999996</c:v>
                </c:pt>
                <c:pt idx="476">
                  <c:v>0.98907999999999996</c:v>
                </c:pt>
                <c:pt idx="477">
                  <c:v>0.98907999999999996</c:v>
                </c:pt>
                <c:pt idx="478">
                  <c:v>0.98907999999999996</c:v>
                </c:pt>
                <c:pt idx="479">
                  <c:v>0.98907999999999996</c:v>
                </c:pt>
                <c:pt idx="480">
                  <c:v>0.98907999999999996</c:v>
                </c:pt>
                <c:pt idx="481">
                  <c:v>0.98907999999999996</c:v>
                </c:pt>
                <c:pt idx="482">
                  <c:v>0.98907999999999996</c:v>
                </c:pt>
                <c:pt idx="483">
                  <c:v>0.98907999999999996</c:v>
                </c:pt>
                <c:pt idx="484">
                  <c:v>0.98907999999999996</c:v>
                </c:pt>
                <c:pt idx="485">
                  <c:v>0.98907999999999996</c:v>
                </c:pt>
                <c:pt idx="486">
                  <c:v>0.98907999999999996</c:v>
                </c:pt>
                <c:pt idx="487">
                  <c:v>0.98907999999999996</c:v>
                </c:pt>
                <c:pt idx="488">
                  <c:v>0.98907999999999996</c:v>
                </c:pt>
                <c:pt idx="489">
                  <c:v>0.98907999999999996</c:v>
                </c:pt>
                <c:pt idx="490">
                  <c:v>0.98907999999999996</c:v>
                </c:pt>
                <c:pt idx="491">
                  <c:v>0.98907999999999996</c:v>
                </c:pt>
                <c:pt idx="492">
                  <c:v>0.98907999999999996</c:v>
                </c:pt>
                <c:pt idx="493">
                  <c:v>0.98907999999999996</c:v>
                </c:pt>
                <c:pt idx="494">
                  <c:v>0.98907999999999996</c:v>
                </c:pt>
                <c:pt idx="495">
                  <c:v>0.98907999999999996</c:v>
                </c:pt>
                <c:pt idx="496">
                  <c:v>0.98907999999999996</c:v>
                </c:pt>
                <c:pt idx="497">
                  <c:v>0.98907999999999996</c:v>
                </c:pt>
                <c:pt idx="498">
                  <c:v>0.98907999999999996</c:v>
                </c:pt>
                <c:pt idx="499">
                  <c:v>0.98907999999999996</c:v>
                </c:pt>
                <c:pt idx="500">
                  <c:v>0.98907999999999996</c:v>
                </c:pt>
                <c:pt idx="501">
                  <c:v>0.98907999999999996</c:v>
                </c:pt>
                <c:pt idx="502">
                  <c:v>0.98907999999999996</c:v>
                </c:pt>
                <c:pt idx="503">
                  <c:v>0.98907999999999996</c:v>
                </c:pt>
                <c:pt idx="504">
                  <c:v>0.98907999999999996</c:v>
                </c:pt>
                <c:pt idx="505">
                  <c:v>0.98907999999999996</c:v>
                </c:pt>
                <c:pt idx="506">
                  <c:v>0.98907999999999996</c:v>
                </c:pt>
                <c:pt idx="507">
                  <c:v>0.98907999999999996</c:v>
                </c:pt>
                <c:pt idx="508">
                  <c:v>0.98907999999999996</c:v>
                </c:pt>
                <c:pt idx="509">
                  <c:v>0.98907999999999996</c:v>
                </c:pt>
                <c:pt idx="510">
                  <c:v>0.98907999999999996</c:v>
                </c:pt>
                <c:pt idx="511">
                  <c:v>0.98907999999999996</c:v>
                </c:pt>
                <c:pt idx="512">
                  <c:v>0.98907999999999996</c:v>
                </c:pt>
                <c:pt idx="513">
                  <c:v>0.98907999999999996</c:v>
                </c:pt>
                <c:pt idx="514">
                  <c:v>0.98907999999999996</c:v>
                </c:pt>
                <c:pt idx="515">
                  <c:v>0.98907999999999996</c:v>
                </c:pt>
                <c:pt idx="516">
                  <c:v>0.98907999999999996</c:v>
                </c:pt>
                <c:pt idx="517">
                  <c:v>0.98907999999999996</c:v>
                </c:pt>
                <c:pt idx="518">
                  <c:v>0.98907999999999996</c:v>
                </c:pt>
                <c:pt idx="519">
                  <c:v>0.98907999999999996</c:v>
                </c:pt>
                <c:pt idx="520">
                  <c:v>0.98907999999999996</c:v>
                </c:pt>
                <c:pt idx="521">
                  <c:v>0.98907999999999996</c:v>
                </c:pt>
                <c:pt idx="522">
                  <c:v>0.98907999999999996</c:v>
                </c:pt>
                <c:pt idx="523">
                  <c:v>0.98907999999999996</c:v>
                </c:pt>
                <c:pt idx="524">
                  <c:v>0.98907999999999996</c:v>
                </c:pt>
                <c:pt idx="525">
                  <c:v>0.98907999999999996</c:v>
                </c:pt>
                <c:pt idx="526">
                  <c:v>0.98907999999999996</c:v>
                </c:pt>
                <c:pt idx="527">
                  <c:v>0.98907999999999996</c:v>
                </c:pt>
                <c:pt idx="528">
                  <c:v>0.98907999999999996</c:v>
                </c:pt>
                <c:pt idx="529">
                  <c:v>0.98907999999999996</c:v>
                </c:pt>
                <c:pt idx="530">
                  <c:v>0.98907999999999996</c:v>
                </c:pt>
                <c:pt idx="531">
                  <c:v>0.98907999999999996</c:v>
                </c:pt>
                <c:pt idx="532">
                  <c:v>0.98907999999999996</c:v>
                </c:pt>
                <c:pt idx="533">
                  <c:v>0.98907999999999996</c:v>
                </c:pt>
                <c:pt idx="534">
                  <c:v>0.98907999999999996</c:v>
                </c:pt>
                <c:pt idx="535">
                  <c:v>0.98907999999999996</c:v>
                </c:pt>
                <c:pt idx="536">
                  <c:v>0.98907999999999996</c:v>
                </c:pt>
                <c:pt idx="537">
                  <c:v>0.98907999999999996</c:v>
                </c:pt>
                <c:pt idx="538">
                  <c:v>0.98907999999999996</c:v>
                </c:pt>
                <c:pt idx="539">
                  <c:v>0.98907999999999996</c:v>
                </c:pt>
                <c:pt idx="540">
                  <c:v>0.98907999999999996</c:v>
                </c:pt>
                <c:pt idx="541">
                  <c:v>0.98907999999999996</c:v>
                </c:pt>
                <c:pt idx="542">
                  <c:v>0.98907999999999996</c:v>
                </c:pt>
                <c:pt idx="543">
                  <c:v>0.98907999999999996</c:v>
                </c:pt>
                <c:pt idx="544">
                  <c:v>0.98907999999999996</c:v>
                </c:pt>
                <c:pt idx="545">
                  <c:v>0.98907999999999996</c:v>
                </c:pt>
                <c:pt idx="546">
                  <c:v>0.98907999999999996</c:v>
                </c:pt>
                <c:pt idx="547">
                  <c:v>0.98907999999999996</c:v>
                </c:pt>
                <c:pt idx="548">
                  <c:v>0.98907999999999996</c:v>
                </c:pt>
                <c:pt idx="549">
                  <c:v>0.98907999999999996</c:v>
                </c:pt>
                <c:pt idx="550">
                  <c:v>0.98907999999999996</c:v>
                </c:pt>
                <c:pt idx="551">
                  <c:v>0.98907999999999996</c:v>
                </c:pt>
                <c:pt idx="552">
                  <c:v>0.98907999999999996</c:v>
                </c:pt>
                <c:pt idx="553">
                  <c:v>0.98907999999999996</c:v>
                </c:pt>
                <c:pt idx="554">
                  <c:v>0.98907999999999996</c:v>
                </c:pt>
                <c:pt idx="555">
                  <c:v>0.98907999999999996</c:v>
                </c:pt>
                <c:pt idx="556">
                  <c:v>0.98907999999999996</c:v>
                </c:pt>
                <c:pt idx="557">
                  <c:v>0.98907999999999996</c:v>
                </c:pt>
                <c:pt idx="558">
                  <c:v>0.98907999999999996</c:v>
                </c:pt>
                <c:pt idx="559">
                  <c:v>0.98907999999999996</c:v>
                </c:pt>
                <c:pt idx="560">
                  <c:v>0.98907999999999996</c:v>
                </c:pt>
                <c:pt idx="561">
                  <c:v>0.98907999999999996</c:v>
                </c:pt>
                <c:pt idx="562">
                  <c:v>0.98907999999999996</c:v>
                </c:pt>
                <c:pt idx="563">
                  <c:v>0.98907999999999996</c:v>
                </c:pt>
                <c:pt idx="564">
                  <c:v>0.98907999999999996</c:v>
                </c:pt>
                <c:pt idx="565">
                  <c:v>0.98907999999999996</c:v>
                </c:pt>
                <c:pt idx="566">
                  <c:v>0.98907999999999996</c:v>
                </c:pt>
                <c:pt idx="567">
                  <c:v>0.98907999999999996</c:v>
                </c:pt>
                <c:pt idx="568">
                  <c:v>0.98907999999999996</c:v>
                </c:pt>
                <c:pt idx="569">
                  <c:v>0.98907999999999996</c:v>
                </c:pt>
                <c:pt idx="570">
                  <c:v>0.98907999999999996</c:v>
                </c:pt>
                <c:pt idx="571">
                  <c:v>0.98907999999999996</c:v>
                </c:pt>
                <c:pt idx="572">
                  <c:v>0.98907999999999996</c:v>
                </c:pt>
                <c:pt idx="573">
                  <c:v>0.98907999999999996</c:v>
                </c:pt>
                <c:pt idx="574">
                  <c:v>0.98907999999999996</c:v>
                </c:pt>
                <c:pt idx="575">
                  <c:v>0.98907999999999996</c:v>
                </c:pt>
                <c:pt idx="576">
                  <c:v>0.98907999999999996</c:v>
                </c:pt>
                <c:pt idx="577">
                  <c:v>0.98907999999999996</c:v>
                </c:pt>
                <c:pt idx="578">
                  <c:v>0.98907999999999996</c:v>
                </c:pt>
                <c:pt idx="579">
                  <c:v>0.98907999999999996</c:v>
                </c:pt>
                <c:pt idx="580">
                  <c:v>0.98907999999999996</c:v>
                </c:pt>
                <c:pt idx="581">
                  <c:v>0.98907999999999996</c:v>
                </c:pt>
                <c:pt idx="582">
                  <c:v>0.98907999999999996</c:v>
                </c:pt>
                <c:pt idx="583">
                  <c:v>0.98907999999999996</c:v>
                </c:pt>
                <c:pt idx="584">
                  <c:v>0.98907999999999996</c:v>
                </c:pt>
                <c:pt idx="585">
                  <c:v>0.98907999999999996</c:v>
                </c:pt>
                <c:pt idx="586">
                  <c:v>0.98907999999999996</c:v>
                </c:pt>
                <c:pt idx="587">
                  <c:v>0.98907999999999996</c:v>
                </c:pt>
                <c:pt idx="588">
                  <c:v>0.98907999999999996</c:v>
                </c:pt>
                <c:pt idx="589">
                  <c:v>0.98907999999999996</c:v>
                </c:pt>
                <c:pt idx="590">
                  <c:v>0.98907999999999996</c:v>
                </c:pt>
                <c:pt idx="591">
                  <c:v>0.98907999999999996</c:v>
                </c:pt>
                <c:pt idx="592">
                  <c:v>0.98907999999999996</c:v>
                </c:pt>
                <c:pt idx="593">
                  <c:v>0.98907999999999996</c:v>
                </c:pt>
                <c:pt idx="594">
                  <c:v>0.98907999999999996</c:v>
                </c:pt>
                <c:pt idx="595">
                  <c:v>0.98907999999999996</c:v>
                </c:pt>
                <c:pt idx="596">
                  <c:v>0.98907999999999996</c:v>
                </c:pt>
                <c:pt idx="597">
                  <c:v>0.98907999999999996</c:v>
                </c:pt>
                <c:pt idx="598">
                  <c:v>0.98907999999999996</c:v>
                </c:pt>
                <c:pt idx="599">
                  <c:v>0.98907999999999996</c:v>
                </c:pt>
                <c:pt idx="600">
                  <c:v>0.98907999999999996</c:v>
                </c:pt>
                <c:pt idx="601">
                  <c:v>0.98907999999999996</c:v>
                </c:pt>
                <c:pt idx="602">
                  <c:v>0.98907999999999996</c:v>
                </c:pt>
                <c:pt idx="603">
                  <c:v>0.98907999999999996</c:v>
                </c:pt>
                <c:pt idx="604">
                  <c:v>0.98907999999999996</c:v>
                </c:pt>
                <c:pt idx="605">
                  <c:v>0.98907999999999996</c:v>
                </c:pt>
                <c:pt idx="606">
                  <c:v>0.98907999999999996</c:v>
                </c:pt>
                <c:pt idx="607">
                  <c:v>0.98907999999999996</c:v>
                </c:pt>
                <c:pt idx="608">
                  <c:v>0.98907999999999996</c:v>
                </c:pt>
                <c:pt idx="609">
                  <c:v>0.98907999999999996</c:v>
                </c:pt>
                <c:pt idx="610">
                  <c:v>0.98907999999999996</c:v>
                </c:pt>
                <c:pt idx="611">
                  <c:v>0.98907999999999996</c:v>
                </c:pt>
                <c:pt idx="612">
                  <c:v>0.98907999999999996</c:v>
                </c:pt>
                <c:pt idx="613">
                  <c:v>0.98907999999999996</c:v>
                </c:pt>
                <c:pt idx="614">
                  <c:v>0.98907999999999996</c:v>
                </c:pt>
                <c:pt idx="615">
                  <c:v>0.98907999999999996</c:v>
                </c:pt>
                <c:pt idx="616">
                  <c:v>0.98907999999999996</c:v>
                </c:pt>
                <c:pt idx="617">
                  <c:v>0.98907999999999996</c:v>
                </c:pt>
                <c:pt idx="618">
                  <c:v>0.98907999999999996</c:v>
                </c:pt>
                <c:pt idx="619">
                  <c:v>0.98907999999999996</c:v>
                </c:pt>
                <c:pt idx="620">
                  <c:v>0.98907999999999996</c:v>
                </c:pt>
                <c:pt idx="621">
                  <c:v>0.98907999999999996</c:v>
                </c:pt>
                <c:pt idx="622">
                  <c:v>0.98907999999999996</c:v>
                </c:pt>
                <c:pt idx="623">
                  <c:v>0.98907999999999996</c:v>
                </c:pt>
                <c:pt idx="624">
                  <c:v>0.98907999999999996</c:v>
                </c:pt>
                <c:pt idx="625">
                  <c:v>0.98907999999999996</c:v>
                </c:pt>
                <c:pt idx="626">
                  <c:v>0.98907999999999996</c:v>
                </c:pt>
                <c:pt idx="627">
                  <c:v>0.98907999999999996</c:v>
                </c:pt>
                <c:pt idx="628">
                  <c:v>0.98907999999999996</c:v>
                </c:pt>
                <c:pt idx="629">
                  <c:v>0.98907999999999996</c:v>
                </c:pt>
                <c:pt idx="630">
                  <c:v>0.98907999999999996</c:v>
                </c:pt>
                <c:pt idx="631">
                  <c:v>0.98907999999999996</c:v>
                </c:pt>
                <c:pt idx="632">
                  <c:v>0.98907999999999996</c:v>
                </c:pt>
                <c:pt idx="633">
                  <c:v>0.98907999999999996</c:v>
                </c:pt>
                <c:pt idx="634">
                  <c:v>0.98907999999999996</c:v>
                </c:pt>
                <c:pt idx="635">
                  <c:v>0.98907999999999996</c:v>
                </c:pt>
                <c:pt idx="636">
                  <c:v>0.98907999999999996</c:v>
                </c:pt>
                <c:pt idx="637">
                  <c:v>0.98907999999999996</c:v>
                </c:pt>
                <c:pt idx="638">
                  <c:v>0.98907999999999996</c:v>
                </c:pt>
                <c:pt idx="639">
                  <c:v>0.98907999999999996</c:v>
                </c:pt>
                <c:pt idx="640">
                  <c:v>0.98907999999999996</c:v>
                </c:pt>
                <c:pt idx="641">
                  <c:v>0.98907999999999996</c:v>
                </c:pt>
                <c:pt idx="642">
                  <c:v>0.98907999999999996</c:v>
                </c:pt>
                <c:pt idx="643">
                  <c:v>0.98907999999999996</c:v>
                </c:pt>
                <c:pt idx="644">
                  <c:v>0.98907999999999996</c:v>
                </c:pt>
                <c:pt idx="645">
                  <c:v>0.98907999999999996</c:v>
                </c:pt>
                <c:pt idx="646">
                  <c:v>0.98907999999999996</c:v>
                </c:pt>
                <c:pt idx="647">
                  <c:v>0.98907999999999996</c:v>
                </c:pt>
                <c:pt idx="648">
                  <c:v>0.98907999999999996</c:v>
                </c:pt>
                <c:pt idx="649">
                  <c:v>0.98907999999999996</c:v>
                </c:pt>
                <c:pt idx="650">
                  <c:v>0.98907999999999996</c:v>
                </c:pt>
                <c:pt idx="651">
                  <c:v>0.98907999999999996</c:v>
                </c:pt>
                <c:pt idx="652">
                  <c:v>0.98907999999999996</c:v>
                </c:pt>
                <c:pt idx="653">
                  <c:v>0.98907999999999996</c:v>
                </c:pt>
                <c:pt idx="654">
                  <c:v>0.98907999999999996</c:v>
                </c:pt>
                <c:pt idx="655">
                  <c:v>0.98907999999999996</c:v>
                </c:pt>
                <c:pt idx="656">
                  <c:v>0.98907999999999996</c:v>
                </c:pt>
                <c:pt idx="657">
                  <c:v>0.98907999999999996</c:v>
                </c:pt>
                <c:pt idx="658">
                  <c:v>0.98907999999999996</c:v>
                </c:pt>
                <c:pt idx="659">
                  <c:v>0.98907999999999996</c:v>
                </c:pt>
                <c:pt idx="660">
                  <c:v>0.98907999999999996</c:v>
                </c:pt>
                <c:pt idx="661">
                  <c:v>0.98907999999999996</c:v>
                </c:pt>
                <c:pt idx="662">
                  <c:v>0.98907999999999996</c:v>
                </c:pt>
                <c:pt idx="663">
                  <c:v>0.98907999999999996</c:v>
                </c:pt>
                <c:pt idx="664">
                  <c:v>0.98907999999999996</c:v>
                </c:pt>
                <c:pt idx="665">
                  <c:v>0.98907999999999996</c:v>
                </c:pt>
                <c:pt idx="666">
                  <c:v>0.98907999999999996</c:v>
                </c:pt>
                <c:pt idx="667">
                  <c:v>0.98907999999999996</c:v>
                </c:pt>
                <c:pt idx="668">
                  <c:v>0.98907999999999996</c:v>
                </c:pt>
                <c:pt idx="669">
                  <c:v>0.98907999999999996</c:v>
                </c:pt>
                <c:pt idx="670">
                  <c:v>0.98907999999999996</c:v>
                </c:pt>
                <c:pt idx="671">
                  <c:v>0.98907999999999996</c:v>
                </c:pt>
                <c:pt idx="672">
                  <c:v>0.98907999999999996</c:v>
                </c:pt>
                <c:pt idx="673">
                  <c:v>0.98907999999999996</c:v>
                </c:pt>
                <c:pt idx="674">
                  <c:v>0.98907999999999996</c:v>
                </c:pt>
                <c:pt idx="675">
                  <c:v>0.98907999999999996</c:v>
                </c:pt>
                <c:pt idx="676">
                  <c:v>0.98907999999999996</c:v>
                </c:pt>
                <c:pt idx="677">
                  <c:v>0.98907999999999996</c:v>
                </c:pt>
                <c:pt idx="678">
                  <c:v>0.98907999999999996</c:v>
                </c:pt>
                <c:pt idx="679">
                  <c:v>0.98907999999999996</c:v>
                </c:pt>
                <c:pt idx="680">
                  <c:v>0.98907999999999996</c:v>
                </c:pt>
                <c:pt idx="681">
                  <c:v>0.98907999999999996</c:v>
                </c:pt>
                <c:pt idx="682">
                  <c:v>0.98907999999999996</c:v>
                </c:pt>
                <c:pt idx="683">
                  <c:v>0.98907999999999996</c:v>
                </c:pt>
                <c:pt idx="684">
                  <c:v>0.98907999999999996</c:v>
                </c:pt>
                <c:pt idx="685">
                  <c:v>0.98907999999999996</c:v>
                </c:pt>
                <c:pt idx="686">
                  <c:v>0.98907999999999996</c:v>
                </c:pt>
                <c:pt idx="687">
                  <c:v>0.98907999999999996</c:v>
                </c:pt>
                <c:pt idx="688">
                  <c:v>0.98907999999999996</c:v>
                </c:pt>
                <c:pt idx="689">
                  <c:v>0.98907999999999996</c:v>
                </c:pt>
                <c:pt idx="690">
                  <c:v>0.98907999999999996</c:v>
                </c:pt>
                <c:pt idx="691">
                  <c:v>0.98907999999999996</c:v>
                </c:pt>
                <c:pt idx="692">
                  <c:v>0.98907999999999996</c:v>
                </c:pt>
                <c:pt idx="693">
                  <c:v>0.98907999999999996</c:v>
                </c:pt>
                <c:pt idx="694">
                  <c:v>0.98907999999999996</c:v>
                </c:pt>
                <c:pt idx="695">
                  <c:v>0.98907999999999996</c:v>
                </c:pt>
                <c:pt idx="696">
                  <c:v>0.98907999999999996</c:v>
                </c:pt>
                <c:pt idx="697">
                  <c:v>0.98907999999999996</c:v>
                </c:pt>
                <c:pt idx="698">
                  <c:v>0.98907999999999996</c:v>
                </c:pt>
                <c:pt idx="699">
                  <c:v>0.98907999999999996</c:v>
                </c:pt>
                <c:pt idx="700">
                  <c:v>0.98907999999999996</c:v>
                </c:pt>
                <c:pt idx="701">
                  <c:v>0.98907999999999996</c:v>
                </c:pt>
                <c:pt idx="702">
                  <c:v>0.98907999999999996</c:v>
                </c:pt>
                <c:pt idx="703">
                  <c:v>0.98907999999999996</c:v>
                </c:pt>
                <c:pt idx="704">
                  <c:v>0.98907999999999996</c:v>
                </c:pt>
                <c:pt idx="705">
                  <c:v>0.98907999999999996</c:v>
                </c:pt>
                <c:pt idx="706">
                  <c:v>0.98907999999999996</c:v>
                </c:pt>
                <c:pt idx="707">
                  <c:v>0.98907999999999996</c:v>
                </c:pt>
                <c:pt idx="708">
                  <c:v>0.98907999999999996</c:v>
                </c:pt>
                <c:pt idx="709">
                  <c:v>0.98907999999999996</c:v>
                </c:pt>
                <c:pt idx="710">
                  <c:v>0.98907999999999996</c:v>
                </c:pt>
                <c:pt idx="711">
                  <c:v>0.98907999999999996</c:v>
                </c:pt>
                <c:pt idx="712">
                  <c:v>0.98907999999999996</c:v>
                </c:pt>
                <c:pt idx="713">
                  <c:v>0.98907999999999996</c:v>
                </c:pt>
                <c:pt idx="714">
                  <c:v>0.98907999999999996</c:v>
                </c:pt>
                <c:pt idx="715">
                  <c:v>0.98907999999999996</c:v>
                </c:pt>
                <c:pt idx="716">
                  <c:v>0.98907999999999996</c:v>
                </c:pt>
                <c:pt idx="717">
                  <c:v>0.98907999999999996</c:v>
                </c:pt>
                <c:pt idx="718">
                  <c:v>0.98907999999999996</c:v>
                </c:pt>
                <c:pt idx="719">
                  <c:v>0.98907999999999996</c:v>
                </c:pt>
                <c:pt idx="720">
                  <c:v>0.98907999999999996</c:v>
                </c:pt>
                <c:pt idx="721">
                  <c:v>0.98907999999999996</c:v>
                </c:pt>
                <c:pt idx="722">
                  <c:v>0.98907999999999996</c:v>
                </c:pt>
                <c:pt idx="723">
                  <c:v>0.98907999999999996</c:v>
                </c:pt>
                <c:pt idx="724">
                  <c:v>0.98907999999999996</c:v>
                </c:pt>
                <c:pt idx="725">
                  <c:v>0.98907999999999996</c:v>
                </c:pt>
                <c:pt idx="726">
                  <c:v>0.98907999999999996</c:v>
                </c:pt>
                <c:pt idx="727">
                  <c:v>0.98907999999999996</c:v>
                </c:pt>
                <c:pt idx="728">
                  <c:v>0.98907999999999996</c:v>
                </c:pt>
                <c:pt idx="729">
                  <c:v>0.98907999999999996</c:v>
                </c:pt>
                <c:pt idx="730">
                  <c:v>0.98907999999999996</c:v>
                </c:pt>
                <c:pt idx="731">
                  <c:v>0.98907999999999996</c:v>
                </c:pt>
                <c:pt idx="732">
                  <c:v>0.98907999999999996</c:v>
                </c:pt>
                <c:pt idx="733">
                  <c:v>0.98907999999999996</c:v>
                </c:pt>
                <c:pt idx="734">
                  <c:v>0.98907999999999996</c:v>
                </c:pt>
                <c:pt idx="735">
                  <c:v>0.98907999999999996</c:v>
                </c:pt>
                <c:pt idx="736">
                  <c:v>0.98907999999999996</c:v>
                </c:pt>
                <c:pt idx="737">
                  <c:v>0.98907999999999996</c:v>
                </c:pt>
                <c:pt idx="738">
                  <c:v>0.98907999999999996</c:v>
                </c:pt>
                <c:pt idx="739">
                  <c:v>0.98907999999999996</c:v>
                </c:pt>
                <c:pt idx="740">
                  <c:v>0.98907999999999996</c:v>
                </c:pt>
                <c:pt idx="741">
                  <c:v>0.98907999999999996</c:v>
                </c:pt>
                <c:pt idx="742">
                  <c:v>0.98907999999999996</c:v>
                </c:pt>
                <c:pt idx="743">
                  <c:v>0.98907999999999996</c:v>
                </c:pt>
                <c:pt idx="744">
                  <c:v>0.98907999999999996</c:v>
                </c:pt>
                <c:pt idx="745">
                  <c:v>0.98907999999999996</c:v>
                </c:pt>
                <c:pt idx="746">
                  <c:v>0.98907999999999996</c:v>
                </c:pt>
                <c:pt idx="747">
                  <c:v>0.98907999999999996</c:v>
                </c:pt>
                <c:pt idx="748">
                  <c:v>0.98907999999999996</c:v>
                </c:pt>
                <c:pt idx="749">
                  <c:v>0.98907999999999996</c:v>
                </c:pt>
                <c:pt idx="750">
                  <c:v>0.98907999999999996</c:v>
                </c:pt>
                <c:pt idx="751">
                  <c:v>0.98907999999999996</c:v>
                </c:pt>
                <c:pt idx="752">
                  <c:v>0.98907999999999996</c:v>
                </c:pt>
                <c:pt idx="753">
                  <c:v>0.98907999999999996</c:v>
                </c:pt>
                <c:pt idx="754">
                  <c:v>0.98907999999999996</c:v>
                </c:pt>
                <c:pt idx="755">
                  <c:v>0.98907999999999996</c:v>
                </c:pt>
                <c:pt idx="756">
                  <c:v>0.98907999999999996</c:v>
                </c:pt>
                <c:pt idx="757">
                  <c:v>0.98907999999999996</c:v>
                </c:pt>
                <c:pt idx="758">
                  <c:v>0.98907999999999996</c:v>
                </c:pt>
                <c:pt idx="759">
                  <c:v>0.98907999999999996</c:v>
                </c:pt>
                <c:pt idx="760">
                  <c:v>0.98907999999999996</c:v>
                </c:pt>
                <c:pt idx="761">
                  <c:v>0.98907999999999996</c:v>
                </c:pt>
                <c:pt idx="762">
                  <c:v>0.98907999999999996</c:v>
                </c:pt>
                <c:pt idx="763">
                  <c:v>0.98907999999999996</c:v>
                </c:pt>
                <c:pt idx="764">
                  <c:v>0.98907999999999996</c:v>
                </c:pt>
                <c:pt idx="765">
                  <c:v>0.98907999999999996</c:v>
                </c:pt>
                <c:pt idx="766">
                  <c:v>0.98907999999999996</c:v>
                </c:pt>
                <c:pt idx="767">
                  <c:v>0.98907999999999996</c:v>
                </c:pt>
                <c:pt idx="768">
                  <c:v>0.98907999999999996</c:v>
                </c:pt>
                <c:pt idx="769">
                  <c:v>0.98907999999999996</c:v>
                </c:pt>
                <c:pt idx="770">
                  <c:v>0.98907999999999996</c:v>
                </c:pt>
                <c:pt idx="771">
                  <c:v>0.98907999999999996</c:v>
                </c:pt>
                <c:pt idx="772">
                  <c:v>0.98907999999999996</c:v>
                </c:pt>
                <c:pt idx="773">
                  <c:v>0.98907999999999996</c:v>
                </c:pt>
                <c:pt idx="774">
                  <c:v>0.98907999999999996</c:v>
                </c:pt>
                <c:pt idx="775">
                  <c:v>0.98907999999999996</c:v>
                </c:pt>
                <c:pt idx="776">
                  <c:v>0.98907999999999996</c:v>
                </c:pt>
                <c:pt idx="777">
                  <c:v>0.98907999999999996</c:v>
                </c:pt>
                <c:pt idx="778">
                  <c:v>0.98907999999999996</c:v>
                </c:pt>
                <c:pt idx="779">
                  <c:v>0.98907999999999996</c:v>
                </c:pt>
                <c:pt idx="780">
                  <c:v>0.98907999999999996</c:v>
                </c:pt>
                <c:pt idx="781">
                  <c:v>0.98907999999999996</c:v>
                </c:pt>
                <c:pt idx="782">
                  <c:v>0.98907999999999996</c:v>
                </c:pt>
                <c:pt idx="783">
                  <c:v>0.98907999999999996</c:v>
                </c:pt>
                <c:pt idx="784">
                  <c:v>0.98907999999999996</c:v>
                </c:pt>
                <c:pt idx="785">
                  <c:v>0.98907999999999996</c:v>
                </c:pt>
                <c:pt idx="786">
                  <c:v>0.98907999999999996</c:v>
                </c:pt>
                <c:pt idx="787">
                  <c:v>0.98907999999999996</c:v>
                </c:pt>
                <c:pt idx="788">
                  <c:v>0.98907999999999996</c:v>
                </c:pt>
                <c:pt idx="789">
                  <c:v>0.98907999999999996</c:v>
                </c:pt>
                <c:pt idx="790">
                  <c:v>0.98907999999999996</c:v>
                </c:pt>
                <c:pt idx="791">
                  <c:v>0.98907999999999996</c:v>
                </c:pt>
                <c:pt idx="792">
                  <c:v>0.98907999999999996</c:v>
                </c:pt>
                <c:pt idx="793">
                  <c:v>0.98907999999999996</c:v>
                </c:pt>
                <c:pt idx="794">
                  <c:v>0.98907999999999996</c:v>
                </c:pt>
                <c:pt idx="795">
                  <c:v>0.98907999999999996</c:v>
                </c:pt>
                <c:pt idx="796">
                  <c:v>0.98907999999999996</c:v>
                </c:pt>
                <c:pt idx="797">
                  <c:v>0.98907999999999996</c:v>
                </c:pt>
                <c:pt idx="798">
                  <c:v>0.98907999999999996</c:v>
                </c:pt>
                <c:pt idx="799">
                  <c:v>0.98907999999999996</c:v>
                </c:pt>
                <c:pt idx="800">
                  <c:v>0.98907999999999996</c:v>
                </c:pt>
                <c:pt idx="801">
                  <c:v>0.98907999999999996</c:v>
                </c:pt>
                <c:pt idx="802">
                  <c:v>0.98907999999999996</c:v>
                </c:pt>
                <c:pt idx="803">
                  <c:v>0.98907999999999996</c:v>
                </c:pt>
                <c:pt idx="804">
                  <c:v>0.98907999999999996</c:v>
                </c:pt>
                <c:pt idx="805">
                  <c:v>0.98907999999999996</c:v>
                </c:pt>
                <c:pt idx="806">
                  <c:v>0.98907999999999996</c:v>
                </c:pt>
                <c:pt idx="807">
                  <c:v>0.98907999999999996</c:v>
                </c:pt>
                <c:pt idx="808">
                  <c:v>0.98907999999999996</c:v>
                </c:pt>
                <c:pt idx="809">
                  <c:v>0.98907999999999996</c:v>
                </c:pt>
                <c:pt idx="810">
                  <c:v>0.98907999999999996</c:v>
                </c:pt>
                <c:pt idx="811">
                  <c:v>0.98907999999999996</c:v>
                </c:pt>
                <c:pt idx="812">
                  <c:v>0.98907999999999996</c:v>
                </c:pt>
                <c:pt idx="813">
                  <c:v>0.98907999999999996</c:v>
                </c:pt>
                <c:pt idx="814">
                  <c:v>0.98907999999999996</c:v>
                </c:pt>
                <c:pt idx="815">
                  <c:v>0.98907999999999996</c:v>
                </c:pt>
                <c:pt idx="816">
                  <c:v>0.98907999999999996</c:v>
                </c:pt>
                <c:pt idx="817">
                  <c:v>0.98907999999999996</c:v>
                </c:pt>
                <c:pt idx="818">
                  <c:v>0.98907999999999996</c:v>
                </c:pt>
                <c:pt idx="819">
                  <c:v>0.98907999999999996</c:v>
                </c:pt>
                <c:pt idx="820">
                  <c:v>0.98907999999999996</c:v>
                </c:pt>
                <c:pt idx="821">
                  <c:v>0.98907999999999996</c:v>
                </c:pt>
                <c:pt idx="822">
                  <c:v>0.98907999999999996</c:v>
                </c:pt>
                <c:pt idx="823">
                  <c:v>0.98907999999999996</c:v>
                </c:pt>
                <c:pt idx="824">
                  <c:v>0.98907999999999996</c:v>
                </c:pt>
                <c:pt idx="825">
                  <c:v>0.98907999999999996</c:v>
                </c:pt>
                <c:pt idx="826">
                  <c:v>0.98907999999999996</c:v>
                </c:pt>
                <c:pt idx="827">
                  <c:v>0.98907999999999996</c:v>
                </c:pt>
                <c:pt idx="828">
                  <c:v>0.98907999999999996</c:v>
                </c:pt>
                <c:pt idx="829">
                  <c:v>0.98907999999999996</c:v>
                </c:pt>
                <c:pt idx="830">
                  <c:v>0.98907999999999996</c:v>
                </c:pt>
                <c:pt idx="831">
                  <c:v>0.98907999999999996</c:v>
                </c:pt>
                <c:pt idx="832">
                  <c:v>0.98907999999999996</c:v>
                </c:pt>
                <c:pt idx="833">
                  <c:v>0.98907999999999996</c:v>
                </c:pt>
                <c:pt idx="834">
                  <c:v>0.98907999999999996</c:v>
                </c:pt>
                <c:pt idx="835">
                  <c:v>0.98907999999999996</c:v>
                </c:pt>
                <c:pt idx="836">
                  <c:v>0.98907999999999996</c:v>
                </c:pt>
                <c:pt idx="837">
                  <c:v>0.98907999999999996</c:v>
                </c:pt>
                <c:pt idx="838">
                  <c:v>0.98907999999999996</c:v>
                </c:pt>
                <c:pt idx="839">
                  <c:v>0.98907999999999996</c:v>
                </c:pt>
                <c:pt idx="840">
                  <c:v>0.98907999999999996</c:v>
                </c:pt>
                <c:pt idx="841">
                  <c:v>0.98907999999999996</c:v>
                </c:pt>
                <c:pt idx="842">
                  <c:v>0.98907999999999996</c:v>
                </c:pt>
                <c:pt idx="843">
                  <c:v>0.98907999999999996</c:v>
                </c:pt>
                <c:pt idx="844">
                  <c:v>0.98907999999999996</c:v>
                </c:pt>
                <c:pt idx="845">
                  <c:v>0.98907999999999996</c:v>
                </c:pt>
                <c:pt idx="846">
                  <c:v>0.98907999999999996</c:v>
                </c:pt>
                <c:pt idx="847">
                  <c:v>0.98907999999999996</c:v>
                </c:pt>
                <c:pt idx="848">
                  <c:v>0.98907999999999996</c:v>
                </c:pt>
                <c:pt idx="849">
                  <c:v>0.98907999999999996</c:v>
                </c:pt>
                <c:pt idx="850">
                  <c:v>0.98907999999999996</c:v>
                </c:pt>
                <c:pt idx="851">
                  <c:v>0.98907999999999996</c:v>
                </c:pt>
                <c:pt idx="852">
                  <c:v>0.98907999999999996</c:v>
                </c:pt>
                <c:pt idx="853">
                  <c:v>0.98907999999999996</c:v>
                </c:pt>
                <c:pt idx="854">
                  <c:v>0.98907999999999996</c:v>
                </c:pt>
                <c:pt idx="855">
                  <c:v>0.98907999999999996</c:v>
                </c:pt>
                <c:pt idx="856">
                  <c:v>0.98907999999999996</c:v>
                </c:pt>
                <c:pt idx="857">
                  <c:v>0.98907999999999996</c:v>
                </c:pt>
                <c:pt idx="858">
                  <c:v>0.98907999999999996</c:v>
                </c:pt>
                <c:pt idx="859">
                  <c:v>0.98907999999999996</c:v>
                </c:pt>
                <c:pt idx="860">
                  <c:v>0.98907999999999996</c:v>
                </c:pt>
                <c:pt idx="861">
                  <c:v>0.98907999999999996</c:v>
                </c:pt>
                <c:pt idx="862">
                  <c:v>0.98907999999999996</c:v>
                </c:pt>
                <c:pt idx="863">
                  <c:v>0.98907999999999996</c:v>
                </c:pt>
                <c:pt idx="864">
                  <c:v>0.98907999999999996</c:v>
                </c:pt>
                <c:pt idx="865">
                  <c:v>0.98907999999999996</c:v>
                </c:pt>
                <c:pt idx="866">
                  <c:v>0.98907999999999996</c:v>
                </c:pt>
                <c:pt idx="867">
                  <c:v>0.98907999999999996</c:v>
                </c:pt>
                <c:pt idx="868">
                  <c:v>0.98907999999999996</c:v>
                </c:pt>
                <c:pt idx="869">
                  <c:v>0.98907999999999996</c:v>
                </c:pt>
                <c:pt idx="870">
                  <c:v>0.98907999999999996</c:v>
                </c:pt>
                <c:pt idx="871">
                  <c:v>0.98907999999999996</c:v>
                </c:pt>
                <c:pt idx="872">
                  <c:v>0.98907999999999996</c:v>
                </c:pt>
                <c:pt idx="873">
                  <c:v>0.98907999999999996</c:v>
                </c:pt>
                <c:pt idx="874">
                  <c:v>0.98907999999999996</c:v>
                </c:pt>
                <c:pt idx="875">
                  <c:v>0.98907999999999996</c:v>
                </c:pt>
                <c:pt idx="876">
                  <c:v>0.98907999999999996</c:v>
                </c:pt>
                <c:pt idx="877">
                  <c:v>0.98907999999999996</c:v>
                </c:pt>
                <c:pt idx="878">
                  <c:v>0.98907999999999996</c:v>
                </c:pt>
                <c:pt idx="879">
                  <c:v>0.98907999999999996</c:v>
                </c:pt>
                <c:pt idx="880">
                  <c:v>0.98907999999999996</c:v>
                </c:pt>
                <c:pt idx="881">
                  <c:v>0.98907999999999996</c:v>
                </c:pt>
                <c:pt idx="882">
                  <c:v>0.98907999999999996</c:v>
                </c:pt>
                <c:pt idx="883">
                  <c:v>0.98907999999999996</c:v>
                </c:pt>
                <c:pt idx="884">
                  <c:v>0.98907999999999996</c:v>
                </c:pt>
                <c:pt idx="885">
                  <c:v>0.98907999999999996</c:v>
                </c:pt>
                <c:pt idx="886">
                  <c:v>0.98907999999999996</c:v>
                </c:pt>
                <c:pt idx="887">
                  <c:v>0.98907999999999996</c:v>
                </c:pt>
                <c:pt idx="888">
                  <c:v>0.98907999999999996</c:v>
                </c:pt>
                <c:pt idx="889">
                  <c:v>0.98907999999999996</c:v>
                </c:pt>
                <c:pt idx="890">
                  <c:v>0.98907999999999996</c:v>
                </c:pt>
                <c:pt idx="891">
                  <c:v>0.98907999999999996</c:v>
                </c:pt>
                <c:pt idx="892">
                  <c:v>0.98907999999999996</c:v>
                </c:pt>
                <c:pt idx="893">
                  <c:v>0.98907999999999996</c:v>
                </c:pt>
                <c:pt idx="894">
                  <c:v>0.98907999999999996</c:v>
                </c:pt>
                <c:pt idx="895">
                  <c:v>0.98907999999999996</c:v>
                </c:pt>
                <c:pt idx="896">
                  <c:v>0.98907999999999996</c:v>
                </c:pt>
                <c:pt idx="897">
                  <c:v>0.98907999999999996</c:v>
                </c:pt>
                <c:pt idx="898">
                  <c:v>0.98907999999999996</c:v>
                </c:pt>
                <c:pt idx="899">
                  <c:v>0.98907999999999996</c:v>
                </c:pt>
                <c:pt idx="900">
                  <c:v>0.98907999999999996</c:v>
                </c:pt>
                <c:pt idx="901">
                  <c:v>0.98907999999999996</c:v>
                </c:pt>
                <c:pt idx="902">
                  <c:v>0.98907999999999996</c:v>
                </c:pt>
                <c:pt idx="903">
                  <c:v>0.98907999999999996</c:v>
                </c:pt>
                <c:pt idx="904">
                  <c:v>0.98907999999999996</c:v>
                </c:pt>
                <c:pt idx="905">
                  <c:v>0.98907999999999996</c:v>
                </c:pt>
                <c:pt idx="906">
                  <c:v>0.98907999999999996</c:v>
                </c:pt>
                <c:pt idx="907">
                  <c:v>0.98907999999999996</c:v>
                </c:pt>
                <c:pt idx="908">
                  <c:v>0.98907999999999996</c:v>
                </c:pt>
                <c:pt idx="909">
                  <c:v>0.98907999999999996</c:v>
                </c:pt>
                <c:pt idx="910">
                  <c:v>0.98907999999999996</c:v>
                </c:pt>
                <c:pt idx="911">
                  <c:v>0.98907999999999996</c:v>
                </c:pt>
                <c:pt idx="912">
                  <c:v>0.98907999999999996</c:v>
                </c:pt>
                <c:pt idx="913">
                  <c:v>0.98907999999999996</c:v>
                </c:pt>
                <c:pt idx="914">
                  <c:v>0.98907999999999996</c:v>
                </c:pt>
                <c:pt idx="915">
                  <c:v>0.98907999999999996</c:v>
                </c:pt>
                <c:pt idx="916">
                  <c:v>0.98907999999999996</c:v>
                </c:pt>
                <c:pt idx="917">
                  <c:v>0.98907999999999996</c:v>
                </c:pt>
                <c:pt idx="918">
                  <c:v>0.98907999999999996</c:v>
                </c:pt>
                <c:pt idx="919">
                  <c:v>0.98907999999999996</c:v>
                </c:pt>
                <c:pt idx="920">
                  <c:v>0.98907999999999996</c:v>
                </c:pt>
                <c:pt idx="921">
                  <c:v>0.98907999999999996</c:v>
                </c:pt>
                <c:pt idx="922">
                  <c:v>0.98907999999999996</c:v>
                </c:pt>
                <c:pt idx="923">
                  <c:v>0.98907999999999996</c:v>
                </c:pt>
                <c:pt idx="924">
                  <c:v>0.98907999999999996</c:v>
                </c:pt>
                <c:pt idx="925">
                  <c:v>0.98907999999999996</c:v>
                </c:pt>
                <c:pt idx="926">
                  <c:v>0.98907999999999996</c:v>
                </c:pt>
                <c:pt idx="927">
                  <c:v>0.98907999999999996</c:v>
                </c:pt>
                <c:pt idx="928">
                  <c:v>0.98907999999999996</c:v>
                </c:pt>
                <c:pt idx="929">
                  <c:v>0.98907999999999996</c:v>
                </c:pt>
                <c:pt idx="930">
                  <c:v>0.98907999999999996</c:v>
                </c:pt>
                <c:pt idx="931">
                  <c:v>0.98907999999999996</c:v>
                </c:pt>
                <c:pt idx="932">
                  <c:v>0.98907999999999996</c:v>
                </c:pt>
                <c:pt idx="933">
                  <c:v>0.98907999999999996</c:v>
                </c:pt>
                <c:pt idx="934">
                  <c:v>0.98907999999999996</c:v>
                </c:pt>
                <c:pt idx="935">
                  <c:v>0.98907999999999996</c:v>
                </c:pt>
                <c:pt idx="936">
                  <c:v>0.98907999999999996</c:v>
                </c:pt>
                <c:pt idx="937">
                  <c:v>0.98907999999999996</c:v>
                </c:pt>
                <c:pt idx="938">
                  <c:v>0.98907999999999996</c:v>
                </c:pt>
                <c:pt idx="939">
                  <c:v>0.98907999999999996</c:v>
                </c:pt>
                <c:pt idx="940">
                  <c:v>0.98907999999999996</c:v>
                </c:pt>
                <c:pt idx="941">
                  <c:v>0.98907999999999996</c:v>
                </c:pt>
                <c:pt idx="942">
                  <c:v>0.98907999999999996</c:v>
                </c:pt>
                <c:pt idx="943">
                  <c:v>0.98907999999999996</c:v>
                </c:pt>
                <c:pt idx="944">
                  <c:v>0.98907999999999996</c:v>
                </c:pt>
                <c:pt idx="945">
                  <c:v>0.98907999999999996</c:v>
                </c:pt>
                <c:pt idx="946">
                  <c:v>0.98907999999999996</c:v>
                </c:pt>
                <c:pt idx="947">
                  <c:v>0.98907999999999996</c:v>
                </c:pt>
                <c:pt idx="948">
                  <c:v>0.98907999999999996</c:v>
                </c:pt>
                <c:pt idx="949">
                  <c:v>0.98907999999999996</c:v>
                </c:pt>
                <c:pt idx="950">
                  <c:v>0.98907999999999996</c:v>
                </c:pt>
                <c:pt idx="951">
                  <c:v>0.98907999999999996</c:v>
                </c:pt>
                <c:pt idx="952">
                  <c:v>0.98907999999999996</c:v>
                </c:pt>
                <c:pt idx="953">
                  <c:v>0.98907999999999996</c:v>
                </c:pt>
                <c:pt idx="954">
                  <c:v>0.98907999999999996</c:v>
                </c:pt>
                <c:pt idx="955">
                  <c:v>0.98907999999999996</c:v>
                </c:pt>
                <c:pt idx="956">
                  <c:v>0.98907999999999996</c:v>
                </c:pt>
                <c:pt idx="957">
                  <c:v>0.98907999999999996</c:v>
                </c:pt>
                <c:pt idx="958">
                  <c:v>0.98907999999999996</c:v>
                </c:pt>
                <c:pt idx="959">
                  <c:v>0.98907999999999996</c:v>
                </c:pt>
                <c:pt idx="960">
                  <c:v>0.98907999999999996</c:v>
                </c:pt>
                <c:pt idx="961">
                  <c:v>0.98907999999999996</c:v>
                </c:pt>
                <c:pt idx="962">
                  <c:v>0.98907999999999996</c:v>
                </c:pt>
                <c:pt idx="963">
                  <c:v>0.98907999999999996</c:v>
                </c:pt>
                <c:pt idx="964">
                  <c:v>0.98907999999999996</c:v>
                </c:pt>
                <c:pt idx="965">
                  <c:v>0.98907999999999996</c:v>
                </c:pt>
                <c:pt idx="966">
                  <c:v>0.98907999999999996</c:v>
                </c:pt>
                <c:pt idx="967">
                  <c:v>0.98907999999999996</c:v>
                </c:pt>
                <c:pt idx="968">
                  <c:v>0.98907999999999996</c:v>
                </c:pt>
                <c:pt idx="969">
                  <c:v>0.98907999999999996</c:v>
                </c:pt>
                <c:pt idx="970">
                  <c:v>0.98907999999999996</c:v>
                </c:pt>
                <c:pt idx="971">
                  <c:v>0.98907999999999996</c:v>
                </c:pt>
                <c:pt idx="972">
                  <c:v>0.98907999999999996</c:v>
                </c:pt>
                <c:pt idx="973">
                  <c:v>0.98907999999999996</c:v>
                </c:pt>
                <c:pt idx="974">
                  <c:v>0.98907999999999996</c:v>
                </c:pt>
                <c:pt idx="975">
                  <c:v>0.98907999999999996</c:v>
                </c:pt>
                <c:pt idx="976">
                  <c:v>0.98907999999999996</c:v>
                </c:pt>
                <c:pt idx="977">
                  <c:v>0.98907999999999996</c:v>
                </c:pt>
                <c:pt idx="978">
                  <c:v>0.98907999999999996</c:v>
                </c:pt>
                <c:pt idx="979">
                  <c:v>0.98907999999999996</c:v>
                </c:pt>
                <c:pt idx="980">
                  <c:v>0.98907999999999996</c:v>
                </c:pt>
                <c:pt idx="981">
                  <c:v>0.98907999999999996</c:v>
                </c:pt>
                <c:pt idx="982">
                  <c:v>0.98907999999999996</c:v>
                </c:pt>
                <c:pt idx="983">
                  <c:v>0.98907999999999996</c:v>
                </c:pt>
                <c:pt idx="984">
                  <c:v>0.98907999999999996</c:v>
                </c:pt>
                <c:pt idx="985">
                  <c:v>0.98907999999999996</c:v>
                </c:pt>
                <c:pt idx="986">
                  <c:v>0.98907999999999996</c:v>
                </c:pt>
                <c:pt idx="987">
                  <c:v>0.98907999999999996</c:v>
                </c:pt>
                <c:pt idx="988">
                  <c:v>0.98907999999999996</c:v>
                </c:pt>
                <c:pt idx="989">
                  <c:v>0.98907999999999996</c:v>
                </c:pt>
                <c:pt idx="990">
                  <c:v>0.98907999999999996</c:v>
                </c:pt>
                <c:pt idx="991">
                  <c:v>0.98907999999999996</c:v>
                </c:pt>
                <c:pt idx="992">
                  <c:v>0.98907999999999996</c:v>
                </c:pt>
                <c:pt idx="993">
                  <c:v>0.98907999999999996</c:v>
                </c:pt>
                <c:pt idx="994">
                  <c:v>0.98907999999999996</c:v>
                </c:pt>
                <c:pt idx="995">
                  <c:v>0.98907999999999996</c:v>
                </c:pt>
                <c:pt idx="996">
                  <c:v>0.98907999999999996</c:v>
                </c:pt>
                <c:pt idx="997">
                  <c:v>0.98907999999999996</c:v>
                </c:pt>
                <c:pt idx="998">
                  <c:v>0.98907999999999996</c:v>
                </c:pt>
                <c:pt idx="999">
                  <c:v>0.98907999999999996</c:v>
                </c:pt>
                <c:pt idx="1000">
                  <c:v>0.98907999999999996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D56-45B8-B246-23C23C976C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54596623"/>
        <c:axId val="554597039"/>
      </c:scatterChart>
      <c:valAx>
        <c:axId val="554596623"/>
        <c:scaling>
          <c:orientation val="minMax"/>
          <c:max val="3.2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/>
                    </a:solidFill>
                  </a:rPr>
                  <a:t>Number of Generation</a:t>
                </a:r>
                <a:endParaRPr lang="ja-JP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&quot;10&quot;\^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54597039"/>
        <c:crosses val="autoZero"/>
        <c:crossBetween val="midCat"/>
        <c:majorUnit val="1"/>
      </c:valAx>
      <c:valAx>
        <c:axId val="5545970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/>
                    </a:solidFill>
                  </a:rPr>
                  <a:t>Accuracy</a:t>
                </a:r>
                <a:endParaRPr lang="ja-JP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54596623"/>
        <c:crosses val="autoZero"/>
        <c:crossBetween val="midCat"/>
        <c:majorUnit val="5.000000000000001E-3"/>
      </c:valAx>
    </c:plotArea>
    <c:legend>
      <c:legendPos val="b"/>
      <c:layout>
        <c:manualLayout>
          <c:xMode val="edge"/>
          <c:yMode val="edge"/>
          <c:x val="0.66491600049826316"/>
          <c:y val="0.58680498072827991"/>
          <c:w val="0.27766783079445839"/>
          <c:h val="0.21122734847386437"/>
        </c:manualLayout>
      </c:layout>
      <c:overlay val="1"/>
      <c:spPr>
        <a:noFill/>
        <a:ln w="1905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txPr>
    <a:bodyPr/>
    <a:lstStyle/>
    <a:p>
      <a:pPr>
        <a:defRPr sz="2800"/>
      </a:pPr>
      <a:endParaRPr lang="ja-JP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Magic_graph_data1!$D$1</c:f>
              <c:strCache>
                <c:ptCount val="1"/>
                <c:pt idx="0">
                  <c:v>validation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Magic_graph_data1!$B$2:$B$1002</c:f>
              <c:numCache>
                <c:formatCode>General</c:formatCode>
                <c:ptCount val="1001"/>
                <c:pt idx="0">
                  <c:v>0</c:v>
                </c:pt>
                <c:pt idx="1">
                  <c:v>0.3010299956639812</c:v>
                </c:pt>
                <c:pt idx="2">
                  <c:v>0.47712125471966244</c:v>
                </c:pt>
                <c:pt idx="3">
                  <c:v>0.6020599913279624</c:v>
                </c:pt>
                <c:pt idx="4">
                  <c:v>0.69897000433601886</c:v>
                </c:pt>
                <c:pt idx="5">
                  <c:v>0.77815125038364363</c:v>
                </c:pt>
                <c:pt idx="6">
                  <c:v>0.84509804001425681</c:v>
                </c:pt>
                <c:pt idx="7">
                  <c:v>0.90308998699194354</c:v>
                </c:pt>
                <c:pt idx="8">
                  <c:v>0.95424250943932487</c:v>
                </c:pt>
                <c:pt idx="9">
                  <c:v>1</c:v>
                </c:pt>
                <c:pt idx="10">
                  <c:v>1.0413926851582251</c:v>
                </c:pt>
                <c:pt idx="11">
                  <c:v>1.0791812460476249</c:v>
                </c:pt>
                <c:pt idx="12">
                  <c:v>1.1139433523068367</c:v>
                </c:pt>
                <c:pt idx="13">
                  <c:v>1.146128035678238</c:v>
                </c:pt>
                <c:pt idx="14">
                  <c:v>1.1760912590556813</c:v>
                </c:pt>
                <c:pt idx="15">
                  <c:v>1.2041199826559248</c:v>
                </c:pt>
                <c:pt idx="16">
                  <c:v>1.2304489213782739</c:v>
                </c:pt>
                <c:pt idx="17">
                  <c:v>1.255272505103306</c:v>
                </c:pt>
                <c:pt idx="18">
                  <c:v>1.2787536009528289</c:v>
                </c:pt>
                <c:pt idx="19">
                  <c:v>1.3010299956639813</c:v>
                </c:pt>
                <c:pt idx="20">
                  <c:v>1.3222192947339193</c:v>
                </c:pt>
                <c:pt idx="21">
                  <c:v>1.3424226808222062</c:v>
                </c:pt>
                <c:pt idx="22">
                  <c:v>1.3617278360175928</c:v>
                </c:pt>
                <c:pt idx="23">
                  <c:v>1.3802112417116059</c:v>
                </c:pt>
                <c:pt idx="24">
                  <c:v>1.3979400086720377</c:v>
                </c:pt>
                <c:pt idx="25">
                  <c:v>1.414973347970818</c:v>
                </c:pt>
                <c:pt idx="26">
                  <c:v>1.4313637641589874</c:v>
                </c:pt>
                <c:pt idx="27">
                  <c:v>1.4471580313422192</c:v>
                </c:pt>
                <c:pt idx="28">
                  <c:v>1.4623979978989561</c:v>
                </c:pt>
                <c:pt idx="29">
                  <c:v>1.4771212547196624</c:v>
                </c:pt>
                <c:pt idx="30">
                  <c:v>1.4913616938342726</c:v>
                </c:pt>
                <c:pt idx="31">
                  <c:v>1.505149978319906</c:v>
                </c:pt>
                <c:pt idx="32">
                  <c:v>1.5185139398778875</c:v>
                </c:pt>
                <c:pt idx="33">
                  <c:v>1.5314789170422551</c:v>
                </c:pt>
                <c:pt idx="34">
                  <c:v>1.5440680443502757</c:v>
                </c:pt>
                <c:pt idx="35">
                  <c:v>1.5563025007672873</c:v>
                </c:pt>
                <c:pt idx="36">
                  <c:v>1.568201724066995</c:v>
                </c:pt>
                <c:pt idx="37">
                  <c:v>1.5797835966168101</c:v>
                </c:pt>
                <c:pt idx="38">
                  <c:v>1.5910646070264991</c:v>
                </c:pt>
                <c:pt idx="39">
                  <c:v>1.6020599913279623</c:v>
                </c:pt>
                <c:pt idx="40">
                  <c:v>1.6127838567197355</c:v>
                </c:pt>
                <c:pt idx="41">
                  <c:v>1.6232492903979006</c:v>
                </c:pt>
                <c:pt idx="42">
                  <c:v>1.6334684555795864</c:v>
                </c:pt>
                <c:pt idx="43">
                  <c:v>1.6434526764861874</c:v>
                </c:pt>
                <c:pt idx="44">
                  <c:v>1.6532125137753437</c:v>
                </c:pt>
                <c:pt idx="45">
                  <c:v>1.6627578316815741</c:v>
                </c:pt>
                <c:pt idx="46">
                  <c:v>1.6720978579357175</c:v>
                </c:pt>
                <c:pt idx="47">
                  <c:v>1.6812412373755872</c:v>
                </c:pt>
                <c:pt idx="48">
                  <c:v>1.6901960800285136</c:v>
                </c:pt>
                <c:pt idx="49">
                  <c:v>1.6989700043360187</c:v>
                </c:pt>
                <c:pt idx="50">
                  <c:v>1.7075701760979363</c:v>
                </c:pt>
                <c:pt idx="51">
                  <c:v>1.7160033436347992</c:v>
                </c:pt>
                <c:pt idx="52">
                  <c:v>1.7242758696007889</c:v>
                </c:pt>
                <c:pt idx="53">
                  <c:v>1.7323937598229686</c:v>
                </c:pt>
                <c:pt idx="54">
                  <c:v>1.7403626894942439</c:v>
                </c:pt>
                <c:pt idx="55">
                  <c:v>1.7481880270062005</c:v>
                </c:pt>
                <c:pt idx="56">
                  <c:v>1.7558748556724915</c:v>
                </c:pt>
                <c:pt idx="57">
                  <c:v>1.7634279935629373</c:v>
                </c:pt>
                <c:pt idx="58">
                  <c:v>1.7708520116421442</c:v>
                </c:pt>
                <c:pt idx="59">
                  <c:v>1.7781512503836436</c:v>
                </c:pt>
                <c:pt idx="60">
                  <c:v>1.7853298350107671</c:v>
                </c:pt>
                <c:pt idx="61">
                  <c:v>1.7923916894982539</c:v>
                </c:pt>
                <c:pt idx="62">
                  <c:v>1.7993405494535817</c:v>
                </c:pt>
                <c:pt idx="63">
                  <c:v>1.8061799739838871</c:v>
                </c:pt>
                <c:pt idx="64">
                  <c:v>1.8129133566428555</c:v>
                </c:pt>
                <c:pt idx="65">
                  <c:v>1.8195439355418688</c:v>
                </c:pt>
                <c:pt idx="66">
                  <c:v>1.8260748027008264</c:v>
                </c:pt>
                <c:pt idx="67">
                  <c:v>1.8325089127062364</c:v>
                </c:pt>
                <c:pt idx="68">
                  <c:v>1.8388490907372552</c:v>
                </c:pt>
                <c:pt idx="69">
                  <c:v>1.8450980400142569</c:v>
                </c:pt>
                <c:pt idx="70">
                  <c:v>1.8512583487190752</c:v>
                </c:pt>
                <c:pt idx="71">
                  <c:v>1.8573324964312685</c:v>
                </c:pt>
                <c:pt idx="72">
                  <c:v>1.8633228601204559</c:v>
                </c:pt>
                <c:pt idx="73">
                  <c:v>1.8692317197309762</c:v>
                </c:pt>
                <c:pt idx="74">
                  <c:v>1.8750612633917001</c:v>
                </c:pt>
                <c:pt idx="75">
                  <c:v>1.8808135922807914</c:v>
                </c:pt>
                <c:pt idx="76">
                  <c:v>1.8864907251724818</c:v>
                </c:pt>
                <c:pt idx="77">
                  <c:v>1.8920946026904804</c:v>
                </c:pt>
                <c:pt idx="78">
                  <c:v>1.8976270912904414</c:v>
                </c:pt>
                <c:pt idx="79">
                  <c:v>1.9030899869919435</c:v>
                </c:pt>
                <c:pt idx="80">
                  <c:v>1.9084850188786497</c:v>
                </c:pt>
                <c:pt idx="81">
                  <c:v>1.9138138523837167</c:v>
                </c:pt>
                <c:pt idx="82">
                  <c:v>1.919078092376074</c:v>
                </c:pt>
                <c:pt idx="83">
                  <c:v>1.9242792860618816</c:v>
                </c:pt>
                <c:pt idx="84">
                  <c:v>1.9294189257142926</c:v>
                </c:pt>
                <c:pt idx="85">
                  <c:v>1.9344984512435677</c:v>
                </c:pt>
                <c:pt idx="86">
                  <c:v>1.9395192526186185</c:v>
                </c:pt>
                <c:pt idx="87">
                  <c:v>1.9444826721501687</c:v>
                </c:pt>
                <c:pt idx="88">
                  <c:v>1.9493900066449128</c:v>
                </c:pt>
                <c:pt idx="89">
                  <c:v>1.954242509439325</c:v>
                </c:pt>
                <c:pt idx="90">
                  <c:v>1.9590413923210936</c:v>
                </c:pt>
                <c:pt idx="91">
                  <c:v>1.9637878273455553</c:v>
                </c:pt>
                <c:pt idx="92">
                  <c:v>1.968482948553935</c:v>
                </c:pt>
                <c:pt idx="93">
                  <c:v>1.9731278535996986</c:v>
                </c:pt>
                <c:pt idx="94">
                  <c:v>1.9777236052888478</c:v>
                </c:pt>
                <c:pt idx="95">
                  <c:v>1.9822712330395684</c:v>
                </c:pt>
                <c:pt idx="96">
                  <c:v>1.9867717342662448</c:v>
                </c:pt>
                <c:pt idx="97">
                  <c:v>1.9912260756924949</c:v>
                </c:pt>
                <c:pt idx="98">
                  <c:v>1.9956351945975499</c:v>
                </c:pt>
                <c:pt idx="99">
                  <c:v>2</c:v>
                </c:pt>
                <c:pt idx="100">
                  <c:v>2.0043213737826426</c:v>
                </c:pt>
                <c:pt idx="101">
                  <c:v>2.0086001717619175</c:v>
                </c:pt>
                <c:pt idx="102">
                  <c:v>2.012837224705172</c:v>
                </c:pt>
                <c:pt idx="103">
                  <c:v>2.0170333392987803</c:v>
                </c:pt>
                <c:pt idx="104">
                  <c:v>2.0211892990699383</c:v>
                </c:pt>
                <c:pt idx="105">
                  <c:v>2.0253058652647704</c:v>
                </c:pt>
                <c:pt idx="106">
                  <c:v>2.0293837776852097</c:v>
                </c:pt>
                <c:pt idx="107">
                  <c:v>2.0334237554869499</c:v>
                </c:pt>
                <c:pt idx="108">
                  <c:v>2.0374264979406238</c:v>
                </c:pt>
                <c:pt idx="109">
                  <c:v>2.0413926851582249</c:v>
                </c:pt>
                <c:pt idx="110">
                  <c:v>2.0453229787866576</c:v>
                </c:pt>
                <c:pt idx="111">
                  <c:v>2.0492180226701815</c:v>
                </c:pt>
                <c:pt idx="112">
                  <c:v>2.0530784434834195</c:v>
                </c:pt>
                <c:pt idx="113">
                  <c:v>2.0569048513364727</c:v>
                </c:pt>
                <c:pt idx="114">
                  <c:v>2.0606978403536118</c:v>
                </c:pt>
                <c:pt idx="115">
                  <c:v>2.0644579892269186</c:v>
                </c:pt>
                <c:pt idx="116">
                  <c:v>2.0681858617461617</c:v>
                </c:pt>
                <c:pt idx="117">
                  <c:v>2.0718820073061255</c:v>
                </c:pt>
                <c:pt idx="118">
                  <c:v>2.0755469613925306</c:v>
                </c:pt>
                <c:pt idx="119">
                  <c:v>2.0791812460476247</c:v>
                </c:pt>
                <c:pt idx="120">
                  <c:v>2.0827853703164503</c:v>
                </c:pt>
                <c:pt idx="121">
                  <c:v>2.0863598306747484</c:v>
                </c:pt>
                <c:pt idx="122">
                  <c:v>2.0899051114393981</c:v>
                </c:pt>
                <c:pt idx="123">
                  <c:v>2.0934216851622351</c:v>
                </c:pt>
                <c:pt idx="124">
                  <c:v>2.0969100130080562</c:v>
                </c:pt>
                <c:pt idx="125">
                  <c:v>2.1003705451175629</c:v>
                </c:pt>
                <c:pt idx="126">
                  <c:v>2.1038037209559568</c:v>
                </c:pt>
                <c:pt idx="127">
                  <c:v>2.1072099696478683</c:v>
                </c:pt>
                <c:pt idx="128">
                  <c:v>2.1105897102992488</c:v>
                </c:pt>
                <c:pt idx="129">
                  <c:v>2.1139433523068369</c:v>
                </c:pt>
                <c:pt idx="130">
                  <c:v>2.1172712956557644</c:v>
                </c:pt>
                <c:pt idx="131">
                  <c:v>2.12057393120585</c:v>
                </c:pt>
                <c:pt idx="132">
                  <c:v>2.1238516409670858</c:v>
                </c:pt>
                <c:pt idx="133">
                  <c:v>2.1271047983648077</c:v>
                </c:pt>
                <c:pt idx="134">
                  <c:v>2.1303337684950061</c:v>
                </c:pt>
                <c:pt idx="135">
                  <c:v>2.1335389083702174</c:v>
                </c:pt>
                <c:pt idx="136">
                  <c:v>2.1367205671564067</c:v>
                </c:pt>
                <c:pt idx="137">
                  <c:v>2.1398790864012365</c:v>
                </c:pt>
                <c:pt idx="138">
                  <c:v>2.143014800254095</c:v>
                </c:pt>
                <c:pt idx="139">
                  <c:v>2.1461280356782382</c:v>
                </c:pt>
                <c:pt idx="140">
                  <c:v>2.1492191126553797</c:v>
                </c:pt>
                <c:pt idx="141">
                  <c:v>2.1522883443830563</c:v>
                </c:pt>
                <c:pt idx="142">
                  <c:v>2.1553360374650619</c:v>
                </c:pt>
                <c:pt idx="143">
                  <c:v>2.1583624920952498</c:v>
                </c:pt>
                <c:pt idx="144">
                  <c:v>2.1613680022349748</c:v>
                </c:pt>
                <c:pt idx="145">
                  <c:v>2.1643528557844371</c:v>
                </c:pt>
                <c:pt idx="146">
                  <c:v>2.167317334748176</c:v>
                </c:pt>
                <c:pt idx="147">
                  <c:v>2.1702617153949575</c:v>
                </c:pt>
                <c:pt idx="148">
                  <c:v>2.173186268412274</c:v>
                </c:pt>
                <c:pt idx="149">
                  <c:v>2.1760912590556813</c:v>
                </c:pt>
                <c:pt idx="150">
                  <c:v>2.1789769472931693</c:v>
                </c:pt>
                <c:pt idx="151">
                  <c:v>2.1818435879447726</c:v>
                </c:pt>
                <c:pt idx="152">
                  <c:v>2.1846914308175989</c:v>
                </c:pt>
                <c:pt idx="153">
                  <c:v>2.1875207208364631</c:v>
                </c:pt>
                <c:pt idx="154">
                  <c:v>2.1903316981702914</c:v>
                </c:pt>
                <c:pt idx="155">
                  <c:v>2.1931245983544616</c:v>
                </c:pt>
                <c:pt idx="156">
                  <c:v>2.1958996524092336</c:v>
                </c:pt>
                <c:pt idx="157">
                  <c:v>2.1986570869544226</c:v>
                </c:pt>
                <c:pt idx="158">
                  <c:v>2.2013971243204513</c:v>
                </c:pt>
                <c:pt idx="159">
                  <c:v>2.2041199826559246</c:v>
                </c:pt>
                <c:pt idx="160">
                  <c:v>2.2068258760318495</c:v>
                </c:pt>
                <c:pt idx="161">
                  <c:v>2.2095150145426308</c:v>
                </c:pt>
                <c:pt idx="162">
                  <c:v>2.2121876044039577</c:v>
                </c:pt>
                <c:pt idx="163">
                  <c:v>2.214843848047698</c:v>
                </c:pt>
                <c:pt idx="164">
                  <c:v>2.2174839442139063</c:v>
                </c:pt>
                <c:pt idx="165">
                  <c:v>2.220108088040055</c:v>
                </c:pt>
                <c:pt idx="166">
                  <c:v>2.2227164711475833</c:v>
                </c:pt>
                <c:pt idx="167">
                  <c:v>2.2253092817258628</c:v>
                </c:pt>
                <c:pt idx="168">
                  <c:v>2.2278867046136734</c:v>
                </c:pt>
                <c:pt idx="169">
                  <c:v>2.2304489213782741</c:v>
                </c:pt>
                <c:pt idx="170">
                  <c:v>2.2329961103921536</c:v>
                </c:pt>
                <c:pt idx="171">
                  <c:v>2.2355284469075487</c:v>
                </c:pt>
                <c:pt idx="172">
                  <c:v>2.2380461031287955</c:v>
                </c:pt>
                <c:pt idx="173">
                  <c:v>2.2405492482825999</c:v>
                </c:pt>
                <c:pt idx="174">
                  <c:v>2.2430380486862944</c:v>
                </c:pt>
                <c:pt idx="175">
                  <c:v>2.2455126678141499</c:v>
                </c:pt>
                <c:pt idx="176">
                  <c:v>2.2479732663618068</c:v>
                </c:pt>
                <c:pt idx="177">
                  <c:v>2.2504200023088941</c:v>
                </c:pt>
                <c:pt idx="178">
                  <c:v>2.2528530309798933</c:v>
                </c:pt>
                <c:pt idx="179">
                  <c:v>2.255272505103306</c:v>
                </c:pt>
                <c:pt idx="180">
                  <c:v>2.2576785748691846</c:v>
                </c:pt>
                <c:pt idx="181">
                  <c:v>2.2600713879850747</c:v>
                </c:pt>
                <c:pt idx="182">
                  <c:v>2.2624510897304293</c:v>
                </c:pt>
                <c:pt idx="183">
                  <c:v>2.2648178230095364</c:v>
                </c:pt>
                <c:pt idx="184">
                  <c:v>2.2671717284030137</c:v>
                </c:pt>
                <c:pt idx="185">
                  <c:v>2.2695129442179165</c:v>
                </c:pt>
                <c:pt idx="186">
                  <c:v>2.271841606536499</c:v>
                </c:pt>
                <c:pt idx="187">
                  <c:v>2.27415784926368</c:v>
                </c:pt>
                <c:pt idx="188">
                  <c:v>2.2764618041732443</c:v>
                </c:pt>
                <c:pt idx="189">
                  <c:v>2.2787536009528289</c:v>
                </c:pt>
                <c:pt idx="190">
                  <c:v>2.2810333672477277</c:v>
                </c:pt>
                <c:pt idx="191">
                  <c:v>2.2833012287035497</c:v>
                </c:pt>
                <c:pt idx="192">
                  <c:v>2.2855573090077739</c:v>
                </c:pt>
                <c:pt idx="193">
                  <c:v>2.287801729930226</c:v>
                </c:pt>
                <c:pt idx="194">
                  <c:v>2.2900346113625178</c:v>
                </c:pt>
                <c:pt idx="195">
                  <c:v>2.2922560713564759</c:v>
                </c:pt>
                <c:pt idx="196">
                  <c:v>2.2944662261615929</c:v>
                </c:pt>
                <c:pt idx="197">
                  <c:v>2.2966651902615309</c:v>
                </c:pt>
                <c:pt idx="198">
                  <c:v>2.2988530764097068</c:v>
                </c:pt>
                <c:pt idx="199">
                  <c:v>2.3010299956639813</c:v>
                </c:pt>
                <c:pt idx="200">
                  <c:v>2.3031960574204891</c:v>
                </c:pt>
                <c:pt idx="201">
                  <c:v>2.3053513694466239</c:v>
                </c:pt>
                <c:pt idx="202">
                  <c:v>2.307496037913213</c:v>
                </c:pt>
                <c:pt idx="203">
                  <c:v>2.3096301674258988</c:v>
                </c:pt>
                <c:pt idx="204">
                  <c:v>2.3117538610557542</c:v>
                </c:pt>
                <c:pt idx="205">
                  <c:v>2.3138672203691533</c:v>
                </c:pt>
                <c:pt idx="206">
                  <c:v>2.3159703454569178</c:v>
                </c:pt>
                <c:pt idx="207">
                  <c:v>2.3180633349627615</c:v>
                </c:pt>
                <c:pt idx="208">
                  <c:v>2.3201462861110542</c:v>
                </c:pt>
                <c:pt idx="209">
                  <c:v>2.3222192947339191</c:v>
                </c:pt>
                <c:pt idx="210">
                  <c:v>2.3242824552976926</c:v>
                </c:pt>
                <c:pt idx="211">
                  <c:v>2.3263358609287512</c:v>
                </c:pt>
                <c:pt idx="212">
                  <c:v>2.3283796034387376</c:v>
                </c:pt>
                <c:pt idx="213">
                  <c:v>2.330413773349191</c:v>
                </c:pt>
                <c:pt idx="214">
                  <c:v>2.3324384599156054</c:v>
                </c:pt>
                <c:pt idx="215">
                  <c:v>2.3344537511509307</c:v>
                </c:pt>
                <c:pt idx="216">
                  <c:v>2.3364597338485296</c:v>
                </c:pt>
                <c:pt idx="217">
                  <c:v>2.3384564936046046</c:v>
                </c:pt>
                <c:pt idx="218">
                  <c:v>2.3404441148401185</c:v>
                </c:pt>
                <c:pt idx="219">
                  <c:v>2.3424226808222062</c:v>
                </c:pt>
                <c:pt idx="220">
                  <c:v>2.3443922736851106</c:v>
                </c:pt>
                <c:pt idx="221">
                  <c:v>2.3463529744506388</c:v>
                </c:pt>
                <c:pt idx="222">
                  <c:v>2.3483048630481607</c:v>
                </c:pt>
                <c:pt idx="223">
                  <c:v>2.3502480183341627</c:v>
                </c:pt>
                <c:pt idx="224">
                  <c:v>2.3521825181113627</c:v>
                </c:pt>
                <c:pt idx="225">
                  <c:v>2.3541084391474008</c:v>
                </c:pt>
                <c:pt idx="226">
                  <c:v>2.3560258571931225</c:v>
                </c:pt>
                <c:pt idx="227">
                  <c:v>2.357934847000454</c:v>
                </c:pt>
                <c:pt idx="228">
                  <c:v>2.3598354823398879</c:v>
                </c:pt>
                <c:pt idx="229">
                  <c:v>2.3617278360175931</c:v>
                </c:pt>
                <c:pt idx="230">
                  <c:v>2.3636119798921444</c:v>
                </c:pt>
                <c:pt idx="231">
                  <c:v>2.3654879848908998</c:v>
                </c:pt>
                <c:pt idx="232">
                  <c:v>2.3673559210260189</c:v>
                </c:pt>
                <c:pt idx="233">
                  <c:v>2.369215857410143</c:v>
                </c:pt>
                <c:pt idx="234">
                  <c:v>2.3710678622717363</c:v>
                </c:pt>
                <c:pt idx="235">
                  <c:v>2.3729120029701067</c:v>
                </c:pt>
                <c:pt idx="236">
                  <c:v>2.374748346010104</c:v>
                </c:pt>
                <c:pt idx="237">
                  <c:v>2.3765769570565118</c:v>
                </c:pt>
                <c:pt idx="238">
                  <c:v>2.3783979009481375</c:v>
                </c:pt>
                <c:pt idx="239">
                  <c:v>2.3802112417116059</c:v>
                </c:pt>
                <c:pt idx="240">
                  <c:v>2.3820170425748683</c:v>
                </c:pt>
                <c:pt idx="241">
                  <c:v>2.3838153659804311</c:v>
                </c:pt>
                <c:pt idx="242">
                  <c:v>2.3856062735983121</c:v>
                </c:pt>
                <c:pt idx="243">
                  <c:v>2.3873898263387292</c:v>
                </c:pt>
                <c:pt idx="244">
                  <c:v>2.3891660843645326</c:v>
                </c:pt>
                <c:pt idx="245">
                  <c:v>2.3909351071033793</c:v>
                </c:pt>
                <c:pt idx="246">
                  <c:v>2.3926969532596658</c:v>
                </c:pt>
                <c:pt idx="247">
                  <c:v>2.3944516808262164</c:v>
                </c:pt>
                <c:pt idx="248">
                  <c:v>2.3961993470957363</c:v>
                </c:pt>
                <c:pt idx="249">
                  <c:v>2.3979400086720375</c:v>
                </c:pt>
                <c:pt idx="250">
                  <c:v>2.399673721481038</c:v>
                </c:pt>
                <c:pt idx="251">
                  <c:v>2.4014005407815442</c:v>
                </c:pt>
                <c:pt idx="252">
                  <c:v>2.403120521175818</c:v>
                </c:pt>
                <c:pt idx="253">
                  <c:v>2.4048337166199381</c:v>
                </c:pt>
                <c:pt idx="254">
                  <c:v>2.406540180433955</c:v>
                </c:pt>
                <c:pt idx="255">
                  <c:v>2.4082399653118496</c:v>
                </c:pt>
                <c:pt idx="256">
                  <c:v>2.4099331233312946</c:v>
                </c:pt>
                <c:pt idx="257">
                  <c:v>2.4116197059632301</c:v>
                </c:pt>
                <c:pt idx="258">
                  <c:v>2.4132997640812519</c:v>
                </c:pt>
                <c:pt idx="259">
                  <c:v>2.4149733479708178</c:v>
                </c:pt>
                <c:pt idx="260">
                  <c:v>2.4166405073382808</c:v>
                </c:pt>
                <c:pt idx="261">
                  <c:v>2.4183012913197452</c:v>
                </c:pt>
                <c:pt idx="262">
                  <c:v>2.419955748489758</c:v>
                </c:pt>
                <c:pt idx="263">
                  <c:v>2.4216039268698313</c:v>
                </c:pt>
                <c:pt idx="264">
                  <c:v>2.4232458739368079</c:v>
                </c:pt>
                <c:pt idx="265">
                  <c:v>2.424881636631067</c:v>
                </c:pt>
                <c:pt idx="266">
                  <c:v>2.4265112613645754</c:v>
                </c:pt>
                <c:pt idx="267">
                  <c:v>2.428134794028789</c:v>
                </c:pt>
                <c:pt idx="268">
                  <c:v>2.4297522800024081</c:v>
                </c:pt>
                <c:pt idx="269">
                  <c:v>2.4313637641589874</c:v>
                </c:pt>
                <c:pt idx="270">
                  <c:v>2.4329692908744058</c:v>
                </c:pt>
                <c:pt idx="271">
                  <c:v>2.4345689040341987</c:v>
                </c:pt>
                <c:pt idx="272">
                  <c:v>2.436162647040756</c:v>
                </c:pt>
                <c:pt idx="273">
                  <c:v>2.4377505628203879</c:v>
                </c:pt>
                <c:pt idx="274">
                  <c:v>2.4393326938302629</c:v>
                </c:pt>
                <c:pt idx="275">
                  <c:v>2.4409090820652177</c:v>
                </c:pt>
                <c:pt idx="276">
                  <c:v>2.4424797690644486</c:v>
                </c:pt>
                <c:pt idx="277">
                  <c:v>2.4440447959180762</c:v>
                </c:pt>
                <c:pt idx="278">
                  <c:v>2.4456042032735974</c:v>
                </c:pt>
                <c:pt idx="279">
                  <c:v>2.4471580313422194</c:v>
                </c:pt>
                <c:pt idx="280">
                  <c:v>2.4487063199050798</c:v>
                </c:pt>
                <c:pt idx="281">
                  <c:v>2.4502491083193609</c:v>
                </c:pt>
                <c:pt idx="282">
                  <c:v>2.4517864355242902</c:v>
                </c:pt>
                <c:pt idx="283">
                  <c:v>2.4533183400470375</c:v>
                </c:pt>
                <c:pt idx="284">
                  <c:v>2.4548448600085102</c:v>
                </c:pt>
                <c:pt idx="285">
                  <c:v>2.4563660331290431</c:v>
                </c:pt>
                <c:pt idx="286">
                  <c:v>2.4578818967339924</c:v>
                </c:pt>
                <c:pt idx="287">
                  <c:v>2.459392487759231</c:v>
                </c:pt>
                <c:pt idx="288">
                  <c:v>2.4608978427565478</c:v>
                </c:pt>
                <c:pt idx="289">
                  <c:v>2.4623979978989561</c:v>
                </c:pt>
                <c:pt idx="290">
                  <c:v>2.4638929889859074</c:v>
                </c:pt>
                <c:pt idx="291">
                  <c:v>2.4653828514484184</c:v>
                </c:pt>
                <c:pt idx="292">
                  <c:v>2.4668676203541096</c:v>
                </c:pt>
                <c:pt idx="293">
                  <c:v>2.4683473304121573</c:v>
                </c:pt>
                <c:pt idx="294">
                  <c:v>2.469822015978163</c:v>
                </c:pt>
                <c:pt idx="295">
                  <c:v>2.4712917110589387</c:v>
                </c:pt>
                <c:pt idx="296">
                  <c:v>2.4727564493172123</c:v>
                </c:pt>
                <c:pt idx="297">
                  <c:v>2.4742162640762553</c:v>
                </c:pt>
                <c:pt idx="298">
                  <c:v>2.4756711883244296</c:v>
                </c:pt>
                <c:pt idx="299">
                  <c:v>2.4771212547196626</c:v>
                </c:pt>
                <c:pt idx="300">
                  <c:v>2.4785664955938436</c:v>
                </c:pt>
                <c:pt idx="301">
                  <c:v>2.4800069429571505</c:v>
                </c:pt>
                <c:pt idx="302">
                  <c:v>2.4814426285023048</c:v>
                </c:pt>
                <c:pt idx="303">
                  <c:v>2.4828735836087539</c:v>
                </c:pt>
                <c:pt idx="304">
                  <c:v>2.4842998393467859</c:v>
                </c:pt>
                <c:pt idx="305">
                  <c:v>2.4857214264815801</c:v>
                </c:pt>
                <c:pt idx="306">
                  <c:v>2.4871383754771865</c:v>
                </c:pt>
                <c:pt idx="307">
                  <c:v>2.4885507165004443</c:v>
                </c:pt>
                <c:pt idx="308">
                  <c:v>2.4899584794248346</c:v>
                </c:pt>
                <c:pt idx="309">
                  <c:v>2.4913616938342726</c:v>
                </c:pt>
                <c:pt idx="310">
                  <c:v>2.4927603890268375</c:v>
                </c:pt>
                <c:pt idx="311">
                  <c:v>2.4941545940184429</c:v>
                </c:pt>
                <c:pt idx="312">
                  <c:v>2.4955443375464483</c:v>
                </c:pt>
                <c:pt idx="313">
                  <c:v>2.4969296480732148</c:v>
                </c:pt>
                <c:pt idx="314">
                  <c:v>2.4983105537896004</c:v>
                </c:pt>
                <c:pt idx="315">
                  <c:v>2.4996870826184039</c:v>
                </c:pt>
                <c:pt idx="316">
                  <c:v>2.5010592622177517</c:v>
                </c:pt>
                <c:pt idx="317">
                  <c:v>2.5024271199844326</c:v>
                </c:pt>
                <c:pt idx="318">
                  <c:v>2.503790683057181</c:v>
                </c:pt>
                <c:pt idx="319">
                  <c:v>2.5051499783199058</c:v>
                </c:pt>
                <c:pt idx="320">
                  <c:v>2.5065050324048719</c:v>
                </c:pt>
                <c:pt idx="321">
                  <c:v>2.5078558716958308</c:v>
                </c:pt>
                <c:pt idx="322">
                  <c:v>2.509202522331103</c:v>
                </c:pt>
                <c:pt idx="323">
                  <c:v>2.510545010206612</c:v>
                </c:pt>
                <c:pt idx="324">
                  <c:v>2.5118833609788744</c:v>
                </c:pt>
                <c:pt idx="325">
                  <c:v>2.5132176000679389</c:v>
                </c:pt>
                <c:pt idx="326">
                  <c:v>2.514547752660286</c:v>
                </c:pt>
                <c:pt idx="327">
                  <c:v>2.5158738437116792</c:v>
                </c:pt>
                <c:pt idx="328">
                  <c:v>2.5171958979499744</c:v>
                </c:pt>
                <c:pt idx="329">
                  <c:v>2.5185139398778875</c:v>
                </c:pt>
                <c:pt idx="330">
                  <c:v>2.5198279937757189</c:v>
                </c:pt>
                <c:pt idx="331">
                  <c:v>2.5211380837040362</c:v>
                </c:pt>
                <c:pt idx="332">
                  <c:v>2.5224442335063197</c:v>
                </c:pt>
                <c:pt idx="333">
                  <c:v>2.5237464668115646</c:v>
                </c:pt>
                <c:pt idx="334">
                  <c:v>2.5250448070368452</c:v>
                </c:pt>
                <c:pt idx="335">
                  <c:v>2.5263392773898441</c:v>
                </c:pt>
                <c:pt idx="336">
                  <c:v>2.5276299008713385</c:v>
                </c:pt>
                <c:pt idx="337">
                  <c:v>2.5289167002776547</c:v>
                </c:pt>
                <c:pt idx="338">
                  <c:v>2.5301996982030821</c:v>
                </c:pt>
                <c:pt idx="339">
                  <c:v>2.5314789170422549</c:v>
                </c:pt>
                <c:pt idx="340">
                  <c:v>2.5327543789924976</c:v>
                </c:pt>
                <c:pt idx="341">
                  <c:v>2.5340261060561349</c:v>
                </c:pt>
                <c:pt idx="342">
                  <c:v>2.5352941200427703</c:v>
                </c:pt>
                <c:pt idx="343">
                  <c:v>2.53655844257153</c:v>
                </c:pt>
                <c:pt idx="344">
                  <c:v>2.537819095073274</c:v>
                </c:pt>
                <c:pt idx="345">
                  <c:v>2.5390760987927767</c:v>
                </c:pt>
                <c:pt idx="346">
                  <c:v>2.5403294747908736</c:v>
                </c:pt>
                <c:pt idx="347">
                  <c:v>2.5415792439465807</c:v>
                </c:pt>
                <c:pt idx="348">
                  <c:v>2.5428254269591797</c:v>
                </c:pt>
                <c:pt idx="349">
                  <c:v>2.5440680443502757</c:v>
                </c:pt>
                <c:pt idx="350">
                  <c:v>2.5453071164658239</c:v>
                </c:pt>
                <c:pt idx="351">
                  <c:v>2.5465426634781312</c:v>
                </c:pt>
                <c:pt idx="352">
                  <c:v>2.5477747053878224</c:v>
                </c:pt>
                <c:pt idx="353">
                  <c:v>2.5490032620257876</c:v>
                </c:pt>
                <c:pt idx="354">
                  <c:v>2.5502283530550942</c:v>
                </c:pt>
                <c:pt idx="355">
                  <c:v>2.5514499979728753</c:v>
                </c:pt>
                <c:pt idx="356">
                  <c:v>2.5526682161121932</c:v>
                </c:pt>
                <c:pt idx="357">
                  <c:v>2.5538830266438746</c:v>
                </c:pt>
                <c:pt idx="358">
                  <c:v>2.5550944485783194</c:v>
                </c:pt>
                <c:pt idx="359">
                  <c:v>2.5563025007672873</c:v>
                </c:pt>
                <c:pt idx="360">
                  <c:v>2.5575072019056577</c:v>
                </c:pt>
                <c:pt idx="361">
                  <c:v>2.5587085705331658</c:v>
                </c:pt>
                <c:pt idx="362">
                  <c:v>2.5599066250361124</c:v>
                </c:pt>
                <c:pt idx="363">
                  <c:v>2.5611013836490559</c:v>
                </c:pt>
                <c:pt idx="364">
                  <c:v>2.5622928644564746</c:v>
                </c:pt>
                <c:pt idx="365">
                  <c:v>2.5634810853944106</c:v>
                </c:pt>
                <c:pt idx="366">
                  <c:v>2.5646660642520893</c:v>
                </c:pt>
                <c:pt idx="367">
                  <c:v>2.5658478186735176</c:v>
                </c:pt>
                <c:pt idx="368">
                  <c:v>2.5670263661590602</c:v>
                </c:pt>
                <c:pt idx="369">
                  <c:v>2.568201724066995</c:v>
                </c:pt>
                <c:pt idx="370">
                  <c:v>2.5693739096150461</c:v>
                </c:pt>
                <c:pt idx="371">
                  <c:v>2.5705429398818973</c:v>
                </c:pt>
                <c:pt idx="372">
                  <c:v>2.5717088318086878</c:v>
                </c:pt>
                <c:pt idx="373">
                  <c:v>2.5728716022004803</c:v>
                </c:pt>
                <c:pt idx="374">
                  <c:v>2.5740312677277188</c:v>
                </c:pt>
                <c:pt idx="375">
                  <c:v>2.5751878449276608</c:v>
                </c:pt>
                <c:pt idx="376">
                  <c:v>2.576341350205793</c:v>
                </c:pt>
                <c:pt idx="377">
                  <c:v>2.5774917998372255</c:v>
                </c:pt>
                <c:pt idx="378">
                  <c:v>2.5786392099680722</c:v>
                </c:pt>
                <c:pt idx="379">
                  <c:v>2.5797835966168101</c:v>
                </c:pt>
                <c:pt idx="380">
                  <c:v>2.5809249756756194</c:v>
                </c:pt>
                <c:pt idx="381">
                  <c:v>2.5820633629117089</c:v>
                </c:pt>
                <c:pt idx="382">
                  <c:v>2.5831987739686229</c:v>
                </c:pt>
                <c:pt idx="383">
                  <c:v>2.5843312243675309</c:v>
                </c:pt>
                <c:pt idx="384">
                  <c:v>2.5854607295085006</c:v>
                </c:pt>
                <c:pt idx="385">
                  <c:v>2.5865873046717551</c:v>
                </c:pt>
                <c:pt idx="386">
                  <c:v>2.5877109650189114</c:v>
                </c:pt>
                <c:pt idx="387">
                  <c:v>2.5888317255942073</c:v>
                </c:pt>
                <c:pt idx="388">
                  <c:v>2.5899496013257077</c:v>
                </c:pt>
                <c:pt idx="389">
                  <c:v>2.5910646070264991</c:v>
                </c:pt>
                <c:pt idx="390">
                  <c:v>2.5921767573958667</c:v>
                </c:pt>
                <c:pt idx="391">
                  <c:v>2.5932860670204572</c:v>
                </c:pt>
                <c:pt idx="392">
                  <c:v>2.5943925503754266</c:v>
                </c:pt>
                <c:pt idx="393">
                  <c:v>2.5954962218255742</c:v>
                </c:pt>
                <c:pt idx="394">
                  <c:v>2.5965970956264601</c:v>
                </c:pt>
                <c:pt idx="395">
                  <c:v>2.5976951859255122</c:v>
                </c:pt>
                <c:pt idx="396">
                  <c:v>2.5987905067631152</c:v>
                </c:pt>
                <c:pt idx="397">
                  <c:v>2.5998830720736876</c:v>
                </c:pt>
                <c:pt idx="398">
                  <c:v>2.6009728956867484</c:v>
                </c:pt>
                <c:pt idx="399">
                  <c:v>2.6020599913279625</c:v>
                </c:pt>
                <c:pt idx="400">
                  <c:v>2.6031443726201822</c:v>
                </c:pt>
                <c:pt idx="401">
                  <c:v>2.6042260530844699</c:v>
                </c:pt>
                <c:pt idx="402">
                  <c:v>2.6053050461411096</c:v>
                </c:pt>
                <c:pt idx="403">
                  <c:v>2.6063813651106051</c:v>
                </c:pt>
                <c:pt idx="404">
                  <c:v>2.6074550232146687</c:v>
                </c:pt>
                <c:pt idx="405">
                  <c:v>2.6085260335771943</c:v>
                </c:pt>
                <c:pt idx="406">
                  <c:v>2.6095944092252199</c:v>
                </c:pt>
                <c:pt idx="407">
                  <c:v>2.61066016308988</c:v>
                </c:pt>
                <c:pt idx="408">
                  <c:v>2.6117233080073419</c:v>
                </c:pt>
                <c:pt idx="409">
                  <c:v>2.6127838567197355</c:v>
                </c:pt>
                <c:pt idx="410">
                  <c:v>2.6138418218760693</c:v>
                </c:pt>
                <c:pt idx="411">
                  <c:v>2.6148972160331345</c:v>
                </c:pt>
                <c:pt idx="412">
                  <c:v>2.6159500516564012</c:v>
                </c:pt>
                <c:pt idx="413">
                  <c:v>2.6170003411208991</c:v>
                </c:pt>
                <c:pt idx="414">
                  <c:v>2.6180480967120925</c:v>
                </c:pt>
                <c:pt idx="415">
                  <c:v>2.6190933306267428</c:v>
                </c:pt>
                <c:pt idx="416">
                  <c:v>2.6201360549737576</c:v>
                </c:pt>
                <c:pt idx="417">
                  <c:v>2.621176281775035</c:v>
                </c:pt>
                <c:pt idx="418">
                  <c:v>2.6222140229662951</c:v>
                </c:pt>
                <c:pt idx="419">
                  <c:v>2.6232492903979003</c:v>
                </c:pt>
                <c:pt idx="420">
                  <c:v>2.6242820958356683</c:v>
                </c:pt>
                <c:pt idx="421">
                  <c:v>2.6253124509616739</c:v>
                </c:pt>
                <c:pt idx="422">
                  <c:v>2.6263403673750423</c:v>
                </c:pt>
                <c:pt idx="423">
                  <c:v>2.6273658565927325</c:v>
                </c:pt>
                <c:pt idx="424">
                  <c:v>2.6283889300503116</c:v>
                </c:pt>
                <c:pt idx="425">
                  <c:v>2.6294095991027189</c:v>
                </c:pt>
                <c:pt idx="426">
                  <c:v>2.6304278750250241</c:v>
                </c:pt>
                <c:pt idx="427">
                  <c:v>2.6314437690131722</c:v>
                </c:pt>
                <c:pt idx="428">
                  <c:v>2.6324572921847245</c:v>
                </c:pt>
                <c:pt idx="429">
                  <c:v>2.6334684555795866</c:v>
                </c:pt>
                <c:pt idx="430">
                  <c:v>2.6344772701607315</c:v>
                </c:pt>
                <c:pt idx="431">
                  <c:v>2.6354837468149119</c:v>
                </c:pt>
                <c:pt idx="432">
                  <c:v>2.6364878963533656</c:v>
                </c:pt>
                <c:pt idx="433">
                  <c:v>2.6374897295125108</c:v>
                </c:pt>
                <c:pt idx="434">
                  <c:v>2.6384892569546374</c:v>
                </c:pt>
                <c:pt idx="435">
                  <c:v>2.6394864892685859</c:v>
                </c:pt>
                <c:pt idx="436">
                  <c:v>2.6404814369704219</c:v>
                </c:pt>
                <c:pt idx="437">
                  <c:v>2.6414741105040997</c:v>
                </c:pt>
                <c:pt idx="438">
                  <c:v>2.6424645202421213</c:v>
                </c:pt>
                <c:pt idx="439">
                  <c:v>2.6434526764861874</c:v>
                </c:pt>
                <c:pt idx="440">
                  <c:v>2.6444385894678386</c:v>
                </c:pt>
                <c:pt idx="441">
                  <c:v>2.6454222693490919</c:v>
                </c:pt>
                <c:pt idx="442">
                  <c:v>2.6464037262230695</c:v>
                </c:pt>
                <c:pt idx="443">
                  <c:v>2.6473829701146196</c:v>
                </c:pt>
                <c:pt idx="444">
                  <c:v>2.6483600109809315</c:v>
                </c:pt>
                <c:pt idx="445">
                  <c:v>2.6493348587121419</c:v>
                </c:pt>
                <c:pt idx="446">
                  <c:v>2.6503075231319366</c:v>
                </c:pt>
                <c:pt idx="447">
                  <c:v>2.651278013998144</c:v>
                </c:pt>
                <c:pt idx="448">
                  <c:v>2.6522463410033232</c:v>
                </c:pt>
                <c:pt idx="449">
                  <c:v>2.6532125137753435</c:v>
                </c:pt>
                <c:pt idx="450">
                  <c:v>2.6541765418779604</c:v>
                </c:pt>
                <c:pt idx="451">
                  <c:v>2.655138434811382</c:v>
                </c:pt>
                <c:pt idx="452">
                  <c:v>2.6560982020128319</c:v>
                </c:pt>
                <c:pt idx="453">
                  <c:v>2.6570558528571038</c:v>
                </c:pt>
                <c:pt idx="454">
                  <c:v>2.6580113966571126</c:v>
                </c:pt>
                <c:pt idx="455">
                  <c:v>2.6589648426644348</c:v>
                </c:pt>
                <c:pt idx="456">
                  <c:v>2.6599162000698504</c:v>
                </c:pt>
                <c:pt idx="457">
                  <c:v>2.6608654780038692</c:v>
                </c:pt>
                <c:pt idx="458">
                  <c:v>2.661812685537261</c:v>
                </c:pt>
                <c:pt idx="459">
                  <c:v>2.6627578316815739</c:v>
                </c:pt>
                <c:pt idx="460">
                  <c:v>2.663700925389648</c:v>
                </c:pt>
                <c:pt idx="461">
                  <c:v>2.6646419755561257</c:v>
                </c:pt>
                <c:pt idx="462">
                  <c:v>2.6655809910179533</c:v>
                </c:pt>
                <c:pt idx="463">
                  <c:v>2.6665179805548807</c:v>
                </c:pt>
                <c:pt idx="464">
                  <c:v>2.667452952889954</c:v>
                </c:pt>
                <c:pt idx="465">
                  <c:v>2.6683859166900001</c:v>
                </c:pt>
                <c:pt idx="466">
                  <c:v>2.6693168805661123</c:v>
                </c:pt>
                <c:pt idx="467">
                  <c:v>2.6702458530741242</c:v>
                </c:pt>
                <c:pt idx="468">
                  <c:v>2.6711728427150834</c:v>
                </c:pt>
                <c:pt idx="469">
                  <c:v>2.6720978579357175</c:v>
                </c:pt>
                <c:pt idx="470">
                  <c:v>2.6730209071288962</c:v>
                </c:pt>
                <c:pt idx="471">
                  <c:v>2.673941998634088</c:v>
                </c:pt>
                <c:pt idx="472">
                  <c:v>2.6748611407378116</c:v>
                </c:pt>
                <c:pt idx="473">
                  <c:v>2.6757783416740852</c:v>
                </c:pt>
                <c:pt idx="474">
                  <c:v>2.6766936096248664</c:v>
                </c:pt>
                <c:pt idx="475">
                  <c:v>2.6776069527204931</c:v>
                </c:pt>
                <c:pt idx="476">
                  <c:v>2.6785183790401139</c:v>
                </c:pt>
                <c:pt idx="477">
                  <c:v>2.6794278966121188</c:v>
                </c:pt>
                <c:pt idx="478">
                  <c:v>2.6803355134145632</c:v>
                </c:pt>
                <c:pt idx="479">
                  <c:v>2.6812412373755872</c:v>
                </c:pt>
                <c:pt idx="480">
                  <c:v>2.6821450763738319</c:v>
                </c:pt>
                <c:pt idx="481">
                  <c:v>2.6830470382388496</c:v>
                </c:pt>
                <c:pt idx="482">
                  <c:v>2.6839471307515121</c:v>
                </c:pt>
                <c:pt idx="483">
                  <c:v>2.6848453616444123</c:v>
                </c:pt>
                <c:pt idx="484">
                  <c:v>2.6857417386022635</c:v>
                </c:pt>
                <c:pt idx="485">
                  <c:v>2.6866362692622934</c:v>
                </c:pt>
                <c:pt idx="486">
                  <c:v>2.6875289612146345</c:v>
                </c:pt>
                <c:pt idx="487">
                  <c:v>2.6884198220027105</c:v>
                </c:pt>
                <c:pt idx="488">
                  <c:v>2.6893088591236203</c:v>
                </c:pt>
                <c:pt idx="489">
                  <c:v>2.6901960800285138</c:v>
                </c:pt>
                <c:pt idx="490">
                  <c:v>2.6910814921229687</c:v>
                </c:pt>
                <c:pt idx="491">
                  <c:v>2.6919651027673601</c:v>
                </c:pt>
                <c:pt idx="492">
                  <c:v>2.6928469192772302</c:v>
                </c:pt>
                <c:pt idx="493">
                  <c:v>2.6937269489236471</c:v>
                </c:pt>
                <c:pt idx="494">
                  <c:v>2.6946051989335689</c:v>
                </c:pt>
                <c:pt idx="495">
                  <c:v>2.6954816764901977</c:v>
                </c:pt>
                <c:pt idx="496">
                  <c:v>2.6963563887333319</c:v>
                </c:pt>
                <c:pt idx="497">
                  <c:v>2.6972293427597176</c:v>
                </c:pt>
                <c:pt idx="498">
                  <c:v>2.6981005456233897</c:v>
                </c:pt>
                <c:pt idx="499">
                  <c:v>2.6989700043360187</c:v>
                </c:pt>
                <c:pt idx="500">
                  <c:v>2.6998377258672459</c:v>
                </c:pt>
                <c:pt idx="501">
                  <c:v>2.7007037171450192</c:v>
                </c:pt>
                <c:pt idx="502">
                  <c:v>2.7015679850559273</c:v>
                </c:pt>
                <c:pt idx="503">
                  <c:v>2.7024305364455254</c:v>
                </c:pt>
                <c:pt idx="504">
                  <c:v>2.7032913781186614</c:v>
                </c:pt>
                <c:pt idx="505">
                  <c:v>2.7041505168397992</c:v>
                </c:pt>
                <c:pt idx="506">
                  <c:v>2.705007959333336</c:v>
                </c:pt>
                <c:pt idx="507">
                  <c:v>2.7058637122839193</c:v>
                </c:pt>
                <c:pt idx="508">
                  <c:v>2.7067177823367587</c:v>
                </c:pt>
                <c:pt idx="509">
                  <c:v>2.7075701760979363</c:v>
                </c:pt>
                <c:pt idx="510">
                  <c:v>2.7084209001347128</c:v>
                </c:pt>
                <c:pt idx="511">
                  <c:v>2.7092699609758308</c:v>
                </c:pt>
                <c:pt idx="512">
                  <c:v>2.7101173651118162</c:v>
                </c:pt>
                <c:pt idx="513">
                  <c:v>2.7109631189952759</c:v>
                </c:pt>
                <c:pt idx="514">
                  <c:v>2.7118072290411912</c:v>
                </c:pt>
                <c:pt idx="515">
                  <c:v>2.7126497016272113</c:v>
                </c:pt>
                <c:pt idx="516">
                  <c:v>2.7134905430939424</c:v>
                </c:pt>
                <c:pt idx="517">
                  <c:v>2.7143297597452332</c:v>
                </c:pt>
                <c:pt idx="518">
                  <c:v>2.7151673578484576</c:v>
                </c:pt>
                <c:pt idx="519">
                  <c:v>2.716003343634799</c:v>
                </c:pt>
                <c:pt idx="520">
                  <c:v>2.7168377232995247</c:v>
                </c:pt>
                <c:pt idx="521">
                  <c:v>2.7176705030022621</c:v>
                </c:pt>
                <c:pt idx="522">
                  <c:v>2.7185016888672742</c:v>
                </c:pt>
                <c:pt idx="523">
                  <c:v>2.7193312869837265</c:v>
                </c:pt>
                <c:pt idx="524">
                  <c:v>2.720159303405957</c:v>
                </c:pt>
                <c:pt idx="525">
                  <c:v>2.7209857441537393</c:v>
                </c:pt>
                <c:pt idx="526">
                  <c:v>2.7218106152125467</c:v>
                </c:pt>
                <c:pt idx="527">
                  <c:v>2.7226339225338121</c:v>
                </c:pt>
                <c:pt idx="528">
                  <c:v>2.7234556720351857</c:v>
                </c:pt>
                <c:pt idx="529">
                  <c:v>2.7242758696007892</c:v>
                </c:pt>
                <c:pt idx="530">
                  <c:v>2.725094521081469</c:v>
                </c:pt>
                <c:pt idx="531">
                  <c:v>2.7259116322950483</c:v>
                </c:pt>
                <c:pt idx="532">
                  <c:v>2.7267272090265724</c:v>
                </c:pt>
                <c:pt idx="533">
                  <c:v>2.7275412570285562</c:v>
                </c:pt>
                <c:pt idx="534">
                  <c:v>2.7283537820212285</c:v>
                </c:pt>
                <c:pt idx="535">
                  <c:v>2.7291647896927702</c:v>
                </c:pt>
                <c:pt idx="536">
                  <c:v>2.7299742856995555</c:v>
                </c:pt>
                <c:pt idx="537">
                  <c:v>2.7307822756663893</c:v>
                </c:pt>
                <c:pt idx="538">
                  <c:v>2.7315887651867388</c:v>
                </c:pt>
                <c:pt idx="539">
                  <c:v>2.7323937598229686</c:v>
                </c:pt>
                <c:pt idx="540">
                  <c:v>2.7331972651065692</c:v>
                </c:pt>
                <c:pt idx="541">
                  <c:v>2.7339992865383871</c:v>
                </c:pt>
                <c:pt idx="542">
                  <c:v>2.7347998295888472</c:v>
                </c:pt>
                <c:pt idx="543">
                  <c:v>2.7355988996981799</c:v>
                </c:pt>
                <c:pt idx="544">
                  <c:v>2.7363965022766426</c:v>
                </c:pt>
                <c:pt idx="545">
                  <c:v>2.7371926427047373</c:v>
                </c:pt>
                <c:pt idx="546">
                  <c:v>2.7379873263334309</c:v>
                </c:pt>
                <c:pt idx="547">
                  <c:v>2.7387805584843692</c:v>
                </c:pt>
                <c:pt idx="548">
                  <c:v>2.7395723444500919</c:v>
                </c:pt>
                <c:pt idx="549">
                  <c:v>2.7403626894942437</c:v>
                </c:pt>
                <c:pt idx="550">
                  <c:v>2.7411515988517849</c:v>
                </c:pt>
                <c:pt idx="551">
                  <c:v>2.741939077729199</c:v>
                </c:pt>
                <c:pt idx="552">
                  <c:v>2.7427251313046983</c:v>
                </c:pt>
                <c:pt idx="553">
                  <c:v>2.7435097647284299</c:v>
                </c:pt>
                <c:pt idx="554">
                  <c:v>2.7442929831226763</c:v>
                </c:pt>
                <c:pt idx="555">
                  <c:v>2.7450747915820575</c:v>
                </c:pt>
                <c:pt idx="556">
                  <c:v>2.7458551951737289</c:v>
                </c:pt>
                <c:pt idx="557">
                  <c:v>2.7466341989375787</c:v>
                </c:pt>
                <c:pt idx="558">
                  <c:v>2.7474118078864231</c:v>
                </c:pt>
                <c:pt idx="559">
                  <c:v>2.7481880270062002</c:v>
                </c:pt>
                <c:pt idx="560">
                  <c:v>2.7489628612561616</c:v>
                </c:pt>
                <c:pt idx="561">
                  <c:v>2.7497363155690611</c:v>
                </c:pt>
                <c:pt idx="562">
                  <c:v>2.7505083948513462</c:v>
                </c:pt>
                <c:pt idx="563">
                  <c:v>2.7512791039833422</c:v>
                </c:pt>
                <c:pt idx="564">
                  <c:v>2.7520484478194387</c:v>
                </c:pt>
                <c:pt idx="565">
                  <c:v>2.7528164311882715</c:v>
                </c:pt>
                <c:pt idx="566">
                  <c:v>2.7535830588929064</c:v>
                </c:pt>
                <c:pt idx="567">
                  <c:v>2.7543483357110188</c:v>
                </c:pt>
                <c:pt idx="568">
                  <c:v>2.7551122663950713</c:v>
                </c:pt>
                <c:pt idx="569">
                  <c:v>2.7558748556724915</c:v>
                </c:pt>
                <c:pt idx="570">
                  <c:v>2.7566361082458481</c:v>
                </c:pt>
                <c:pt idx="571">
                  <c:v>2.7573960287930244</c:v>
                </c:pt>
                <c:pt idx="572">
                  <c:v>2.7581546219673898</c:v>
                </c:pt>
                <c:pt idx="573">
                  <c:v>2.7589118923979736</c:v>
                </c:pt>
                <c:pt idx="574">
                  <c:v>2.7596678446896306</c:v>
                </c:pt>
                <c:pt idx="575">
                  <c:v>2.7604224834232118</c:v>
                </c:pt>
                <c:pt idx="576">
                  <c:v>2.7611758131557314</c:v>
                </c:pt>
                <c:pt idx="577">
                  <c:v>2.761927838420529</c:v>
                </c:pt>
                <c:pt idx="578">
                  <c:v>2.762678563727436</c:v>
                </c:pt>
                <c:pt idx="579">
                  <c:v>2.7634279935629373</c:v>
                </c:pt>
                <c:pt idx="580">
                  <c:v>2.7641761323903307</c:v>
                </c:pt>
                <c:pt idx="581">
                  <c:v>2.7649229846498886</c:v>
                </c:pt>
                <c:pt idx="582">
                  <c:v>2.7656685547590141</c:v>
                </c:pt>
                <c:pt idx="583">
                  <c:v>2.7664128471123997</c:v>
                </c:pt>
                <c:pt idx="584">
                  <c:v>2.7671558660821804</c:v>
                </c:pt>
                <c:pt idx="585">
                  <c:v>2.7678976160180908</c:v>
                </c:pt>
                <c:pt idx="586">
                  <c:v>2.7686381012476144</c:v>
                </c:pt>
                <c:pt idx="587">
                  <c:v>2.7693773260761385</c:v>
                </c:pt>
                <c:pt idx="588">
                  <c:v>2.7701152947871015</c:v>
                </c:pt>
                <c:pt idx="589">
                  <c:v>2.7708520116421442</c:v>
                </c:pt>
                <c:pt idx="590">
                  <c:v>2.7715874808812555</c:v>
                </c:pt>
                <c:pt idx="591">
                  <c:v>2.77232170672292</c:v>
                </c:pt>
                <c:pt idx="592">
                  <c:v>2.7730546933642626</c:v>
                </c:pt>
                <c:pt idx="593">
                  <c:v>2.7737864449811935</c:v>
                </c:pt>
                <c:pt idx="594">
                  <c:v>2.7745169657285498</c:v>
                </c:pt>
                <c:pt idx="595">
                  <c:v>2.7752462597402365</c:v>
                </c:pt>
                <c:pt idx="596">
                  <c:v>2.775974331129369</c:v>
                </c:pt>
                <c:pt idx="597">
                  <c:v>2.7767011839884108</c:v>
                </c:pt>
                <c:pt idx="598">
                  <c:v>2.7774268223893115</c:v>
                </c:pt>
                <c:pt idx="599">
                  <c:v>2.7781512503836434</c:v>
                </c:pt>
                <c:pt idx="600">
                  <c:v>2.7788744720027396</c:v>
                </c:pt>
                <c:pt idx="601">
                  <c:v>2.7795964912578244</c:v>
                </c:pt>
                <c:pt idx="602">
                  <c:v>2.7803173121401512</c:v>
                </c:pt>
                <c:pt idx="603">
                  <c:v>2.7810369386211318</c:v>
                </c:pt>
                <c:pt idx="604">
                  <c:v>2.781755374652469</c:v>
                </c:pt>
                <c:pt idx="605">
                  <c:v>2.782472624166286</c:v>
                </c:pt>
                <c:pt idx="606">
                  <c:v>2.7831886910752575</c:v>
                </c:pt>
                <c:pt idx="607">
                  <c:v>2.7839035792727351</c:v>
                </c:pt>
                <c:pt idx="608">
                  <c:v>2.7846172926328752</c:v>
                </c:pt>
                <c:pt idx="609">
                  <c:v>2.7853298350107671</c:v>
                </c:pt>
                <c:pt idx="610">
                  <c:v>2.786041210242554</c:v>
                </c:pt>
                <c:pt idx="611">
                  <c:v>2.7867514221455614</c:v>
                </c:pt>
                <c:pt idx="612">
                  <c:v>2.7874604745184151</c:v>
                </c:pt>
                <c:pt idx="613">
                  <c:v>2.7881683711411678</c:v>
                </c:pt>
                <c:pt idx="614">
                  <c:v>2.7888751157754168</c:v>
                </c:pt>
                <c:pt idx="615">
                  <c:v>2.7895807121644256</c:v>
                </c:pt>
                <c:pt idx="616">
                  <c:v>2.7902851640332416</c:v>
                </c:pt>
                <c:pt idx="617">
                  <c:v>2.7909884750888159</c:v>
                </c:pt>
                <c:pt idx="618">
                  <c:v>2.7916906490201181</c:v>
                </c:pt>
                <c:pt idx="619">
                  <c:v>2.7923916894982539</c:v>
                </c:pt>
                <c:pt idx="620">
                  <c:v>2.79309160017658</c:v>
                </c:pt>
                <c:pt idx="621">
                  <c:v>2.7937903846908188</c:v>
                </c:pt>
                <c:pt idx="622">
                  <c:v>2.7944880466591697</c:v>
                </c:pt>
                <c:pt idx="623">
                  <c:v>2.7951845896824241</c:v>
                </c:pt>
                <c:pt idx="624">
                  <c:v>2.7958800173440754</c:v>
                </c:pt>
                <c:pt idx="625">
                  <c:v>2.7965743332104296</c:v>
                </c:pt>
                <c:pt idx="626">
                  <c:v>2.7972675408307164</c:v>
                </c:pt>
                <c:pt idx="627">
                  <c:v>2.7979596437371961</c:v>
                </c:pt>
                <c:pt idx="628">
                  <c:v>2.7986506454452691</c:v>
                </c:pt>
                <c:pt idx="629">
                  <c:v>2.7993405494535817</c:v>
                </c:pt>
                <c:pt idx="630">
                  <c:v>2.8000293592441343</c:v>
                </c:pt>
                <c:pt idx="631">
                  <c:v>2.8007170782823851</c:v>
                </c:pt>
                <c:pt idx="632">
                  <c:v>2.8014037100173552</c:v>
                </c:pt>
                <c:pt idx="633">
                  <c:v>2.8020892578817329</c:v>
                </c:pt>
                <c:pt idx="634">
                  <c:v>2.8027737252919755</c:v>
                </c:pt>
                <c:pt idx="635">
                  <c:v>2.8034571156484138</c:v>
                </c:pt>
                <c:pt idx="636">
                  <c:v>2.8041394323353503</c:v>
                </c:pt>
                <c:pt idx="637">
                  <c:v>2.8048206787211623</c:v>
                </c:pt>
                <c:pt idx="638">
                  <c:v>2.8055008581584002</c:v>
                </c:pt>
                <c:pt idx="639">
                  <c:v>2.8061799739838871</c:v>
                </c:pt>
                <c:pt idx="640">
                  <c:v>2.8068580295188172</c:v>
                </c:pt>
                <c:pt idx="641">
                  <c:v>2.8075350280688531</c:v>
                </c:pt>
                <c:pt idx="642">
                  <c:v>2.8082109729242219</c:v>
                </c:pt>
                <c:pt idx="643">
                  <c:v>2.808885867359812</c:v>
                </c:pt>
                <c:pt idx="644">
                  <c:v>2.8095597146352675</c:v>
                </c:pt>
                <c:pt idx="645">
                  <c:v>2.8102325179950842</c:v>
                </c:pt>
                <c:pt idx="646">
                  <c:v>2.8109042806687006</c:v>
                </c:pt>
                <c:pt idx="647">
                  <c:v>2.8115750058705933</c:v>
                </c:pt>
                <c:pt idx="648">
                  <c:v>2.8122446968003691</c:v>
                </c:pt>
                <c:pt idx="649">
                  <c:v>2.8129133566428557</c:v>
                </c:pt>
                <c:pt idx="650">
                  <c:v>2.8135809885681922</c:v>
                </c:pt>
                <c:pt idx="651">
                  <c:v>2.8142475957319202</c:v>
                </c:pt>
                <c:pt idx="652">
                  <c:v>2.8149131812750738</c:v>
                </c:pt>
                <c:pt idx="653">
                  <c:v>2.8155777483242672</c:v>
                </c:pt>
                <c:pt idx="654">
                  <c:v>2.8162412999917832</c:v>
                </c:pt>
                <c:pt idx="655">
                  <c:v>2.8169038393756605</c:v>
                </c:pt>
                <c:pt idx="656">
                  <c:v>2.8175653695597807</c:v>
                </c:pt>
                <c:pt idx="657">
                  <c:v>2.8182258936139557</c:v>
                </c:pt>
                <c:pt idx="658">
                  <c:v>2.8188854145940097</c:v>
                </c:pt>
                <c:pt idx="659">
                  <c:v>2.8195439355418688</c:v>
                </c:pt>
                <c:pt idx="660">
                  <c:v>2.8202014594856402</c:v>
                </c:pt>
                <c:pt idx="661">
                  <c:v>2.8208579894397001</c:v>
                </c:pt>
                <c:pt idx="662">
                  <c:v>2.8215135284047732</c:v>
                </c:pt>
                <c:pt idx="663">
                  <c:v>2.8221680793680175</c:v>
                </c:pt>
                <c:pt idx="664">
                  <c:v>2.8228216453031045</c:v>
                </c:pt>
                <c:pt idx="665">
                  <c:v>2.823474229170301</c:v>
                </c:pt>
                <c:pt idx="666">
                  <c:v>2.8241258339165491</c:v>
                </c:pt>
                <c:pt idx="667">
                  <c:v>2.8247764624755458</c:v>
                </c:pt>
                <c:pt idx="668">
                  <c:v>2.8254261177678233</c:v>
                </c:pt>
                <c:pt idx="669">
                  <c:v>2.8260748027008264</c:v>
                </c:pt>
                <c:pt idx="670">
                  <c:v>2.8267225201689921</c:v>
                </c:pt>
                <c:pt idx="671">
                  <c:v>2.8273692730538253</c:v>
                </c:pt>
                <c:pt idx="672">
                  <c:v>2.828015064223977</c:v>
                </c:pt>
                <c:pt idx="673">
                  <c:v>2.8286598965353198</c:v>
                </c:pt>
                <c:pt idx="674">
                  <c:v>2.8293037728310249</c:v>
                </c:pt>
                <c:pt idx="675">
                  <c:v>2.8299466959416359</c:v>
                </c:pt>
                <c:pt idx="676">
                  <c:v>2.8305886686851442</c:v>
                </c:pt>
                <c:pt idx="677">
                  <c:v>2.8312296938670634</c:v>
                </c:pt>
                <c:pt idx="678">
                  <c:v>2.8318697742805017</c:v>
                </c:pt>
                <c:pt idx="679">
                  <c:v>2.8325089127062362</c:v>
                </c:pt>
                <c:pt idx="680">
                  <c:v>2.8331471119127851</c:v>
                </c:pt>
                <c:pt idx="681">
                  <c:v>2.8337843746564788</c:v>
                </c:pt>
                <c:pt idx="682">
                  <c:v>2.8344207036815328</c:v>
                </c:pt>
                <c:pt idx="683">
                  <c:v>2.8350561017201161</c:v>
                </c:pt>
                <c:pt idx="684">
                  <c:v>2.8356905714924254</c:v>
                </c:pt>
                <c:pt idx="685">
                  <c:v>2.8363241157067516</c:v>
                </c:pt>
                <c:pt idx="686">
                  <c:v>2.8369567370595505</c:v>
                </c:pt>
                <c:pt idx="687">
                  <c:v>2.8375884382355112</c:v>
                </c:pt>
                <c:pt idx="688">
                  <c:v>2.8382192219076257</c:v>
                </c:pt>
                <c:pt idx="689">
                  <c:v>2.8388490907372552</c:v>
                </c:pt>
                <c:pt idx="690">
                  <c:v>2.8394780473741985</c:v>
                </c:pt>
                <c:pt idx="691">
                  <c:v>2.840106094456758</c:v>
                </c:pt>
                <c:pt idx="692">
                  <c:v>2.8407332346118066</c:v>
                </c:pt>
                <c:pt idx="693">
                  <c:v>2.8413594704548548</c:v>
                </c:pt>
                <c:pt idx="694">
                  <c:v>2.8419848045901137</c:v>
                </c:pt>
                <c:pt idx="695">
                  <c:v>2.842609239610562</c:v>
                </c:pt>
                <c:pt idx="696">
                  <c:v>2.8432327780980096</c:v>
                </c:pt>
                <c:pt idx="697">
                  <c:v>2.8438554226231609</c:v>
                </c:pt>
                <c:pt idx="698">
                  <c:v>2.8444771757456815</c:v>
                </c:pt>
                <c:pt idx="699">
                  <c:v>2.8450980400142569</c:v>
                </c:pt>
                <c:pt idx="700">
                  <c:v>2.8457180179666586</c:v>
                </c:pt>
                <c:pt idx="701">
                  <c:v>2.8463371121298051</c:v>
                </c:pt>
                <c:pt idx="702">
                  <c:v>2.8469553250198238</c:v>
                </c:pt>
                <c:pt idx="703">
                  <c:v>2.847572659142112</c:v>
                </c:pt>
                <c:pt idx="704">
                  <c:v>2.8481891169913989</c:v>
                </c:pt>
                <c:pt idx="705">
                  <c:v>2.8488047010518036</c:v>
                </c:pt>
                <c:pt idx="706">
                  <c:v>2.8494194137968996</c:v>
                </c:pt>
                <c:pt idx="707">
                  <c:v>2.8500332576897689</c:v>
                </c:pt>
                <c:pt idx="708">
                  <c:v>2.8506462351830666</c:v>
                </c:pt>
                <c:pt idx="709">
                  <c:v>2.8512583487190755</c:v>
                </c:pt>
                <c:pt idx="710">
                  <c:v>2.8518696007297661</c:v>
                </c:pt>
                <c:pt idx="711">
                  <c:v>2.8524799936368566</c:v>
                </c:pt>
                <c:pt idx="712">
                  <c:v>2.8530895298518657</c:v>
                </c:pt>
                <c:pt idx="713">
                  <c:v>2.8536982117761744</c:v>
                </c:pt>
                <c:pt idx="714">
                  <c:v>2.8543060418010806</c:v>
                </c:pt>
                <c:pt idx="715">
                  <c:v>2.8549130223078554</c:v>
                </c:pt>
                <c:pt idx="716">
                  <c:v>2.8555191556678001</c:v>
                </c:pt>
                <c:pt idx="717">
                  <c:v>2.8561244442423002</c:v>
                </c:pt>
                <c:pt idx="718">
                  <c:v>2.8567288903828825</c:v>
                </c:pt>
                <c:pt idx="719">
                  <c:v>2.8573324964312685</c:v>
                </c:pt>
                <c:pt idx="720">
                  <c:v>2.8579352647194289</c:v>
                </c:pt>
                <c:pt idx="721">
                  <c:v>2.858537197569639</c:v>
                </c:pt>
                <c:pt idx="722">
                  <c:v>2.859138297294531</c:v>
                </c:pt>
                <c:pt idx="723">
                  <c:v>2.8597385661971471</c:v>
                </c:pt>
                <c:pt idx="724">
                  <c:v>2.8603380065709936</c:v>
                </c:pt>
                <c:pt idx="725">
                  <c:v>2.8609366207000937</c:v>
                </c:pt>
                <c:pt idx="726">
                  <c:v>2.8615344108590377</c:v>
                </c:pt>
                <c:pt idx="727">
                  <c:v>2.8621313793130372</c:v>
                </c:pt>
                <c:pt idx="728">
                  <c:v>2.8627275283179747</c:v>
                </c:pt>
                <c:pt idx="729">
                  <c:v>2.8633228601204559</c:v>
                </c:pt>
                <c:pt idx="730">
                  <c:v>2.8639173769578603</c:v>
                </c:pt>
                <c:pt idx="731">
                  <c:v>2.8645110810583918</c:v>
                </c:pt>
                <c:pt idx="732">
                  <c:v>2.8651039746411278</c:v>
                </c:pt>
                <c:pt idx="733">
                  <c:v>2.8656960599160706</c:v>
                </c:pt>
                <c:pt idx="734">
                  <c:v>2.8662873390841948</c:v>
                </c:pt>
                <c:pt idx="735">
                  <c:v>2.8668778143374989</c:v>
                </c:pt>
                <c:pt idx="736">
                  <c:v>2.8674674878590514</c:v>
                </c:pt>
                <c:pt idx="737">
                  <c:v>2.8680563618230415</c:v>
                </c:pt>
                <c:pt idx="738">
                  <c:v>2.8686444383948255</c:v>
                </c:pt>
                <c:pt idx="739">
                  <c:v>2.8692317197309762</c:v>
                </c:pt>
                <c:pt idx="740">
                  <c:v>2.869818207979328</c:v>
                </c:pt>
                <c:pt idx="741">
                  <c:v>2.8704039052790269</c:v>
                </c:pt>
                <c:pt idx="742">
                  <c:v>2.8709888137605755</c:v>
                </c:pt>
                <c:pt idx="743">
                  <c:v>2.8715729355458786</c:v>
                </c:pt>
                <c:pt idx="744">
                  <c:v>2.8721562727482928</c:v>
                </c:pt>
                <c:pt idx="745">
                  <c:v>2.8727388274726686</c:v>
                </c:pt>
                <c:pt idx="746">
                  <c:v>2.8733206018153989</c:v>
                </c:pt>
                <c:pt idx="747">
                  <c:v>2.8739015978644615</c:v>
                </c:pt>
                <c:pt idx="748">
                  <c:v>2.8744818176994666</c:v>
                </c:pt>
                <c:pt idx="749">
                  <c:v>2.8750612633917001</c:v>
                </c:pt>
                <c:pt idx="750">
                  <c:v>2.8756399370041685</c:v>
                </c:pt>
                <c:pt idx="751">
                  <c:v>2.8762178405916421</c:v>
                </c:pt>
                <c:pt idx="752">
                  <c:v>2.8767949762007006</c:v>
                </c:pt>
                <c:pt idx="753">
                  <c:v>2.8773713458697738</c:v>
                </c:pt>
                <c:pt idx="754">
                  <c:v>2.8779469516291885</c:v>
                </c:pt>
                <c:pt idx="755">
                  <c:v>2.8785217955012063</c:v>
                </c:pt>
                <c:pt idx="756">
                  <c:v>2.8790958795000727</c:v>
                </c:pt>
                <c:pt idx="757">
                  <c:v>2.8796692056320534</c:v>
                </c:pt>
                <c:pt idx="758">
                  <c:v>2.8802417758954801</c:v>
                </c:pt>
                <c:pt idx="759">
                  <c:v>2.8808135922807914</c:v>
                </c:pt>
                <c:pt idx="760">
                  <c:v>2.8813846567705728</c:v>
                </c:pt>
                <c:pt idx="761">
                  <c:v>2.8819549713396007</c:v>
                </c:pt>
                <c:pt idx="762">
                  <c:v>2.8825245379548803</c:v>
                </c:pt>
                <c:pt idx="763">
                  <c:v>2.8830933585756897</c:v>
                </c:pt>
                <c:pt idx="764">
                  <c:v>2.8836614351536176</c:v>
                </c:pt>
                <c:pt idx="765">
                  <c:v>2.8842287696326041</c:v>
                </c:pt>
                <c:pt idx="766">
                  <c:v>2.8847953639489812</c:v>
                </c:pt>
                <c:pt idx="767">
                  <c:v>2.8853612200315122</c:v>
                </c:pt>
                <c:pt idx="768">
                  <c:v>2.885926339801431</c:v>
                </c:pt>
                <c:pt idx="769">
                  <c:v>2.8864907251724818</c:v>
                </c:pt>
                <c:pt idx="770">
                  <c:v>2.8870543780509568</c:v>
                </c:pt>
                <c:pt idx="771">
                  <c:v>2.8876173003357359</c:v>
                </c:pt>
                <c:pt idx="772">
                  <c:v>2.888179493918325</c:v>
                </c:pt>
                <c:pt idx="773">
                  <c:v>2.8887409606828927</c:v>
                </c:pt>
                <c:pt idx="774">
                  <c:v>2.8893017025063101</c:v>
                </c:pt>
                <c:pt idx="775">
                  <c:v>2.8898617212581885</c:v>
                </c:pt>
                <c:pt idx="776">
                  <c:v>2.8904210188009141</c:v>
                </c:pt>
                <c:pt idx="777">
                  <c:v>2.890979596989689</c:v>
                </c:pt>
                <c:pt idx="778">
                  <c:v>2.8915374576725643</c:v>
                </c:pt>
                <c:pt idx="779">
                  <c:v>2.8920946026904804</c:v>
                </c:pt>
                <c:pt idx="780">
                  <c:v>2.8926510338773004</c:v>
                </c:pt>
                <c:pt idx="781">
                  <c:v>2.893206753059848</c:v>
                </c:pt>
                <c:pt idx="782">
                  <c:v>2.8937617620579434</c:v>
                </c:pt>
                <c:pt idx="783">
                  <c:v>2.8943160626844384</c:v>
                </c:pt>
                <c:pt idx="784">
                  <c:v>2.8948696567452528</c:v>
                </c:pt>
                <c:pt idx="785">
                  <c:v>2.8954225460394079</c:v>
                </c:pt>
                <c:pt idx="786">
                  <c:v>2.8959747323590648</c:v>
                </c:pt>
                <c:pt idx="787">
                  <c:v>2.8965262174895554</c:v>
                </c:pt>
                <c:pt idx="788">
                  <c:v>2.8970770032094202</c:v>
                </c:pt>
                <c:pt idx="789">
                  <c:v>2.8976270912904414</c:v>
                </c:pt>
                <c:pt idx="790">
                  <c:v>2.8981764834976764</c:v>
                </c:pt>
                <c:pt idx="791">
                  <c:v>2.8987251815894934</c:v>
                </c:pt>
                <c:pt idx="792">
                  <c:v>2.8992731873176036</c:v>
                </c:pt>
                <c:pt idx="793">
                  <c:v>2.8998205024270964</c:v>
                </c:pt>
                <c:pt idx="794">
                  <c:v>2.9003671286564705</c:v>
                </c:pt>
                <c:pt idx="795">
                  <c:v>2.9009130677376689</c:v>
                </c:pt>
                <c:pt idx="796">
                  <c:v>2.9014583213961123</c:v>
                </c:pt>
                <c:pt idx="797">
                  <c:v>2.9020028913507296</c:v>
                </c:pt>
                <c:pt idx="798">
                  <c:v>2.9025467793139912</c:v>
                </c:pt>
                <c:pt idx="799">
                  <c:v>2.9030899869919438</c:v>
                </c:pt>
                <c:pt idx="800">
                  <c:v>2.9036325160842376</c:v>
                </c:pt>
                <c:pt idx="801">
                  <c:v>2.9041743682841634</c:v>
                </c:pt>
                <c:pt idx="802">
                  <c:v>2.9047155452786808</c:v>
                </c:pt>
                <c:pt idx="803">
                  <c:v>2.9052560487484511</c:v>
                </c:pt>
                <c:pt idx="804">
                  <c:v>2.9057958803678687</c:v>
                </c:pt>
                <c:pt idx="805">
                  <c:v>2.9063350418050908</c:v>
                </c:pt>
                <c:pt idx="806">
                  <c:v>2.9068735347220702</c:v>
                </c:pt>
                <c:pt idx="807">
                  <c:v>2.907411360774586</c:v>
                </c:pt>
                <c:pt idx="808">
                  <c:v>2.9079485216122722</c:v>
                </c:pt>
                <c:pt idx="809">
                  <c:v>2.90848501887865</c:v>
                </c:pt>
                <c:pt idx="810">
                  <c:v>2.909020854211156</c:v>
                </c:pt>
                <c:pt idx="811">
                  <c:v>2.9095560292411755</c:v>
                </c:pt>
                <c:pt idx="812">
                  <c:v>2.910090545594068</c:v>
                </c:pt>
                <c:pt idx="813">
                  <c:v>2.9106244048892012</c:v>
                </c:pt>
                <c:pt idx="814">
                  <c:v>2.9111576087399764</c:v>
                </c:pt>
                <c:pt idx="815">
                  <c:v>2.9116901587538613</c:v>
                </c:pt>
                <c:pt idx="816">
                  <c:v>2.9122220565324155</c:v>
                </c:pt>
                <c:pt idx="817">
                  <c:v>2.9127533036713231</c:v>
                </c:pt>
                <c:pt idx="818">
                  <c:v>2.9132839017604186</c:v>
                </c:pt>
                <c:pt idx="819">
                  <c:v>2.9138138523837167</c:v>
                </c:pt>
                <c:pt idx="820">
                  <c:v>2.9143431571194407</c:v>
                </c:pt>
                <c:pt idx="821">
                  <c:v>2.9148718175400505</c:v>
                </c:pt>
                <c:pt idx="822">
                  <c:v>2.9153998352122699</c:v>
                </c:pt>
                <c:pt idx="823">
                  <c:v>2.9159272116971158</c:v>
                </c:pt>
                <c:pt idx="824">
                  <c:v>2.916453948549925</c:v>
                </c:pt>
                <c:pt idx="825">
                  <c:v>2.9169800473203824</c:v>
                </c:pt>
                <c:pt idx="826">
                  <c:v>2.9175055095525466</c:v>
                </c:pt>
                <c:pt idx="827">
                  <c:v>2.9180303367848803</c:v>
                </c:pt>
                <c:pt idx="828">
                  <c:v>2.9185545305502734</c:v>
                </c:pt>
                <c:pt idx="829">
                  <c:v>2.9190780923760737</c:v>
                </c:pt>
                <c:pt idx="830">
                  <c:v>2.9196010237841108</c:v>
                </c:pt>
                <c:pt idx="831">
                  <c:v>2.920123326290724</c:v>
                </c:pt>
                <c:pt idx="832">
                  <c:v>2.9206450014067875</c:v>
                </c:pt>
                <c:pt idx="833">
                  <c:v>2.9211660506377388</c:v>
                </c:pt>
                <c:pt idx="834">
                  <c:v>2.9216864754836021</c:v>
                </c:pt>
                <c:pt idx="835">
                  <c:v>2.9222062774390163</c:v>
                </c:pt>
                <c:pt idx="836">
                  <c:v>2.92272545799326</c:v>
                </c:pt>
                <c:pt idx="837">
                  <c:v>2.9232440186302764</c:v>
                </c:pt>
                <c:pt idx="838">
                  <c:v>2.9237619608287004</c:v>
                </c:pt>
                <c:pt idx="839">
                  <c:v>2.9242792860618816</c:v>
                </c:pt>
                <c:pt idx="840">
                  <c:v>2.9247959957979122</c:v>
                </c:pt>
                <c:pt idx="841">
                  <c:v>2.9253120914996495</c:v>
                </c:pt>
                <c:pt idx="842">
                  <c:v>2.9258275746247424</c:v>
                </c:pt>
                <c:pt idx="843">
                  <c:v>2.9263424466256551</c:v>
                </c:pt>
                <c:pt idx="844">
                  <c:v>2.9268567089496922</c:v>
                </c:pt>
                <c:pt idx="845">
                  <c:v>2.9273703630390235</c:v>
                </c:pt>
                <c:pt idx="846">
                  <c:v>2.9278834103307068</c:v>
                </c:pt>
                <c:pt idx="847">
                  <c:v>2.9283958522567137</c:v>
                </c:pt>
                <c:pt idx="848">
                  <c:v>2.9289076902439528</c:v>
                </c:pt>
                <c:pt idx="849">
                  <c:v>2.9294189257142929</c:v>
                </c:pt>
                <c:pt idx="850">
                  <c:v>2.929929560084588</c:v>
                </c:pt>
                <c:pt idx="851">
                  <c:v>2.9304395947667001</c:v>
                </c:pt>
                <c:pt idx="852">
                  <c:v>2.9309490311675228</c:v>
                </c:pt>
                <c:pt idx="853">
                  <c:v>2.9314578706890049</c:v>
                </c:pt>
                <c:pt idx="854">
                  <c:v>2.9319661147281728</c:v>
                </c:pt>
                <c:pt idx="855">
                  <c:v>2.932473764677153</c:v>
                </c:pt>
                <c:pt idx="856">
                  <c:v>2.9329808219231981</c:v>
                </c:pt>
                <c:pt idx="857">
                  <c:v>2.9334872878487053</c:v>
                </c:pt>
                <c:pt idx="858">
                  <c:v>2.9339931638312424</c:v>
                </c:pt>
                <c:pt idx="859">
                  <c:v>2.9344984512435679</c:v>
                </c:pt>
                <c:pt idx="860">
                  <c:v>2.935003151453655</c:v>
                </c:pt>
                <c:pt idx="861">
                  <c:v>2.9355072658247128</c:v>
                </c:pt>
                <c:pt idx="862">
                  <c:v>2.9360107957152097</c:v>
                </c:pt>
                <c:pt idx="863">
                  <c:v>2.9365137424788932</c:v>
                </c:pt>
                <c:pt idx="864">
                  <c:v>2.9370161074648142</c:v>
                </c:pt>
                <c:pt idx="865">
                  <c:v>2.9375178920173468</c:v>
                </c:pt>
                <c:pt idx="866">
                  <c:v>2.9380190974762104</c:v>
                </c:pt>
                <c:pt idx="867">
                  <c:v>2.9385197251764921</c:v>
                </c:pt>
                <c:pt idx="868">
                  <c:v>2.9390197764486663</c:v>
                </c:pt>
                <c:pt idx="869">
                  <c:v>2.9395192526186187</c:v>
                </c:pt>
                <c:pt idx="870">
                  <c:v>2.9400181550076634</c:v>
                </c:pt>
                <c:pt idx="871">
                  <c:v>2.9405164849325671</c:v>
                </c:pt>
                <c:pt idx="872">
                  <c:v>2.9410142437055695</c:v>
                </c:pt>
                <c:pt idx="873">
                  <c:v>2.9415114326344032</c:v>
                </c:pt>
                <c:pt idx="874">
                  <c:v>2.9420080530223132</c:v>
                </c:pt>
                <c:pt idx="875">
                  <c:v>2.9425041061680806</c:v>
                </c:pt>
                <c:pt idx="876">
                  <c:v>2.9429995933660407</c:v>
                </c:pt>
                <c:pt idx="877">
                  <c:v>2.9434945159061026</c:v>
                </c:pt>
                <c:pt idx="878">
                  <c:v>2.9439888750737717</c:v>
                </c:pt>
                <c:pt idx="879">
                  <c:v>2.9444826721501687</c:v>
                </c:pt>
                <c:pt idx="880">
                  <c:v>2.9449759084120477</c:v>
                </c:pt>
                <c:pt idx="881">
                  <c:v>2.9454685851318199</c:v>
                </c:pt>
                <c:pt idx="882">
                  <c:v>2.9459607035775686</c:v>
                </c:pt>
                <c:pt idx="883">
                  <c:v>2.9464522650130731</c:v>
                </c:pt>
                <c:pt idx="884">
                  <c:v>2.9469432706978256</c:v>
                </c:pt>
                <c:pt idx="885">
                  <c:v>2.9474337218870508</c:v>
                </c:pt>
                <c:pt idx="886">
                  <c:v>2.9479236198317262</c:v>
                </c:pt>
                <c:pt idx="887">
                  <c:v>2.9484129657786009</c:v>
                </c:pt>
                <c:pt idx="888">
                  <c:v>2.9489017609702137</c:v>
                </c:pt>
                <c:pt idx="889">
                  <c:v>2.9493900066449128</c:v>
                </c:pt>
                <c:pt idx="890">
                  <c:v>2.9498777040368749</c:v>
                </c:pt>
                <c:pt idx="891">
                  <c:v>2.9503648543761232</c:v>
                </c:pt>
                <c:pt idx="892">
                  <c:v>2.9508514588885464</c:v>
                </c:pt>
                <c:pt idx="893">
                  <c:v>2.9513375187959179</c:v>
                </c:pt>
                <c:pt idx="894">
                  <c:v>2.9518230353159121</c:v>
                </c:pt>
                <c:pt idx="895">
                  <c:v>2.9523080096621253</c:v>
                </c:pt>
                <c:pt idx="896">
                  <c:v>2.9527924430440922</c:v>
                </c:pt>
                <c:pt idx="897">
                  <c:v>2.9532763366673045</c:v>
                </c:pt>
                <c:pt idx="898">
                  <c:v>2.9537596917332287</c:v>
                </c:pt>
                <c:pt idx="899">
                  <c:v>2.9542425094393248</c:v>
                </c:pt>
                <c:pt idx="900">
                  <c:v>2.9547247909790628</c:v>
                </c:pt>
                <c:pt idx="901">
                  <c:v>2.9552065375419416</c:v>
                </c:pt>
                <c:pt idx="902">
                  <c:v>2.9556877503135057</c:v>
                </c:pt>
                <c:pt idx="903">
                  <c:v>2.9561684304753633</c:v>
                </c:pt>
                <c:pt idx="904">
                  <c:v>2.9566485792052033</c:v>
                </c:pt>
                <c:pt idx="905">
                  <c:v>2.9571281976768131</c:v>
                </c:pt>
                <c:pt idx="906">
                  <c:v>2.9576072870600951</c:v>
                </c:pt>
                <c:pt idx="907">
                  <c:v>2.958085848521085</c:v>
                </c:pt>
                <c:pt idx="908">
                  <c:v>2.9585638832219674</c:v>
                </c:pt>
                <c:pt idx="909">
                  <c:v>2.9590413923210934</c:v>
                </c:pt>
                <c:pt idx="910">
                  <c:v>2.9595183769729982</c:v>
                </c:pt>
                <c:pt idx="911">
                  <c:v>2.959994838328416</c:v>
                </c:pt>
                <c:pt idx="912">
                  <c:v>2.9604707775342991</c:v>
                </c:pt>
                <c:pt idx="913">
                  <c:v>2.9609461957338312</c:v>
                </c:pt>
                <c:pt idx="914">
                  <c:v>2.9614210940664485</c:v>
                </c:pt>
                <c:pt idx="915">
                  <c:v>2.9618954736678504</c:v>
                </c:pt>
                <c:pt idx="916">
                  <c:v>2.9623693356700209</c:v>
                </c:pt>
                <c:pt idx="917">
                  <c:v>2.9628426812012423</c:v>
                </c:pt>
                <c:pt idx="918">
                  <c:v>2.9633155113861114</c:v>
                </c:pt>
                <c:pt idx="919">
                  <c:v>2.9637878273455551</c:v>
                </c:pt>
                <c:pt idx="920">
                  <c:v>2.9642596301968491</c:v>
                </c:pt>
                <c:pt idx="921">
                  <c:v>2.9647309210536292</c:v>
                </c:pt>
                <c:pt idx="922">
                  <c:v>2.965201701025912</c:v>
                </c:pt>
                <c:pt idx="923">
                  <c:v>2.9656719712201065</c:v>
                </c:pt>
                <c:pt idx="924">
                  <c:v>2.9661417327390325</c:v>
                </c:pt>
                <c:pt idx="925">
                  <c:v>2.9666109866819341</c:v>
                </c:pt>
                <c:pt idx="926">
                  <c:v>2.9670797341444972</c:v>
                </c:pt>
                <c:pt idx="927">
                  <c:v>2.9675479762188619</c:v>
                </c:pt>
                <c:pt idx="928">
                  <c:v>2.9680157139936418</c:v>
                </c:pt>
                <c:pt idx="929">
                  <c:v>2.9684829485539352</c:v>
                </c:pt>
                <c:pt idx="930">
                  <c:v>2.9689496809813427</c:v>
                </c:pt>
                <c:pt idx="931">
                  <c:v>2.9694159123539814</c:v>
                </c:pt>
                <c:pt idx="932">
                  <c:v>2.9698816437465001</c:v>
                </c:pt>
                <c:pt idx="933">
                  <c:v>2.9703468762300935</c:v>
                </c:pt>
                <c:pt idx="934">
                  <c:v>2.9708116108725178</c:v>
                </c:pt>
                <c:pt idx="935">
                  <c:v>2.971275848738105</c:v>
                </c:pt>
                <c:pt idx="936">
                  <c:v>2.9717395908877782</c:v>
                </c:pt>
                <c:pt idx="937">
                  <c:v>2.9722028383790646</c:v>
                </c:pt>
                <c:pt idx="938">
                  <c:v>2.9726655922661109</c:v>
                </c:pt>
                <c:pt idx="939">
                  <c:v>2.9731278535996988</c:v>
                </c:pt>
                <c:pt idx="940">
                  <c:v>2.973589623427257</c:v>
                </c:pt>
                <c:pt idx="941">
                  <c:v>2.9740509027928774</c:v>
                </c:pt>
                <c:pt idx="942">
                  <c:v>2.9745116927373285</c:v>
                </c:pt>
                <c:pt idx="943">
                  <c:v>2.9749719942980688</c:v>
                </c:pt>
                <c:pt idx="944">
                  <c:v>2.975431808509263</c:v>
                </c:pt>
                <c:pt idx="945">
                  <c:v>2.9758911364017928</c:v>
                </c:pt>
                <c:pt idx="946">
                  <c:v>2.9763499790032735</c:v>
                </c:pt>
                <c:pt idx="947">
                  <c:v>2.976808337338066</c:v>
                </c:pt>
                <c:pt idx="948">
                  <c:v>2.9772662124272928</c:v>
                </c:pt>
                <c:pt idx="949">
                  <c:v>2.9777236052888476</c:v>
                </c:pt>
                <c:pt idx="950">
                  <c:v>2.9781805169374138</c:v>
                </c:pt>
                <c:pt idx="951">
                  <c:v>2.9786369483844743</c:v>
                </c:pt>
                <c:pt idx="952">
                  <c:v>2.9790929006383262</c:v>
                </c:pt>
                <c:pt idx="953">
                  <c:v>2.9795483747040952</c:v>
                </c:pt>
                <c:pt idx="954">
                  <c:v>2.9800033715837464</c:v>
                </c:pt>
                <c:pt idx="955">
                  <c:v>2.9804578922761</c:v>
                </c:pt>
                <c:pt idx="956">
                  <c:v>2.9809119377768436</c:v>
                </c:pt>
                <c:pt idx="957">
                  <c:v>2.9813655090785445</c:v>
                </c:pt>
                <c:pt idx="958">
                  <c:v>2.9818186071706636</c:v>
                </c:pt>
                <c:pt idx="959">
                  <c:v>2.9822712330395684</c:v>
                </c:pt>
                <c:pt idx="960">
                  <c:v>2.9827233876685453</c:v>
                </c:pt>
                <c:pt idx="961">
                  <c:v>2.9831750720378132</c:v>
                </c:pt>
                <c:pt idx="962">
                  <c:v>2.9836262871245345</c:v>
                </c:pt>
                <c:pt idx="963">
                  <c:v>2.9840770339028309</c:v>
                </c:pt>
                <c:pt idx="964">
                  <c:v>2.9845273133437926</c:v>
                </c:pt>
                <c:pt idx="965">
                  <c:v>2.9849771264154934</c:v>
                </c:pt>
                <c:pt idx="966">
                  <c:v>2.9854264740830017</c:v>
                </c:pt>
                <c:pt idx="967">
                  <c:v>2.9858753573083936</c:v>
                </c:pt>
                <c:pt idx="968">
                  <c:v>2.9863237770507651</c:v>
                </c:pt>
                <c:pt idx="969">
                  <c:v>2.9867717342662448</c:v>
                </c:pt>
                <c:pt idx="970">
                  <c:v>2.9872192299080047</c:v>
                </c:pt>
                <c:pt idx="971">
                  <c:v>2.9876662649262746</c:v>
                </c:pt>
                <c:pt idx="972">
                  <c:v>2.9881128402683519</c:v>
                </c:pt>
                <c:pt idx="973">
                  <c:v>2.9885589568786157</c:v>
                </c:pt>
                <c:pt idx="974">
                  <c:v>2.989004615698537</c:v>
                </c:pt>
                <c:pt idx="975">
                  <c:v>2.9894498176666917</c:v>
                </c:pt>
                <c:pt idx="976">
                  <c:v>2.989894563718773</c:v>
                </c:pt>
                <c:pt idx="977">
                  <c:v>2.9903388547876015</c:v>
                </c:pt>
                <c:pt idx="978">
                  <c:v>2.9907826918031377</c:v>
                </c:pt>
                <c:pt idx="979">
                  <c:v>2.9912260756924947</c:v>
                </c:pt>
                <c:pt idx="980">
                  <c:v>2.9916690073799486</c:v>
                </c:pt>
                <c:pt idx="981">
                  <c:v>2.9921114877869495</c:v>
                </c:pt>
                <c:pt idx="982">
                  <c:v>2.9925535178321354</c:v>
                </c:pt>
                <c:pt idx="983">
                  <c:v>2.9929950984313414</c:v>
                </c:pt>
                <c:pt idx="984">
                  <c:v>2.9934362304976116</c:v>
                </c:pt>
                <c:pt idx="985">
                  <c:v>2.993876914941211</c:v>
                </c:pt>
                <c:pt idx="986">
                  <c:v>2.9943171526696366</c:v>
                </c:pt>
                <c:pt idx="987">
                  <c:v>2.9947569445876283</c:v>
                </c:pt>
                <c:pt idx="988">
                  <c:v>2.9951962915971793</c:v>
                </c:pt>
                <c:pt idx="989">
                  <c:v>2.9956351945975501</c:v>
                </c:pt>
                <c:pt idx="990">
                  <c:v>2.9960736544852753</c:v>
                </c:pt>
                <c:pt idx="991">
                  <c:v>2.9965116721541785</c:v>
                </c:pt>
                <c:pt idx="992">
                  <c:v>2.996949248495381</c:v>
                </c:pt>
                <c:pt idx="993">
                  <c:v>2.9973863843973132</c:v>
                </c:pt>
                <c:pt idx="994">
                  <c:v>2.9978230807457256</c:v>
                </c:pt>
                <c:pt idx="995">
                  <c:v>2.9982593384236988</c:v>
                </c:pt>
                <c:pt idx="996">
                  <c:v>2.9986951583116559</c:v>
                </c:pt>
                <c:pt idx="997">
                  <c:v>2.999130541287371</c:v>
                </c:pt>
                <c:pt idx="998">
                  <c:v>2.9995654882259823</c:v>
                </c:pt>
                <c:pt idx="999">
                  <c:v>3</c:v>
                </c:pt>
                <c:pt idx="1000">
                  <c:v>3.0004340774793188</c:v>
                </c:pt>
              </c:numCache>
            </c:numRef>
          </c:xVal>
          <c:yVal>
            <c:numRef>
              <c:f>Magic_graph_data1!$D$2:$D$1002</c:f>
              <c:numCache>
                <c:formatCode>General</c:formatCode>
                <c:ptCount val="1001"/>
                <c:pt idx="0">
                  <c:v>0.99280999999999997</c:v>
                </c:pt>
                <c:pt idx="1">
                  <c:v>0.99394000000000005</c:v>
                </c:pt>
                <c:pt idx="2">
                  <c:v>0.99482999999999999</c:v>
                </c:pt>
                <c:pt idx="3">
                  <c:v>0.99534</c:v>
                </c:pt>
                <c:pt idx="4">
                  <c:v>0.99572000000000005</c:v>
                </c:pt>
                <c:pt idx="5">
                  <c:v>0.996</c:v>
                </c:pt>
                <c:pt idx="6">
                  <c:v>0.99626999999999999</c:v>
                </c:pt>
                <c:pt idx="7">
                  <c:v>0.99648999999999999</c:v>
                </c:pt>
                <c:pt idx="8">
                  <c:v>0.99651000000000001</c:v>
                </c:pt>
                <c:pt idx="9">
                  <c:v>0.99658000000000002</c:v>
                </c:pt>
                <c:pt idx="10">
                  <c:v>0.99663000000000002</c:v>
                </c:pt>
                <c:pt idx="11">
                  <c:v>0.99680000000000002</c:v>
                </c:pt>
                <c:pt idx="12">
                  <c:v>0.99695999999999996</c:v>
                </c:pt>
                <c:pt idx="13">
                  <c:v>0.99717999999999996</c:v>
                </c:pt>
                <c:pt idx="14">
                  <c:v>0.99726999999999999</c:v>
                </c:pt>
                <c:pt idx="15">
                  <c:v>0.99726999999999999</c:v>
                </c:pt>
                <c:pt idx="16">
                  <c:v>0.99726999999999999</c:v>
                </c:pt>
                <c:pt idx="17">
                  <c:v>0.99726999999999999</c:v>
                </c:pt>
                <c:pt idx="18">
                  <c:v>0.99726999999999999</c:v>
                </c:pt>
                <c:pt idx="19">
                  <c:v>0.99726999999999999</c:v>
                </c:pt>
                <c:pt idx="20">
                  <c:v>0.99726999999999999</c:v>
                </c:pt>
                <c:pt idx="21">
                  <c:v>0.99726999999999999</c:v>
                </c:pt>
                <c:pt idx="22">
                  <c:v>0.99726999999999999</c:v>
                </c:pt>
                <c:pt idx="23">
                  <c:v>0.99726999999999999</c:v>
                </c:pt>
                <c:pt idx="24">
                  <c:v>0.99726999999999999</c:v>
                </c:pt>
                <c:pt idx="25">
                  <c:v>0.99726999999999999</c:v>
                </c:pt>
                <c:pt idx="26">
                  <c:v>0.99726999999999999</c:v>
                </c:pt>
                <c:pt idx="27">
                  <c:v>0.99726999999999999</c:v>
                </c:pt>
                <c:pt idx="28">
                  <c:v>0.99726999999999999</c:v>
                </c:pt>
                <c:pt idx="29">
                  <c:v>0.99726999999999999</c:v>
                </c:pt>
                <c:pt idx="30">
                  <c:v>0.99726999999999999</c:v>
                </c:pt>
                <c:pt idx="31">
                  <c:v>0.99726999999999999</c:v>
                </c:pt>
                <c:pt idx="32">
                  <c:v>0.99726999999999999</c:v>
                </c:pt>
                <c:pt idx="33">
                  <c:v>0.99726999999999999</c:v>
                </c:pt>
                <c:pt idx="34">
                  <c:v>0.99726999999999999</c:v>
                </c:pt>
                <c:pt idx="35">
                  <c:v>0.99726999999999999</c:v>
                </c:pt>
                <c:pt idx="36">
                  <c:v>0.99726999999999999</c:v>
                </c:pt>
                <c:pt idx="37">
                  <c:v>0.99726999999999999</c:v>
                </c:pt>
                <c:pt idx="38">
                  <c:v>0.99726999999999999</c:v>
                </c:pt>
                <c:pt idx="39">
                  <c:v>0.99726999999999999</c:v>
                </c:pt>
                <c:pt idx="40">
                  <c:v>0.99726999999999999</c:v>
                </c:pt>
                <c:pt idx="41">
                  <c:v>0.99726999999999999</c:v>
                </c:pt>
                <c:pt idx="42">
                  <c:v>0.99726999999999999</c:v>
                </c:pt>
                <c:pt idx="43">
                  <c:v>0.99726999999999999</c:v>
                </c:pt>
                <c:pt idx="44">
                  <c:v>0.99726999999999999</c:v>
                </c:pt>
                <c:pt idx="45">
                  <c:v>0.99726999999999999</c:v>
                </c:pt>
                <c:pt idx="46">
                  <c:v>0.99726999999999999</c:v>
                </c:pt>
                <c:pt idx="47">
                  <c:v>0.99726999999999999</c:v>
                </c:pt>
                <c:pt idx="48">
                  <c:v>0.99726999999999999</c:v>
                </c:pt>
                <c:pt idx="49">
                  <c:v>0.99726999999999999</c:v>
                </c:pt>
                <c:pt idx="50">
                  <c:v>0.99726999999999999</c:v>
                </c:pt>
                <c:pt idx="51">
                  <c:v>0.99726999999999999</c:v>
                </c:pt>
                <c:pt idx="52">
                  <c:v>0.99726999999999999</c:v>
                </c:pt>
                <c:pt idx="53">
                  <c:v>0.99726999999999999</c:v>
                </c:pt>
                <c:pt idx="54">
                  <c:v>0.99726999999999999</c:v>
                </c:pt>
                <c:pt idx="55">
                  <c:v>0.99726999999999999</c:v>
                </c:pt>
                <c:pt idx="56">
                  <c:v>0.99726999999999999</c:v>
                </c:pt>
                <c:pt idx="57">
                  <c:v>0.99726999999999999</c:v>
                </c:pt>
                <c:pt idx="58">
                  <c:v>0.99726999999999999</c:v>
                </c:pt>
                <c:pt idx="59">
                  <c:v>0.99726999999999999</c:v>
                </c:pt>
                <c:pt idx="60">
                  <c:v>0.99726999999999999</c:v>
                </c:pt>
                <c:pt idx="61">
                  <c:v>0.99726999999999999</c:v>
                </c:pt>
                <c:pt idx="62">
                  <c:v>0.99726999999999999</c:v>
                </c:pt>
                <c:pt idx="63">
                  <c:v>0.99726999999999999</c:v>
                </c:pt>
                <c:pt idx="64">
                  <c:v>0.99726999999999999</c:v>
                </c:pt>
                <c:pt idx="65">
                  <c:v>0.99726999999999999</c:v>
                </c:pt>
                <c:pt idx="66">
                  <c:v>0.99726999999999999</c:v>
                </c:pt>
                <c:pt idx="67">
                  <c:v>0.99726999999999999</c:v>
                </c:pt>
                <c:pt idx="68">
                  <c:v>0.99726999999999999</c:v>
                </c:pt>
                <c:pt idx="69">
                  <c:v>0.99726999999999999</c:v>
                </c:pt>
                <c:pt idx="70">
                  <c:v>0.99726999999999999</c:v>
                </c:pt>
                <c:pt idx="71">
                  <c:v>0.99726999999999999</c:v>
                </c:pt>
                <c:pt idx="72">
                  <c:v>0.99726999999999999</c:v>
                </c:pt>
                <c:pt idx="73">
                  <c:v>0.99726999999999999</c:v>
                </c:pt>
                <c:pt idx="74">
                  <c:v>0.99726999999999999</c:v>
                </c:pt>
                <c:pt idx="75">
                  <c:v>0.99726999999999999</c:v>
                </c:pt>
                <c:pt idx="76">
                  <c:v>0.99726999999999999</c:v>
                </c:pt>
                <c:pt idx="77">
                  <c:v>0.99726999999999999</c:v>
                </c:pt>
                <c:pt idx="78">
                  <c:v>0.99726999999999999</c:v>
                </c:pt>
                <c:pt idx="79">
                  <c:v>0.99726999999999999</c:v>
                </c:pt>
                <c:pt idx="80">
                  <c:v>0.99729000000000001</c:v>
                </c:pt>
                <c:pt idx="81">
                  <c:v>0.99729000000000001</c:v>
                </c:pt>
                <c:pt idx="82">
                  <c:v>0.99729000000000001</c:v>
                </c:pt>
                <c:pt idx="83">
                  <c:v>0.99729000000000001</c:v>
                </c:pt>
                <c:pt idx="84">
                  <c:v>0.99729000000000001</c:v>
                </c:pt>
                <c:pt idx="85">
                  <c:v>0.99729000000000001</c:v>
                </c:pt>
                <c:pt idx="86">
                  <c:v>0.99729000000000001</c:v>
                </c:pt>
                <c:pt idx="87">
                  <c:v>0.99729000000000001</c:v>
                </c:pt>
                <c:pt idx="88">
                  <c:v>0.99729000000000001</c:v>
                </c:pt>
                <c:pt idx="89">
                  <c:v>0.99729000000000001</c:v>
                </c:pt>
                <c:pt idx="90">
                  <c:v>0.99729000000000001</c:v>
                </c:pt>
                <c:pt idx="91">
                  <c:v>0.99729000000000001</c:v>
                </c:pt>
                <c:pt idx="92">
                  <c:v>0.99729000000000001</c:v>
                </c:pt>
                <c:pt idx="93">
                  <c:v>0.99729000000000001</c:v>
                </c:pt>
                <c:pt idx="94">
                  <c:v>0.99729000000000001</c:v>
                </c:pt>
                <c:pt idx="95">
                  <c:v>0.99729000000000001</c:v>
                </c:pt>
                <c:pt idx="96">
                  <c:v>0.99729000000000001</c:v>
                </c:pt>
                <c:pt idx="97">
                  <c:v>0.99729000000000001</c:v>
                </c:pt>
                <c:pt idx="98">
                  <c:v>0.99729000000000001</c:v>
                </c:pt>
                <c:pt idx="99">
                  <c:v>0.99729000000000001</c:v>
                </c:pt>
                <c:pt idx="100">
                  <c:v>0.99729000000000001</c:v>
                </c:pt>
                <c:pt idx="101">
                  <c:v>0.99729000000000001</c:v>
                </c:pt>
                <c:pt idx="102">
                  <c:v>0.99729000000000001</c:v>
                </c:pt>
                <c:pt idx="103">
                  <c:v>0.99729000000000001</c:v>
                </c:pt>
                <c:pt idx="104">
                  <c:v>0.99729000000000001</c:v>
                </c:pt>
                <c:pt idx="105">
                  <c:v>0.99729000000000001</c:v>
                </c:pt>
                <c:pt idx="106">
                  <c:v>0.99729000000000001</c:v>
                </c:pt>
                <c:pt idx="107">
                  <c:v>0.99729000000000001</c:v>
                </c:pt>
                <c:pt idx="108">
                  <c:v>0.99729000000000001</c:v>
                </c:pt>
                <c:pt idx="109">
                  <c:v>0.99729000000000001</c:v>
                </c:pt>
                <c:pt idx="110">
                  <c:v>0.99729000000000001</c:v>
                </c:pt>
                <c:pt idx="111">
                  <c:v>0.99729000000000001</c:v>
                </c:pt>
                <c:pt idx="112">
                  <c:v>0.99729000000000001</c:v>
                </c:pt>
                <c:pt idx="113">
                  <c:v>0.99729000000000001</c:v>
                </c:pt>
                <c:pt idx="114">
                  <c:v>0.99729000000000001</c:v>
                </c:pt>
                <c:pt idx="115">
                  <c:v>0.99729000000000001</c:v>
                </c:pt>
                <c:pt idx="116">
                  <c:v>0.99729000000000001</c:v>
                </c:pt>
                <c:pt idx="117">
                  <c:v>0.99729000000000001</c:v>
                </c:pt>
                <c:pt idx="118">
                  <c:v>0.99729000000000001</c:v>
                </c:pt>
                <c:pt idx="119">
                  <c:v>0.99729000000000001</c:v>
                </c:pt>
                <c:pt idx="120">
                  <c:v>0.99729000000000001</c:v>
                </c:pt>
                <c:pt idx="121">
                  <c:v>0.99729000000000001</c:v>
                </c:pt>
                <c:pt idx="122">
                  <c:v>0.99729000000000001</c:v>
                </c:pt>
                <c:pt idx="123">
                  <c:v>0.99729000000000001</c:v>
                </c:pt>
                <c:pt idx="124">
                  <c:v>0.99729000000000001</c:v>
                </c:pt>
                <c:pt idx="125">
                  <c:v>0.99729000000000001</c:v>
                </c:pt>
                <c:pt idx="126">
                  <c:v>0.99729000000000001</c:v>
                </c:pt>
                <c:pt idx="127">
                  <c:v>0.99729000000000001</c:v>
                </c:pt>
                <c:pt idx="128">
                  <c:v>0.99729000000000001</c:v>
                </c:pt>
                <c:pt idx="129">
                  <c:v>0.99729000000000001</c:v>
                </c:pt>
                <c:pt idx="130">
                  <c:v>0.99729000000000001</c:v>
                </c:pt>
                <c:pt idx="131">
                  <c:v>0.99729000000000001</c:v>
                </c:pt>
                <c:pt idx="132">
                  <c:v>0.99729000000000001</c:v>
                </c:pt>
                <c:pt idx="133">
                  <c:v>0.99729000000000001</c:v>
                </c:pt>
                <c:pt idx="134">
                  <c:v>0.99729000000000001</c:v>
                </c:pt>
                <c:pt idx="135">
                  <c:v>0.99729000000000001</c:v>
                </c:pt>
                <c:pt idx="136">
                  <c:v>0.99729000000000001</c:v>
                </c:pt>
                <c:pt idx="137">
                  <c:v>0.99729000000000001</c:v>
                </c:pt>
                <c:pt idx="138">
                  <c:v>0.99729000000000001</c:v>
                </c:pt>
                <c:pt idx="139">
                  <c:v>0.99729000000000001</c:v>
                </c:pt>
                <c:pt idx="140">
                  <c:v>0.99729000000000001</c:v>
                </c:pt>
                <c:pt idx="141">
                  <c:v>0.99729000000000001</c:v>
                </c:pt>
                <c:pt idx="142">
                  <c:v>0.99729000000000001</c:v>
                </c:pt>
                <c:pt idx="143">
                  <c:v>0.99729000000000001</c:v>
                </c:pt>
                <c:pt idx="144">
                  <c:v>0.99729000000000001</c:v>
                </c:pt>
                <c:pt idx="145">
                  <c:v>0.99729000000000001</c:v>
                </c:pt>
                <c:pt idx="146">
                  <c:v>0.99729000000000001</c:v>
                </c:pt>
                <c:pt idx="147">
                  <c:v>0.99729000000000001</c:v>
                </c:pt>
                <c:pt idx="148">
                  <c:v>0.99729000000000001</c:v>
                </c:pt>
                <c:pt idx="149">
                  <c:v>0.99729000000000001</c:v>
                </c:pt>
                <c:pt idx="150">
                  <c:v>0.99729000000000001</c:v>
                </c:pt>
                <c:pt idx="151">
                  <c:v>0.99729000000000001</c:v>
                </c:pt>
                <c:pt idx="152">
                  <c:v>0.99729000000000001</c:v>
                </c:pt>
                <c:pt idx="153">
                  <c:v>0.99729000000000001</c:v>
                </c:pt>
                <c:pt idx="154">
                  <c:v>0.99729000000000001</c:v>
                </c:pt>
                <c:pt idx="155">
                  <c:v>0.99729000000000001</c:v>
                </c:pt>
                <c:pt idx="156">
                  <c:v>0.99729000000000001</c:v>
                </c:pt>
                <c:pt idx="157">
                  <c:v>0.99729000000000001</c:v>
                </c:pt>
                <c:pt idx="158">
                  <c:v>0.99729000000000001</c:v>
                </c:pt>
                <c:pt idx="159">
                  <c:v>0.99729000000000001</c:v>
                </c:pt>
                <c:pt idx="160">
                  <c:v>0.99729000000000001</c:v>
                </c:pt>
                <c:pt idx="161">
                  <c:v>0.99729000000000001</c:v>
                </c:pt>
                <c:pt idx="162">
                  <c:v>0.99729000000000001</c:v>
                </c:pt>
                <c:pt idx="163">
                  <c:v>0.99729000000000001</c:v>
                </c:pt>
                <c:pt idx="164">
                  <c:v>0.99729000000000001</c:v>
                </c:pt>
                <c:pt idx="165">
                  <c:v>0.99729000000000001</c:v>
                </c:pt>
                <c:pt idx="166">
                  <c:v>0.99729000000000001</c:v>
                </c:pt>
                <c:pt idx="167">
                  <c:v>0.99729000000000001</c:v>
                </c:pt>
                <c:pt idx="168">
                  <c:v>0.99729000000000001</c:v>
                </c:pt>
                <c:pt idx="169">
                  <c:v>0.99729000000000001</c:v>
                </c:pt>
                <c:pt idx="170">
                  <c:v>0.99729000000000001</c:v>
                </c:pt>
                <c:pt idx="171">
                  <c:v>0.99729000000000001</c:v>
                </c:pt>
                <c:pt idx="172">
                  <c:v>0.99729000000000001</c:v>
                </c:pt>
                <c:pt idx="173">
                  <c:v>0.99731000000000003</c:v>
                </c:pt>
                <c:pt idx="174">
                  <c:v>0.99731000000000003</c:v>
                </c:pt>
                <c:pt idx="175">
                  <c:v>0.99731000000000003</c:v>
                </c:pt>
                <c:pt idx="176">
                  <c:v>0.99731000000000003</c:v>
                </c:pt>
                <c:pt idx="177">
                  <c:v>0.99731000000000003</c:v>
                </c:pt>
                <c:pt idx="178">
                  <c:v>0.99731000000000003</c:v>
                </c:pt>
                <c:pt idx="179">
                  <c:v>0.99731000000000003</c:v>
                </c:pt>
                <c:pt idx="180">
                  <c:v>0.99731999999999998</c:v>
                </c:pt>
                <c:pt idx="181">
                  <c:v>0.99731999999999998</c:v>
                </c:pt>
                <c:pt idx="182">
                  <c:v>0.99731999999999998</c:v>
                </c:pt>
                <c:pt idx="183">
                  <c:v>0.99731999999999998</c:v>
                </c:pt>
                <c:pt idx="184">
                  <c:v>0.99731999999999998</c:v>
                </c:pt>
                <c:pt idx="185">
                  <c:v>0.99731999999999998</c:v>
                </c:pt>
                <c:pt idx="186">
                  <c:v>0.99731999999999998</c:v>
                </c:pt>
                <c:pt idx="187">
                  <c:v>0.99731999999999998</c:v>
                </c:pt>
                <c:pt idx="188">
                  <c:v>0.99731999999999998</c:v>
                </c:pt>
                <c:pt idx="189">
                  <c:v>0.99731999999999998</c:v>
                </c:pt>
                <c:pt idx="190">
                  <c:v>0.99731999999999998</c:v>
                </c:pt>
                <c:pt idx="191">
                  <c:v>0.99731999999999998</c:v>
                </c:pt>
                <c:pt idx="192">
                  <c:v>0.99731999999999998</c:v>
                </c:pt>
                <c:pt idx="193">
                  <c:v>0.99731999999999998</c:v>
                </c:pt>
                <c:pt idx="194">
                  <c:v>0.99731999999999998</c:v>
                </c:pt>
                <c:pt idx="195">
                  <c:v>0.99734</c:v>
                </c:pt>
                <c:pt idx="196">
                  <c:v>0.99734</c:v>
                </c:pt>
                <c:pt idx="197">
                  <c:v>0.99734</c:v>
                </c:pt>
                <c:pt idx="198">
                  <c:v>0.99734</c:v>
                </c:pt>
                <c:pt idx="199">
                  <c:v>0.99734</c:v>
                </c:pt>
                <c:pt idx="200">
                  <c:v>0.99734</c:v>
                </c:pt>
                <c:pt idx="201">
                  <c:v>0.99738000000000004</c:v>
                </c:pt>
                <c:pt idx="202">
                  <c:v>0.99738000000000004</c:v>
                </c:pt>
                <c:pt idx="203">
                  <c:v>0.99741999999999997</c:v>
                </c:pt>
                <c:pt idx="204">
                  <c:v>0.99741999999999997</c:v>
                </c:pt>
                <c:pt idx="205">
                  <c:v>0.99741999999999997</c:v>
                </c:pt>
                <c:pt idx="206">
                  <c:v>0.99743000000000004</c:v>
                </c:pt>
                <c:pt idx="207">
                  <c:v>0.99744999999999995</c:v>
                </c:pt>
                <c:pt idx="208">
                  <c:v>0.99744999999999995</c:v>
                </c:pt>
                <c:pt idx="209">
                  <c:v>0.99746999999999997</c:v>
                </c:pt>
                <c:pt idx="210">
                  <c:v>0.99753999999999998</c:v>
                </c:pt>
                <c:pt idx="211">
                  <c:v>0.99761999999999995</c:v>
                </c:pt>
                <c:pt idx="212">
                  <c:v>0.99775999999999998</c:v>
                </c:pt>
                <c:pt idx="213">
                  <c:v>0.99789000000000005</c:v>
                </c:pt>
                <c:pt idx="214">
                  <c:v>0.99807000000000001</c:v>
                </c:pt>
                <c:pt idx="215">
                  <c:v>0.99817999999999996</c:v>
                </c:pt>
                <c:pt idx="216">
                  <c:v>0.99817999999999996</c:v>
                </c:pt>
                <c:pt idx="217">
                  <c:v>0.99817999999999996</c:v>
                </c:pt>
                <c:pt idx="218">
                  <c:v>0.99817999999999996</c:v>
                </c:pt>
                <c:pt idx="219">
                  <c:v>0.99817999999999996</c:v>
                </c:pt>
                <c:pt idx="220">
                  <c:v>0.99817999999999996</c:v>
                </c:pt>
                <c:pt idx="221">
                  <c:v>0.99817999999999996</c:v>
                </c:pt>
                <c:pt idx="222">
                  <c:v>0.99817999999999996</c:v>
                </c:pt>
                <c:pt idx="223">
                  <c:v>0.99817999999999996</c:v>
                </c:pt>
                <c:pt idx="224">
                  <c:v>0.99817999999999996</c:v>
                </c:pt>
                <c:pt idx="225">
                  <c:v>0.99817999999999996</c:v>
                </c:pt>
                <c:pt idx="226">
                  <c:v>0.99817999999999996</c:v>
                </c:pt>
                <c:pt idx="227">
                  <c:v>0.99817999999999996</c:v>
                </c:pt>
                <c:pt idx="228">
                  <c:v>0.99817999999999996</c:v>
                </c:pt>
                <c:pt idx="229">
                  <c:v>0.99817999999999996</c:v>
                </c:pt>
                <c:pt idx="230">
                  <c:v>0.99817999999999996</c:v>
                </c:pt>
                <c:pt idx="231">
                  <c:v>0.99817999999999996</c:v>
                </c:pt>
                <c:pt idx="232">
                  <c:v>0.99817999999999996</c:v>
                </c:pt>
                <c:pt idx="233">
                  <c:v>0.99817999999999996</c:v>
                </c:pt>
                <c:pt idx="234">
                  <c:v>0.99817999999999996</c:v>
                </c:pt>
                <c:pt idx="235">
                  <c:v>0.99817999999999996</c:v>
                </c:pt>
                <c:pt idx="236">
                  <c:v>0.99817999999999996</c:v>
                </c:pt>
                <c:pt idx="237">
                  <c:v>0.99817999999999996</c:v>
                </c:pt>
                <c:pt idx="238">
                  <c:v>0.99817999999999996</c:v>
                </c:pt>
                <c:pt idx="239">
                  <c:v>0.99817999999999996</c:v>
                </c:pt>
                <c:pt idx="240">
                  <c:v>0.99817999999999996</c:v>
                </c:pt>
                <c:pt idx="241">
                  <c:v>0.99817999999999996</c:v>
                </c:pt>
                <c:pt idx="242">
                  <c:v>0.99817999999999996</c:v>
                </c:pt>
                <c:pt idx="243">
                  <c:v>0.99817999999999996</c:v>
                </c:pt>
                <c:pt idx="244">
                  <c:v>0.99817999999999996</c:v>
                </c:pt>
                <c:pt idx="245">
                  <c:v>0.99817999999999996</c:v>
                </c:pt>
                <c:pt idx="246">
                  <c:v>0.99817999999999996</c:v>
                </c:pt>
                <c:pt idx="247">
                  <c:v>0.99817999999999996</c:v>
                </c:pt>
                <c:pt idx="248">
                  <c:v>0.99817999999999996</c:v>
                </c:pt>
                <c:pt idx="249">
                  <c:v>0.99817999999999996</c:v>
                </c:pt>
                <c:pt idx="250">
                  <c:v>0.99817999999999996</c:v>
                </c:pt>
                <c:pt idx="251">
                  <c:v>0.99817999999999996</c:v>
                </c:pt>
                <c:pt idx="252">
                  <c:v>0.99817999999999996</c:v>
                </c:pt>
                <c:pt idx="253">
                  <c:v>0.99817999999999996</c:v>
                </c:pt>
                <c:pt idx="254">
                  <c:v>0.99817999999999996</c:v>
                </c:pt>
                <c:pt idx="255">
                  <c:v>0.99817999999999996</c:v>
                </c:pt>
                <c:pt idx="256">
                  <c:v>0.99817999999999996</c:v>
                </c:pt>
                <c:pt idx="257">
                  <c:v>0.99817999999999996</c:v>
                </c:pt>
                <c:pt idx="258">
                  <c:v>0.99817999999999996</c:v>
                </c:pt>
                <c:pt idx="259">
                  <c:v>0.99817999999999996</c:v>
                </c:pt>
                <c:pt idx="260">
                  <c:v>0.99817999999999996</c:v>
                </c:pt>
                <c:pt idx="261">
                  <c:v>0.99817999999999996</c:v>
                </c:pt>
                <c:pt idx="262">
                  <c:v>0.99817999999999996</c:v>
                </c:pt>
                <c:pt idx="263">
                  <c:v>0.99817999999999996</c:v>
                </c:pt>
                <c:pt idx="264">
                  <c:v>0.99817999999999996</c:v>
                </c:pt>
                <c:pt idx="265">
                  <c:v>0.99817999999999996</c:v>
                </c:pt>
                <c:pt idx="266">
                  <c:v>0.99817999999999996</c:v>
                </c:pt>
                <c:pt idx="267">
                  <c:v>0.99817999999999996</c:v>
                </c:pt>
                <c:pt idx="268">
                  <c:v>0.99817999999999996</c:v>
                </c:pt>
                <c:pt idx="269">
                  <c:v>0.99817999999999996</c:v>
                </c:pt>
                <c:pt idx="270">
                  <c:v>0.99817999999999996</c:v>
                </c:pt>
                <c:pt idx="271">
                  <c:v>0.99817999999999996</c:v>
                </c:pt>
                <c:pt idx="272">
                  <c:v>0.99817999999999996</c:v>
                </c:pt>
                <c:pt idx="273">
                  <c:v>0.99817999999999996</c:v>
                </c:pt>
                <c:pt idx="274">
                  <c:v>0.99817999999999996</c:v>
                </c:pt>
                <c:pt idx="275">
                  <c:v>0.99817999999999996</c:v>
                </c:pt>
                <c:pt idx="276">
                  <c:v>0.99817999999999996</c:v>
                </c:pt>
                <c:pt idx="277">
                  <c:v>0.99817999999999996</c:v>
                </c:pt>
                <c:pt idx="278">
                  <c:v>0.99817999999999996</c:v>
                </c:pt>
                <c:pt idx="279">
                  <c:v>0.99817999999999996</c:v>
                </c:pt>
                <c:pt idx="280">
                  <c:v>0.99817999999999996</c:v>
                </c:pt>
                <c:pt idx="281">
                  <c:v>0.99817999999999996</c:v>
                </c:pt>
                <c:pt idx="282">
                  <c:v>0.99817999999999996</c:v>
                </c:pt>
                <c:pt idx="283">
                  <c:v>0.99817999999999996</c:v>
                </c:pt>
                <c:pt idx="284">
                  <c:v>0.99817999999999996</c:v>
                </c:pt>
                <c:pt idx="285">
                  <c:v>0.99817999999999996</c:v>
                </c:pt>
                <c:pt idx="286">
                  <c:v>0.99817999999999996</c:v>
                </c:pt>
                <c:pt idx="287">
                  <c:v>0.99817999999999996</c:v>
                </c:pt>
                <c:pt idx="288">
                  <c:v>0.99817999999999996</c:v>
                </c:pt>
                <c:pt idx="289">
                  <c:v>0.99817999999999996</c:v>
                </c:pt>
                <c:pt idx="290">
                  <c:v>0.99817999999999996</c:v>
                </c:pt>
                <c:pt idx="291">
                  <c:v>0.99817999999999996</c:v>
                </c:pt>
                <c:pt idx="292">
                  <c:v>0.99817999999999996</c:v>
                </c:pt>
                <c:pt idx="293">
                  <c:v>0.99817999999999996</c:v>
                </c:pt>
                <c:pt idx="294">
                  <c:v>0.99817999999999996</c:v>
                </c:pt>
                <c:pt idx="295">
                  <c:v>0.99817999999999996</c:v>
                </c:pt>
                <c:pt idx="296">
                  <c:v>0.99817999999999996</c:v>
                </c:pt>
                <c:pt idx="297">
                  <c:v>0.99817999999999996</c:v>
                </c:pt>
                <c:pt idx="298">
                  <c:v>0.99817999999999996</c:v>
                </c:pt>
                <c:pt idx="299">
                  <c:v>0.99817999999999996</c:v>
                </c:pt>
                <c:pt idx="300">
                  <c:v>0.99817999999999996</c:v>
                </c:pt>
                <c:pt idx="301">
                  <c:v>0.99817999999999996</c:v>
                </c:pt>
                <c:pt idx="302">
                  <c:v>0.99817999999999996</c:v>
                </c:pt>
                <c:pt idx="303">
                  <c:v>0.99817999999999996</c:v>
                </c:pt>
                <c:pt idx="304">
                  <c:v>0.99817999999999996</c:v>
                </c:pt>
                <c:pt idx="305">
                  <c:v>0.99817999999999996</c:v>
                </c:pt>
                <c:pt idx="306">
                  <c:v>0.99817999999999996</c:v>
                </c:pt>
                <c:pt idx="307">
                  <c:v>0.99817999999999996</c:v>
                </c:pt>
                <c:pt idx="308">
                  <c:v>0.99817999999999996</c:v>
                </c:pt>
                <c:pt idx="309">
                  <c:v>0.99817999999999996</c:v>
                </c:pt>
                <c:pt idx="310">
                  <c:v>0.99817999999999996</c:v>
                </c:pt>
                <c:pt idx="311">
                  <c:v>0.99817999999999996</c:v>
                </c:pt>
                <c:pt idx="312">
                  <c:v>0.99817999999999996</c:v>
                </c:pt>
                <c:pt idx="313">
                  <c:v>0.99817999999999996</c:v>
                </c:pt>
                <c:pt idx="314">
                  <c:v>0.99817999999999996</c:v>
                </c:pt>
                <c:pt idx="315">
                  <c:v>0.99817999999999996</c:v>
                </c:pt>
                <c:pt idx="316">
                  <c:v>0.99817999999999996</c:v>
                </c:pt>
                <c:pt idx="317">
                  <c:v>0.99817999999999996</c:v>
                </c:pt>
                <c:pt idx="318">
                  <c:v>0.99817999999999996</c:v>
                </c:pt>
                <c:pt idx="319">
                  <c:v>0.99817999999999996</c:v>
                </c:pt>
                <c:pt idx="320">
                  <c:v>0.99817999999999996</c:v>
                </c:pt>
                <c:pt idx="321">
                  <c:v>0.99817999999999996</c:v>
                </c:pt>
                <c:pt idx="322">
                  <c:v>0.99817999999999996</c:v>
                </c:pt>
                <c:pt idx="323">
                  <c:v>0.99817999999999996</c:v>
                </c:pt>
                <c:pt idx="324">
                  <c:v>0.99817999999999996</c:v>
                </c:pt>
                <c:pt idx="325">
                  <c:v>0.99817999999999996</c:v>
                </c:pt>
                <c:pt idx="326">
                  <c:v>0.99817999999999996</c:v>
                </c:pt>
                <c:pt idx="327">
                  <c:v>0.99817999999999996</c:v>
                </c:pt>
                <c:pt idx="328">
                  <c:v>0.99817999999999996</c:v>
                </c:pt>
                <c:pt idx="329">
                  <c:v>0.99817999999999996</c:v>
                </c:pt>
                <c:pt idx="330">
                  <c:v>0.99817999999999996</c:v>
                </c:pt>
                <c:pt idx="331">
                  <c:v>0.99817999999999996</c:v>
                </c:pt>
                <c:pt idx="332">
                  <c:v>0.99817999999999996</c:v>
                </c:pt>
                <c:pt idx="333">
                  <c:v>0.99817999999999996</c:v>
                </c:pt>
                <c:pt idx="334">
                  <c:v>0.99817999999999996</c:v>
                </c:pt>
                <c:pt idx="335">
                  <c:v>0.99817999999999996</c:v>
                </c:pt>
                <c:pt idx="336">
                  <c:v>0.99817999999999996</c:v>
                </c:pt>
                <c:pt idx="337">
                  <c:v>0.99817999999999996</c:v>
                </c:pt>
                <c:pt idx="338">
                  <c:v>0.99817999999999996</c:v>
                </c:pt>
                <c:pt idx="339">
                  <c:v>0.99817999999999996</c:v>
                </c:pt>
                <c:pt idx="340">
                  <c:v>0.99817999999999996</c:v>
                </c:pt>
                <c:pt idx="341">
                  <c:v>0.99817999999999996</c:v>
                </c:pt>
                <c:pt idx="342">
                  <c:v>0.99817999999999996</c:v>
                </c:pt>
                <c:pt idx="343">
                  <c:v>0.99817999999999996</c:v>
                </c:pt>
                <c:pt idx="344">
                  <c:v>0.99817999999999996</c:v>
                </c:pt>
                <c:pt idx="345">
                  <c:v>0.99817999999999996</c:v>
                </c:pt>
                <c:pt idx="346">
                  <c:v>0.99817999999999996</c:v>
                </c:pt>
                <c:pt idx="347">
                  <c:v>0.99817999999999996</c:v>
                </c:pt>
                <c:pt idx="348">
                  <c:v>0.99817999999999996</c:v>
                </c:pt>
                <c:pt idx="349">
                  <c:v>0.99817999999999996</c:v>
                </c:pt>
                <c:pt idx="350">
                  <c:v>0.99817999999999996</c:v>
                </c:pt>
                <c:pt idx="351">
                  <c:v>0.99817999999999996</c:v>
                </c:pt>
                <c:pt idx="352">
                  <c:v>0.99817999999999996</c:v>
                </c:pt>
                <c:pt idx="353">
                  <c:v>0.99817999999999996</c:v>
                </c:pt>
                <c:pt idx="354">
                  <c:v>0.99817999999999996</c:v>
                </c:pt>
                <c:pt idx="355">
                  <c:v>0.99817999999999996</c:v>
                </c:pt>
                <c:pt idx="356">
                  <c:v>0.99817999999999996</c:v>
                </c:pt>
                <c:pt idx="357">
                  <c:v>0.99817999999999996</c:v>
                </c:pt>
                <c:pt idx="358">
                  <c:v>0.99817999999999996</c:v>
                </c:pt>
                <c:pt idx="359">
                  <c:v>0.99817999999999996</c:v>
                </c:pt>
                <c:pt idx="360">
                  <c:v>0.99817999999999996</c:v>
                </c:pt>
                <c:pt idx="361">
                  <c:v>0.99817999999999996</c:v>
                </c:pt>
                <c:pt idx="362">
                  <c:v>0.99817999999999996</c:v>
                </c:pt>
                <c:pt idx="363">
                  <c:v>0.99817999999999996</c:v>
                </c:pt>
                <c:pt idx="364">
                  <c:v>0.99817999999999996</c:v>
                </c:pt>
                <c:pt idx="365">
                  <c:v>0.99817999999999996</c:v>
                </c:pt>
                <c:pt idx="366">
                  <c:v>0.99817999999999996</c:v>
                </c:pt>
                <c:pt idx="367">
                  <c:v>0.99817999999999996</c:v>
                </c:pt>
                <c:pt idx="368">
                  <c:v>0.99817999999999996</c:v>
                </c:pt>
                <c:pt idx="369">
                  <c:v>0.99817999999999996</c:v>
                </c:pt>
                <c:pt idx="370">
                  <c:v>0.99817999999999996</c:v>
                </c:pt>
                <c:pt idx="371">
                  <c:v>0.99817999999999996</c:v>
                </c:pt>
                <c:pt idx="372">
                  <c:v>0.99817999999999996</c:v>
                </c:pt>
                <c:pt idx="373">
                  <c:v>0.99817999999999996</c:v>
                </c:pt>
                <c:pt idx="374">
                  <c:v>0.99817999999999996</c:v>
                </c:pt>
                <c:pt idx="375">
                  <c:v>0.99817999999999996</c:v>
                </c:pt>
                <c:pt idx="376">
                  <c:v>0.99817999999999996</c:v>
                </c:pt>
                <c:pt idx="377">
                  <c:v>0.99817999999999996</c:v>
                </c:pt>
                <c:pt idx="378">
                  <c:v>0.99817999999999996</c:v>
                </c:pt>
                <c:pt idx="379">
                  <c:v>0.99817999999999996</c:v>
                </c:pt>
                <c:pt idx="380">
                  <c:v>0.99817999999999996</c:v>
                </c:pt>
                <c:pt idx="381">
                  <c:v>0.99817999999999996</c:v>
                </c:pt>
                <c:pt idx="382">
                  <c:v>0.99817999999999996</c:v>
                </c:pt>
                <c:pt idx="383">
                  <c:v>0.99817999999999996</c:v>
                </c:pt>
                <c:pt idx="384">
                  <c:v>0.99817999999999996</c:v>
                </c:pt>
                <c:pt idx="385">
                  <c:v>0.99817999999999996</c:v>
                </c:pt>
                <c:pt idx="386">
                  <c:v>0.99817999999999996</c:v>
                </c:pt>
                <c:pt idx="387">
                  <c:v>0.99817999999999996</c:v>
                </c:pt>
                <c:pt idx="388">
                  <c:v>0.99817999999999996</c:v>
                </c:pt>
                <c:pt idx="389">
                  <c:v>0.99817999999999996</c:v>
                </c:pt>
                <c:pt idx="390">
                  <c:v>0.99817999999999996</c:v>
                </c:pt>
                <c:pt idx="391">
                  <c:v>0.99817999999999996</c:v>
                </c:pt>
                <c:pt idx="392">
                  <c:v>0.99817999999999996</c:v>
                </c:pt>
                <c:pt idx="393">
                  <c:v>0.99817999999999996</c:v>
                </c:pt>
                <c:pt idx="394">
                  <c:v>0.99817999999999996</c:v>
                </c:pt>
                <c:pt idx="395">
                  <c:v>0.99817999999999996</c:v>
                </c:pt>
                <c:pt idx="396">
                  <c:v>0.99817999999999996</c:v>
                </c:pt>
                <c:pt idx="397">
                  <c:v>0.99817999999999996</c:v>
                </c:pt>
                <c:pt idx="398">
                  <c:v>0.99817999999999996</c:v>
                </c:pt>
                <c:pt idx="399">
                  <c:v>0.99817999999999996</c:v>
                </c:pt>
                <c:pt idx="400">
                  <c:v>0.99817999999999996</c:v>
                </c:pt>
                <c:pt idx="401">
                  <c:v>0.99817999999999996</c:v>
                </c:pt>
                <c:pt idx="402">
                  <c:v>0.99817999999999996</c:v>
                </c:pt>
                <c:pt idx="403">
                  <c:v>0.99817999999999996</c:v>
                </c:pt>
                <c:pt idx="404">
                  <c:v>0.99817999999999996</c:v>
                </c:pt>
                <c:pt idx="405">
                  <c:v>0.99817999999999996</c:v>
                </c:pt>
                <c:pt idx="406">
                  <c:v>0.99817999999999996</c:v>
                </c:pt>
                <c:pt idx="407">
                  <c:v>0.99817999999999996</c:v>
                </c:pt>
                <c:pt idx="408">
                  <c:v>0.99817999999999996</c:v>
                </c:pt>
                <c:pt idx="409">
                  <c:v>0.99817999999999996</c:v>
                </c:pt>
                <c:pt idx="410">
                  <c:v>0.99817999999999996</c:v>
                </c:pt>
                <c:pt idx="411">
                  <c:v>0.99817999999999996</c:v>
                </c:pt>
                <c:pt idx="412">
                  <c:v>0.99817999999999996</c:v>
                </c:pt>
                <c:pt idx="413">
                  <c:v>0.99817999999999996</c:v>
                </c:pt>
                <c:pt idx="414">
                  <c:v>0.99817999999999996</c:v>
                </c:pt>
                <c:pt idx="415">
                  <c:v>0.99817999999999996</c:v>
                </c:pt>
                <c:pt idx="416">
                  <c:v>0.99817999999999996</c:v>
                </c:pt>
                <c:pt idx="417">
                  <c:v>0.99817999999999996</c:v>
                </c:pt>
                <c:pt idx="418">
                  <c:v>0.99817999999999996</c:v>
                </c:pt>
                <c:pt idx="419">
                  <c:v>0.99817999999999996</c:v>
                </c:pt>
                <c:pt idx="420">
                  <c:v>0.99817999999999996</c:v>
                </c:pt>
                <c:pt idx="421">
                  <c:v>0.99817999999999996</c:v>
                </c:pt>
                <c:pt idx="422">
                  <c:v>0.99817999999999996</c:v>
                </c:pt>
                <c:pt idx="423">
                  <c:v>0.99817999999999996</c:v>
                </c:pt>
                <c:pt idx="424">
                  <c:v>0.99817999999999996</c:v>
                </c:pt>
                <c:pt idx="425">
                  <c:v>0.99817999999999996</c:v>
                </c:pt>
                <c:pt idx="426">
                  <c:v>0.99817999999999996</c:v>
                </c:pt>
                <c:pt idx="427">
                  <c:v>0.99817999999999996</c:v>
                </c:pt>
                <c:pt idx="428">
                  <c:v>0.99817999999999996</c:v>
                </c:pt>
                <c:pt idx="429">
                  <c:v>0.99817999999999996</c:v>
                </c:pt>
                <c:pt idx="430">
                  <c:v>0.99817999999999996</c:v>
                </c:pt>
                <c:pt idx="431">
                  <c:v>0.99817999999999996</c:v>
                </c:pt>
                <c:pt idx="432">
                  <c:v>0.99817999999999996</c:v>
                </c:pt>
                <c:pt idx="433">
                  <c:v>0.99817999999999996</c:v>
                </c:pt>
                <c:pt idx="434">
                  <c:v>0.99817999999999996</c:v>
                </c:pt>
                <c:pt idx="435">
                  <c:v>0.99817999999999996</c:v>
                </c:pt>
                <c:pt idx="436">
                  <c:v>0.99817999999999996</c:v>
                </c:pt>
                <c:pt idx="437">
                  <c:v>0.99817999999999996</c:v>
                </c:pt>
                <c:pt idx="438">
                  <c:v>0.99817999999999996</c:v>
                </c:pt>
                <c:pt idx="439">
                  <c:v>0.99817999999999996</c:v>
                </c:pt>
                <c:pt idx="440">
                  <c:v>0.99817999999999996</c:v>
                </c:pt>
                <c:pt idx="441">
                  <c:v>0.99817999999999996</c:v>
                </c:pt>
                <c:pt idx="442">
                  <c:v>0.99817999999999996</c:v>
                </c:pt>
                <c:pt idx="443">
                  <c:v>0.99817999999999996</c:v>
                </c:pt>
                <c:pt idx="444">
                  <c:v>0.99817999999999996</c:v>
                </c:pt>
                <c:pt idx="445">
                  <c:v>0.99817999999999996</c:v>
                </c:pt>
                <c:pt idx="446">
                  <c:v>0.99817999999999996</c:v>
                </c:pt>
                <c:pt idx="447">
                  <c:v>0.99817999999999996</c:v>
                </c:pt>
                <c:pt idx="448">
                  <c:v>0.99817999999999996</c:v>
                </c:pt>
                <c:pt idx="449">
                  <c:v>0.99817999999999996</c:v>
                </c:pt>
                <c:pt idx="450">
                  <c:v>0.99817999999999996</c:v>
                </c:pt>
                <c:pt idx="451">
                  <c:v>0.99817999999999996</c:v>
                </c:pt>
                <c:pt idx="452">
                  <c:v>0.99817999999999996</c:v>
                </c:pt>
                <c:pt idx="453">
                  <c:v>0.99817999999999996</c:v>
                </c:pt>
                <c:pt idx="454">
                  <c:v>0.99817999999999996</c:v>
                </c:pt>
                <c:pt idx="455">
                  <c:v>0.99817999999999996</c:v>
                </c:pt>
                <c:pt idx="456">
                  <c:v>0.99817999999999996</c:v>
                </c:pt>
                <c:pt idx="457">
                  <c:v>0.99817999999999996</c:v>
                </c:pt>
                <c:pt idx="458">
                  <c:v>0.99817999999999996</c:v>
                </c:pt>
                <c:pt idx="459">
                  <c:v>0.99817999999999996</c:v>
                </c:pt>
                <c:pt idx="460">
                  <c:v>0.99817999999999996</c:v>
                </c:pt>
                <c:pt idx="461">
                  <c:v>0.99817999999999996</c:v>
                </c:pt>
                <c:pt idx="462">
                  <c:v>0.99817999999999996</c:v>
                </c:pt>
                <c:pt idx="463">
                  <c:v>0.99817999999999996</c:v>
                </c:pt>
                <c:pt idx="464">
                  <c:v>0.99817999999999996</c:v>
                </c:pt>
                <c:pt idx="465">
                  <c:v>0.99817999999999996</c:v>
                </c:pt>
                <c:pt idx="466">
                  <c:v>0.99817999999999996</c:v>
                </c:pt>
                <c:pt idx="467">
                  <c:v>0.99817999999999996</c:v>
                </c:pt>
                <c:pt idx="468">
                  <c:v>0.99817999999999996</c:v>
                </c:pt>
                <c:pt idx="469">
                  <c:v>0.99817999999999996</c:v>
                </c:pt>
                <c:pt idx="470">
                  <c:v>0.99817999999999996</c:v>
                </c:pt>
                <c:pt idx="471">
                  <c:v>0.99817999999999996</c:v>
                </c:pt>
                <c:pt idx="472">
                  <c:v>0.99817999999999996</c:v>
                </c:pt>
                <c:pt idx="473">
                  <c:v>0.99817999999999996</c:v>
                </c:pt>
                <c:pt idx="474">
                  <c:v>0.99817999999999996</c:v>
                </c:pt>
                <c:pt idx="475">
                  <c:v>0.99817999999999996</c:v>
                </c:pt>
                <c:pt idx="476">
                  <c:v>0.99817999999999996</c:v>
                </c:pt>
                <c:pt idx="477">
                  <c:v>0.99817999999999996</c:v>
                </c:pt>
                <c:pt idx="478">
                  <c:v>0.99817999999999996</c:v>
                </c:pt>
                <c:pt idx="479">
                  <c:v>0.99817999999999996</c:v>
                </c:pt>
                <c:pt idx="480">
                  <c:v>0.99817999999999996</c:v>
                </c:pt>
                <c:pt idx="481">
                  <c:v>0.99817999999999996</c:v>
                </c:pt>
                <c:pt idx="482">
                  <c:v>0.99817999999999996</c:v>
                </c:pt>
                <c:pt idx="483">
                  <c:v>0.99817999999999996</c:v>
                </c:pt>
                <c:pt idx="484">
                  <c:v>0.99817999999999996</c:v>
                </c:pt>
                <c:pt idx="485">
                  <c:v>0.99817999999999996</c:v>
                </c:pt>
                <c:pt idx="486">
                  <c:v>0.99817999999999996</c:v>
                </c:pt>
                <c:pt idx="487">
                  <c:v>0.99817999999999996</c:v>
                </c:pt>
                <c:pt idx="488">
                  <c:v>0.99817999999999996</c:v>
                </c:pt>
                <c:pt idx="489">
                  <c:v>0.99817999999999996</c:v>
                </c:pt>
                <c:pt idx="490">
                  <c:v>0.99817999999999996</c:v>
                </c:pt>
                <c:pt idx="491">
                  <c:v>0.99817999999999996</c:v>
                </c:pt>
                <c:pt idx="492">
                  <c:v>0.99817999999999996</c:v>
                </c:pt>
                <c:pt idx="493">
                  <c:v>0.99817999999999996</c:v>
                </c:pt>
                <c:pt idx="494">
                  <c:v>0.99817999999999996</c:v>
                </c:pt>
                <c:pt idx="495">
                  <c:v>0.99817999999999996</c:v>
                </c:pt>
                <c:pt idx="496">
                  <c:v>0.99817999999999996</c:v>
                </c:pt>
                <c:pt idx="497">
                  <c:v>0.99817999999999996</c:v>
                </c:pt>
                <c:pt idx="498">
                  <c:v>0.99817999999999996</c:v>
                </c:pt>
                <c:pt idx="499">
                  <c:v>0.99817999999999996</c:v>
                </c:pt>
                <c:pt idx="500">
                  <c:v>0.99817999999999996</c:v>
                </c:pt>
                <c:pt idx="501">
                  <c:v>0.99817999999999996</c:v>
                </c:pt>
                <c:pt idx="502">
                  <c:v>0.99817999999999996</c:v>
                </c:pt>
                <c:pt idx="503">
                  <c:v>0.99817999999999996</c:v>
                </c:pt>
                <c:pt idx="504">
                  <c:v>0.99817999999999996</c:v>
                </c:pt>
                <c:pt idx="505">
                  <c:v>0.99817999999999996</c:v>
                </c:pt>
                <c:pt idx="506">
                  <c:v>0.99817999999999996</c:v>
                </c:pt>
                <c:pt idx="507">
                  <c:v>0.99817999999999996</c:v>
                </c:pt>
                <c:pt idx="508">
                  <c:v>0.99817999999999996</c:v>
                </c:pt>
                <c:pt idx="509">
                  <c:v>0.99817999999999996</c:v>
                </c:pt>
                <c:pt idx="510">
                  <c:v>0.99817999999999996</c:v>
                </c:pt>
                <c:pt idx="511">
                  <c:v>0.99817999999999996</c:v>
                </c:pt>
                <c:pt idx="512">
                  <c:v>0.99817999999999996</c:v>
                </c:pt>
                <c:pt idx="513">
                  <c:v>0.99817999999999996</c:v>
                </c:pt>
                <c:pt idx="514">
                  <c:v>0.99817999999999996</c:v>
                </c:pt>
                <c:pt idx="515">
                  <c:v>0.99817999999999996</c:v>
                </c:pt>
                <c:pt idx="516">
                  <c:v>0.99817999999999996</c:v>
                </c:pt>
                <c:pt idx="517">
                  <c:v>0.99817999999999996</c:v>
                </c:pt>
                <c:pt idx="518">
                  <c:v>0.99817999999999996</c:v>
                </c:pt>
                <c:pt idx="519">
                  <c:v>0.99817999999999996</c:v>
                </c:pt>
                <c:pt idx="520">
                  <c:v>0.99817999999999996</c:v>
                </c:pt>
                <c:pt idx="521">
                  <c:v>0.99817999999999996</c:v>
                </c:pt>
                <c:pt idx="522">
                  <c:v>0.99817999999999996</c:v>
                </c:pt>
                <c:pt idx="523">
                  <c:v>0.99817999999999996</c:v>
                </c:pt>
                <c:pt idx="524">
                  <c:v>0.99817999999999996</c:v>
                </c:pt>
                <c:pt idx="525">
                  <c:v>0.99817999999999996</c:v>
                </c:pt>
                <c:pt idx="526">
                  <c:v>0.99817999999999996</c:v>
                </c:pt>
                <c:pt idx="527">
                  <c:v>0.99817999999999996</c:v>
                </c:pt>
                <c:pt idx="528">
                  <c:v>0.99817999999999996</c:v>
                </c:pt>
                <c:pt idx="529">
                  <c:v>0.99817999999999996</c:v>
                </c:pt>
                <c:pt idx="530">
                  <c:v>0.99817999999999996</c:v>
                </c:pt>
                <c:pt idx="531">
                  <c:v>0.99817999999999996</c:v>
                </c:pt>
                <c:pt idx="532">
                  <c:v>0.99817999999999996</c:v>
                </c:pt>
                <c:pt idx="533">
                  <c:v>0.99817999999999996</c:v>
                </c:pt>
                <c:pt idx="534">
                  <c:v>0.99817999999999996</c:v>
                </c:pt>
                <c:pt idx="535">
                  <c:v>0.99817999999999996</c:v>
                </c:pt>
                <c:pt idx="536">
                  <c:v>0.99817999999999996</c:v>
                </c:pt>
                <c:pt idx="537">
                  <c:v>0.99817999999999996</c:v>
                </c:pt>
                <c:pt idx="538">
                  <c:v>0.99817999999999996</c:v>
                </c:pt>
                <c:pt idx="539">
                  <c:v>0.99817999999999996</c:v>
                </c:pt>
                <c:pt idx="540">
                  <c:v>0.99817999999999996</c:v>
                </c:pt>
                <c:pt idx="541">
                  <c:v>0.99817999999999996</c:v>
                </c:pt>
                <c:pt idx="542">
                  <c:v>0.99817999999999996</c:v>
                </c:pt>
                <c:pt idx="543">
                  <c:v>0.99817999999999996</c:v>
                </c:pt>
                <c:pt idx="544">
                  <c:v>0.99817999999999996</c:v>
                </c:pt>
                <c:pt idx="545">
                  <c:v>0.99817999999999996</c:v>
                </c:pt>
                <c:pt idx="546">
                  <c:v>0.99817999999999996</c:v>
                </c:pt>
                <c:pt idx="547">
                  <c:v>0.99817999999999996</c:v>
                </c:pt>
                <c:pt idx="548">
                  <c:v>0.99817999999999996</c:v>
                </c:pt>
                <c:pt idx="549">
                  <c:v>0.99817999999999996</c:v>
                </c:pt>
                <c:pt idx="550">
                  <c:v>0.99817999999999996</c:v>
                </c:pt>
                <c:pt idx="551">
                  <c:v>0.99817999999999996</c:v>
                </c:pt>
                <c:pt idx="552">
                  <c:v>0.99817999999999996</c:v>
                </c:pt>
                <c:pt idx="553">
                  <c:v>0.99817999999999996</c:v>
                </c:pt>
                <c:pt idx="554">
                  <c:v>0.99817999999999996</c:v>
                </c:pt>
                <c:pt idx="555">
                  <c:v>0.99817999999999996</c:v>
                </c:pt>
                <c:pt idx="556">
                  <c:v>0.99817999999999996</c:v>
                </c:pt>
                <c:pt idx="557">
                  <c:v>0.99817999999999996</c:v>
                </c:pt>
                <c:pt idx="558">
                  <c:v>0.99817999999999996</c:v>
                </c:pt>
                <c:pt idx="559">
                  <c:v>0.99817999999999996</c:v>
                </c:pt>
                <c:pt idx="560">
                  <c:v>0.99817999999999996</c:v>
                </c:pt>
                <c:pt idx="561">
                  <c:v>0.99817999999999996</c:v>
                </c:pt>
                <c:pt idx="562">
                  <c:v>0.99817999999999996</c:v>
                </c:pt>
                <c:pt idx="563">
                  <c:v>0.99817999999999996</c:v>
                </c:pt>
                <c:pt idx="564">
                  <c:v>0.99817999999999996</c:v>
                </c:pt>
                <c:pt idx="565">
                  <c:v>0.99817999999999996</c:v>
                </c:pt>
                <c:pt idx="566">
                  <c:v>0.99817999999999996</c:v>
                </c:pt>
                <c:pt idx="567">
                  <c:v>0.99817999999999996</c:v>
                </c:pt>
                <c:pt idx="568">
                  <c:v>0.99817999999999996</c:v>
                </c:pt>
                <c:pt idx="569">
                  <c:v>0.99817999999999996</c:v>
                </c:pt>
                <c:pt idx="570">
                  <c:v>0.99817999999999996</c:v>
                </c:pt>
                <c:pt idx="571">
                  <c:v>0.99817999999999996</c:v>
                </c:pt>
                <c:pt idx="572">
                  <c:v>0.99817999999999996</c:v>
                </c:pt>
                <c:pt idx="573">
                  <c:v>0.99817999999999996</c:v>
                </c:pt>
                <c:pt idx="574">
                  <c:v>0.99817999999999996</c:v>
                </c:pt>
                <c:pt idx="575">
                  <c:v>0.99817999999999996</c:v>
                </c:pt>
                <c:pt idx="576">
                  <c:v>0.99817999999999996</c:v>
                </c:pt>
                <c:pt idx="577">
                  <c:v>0.99817999999999996</c:v>
                </c:pt>
                <c:pt idx="578">
                  <c:v>0.99817999999999996</c:v>
                </c:pt>
                <c:pt idx="579">
                  <c:v>0.99817999999999996</c:v>
                </c:pt>
                <c:pt idx="580">
                  <c:v>0.99817999999999996</c:v>
                </c:pt>
                <c:pt idx="581">
                  <c:v>0.99817999999999996</c:v>
                </c:pt>
                <c:pt idx="582">
                  <c:v>0.99817999999999996</c:v>
                </c:pt>
                <c:pt idx="583">
                  <c:v>0.99817999999999996</c:v>
                </c:pt>
                <c:pt idx="584">
                  <c:v>0.99817999999999996</c:v>
                </c:pt>
                <c:pt idx="585">
                  <c:v>0.99817999999999996</c:v>
                </c:pt>
                <c:pt idx="586">
                  <c:v>0.99817999999999996</c:v>
                </c:pt>
                <c:pt idx="587">
                  <c:v>0.99817999999999996</c:v>
                </c:pt>
                <c:pt idx="588">
                  <c:v>0.99817999999999996</c:v>
                </c:pt>
                <c:pt idx="589">
                  <c:v>0.99817999999999996</c:v>
                </c:pt>
                <c:pt idx="590">
                  <c:v>0.99817999999999996</c:v>
                </c:pt>
                <c:pt idx="591">
                  <c:v>0.99817999999999996</c:v>
                </c:pt>
                <c:pt idx="592">
                  <c:v>0.99817999999999996</c:v>
                </c:pt>
                <c:pt idx="593">
                  <c:v>0.99817999999999996</c:v>
                </c:pt>
                <c:pt idx="594">
                  <c:v>0.99817999999999996</c:v>
                </c:pt>
                <c:pt idx="595">
                  <c:v>0.99817999999999996</c:v>
                </c:pt>
                <c:pt idx="596">
                  <c:v>0.99817999999999996</c:v>
                </c:pt>
                <c:pt idx="597">
                  <c:v>0.99817999999999996</c:v>
                </c:pt>
                <c:pt idx="598">
                  <c:v>0.99817999999999996</c:v>
                </c:pt>
                <c:pt idx="599">
                  <c:v>0.99817999999999996</c:v>
                </c:pt>
                <c:pt idx="600">
                  <c:v>0.99817999999999996</c:v>
                </c:pt>
                <c:pt idx="601">
                  <c:v>0.99817999999999996</c:v>
                </c:pt>
                <c:pt idx="602">
                  <c:v>0.99817999999999996</c:v>
                </c:pt>
                <c:pt idx="603">
                  <c:v>0.99817999999999996</c:v>
                </c:pt>
                <c:pt idx="604">
                  <c:v>0.99817999999999996</c:v>
                </c:pt>
                <c:pt idx="605">
                  <c:v>0.99817999999999996</c:v>
                </c:pt>
                <c:pt idx="606">
                  <c:v>0.99817999999999996</c:v>
                </c:pt>
                <c:pt idx="607">
                  <c:v>0.99817999999999996</c:v>
                </c:pt>
                <c:pt idx="608">
                  <c:v>0.99817999999999996</c:v>
                </c:pt>
                <c:pt idx="609">
                  <c:v>0.99817999999999996</c:v>
                </c:pt>
                <c:pt idx="610">
                  <c:v>0.99817999999999996</c:v>
                </c:pt>
                <c:pt idx="611">
                  <c:v>0.99817999999999996</c:v>
                </c:pt>
                <c:pt idx="612">
                  <c:v>0.99817999999999996</c:v>
                </c:pt>
                <c:pt idx="613">
                  <c:v>0.99817999999999996</c:v>
                </c:pt>
                <c:pt idx="614">
                  <c:v>0.99817999999999996</c:v>
                </c:pt>
                <c:pt idx="615">
                  <c:v>0.99817999999999996</c:v>
                </c:pt>
                <c:pt idx="616">
                  <c:v>0.99817999999999996</c:v>
                </c:pt>
                <c:pt idx="617">
                  <c:v>0.99817999999999996</c:v>
                </c:pt>
                <c:pt idx="618">
                  <c:v>0.99817999999999996</c:v>
                </c:pt>
                <c:pt idx="619">
                  <c:v>0.99817999999999996</c:v>
                </c:pt>
                <c:pt idx="620">
                  <c:v>0.99817999999999996</c:v>
                </c:pt>
                <c:pt idx="621">
                  <c:v>0.99817999999999996</c:v>
                </c:pt>
                <c:pt idx="622">
                  <c:v>0.99817999999999996</c:v>
                </c:pt>
                <c:pt idx="623">
                  <c:v>0.99817999999999996</c:v>
                </c:pt>
                <c:pt idx="624">
                  <c:v>0.99817999999999996</c:v>
                </c:pt>
                <c:pt idx="625">
                  <c:v>0.99817999999999996</c:v>
                </c:pt>
                <c:pt idx="626">
                  <c:v>0.99817999999999996</c:v>
                </c:pt>
                <c:pt idx="627">
                  <c:v>0.99817999999999996</c:v>
                </c:pt>
                <c:pt idx="628">
                  <c:v>0.99817999999999996</c:v>
                </c:pt>
                <c:pt idx="629">
                  <c:v>0.99817999999999996</c:v>
                </c:pt>
                <c:pt idx="630">
                  <c:v>0.99817999999999996</c:v>
                </c:pt>
                <c:pt idx="631">
                  <c:v>0.99817999999999996</c:v>
                </c:pt>
                <c:pt idx="632">
                  <c:v>0.99817999999999996</c:v>
                </c:pt>
                <c:pt idx="633">
                  <c:v>0.99817999999999996</c:v>
                </c:pt>
                <c:pt idx="634">
                  <c:v>0.99817999999999996</c:v>
                </c:pt>
                <c:pt idx="635">
                  <c:v>0.99817999999999996</c:v>
                </c:pt>
                <c:pt idx="636">
                  <c:v>0.99817999999999996</c:v>
                </c:pt>
                <c:pt idx="637">
                  <c:v>0.99817999999999996</c:v>
                </c:pt>
                <c:pt idx="638">
                  <c:v>0.99817999999999996</c:v>
                </c:pt>
                <c:pt idx="639">
                  <c:v>0.99817999999999996</c:v>
                </c:pt>
                <c:pt idx="640">
                  <c:v>0.99817999999999996</c:v>
                </c:pt>
                <c:pt idx="641">
                  <c:v>0.99817999999999996</c:v>
                </c:pt>
                <c:pt idx="642">
                  <c:v>0.99817999999999996</c:v>
                </c:pt>
                <c:pt idx="643">
                  <c:v>0.99817999999999996</c:v>
                </c:pt>
                <c:pt idx="644">
                  <c:v>0.99817999999999996</c:v>
                </c:pt>
                <c:pt idx="645">
                  <c:v>0.99817999999999996</c:v>
                </c:pt>
                <c:pt idx="646">
                  <c:v>0.99817999999999996</c:v>
                </c:pt>
                <c:pt idx="647">
                  <c:v>0.99817999999999996</c:v>
                </c:pt>
                <c:pt idx="648">
                  <c:v>0.99817999999999996</c:v>
                </c:pt>
                <c:pt idx="649">
                  <c:v>0.99817999999999996</c:v>
                </c:pt>
                <c:pt idx="650">
                  <c:v>0.99817999999999996</c:v>
                </c:pt>
                <c:pt idx="651">
                  <c:v>0.99817999999999996</c:v>
                </c:pt>
                <c:pt idx="652">
                  <c:v>0.99817999999999996</c:v>
                </c:pt>
                <c:pt idx="653">
                  <c:v>0.99817999999999996</c:v>
                </c:pt>
                <c:pt idx="654">
                  <c:v>0.99817999999999996</c:v>
                </c:pt>
                <c:pt idx="655">
                  <c:v>0.99817999999999996</c:v>
                </c:pt>
                <c:pt idx="656">
                  <c:v>0.99817999999999996</c:v>
                </c:pt>
                <c:pt idx="657">
                  <c:v>0.99817999999999996</c:v>
                </c:pt>
                <c:pt idx="658">
                  <c:v>0.99817999999999996</c:v>
                </c:pt>
                <c:pt idx="659">
                  <c:v>0.99817999999999996</c:v>
                </c:pt>
                <c:pt idx="660">
                  <c:v>0.99817999999999996</c:v>
                </c:pt>
                <c:pt idx="661">
                  <c:v>0.99817999999999996</c:v>
                </c:pt>
                <c:pt idx="662">
                  <c:v>0.99817999999999996</c:v>
                </c:pt>
                <c:pt idx="663">
                  <c:v>0.99817999999999996</c:v>
                </c:pt>
                <c:pt idx="664">
                  <c:v>0.99817999999999996</c:v>
                </c:pt>
                <c:pt idx="665">
                  <c:v>0.99817999999999996</c:v>
                </c:pt>
                <c:pt idx="666">
                  <c:v>0.99817999999999996</c:v>
                </c:pt>
                <c:pt idx="667">
                  <c:v>0.99817999999999996</c:v>
                </c:pt>
                <c:pt idx="668">
                  <c:v>0.99817999999999996</c:v>
                </c:pt>
                <c:pt idx="669">
                  <c:v>0.99817999999999996</c:v>
                </c:pt>
                <c:pt idx="670">
                  <c:v>0.99817999999999996</c:v>
                </c:pt>
                <c:pt idx="671">
                  <c:v>0.99817999999999996</c:v>
                </c:pt>
                <c:pt idx="672">
                  <c:v>0.99817999999999996</c:v>
                </c:pt>
                <c:pt idx="673">
                  <c:v>0.99817999999999996</c:v>
                </c:pt>
                <c:pt idx="674">
                  <c:v>0.99817999999999996</c:v>
                </c:pt>
                <c:pt idx="675">
                  <c:v>0.99817999999999996</c:v>
                </c:pt>
                <c:pt idx="676">
                  <c:v>0.99817999999999996</c:v>
                </c:pt>
                <c:pt idx="677">
                  <c:v>0.99817999999999996</c:v>
                </c:pt>
                <c:pt idx="678">
                  <c:v>0.99817999999999996</c:v>
                </c:pt>
                <c:pt idx="679">
                  <c:v>0.99817999999999996</c:v>
                </c:pt>
                <c:pt idx="680">
                  <c:v>0.99817999999999996</c:v>
                </c:pt>
                <c:pt idx="681">
                  <c:v>0.99817999999999996</c:v>
                </c:pt>
                <c:pt idx="682">
                  <c:v>0.99817999999999996</c:v>
                </c:pt>
                <c:pt idx="683">
                  <c:v>0.99817999999999996</c:v>
                </c:pt>
                <c:pt idx="684">
                  <c:v>0.99817999999999996</c:v>
                </c:pt>
                <c:pt idx="685">
                  <c:v>0.99817999999999996</c:v>
                </c:pt>
                <c:pt idx="686">
                  <c:v>0.99817999999999996</c:v>
                </c:pt>
                <c:pt idx="687">
                  <c:v>0.99817999999999996</c:v>
                </c:pt>
                <c:pt idx="688">
                  <c:v>0.99817999999999996</c:v>
                </c:pt>
                <c:pt idx="689">
                  <c:v>0.99817999999999996</c:v>
                </c:pt>
                <c:pt idx="690">
                  <c:v>0.99817999999999996</c:v>
                </c:pt>
                <c:pt idx="691">
                  <c:v>0.99817999999999996</c:v>
                </c:pt>
                <c:pt idx="692">
                  <c:v>0.99817999999999996</c:v>
                </c:pt>
                <c:pt idx="693">
                  <c:v>0.99817999999999996</c:v>
                </c:pt>
                <c:pt idx="694">
                  <c:v>0.99817999999999996</c:v>
                </c:pt>
                <c:pt idx="695">
                  <c:v>0.99817999999999996</c:v>
                </c:pt>
                <c:pt idx="696">
                  <c:v>0.99817999999999996</c:v>
                </c:pt>
                <c:pt idx="697">
                  <c:v>0.99817999999999996</c:v>
                </c:pt>
                <c:pt idx="698">
                  <c:v>0.99817999999999996</c:v>
                </c:pt>
                <c:pt idx="699">
                  <c:v>0.99817999999999996</c:v>
                </c:pt>
                <c:pt idx="700">
                  <c:v>0.99817999999999996</c:v>
                </c:pt>
                <c:pt idx="701">
                  <c:v>0.99817999999999996</c:v>
                </c:pt>
                <c:pt idx="702">
                  <c:v>0.99817999999999996</c:v>
                </c:pt>
                <c:pt idx="703">
                  <c:v>0.99817999999999996</c:v>
                </c:pt>
                <c:pt idx="704">
                  <c:v>0.99817999999999996</c:v>
                </c:pt>
                <c:pt idx="705">
                  <c:v>0.99817999999999996</c:v>
                </c:pt>
                <c:pt idx="706">
                  <c:v>0.99817999999999996</c:v>
                </c:pt>
                <c:pt idx="707">
                  <c:v>0.99817999999999996</c:v>
                </c:pt>
                <c:pt idx="708">
                  <c:v>0.99817999999999996</c:v>
                </c:pt>
                <c:pt idx="709">
                  <c:v>0.99817999999999996</c:v>
                </c:pt>
                <c:pt idx="710">
                  <c:v>0.99817999999999996</c:v>
                </c:pt>
                <c:pt idx="711">
                  <c:v>0.99817999999999996</c:v>
                </c:pt>
                <c:pt idx="712">
                  <c:v>0.99817999999999996</c:v>
                </c:pt>
                <c:pt idx="713">
                  <c:v>0.99817999999999996</c:v>
                </c:pt>
                <c:pt idx="714">
                  <c:v>0.99817999999999996</c:v>
                </c:pt>
                <c:pt idx="715">
                  <c:v>0.99817999999999996</c:v>
                </c:pt>
                <c:pt idx="716">
                  <c:v>0.99817999999999996</c:v>
                </c:pt>
                <c:pt idx="717">
                  <c:v>0.99817999999999996</c:v>
                </c:pt>
                <c:pt idx="718">
                  <c:v>0.99817999999999996</c:v>
                </c:pt>
                <c:pt idx="719">
                  <c:v>0.99817999999999996</c:v>
                </c:pt>
                <c:pt idx="720">
                  <c:v>0.99817999999999996</c:v>
                </c:pt>
                <c:pt idx="721">
                  <c:v>0.99817999999999996</c:v>
                </c:pt>
                <c:pt idx="722">
                  <c:v>0.99817999999999996</c:v>
                </c:pt>
                <c:pt idx="723">
                  <c:v>0.99817999999999996</c:v>
                </c:pt>
                <c:pt idx="724">
                  <c:v>0.99817999999999996</c:v>
                </c:pt>
                <c:pt idx="725">
                  <c:v>0.99817999999999996</c:v>
                </c:pt>
                <c:pt idx="726">
                  <c:v>0.99817999999999996</c:v>
                </c:pt>
                <c:pt idx="727">
                  <c:v>0.99817999999999996</c:v>
                </c:pt>
                <c:pt idx="728">
                  <c:v>0.99817999999999996</c:v>
                </c:pt>
                <c:pt idx="729">
                  <c:v>0.99817999999999996</c:v>
                </c:pt>
                <c:pt idx="730">
                  <c:v>0.99817999999999996</c:v>
                </c:pt>
                <c:pt idx="731">
                  <c:v>0.99817999999999996</c:v>
                </c:pt>
                <c:pt idx="732">
                  <c:v>0.99817999999999996</c:v>
                </c:pt>
                <c:pt idx="733">
                  <c:v>0.99817999999999996</c:v>
                </c:pt>
                <c:pt idx="734">
                  <c:v>0.99817999999999996</c:v>
                </c:pt>
                <c:pt idx="735">
                  <c:v>0.99817999999999996</c:v>
                </c:pt>
                <c:pt idx="736">
                  <c:v>0.99817999999999996</c:v>
                </c:pt>
                <c:pt idx="737">
                  <c:v>0.99817999999999996</c:v>
                </c:pt>
                <c:pt idx="738">
                  <c:v>0.99817999999999996</c:v>
                </c:pt>
                <c:pt idx="739">
                  <c:v>0.99817999999999996</c:v>
                </c:pt>
                <c:pt idx="740">
                  <c:v>0.99817999999999996</c:v>
                </c:pt>
                <c:pt idx="741">
                  <c:v>0.99817999999999996</c:v>
                </c:pt>
                <c:pt idx="742">
                  <c:v>0.99817999999999996</c:v>
                </c:pt>
                <c:pt idx="743">
                  <c:v>0.99817999999999996</c:v>
                </c:pt>
                <c:pt idx="744">
                  <c:v>0.99817999999999996</c:v>
                </c:pt>
                <c:pt idx="745">
                  <c:v>0.99817999999999996</c:v>
                </c:pt>
                <c:pt idx="746">
                  <c:v>0.99817999999999996</c:v>
                </c:pt>
                <c:pt idx="747">
                  <c:v>0.99817999999999996</c:v>
                </c:pt>
                <c:pt idx="748">
                  <c:v>0.99817999999999996</c:v>
                </c:pt>
                <c:pt idx="749">
                  <c:v>0.99817999999999996</c:v>
                </c:pt>
                <c:pt idx="750">
                  <c:v>0.99817999999999996</c:v>
                </c:pt>
                <c:pt idx="751">
                  <c:v>0.99817999999999996</c:v>
                </c:pt>
                <c:pt idx="752">
                  <c:v>0.99817999999999996</c:v>
                </c:pt>
                <c:pt idx="753">
                  <c:v>0.99817999999999996</c:v>
                </c:pt>
                <c:pt idx="754">
                  <c:v>0.99817999999999996</c:v>
                </c:pt>
                <c:pt idx="755">
                  <c:v>0.99817999999999996</c:v>
                </c:pt>
                <c:pt idx="756">
                  <c:v>0.99817999999999996</c:v>
                </c:pt>
                <c:pt idx="757">
                  <c:v>0.99817999999999996</c:v>
                </c:pt>
                <c:pt idx="758">
                  <c:v>0.99817999999999996</c:v>
                </c:pt>
                <c:pt idx="759">
                  <c:v>0.99817999999999996</c:v>
                </c:pt>
                <c:pt idx="760">
                  <c:v>0.99817999999999996</c:v>
                </c:pt>
                <c:pt idx="761">
                  <c:v>0.99817999999999996</c:v>
                </c:pt>
                <c:pt idx="762">
                  <c:v>0.99817999999999996</c:v>
                </c:pt>
                <c:pt idx="763">
                  <c:v>0.99817999999999996</c:v>
                </c:pt>
                <c:pt idx="764">
                  <c:v>0.99817999999999996</c:v>
                </c:pt>
                <c:pt idx="765">
                  <c:v>0.99817999999999996</c:v>
                </c:pt>
                <c:pt idx="766">
                  <c:v>0.99817999999999996</c:v>
                </c:pt>
                <c:pt idx="767">
                  <c:v>0.99817999999999996</c:v>
                </c:pt>
                <c:pt idx="768">
                  <c:v>0.99817999999999996</c:v>
                </c:pt>
                <c:pt idx="769">
                  <c:v>0.99817999999999996</c:v>
                </c:pt>
                <c:pt idx="770">
                  <c:v>0.99817999999999996</c:v>
                </c:pt>
                <c:pt idx="771">
                  <c:v>0.99817999999999996</c:v>
                </c:pt>
                <c:pt idx="772">
                  <c:v>0.99817999999999996</c:v>
                </c:pt>
                <c:pt idx="773">
                  <c:v>0.99817999999999996</c:v>
                </c:pt>
                <c:pt idx="774">
                  <c:v>0.99817999999999996</c:v>
                </c:pt>
                <c:pt idx="775">
                  <c:v>0.99817999999999996</c:v>
                </c:pt>
                <c:pt idx="776">
                  <c:v>0.99817999999999996</c:v>
                </c:pt>
                <c:pt idx="777">
                  <c:v>0.99817999999999996</c:v>
                </c:pt>
                <c:pt idx="778">
                  <c:v>0.99817999999999996</c:v>
                </c:pt>
                <c:pt idx="779">
                  <c:v>0.99817999999999996</c:v>
                </c:pt>
                <c:pt idx="780">
                  <c:v>0.99817999999999996</c:v>
                </c:pt>
                <c:pt idx="781">
                  <c:v>0.99817999999999996</c:v>
                </c:pt>
                <c:pt idx="782">
                  <c:v>0.99817999999999996</c:v>
                </c:pt>
                <c:pt idx="783">
                  <c:v>0.99817999999999996</c:v>
                </c:pt>
                <c:pt idx="784">
                  <c:v>0.99817999999999996</c:v>
                </c:pt>
                <c:pt idx="785">
                  <c:v>0.99817999999999996</c:v>
                </c:pt>
                <c:pt idx="786">
                  <c:v>0.99817999999999996</c:v>
                </c:pt>
                <c:pt idx="787">
                  <c:v>0.99817999999999996</c:v>
                </c:pt>
                <c:pt idx="788">
                  <c:v>0.99817999999999996</c:v>
                </c:pt>
                <c:pt idx="789">
                  <c:v>0.99817999999999996</c:v>
                </c:pt>
                <c:pt idx="790">
                  <c:v>0.99817999999999996</c:v>
                </c:pt>
                <c:pt idx="791">
                  <c:v>0.99817999999999996</c:v>
                </c:pt>
                <c:pt idx="792">
                  <c:v>0.99817999999999996</c:v>
                </c:pt>
                <c:pt idx="793">
                  <c:v>0.99817999999999996</c:v>
                </c:pt>
                <c:pt idx="794">
                  <c:v>0.99817999999999996</c:v>
                </c:pt>
                <c:pt idx="795">
                  <c:v>0.99817999999999996</c:v>
                </c:pt>
                <c:pt idx="796">
                  <c:v>0.99817999999999996</c:v>
                </c:pt>
                <c:pt idx="797">
                  <c:v>0.99817999999999996</c:v>
                </c:pt>
                <c:pt idx="798">
                  <c:v>0.99817999999999996</c:v>
                </c:pt>
                <c:pt idx="799">
                  <c:v>0.99817999999999996</c:v>
                </c:pt>
                <c:pt idx="800">
                  <c:v>0.99817999999999996</c:v>
                </c:pt>
                <c:pt idx="801">
                  <c:v>0.99817999999999996</c:v>
                </c:pt>
                <c:pt idx="802">
                  <c:v>0.99817999999999996</c:v>
                </c:pt>
                <c:pt idx="803">
                  <c:v>0.99817999999999996</c:v>
                </c:pt>
                <c:pt idx="804">
                  <c:v>0.99817999999999996</c:v>
                </c:pt>
                <c:pt idx="805">
                  <c:v>0.99817999999999996</c:v>
                </c:pt>
                <c:pt idx="806">
                  <c:v>0.99817999999999996</c:v>
                </c:pt>
                <c:pt idx="807">
                  <c:v>0.99817999999999996</c:v>
                </c:pt>
                <c:pt idx="808">
                  <c:v>0.99817999999999996</c:v>
                </c:pt>
                <c:pt idx="809">
                  <c:v>0.99817999999999996</c:v>
                </c:pt>
                <c:pt idx="810">
                  <c:v>0.99817999999999996</c:v>
                </c:pt>
                <c:pt idx="811">
                  <c:v>0.99817999999999996</c:v>
                </c:pt>
                <c:pt idx="812">
                  <c:v>0.99817999999999996</c:v>
                </c:pt>
                <c:pt idx="813">
                  <c:v>0.99817999999999996</c:v>
                </c:pt>
                <c:pt idx="814">
                  <c:v>0.99817999999999996</c:v>
                </c:pt>
                <c:pt idx="815">
                  <c:v>0.99817999999999996</c:v>
                </c:pt>
                <c:pt idx="816">
                  <c:v>0.99817999999999996</c:v>
                </c:pt>
                <c:pt idx="817">
                  <c:v>0.99817999999999996</c:v>
                </c:pt>
                <c:pt idx="818">
                  <c:v>0.99817999999999996</c:v>
                </c:pt>
                <c:pt idx="819">
                  <c:v>0.99817999999999996</c:v>
                </c:pt>
                <c:pt idx="820">
                  <c:v>0.99817999999999996</c:v>
                </c:pt>
                <c:pt idx="821">
                  <c:v>0.99817999999999996</c:v>
                </c:pt>
                <c:pt idx="822">
                  <c:v>0.99817999999999996</c:v>
                </c:pt>
                <c:pt idx="823">
                  <c:v>0.99817999999999996</c:v>
                </c:pt>
                <c:pt idx="824">
                  <c:v>0.99817999999999996</c:v>
                </c:pt>
                <c:pt idx="825">
                  <c:v>0.99817999999999996</c:v>
                </c:pt>
                <c:pt idx="826">
                  <c:v>0.99817999999999996</c:v>
                </c:pt>
                <c:pt idx="827">
                  <c:v>0.99817999999999996</c:v>
                </c:pt>
                <c:pt idx="828">
                  <c:v>0.99817999999999996</c:v>
                </c:pt>
                <c:pt idx="829">
                  <c:v>0.99817999999999996</c:v>
                </c:pt>
                <c:pt idx="830">
                  <c:v>0.99817999999999996</c:v>
                </c:pt>
                <c:pt idx="831">
                  <c:v>0.99817999999999996</c:v>
                </c:pt>
                <c:pt idx="832">
                  <c:v>0.99817999999999996</c:v>
                </c:pt>
                <c:pt idx="833">
                  <c:v>0.99817999999999996</c:v>
                </c:pt>
                <c:pt idx="834">
                  <c:v>0.99817999999999996</c:v>
                </c:pt>
                <c:pt idx="835">
                  <c:v>0.99817999999999996</c:v>
                </c:pt>
                <c:pt idx="836">
                  <c:v>0.99817999999999996</c:v>
                </c:pt>
                <c:pt idx="837">
                  <c:v>0.99817999999999996</c:v>
                </c:pt>
                <c:pt idx="838">
                  <c:v>0.99817999999999996</c:v>
                </c:pt>
                <c:pt idx="839">
                  <c:v>0.99817999999999996</c:v>
                </c:pt>
                <c:pt idx="840">
                  <c:v>0.99817999999999996</c:v>
                </c:pt>
                <c:pt idx="841">
                  <c:v>0.99817999999999996</c:v>
                </c:pt>
                <c:pt idx="842">
                  <c:v>0.99817999999999996</c:v>
                </c:pt>
                <c:pt idx="843">
                  <c:v>0.99817999999999996</c:v>
                </c:pt>
                <c:pt idx="844">
                  <c:v>0.99817999999999996</c:v>
                </c:pt>
                <c:pt idx="845">
                  <c:v>0.99817999999999996</c:v>
                </c:pt>
                <c:pt idx="846">
                  <c:v>0.99817999999999996</c:v>
                </c:pt>
                <c:pt idx="847">
                  <c:v>0.99817999999999996</c:v>
                </c:pt>
                <c:pt idx="848">
                  <c:v>0.99817999999999996</c:v>
                </c:pt>
                <c:pt idx="849">
                  <c:v>0.99817999999999996</c:v>
                </c:pt>
                <c:pt idx="850">
                  <c:v>0.99817999999999996</c:v>
                </c:pt>
                <c:pt idx="851">
                  <c:v>0.99817999999999996</c:v>
                </c:pt>
                <c:pt idx="852">
                  <c:v>0.99817999999999996</c:v>
                </c:pt>
                <c:pt idx="853">
                  <c:v>0.99817999999999996</c:v>
                </c:pt>
                <c:pt idx="854">
                  <c:v>0.99817999999999996</c:v>
                </c:pt>
                <c:pt idx="855">
                  <c:v>0.99817999999999996</c:v>
                </c:pt>
                <c:pt idx="856">
                  <c:v>0.99817999999999996</c:v>
                </c:pt>
                <c:pt idx="857">
                  <c:v>0.99817999999999996</c:v>
                </c:pt>
                <c:pt idx="858">
                  <c:v>0.99817999999999996</c:v>
                </c:pt>
                <c:pt idx="859">
                  <c:v>0.99817999999999996</c:v>
                </c:pt>
                <c:pt idx="860">
                  <c:v>0.99817999999999996</c:v>
                </c:pt>
                <c:pt idx="861">
                  <c:v>0.99817999999999996</c:v>
                </c:pt>
                <c:pt idx="862">
                  <c:v>0.99817999999999996</c:v>
                </c:pt>
                <c:pt idx="863">
                  <c:v>0.99817999999999996</c:v>
                </c:pt>
                <c:pt idx="864">
                  <c:v>0.99817999999999996</c:v>
                </c:pt>
                <c:pt idx="865">
                  <c:v>0.99817999999999996</c:v>
                </c:pt>
                <c:pt idx="866">
                  <c:v>0.99817999999999996</c:v>
                </c:pt>
                <c:pt idx="867">
                  <c:v>0.99817999999999996</c:v>
                </c:pt>
                <c:pt idx="868">
                  <c:v>0.99817999999999996</c:v>
                </c:pt>
                <c:pt idx="869">
                  <c:v>0.99817999999999996</c:v>
                </c:pt>
                <c:pt idx="870">
                  <c:v>0.99817999999999996</c:v>
                </c:pt>
                <c:pt idx="871">
                  <c:v>0.99817999999999996</c:v>
                </c:pt>
                <c:pt idx="872">
                  <c:v>0.99817999999999996</c:v>
                </c:pt>
                <c:pt idx="873">
                  <c:v>0.99817999999999996</c:v>
                </c:pt>
                <c:pt idx="874">
                  <c:v>0.99817999999999996</c:v>
                </c:pt>
                <c:pt idx="875">
                  <c:v>0.99817999999999996</c:v>
                </c:pt>
                <c:pt idx="876">
                  <c:v>0.99817999999999996</c:v>
                </c:pt>
                <c:pt idx="877">
                  <c:v>0.99817999999999996</c:v>
                </c:pt>
                <c:pt idx="878">
                  <c:v>0.99817999999999996</c:v>
                </c:pt>
                <c:pt idx="879">
                  <c:v>0.99817999999999996</c:v>
                </c:pt>
                <c:pt idx="880">
                  <c:v>0.99817999999999996</c:v>
                </c:pt>
                <c:pt idx="881">
                  <c:v>0.99817999999999996</c:v>
                </c:pt>
                <c:pt idx="882">
                  <c:v>0.99817999999999996</c:v>
                </c:pt>
                <c:pt idx="883">
                  <c:v>0.99817999999999996</c:v>
                </c:pt>
                <c:pt idx="884">
                  <c:v>0.99817999999999996</c:v>
                </c:pt>
                <c:pt idx="885">
                  <c:v>0.99817999999999996</c:v>
                </c:pt>
                <c:pt idx="886">
                  <c:v>0.99817999999999996</c:v>
                </c:pt>
                <c:pt idx="887">
                  <c:v>0.99817999999999996</c:v>
                </c:pt>
                <c:pt idx="888">
                  <c:v>0.99817999999999996</c:v>
                </c:pt>
                <c:pt idx="889">
                  <c:v>0.99817999999999996</c:v>
                </c:pt>
                <c:pt idx="890">
                  <c:v>0.99817999999999996</c:v>
                </c:pt>
                <c:pt idx="891">
                  <c:v>0.99817999999999996</c:v>
                </c:pt>
                <c:pt idx="892">
                  <c:v>0.99817999999999996</c:v>
                </c:pt>
                <c:pt idx="893">
                  <c:v>0.99817999999999996</c:v>
                </c:pt>
                <c:pt idx="894">
                  <c:v>0.99817999999999996</c:v>
                </c:pt>
                <c:pt idx="895">
                  <c:v>0.99817999999999996</c:v>
                </c:pt>
                <c:pt idx="896">
                  <c:v>0.99817999999999996</c:v>
                </c:pt>
                <c:pt idx="897">
                  <c:v>0.99817999999999996</c:v>
                </c:pt>
                <c:pt idx="898">
                  <c:v>0.99817999999999996</c:v>
                </c:pt>
                <c:pt idx="899">
                  <c:v>0.99817999999999996</c:v>
                </c:pt>
                <c:pt idx="900">
                  <c:v>0.99817999999999996</c:v>
                </c:pt>
                <c:pt idx="901">
                  <c:v>0.99817999999999996</c:v>
                </c:pt>
                <c:pt idx="902">
                  <c:v>0.99817999999999996</c:v>
                </c:pt>
                <c:pt idx="903">
                  <c:v>0.99817999999999996</c:v>
                </c:pt>
                <c:pt idx="904">
                  <c:v>0.99817999999999996</c:v>
                </c:pt>
                <c:pt idx="905">
                  <c:v>0.99817999999999996</c:v>
                </c:pt>
                <c:pt idx="906">
                  <c:v>0.99817999999999996</c:v>
                </c:pt>
                <c:pt idx="907">
                  <c:v>0.99817999999999996</c:v>
                </c:pt>
                <c:pt idx="908">
                  <c:v>0.99817999999999996</c:v>
                </c:pt>
                <c:pt idx="909">
                  <c:v>0.99817999999999996</c:v>
                </c:pt>
                <c:pt idx="910">
                  <c:v>0.99817999999999996</c:v>
                </c:pt>
                <c:pt idx="911">
                  <c:v>0.99817999999999996</c:v>
                </c:pt>
                <c:pt idx="912">
                  <c:v>0.99817999999999996</c:v>
                </c:pt>
                <c:pt idx="913">
                  <c:v>0.99817999999999996</c:v>
                </c:pt>
                <c:pt idx="914">
                  <c:v>0.99817999999999996</c:v>
                </c:pt>
                <c:pt idx="915">
                  <c:v>0.99817999999999996</c:v>
                </c:pt>
                <c:pt idx="916">
                  <c:v>0.99817999999999996</c:v>
                </c:pt>
                <c:pt idx="917">
                  <c:v>0.99817999999999996</c:v>
                </c:pt>
                <c:pt idx="918">
                  <c:v>0.99817999999999996</c:v>
                </c:pt>
                <c:pt idx="919">
                  <c:v>0.99817999999999996</c:v>
                </c:pt>
                <c:pt idx="920">
                  <c:v>0.99817999999999996</c:v>
                </c:pt>
                <c:pt idx="921">
                  <c:v>0.99817999999999996</c:v>
                </c:pt>
                <c:pt idx="922">
                  <c:v>0.99817999999999996</c:v>
                </c:pt>
                <c:pt idx="923">
                  <c:v>0.99817999999999996</c:v>
                </c:pt>
                <c:pt idx="924">
                  <c:v>0.99817999999999996</c:v>
                </c:pt>
                <c:pt idx="925">
                  <c:v>0.99817999999999996</c:v>
                </c:pt>
                <c:pt idx="926">
                  <c:v>0.99817999999999996</c:v>
                </c:pt>
                <c:pt idx="927">
                  <c:v>0.99817999999999996</c:v>
                </c:pt>
                <c:pt idx="928">
                  <c:v>0.99817999999999996</c:v>
                </c:pt>
                <c:pt idx="929">
                  <c:v>0.99817999999999996</c:v>
                </c:pt>
                <c:pt idx="930">
                  <c:v>0.99817999999999996</c:v>
                </c:pt>
                <c:pt idx="931">
                  <c:v>0.99817999999999996</c:v>
                </c:pt>
                <c:pt idx="932">
                  <c:v>0.99817999999999996</c:v>
                </c:pt>
                <c:pt idx="933">
                  <c:v>0.99817999999999996</c:v>
                </c:pt>
                <c:pt idx="934">
                  <c:v>0.99817999999999996</c:v>
                </c:pt>
                <c:pt idx="935">
                  <c:v>0.99817999999999996</c:v>
                </c:pt>
                <c:pt idx="936">
                  <c:v>0.99817999999999996</c:v>
                </c:pt>
                <c:pt idx="937">
                  <c:v>0.99817999999999996</c:v>
                </c:pt>
                <c:pt idx="938">
                  <c:v>0.99817999999999996</c:v>
                </c:pt>
                <c:pt idx="939">
                  <c:v>0.99817999999999996</c:v>
                </c:pt>
                <c:pt idx="940">
                  <c:v>0.99817999999999996</c:v>
                </c:pt>
                <c:pt idx="941">
                  <c:v>0.99817999999999996</c:v>
                </c:pt>
                <c:pt idx="942">
                  <c:v>0.99817999999999996</c:v>
                </c:pt>
                <c:pt idx="943">
                  <c:v>0.99817999999999996</c:v>
                </c:pt>
                <c:pt idx="944">
                  <c:v>0.99817999999999996</c:v>
                </c:pt>
                <c:pt idx="945">
                  <c:v>0.99817999999999996</c:v>
                </c:pt>
                <c:pt idx="946">
                  <c:v>0.99817999999999996</c:v>
                </c:pt>
                <c:pt idx="947">
                  <c:v>0.99817999999999996</c:v>
                </c:pt>
                <c:pt idx="948">
                  <c:v>0.99817999999999996</c:v>
                </c:pt>
                <c:pt idx="949">
                  <c:v>0.99817999999999996</c:v>
                </c:pt>
                <c:pt idx="950">
                  <c:v>0.99817999999999996</c:v>
                </c:pt>
                <c:pt idx="951">
                  <c:v>0.99817999999999996</c:v>
                </c:pt>
                <c:pt idx="952">
                  <c:v>0.99817999999999996</c:v>
                </c:pt>
                <c:pt idx="953">
                  <c:v>0.99817999999999996</c:v>
                </c:pt>
                <c:pt idx="954">
                  <c:v>0.99817999999999996</c:v>
                </c:pt>
                <c:pt idx="955">
                  <c:v>0.99817999999999996</c:v>
                </c:pt>
                <c:pt idx="956">
                  <c:v>0.99817999999999996</c:v>
                </c:pt>
                <c:pt idx="957">
                  <c:v>0.99817999999999996</c:v>
                </c:pt>
                <c:pt idx="958">
                  <c:v>0.99817999999999996</c:v>
                </c:pt>
                <c:pt idx="959">
                  <c:v>0.99817999999999996</c:v>
                </c:pt>
                <c:pt idx="960">
                  <c:v>0.99817999999999996</c:v>
                </c:pt>
                <c:pt idx="961">
                  <c:v>0.99817999999999996</c:v>
                </c:pt>
                <c:pt idx="962">
                  <c:v>0.99817999999999996</c:v>
                </c:pt>
                <c:pt idx="963">
                  <c:v>0.99817999999999996</c:v>
                </c:pt>
                <c:pt idx="964">
                  <c:v>0.99817999999999996</c:v>
                </c:pt>
                <c:pt idx="965">
                  <c:v>0.99817999999999996</c:v>
                </c:pt>
                <c:pt idx="966">
                  <c:v>0.99817999999999996</c:v>
                </c:pt>
                <c:pt idx="967">
                  <c:v>0.99817999999999996</c:v>
                </c:pt>
                <c:pt idx="968">
                  <c:v>0.99817999999999996</c:v>
                </c:pt>
                <c:pt idx="969">
                  <c:v>0.99817999999999996</c:v>
                </c:pt>
                <c:pt idx="970">
                  <c:v>0.99817999999999996</c:v>
                </c:pt>
                <c:pt idx="971">
                  <c:v>0.99817999999999996</c:v>
                </c:pt>
                <c:pt idx="972">
                  <c:v>0.99817999999999996</c:v>
                </c:pt>
                <c:pt idx="973">
                  <c:v>0.99817999999999996</c:v>
                </c:pt>
                <c:pt idx="974">
                  <c:v>0.99817999999999996</c:v>
                </c:pt>
                <c:pt idx="975">
                  <c:v>0.99817999999999996</c:v>
                </c:pt>
                <c:pt idx="976">
                  <c:v>0.99817999999999996</c:v>
                </c:pt>
                <c:pt idx="977">
                  <c:v>0.99817999999999996</c:v>
                </c:pt>
                <c:pt idx="978">
                  <c:v>0.99817999999999996</c:v>
                </c:pt>
                <c:pt idx="979">
                  <c:v>0.99817999999999996</c:v>
                </c:pt>
                <c:pt idx="980">
                  <c:v>0.99817999999999996</c:v>
                </c:pt>
                <c:pt idx="981">
                  <c:v>0.99817999999999996</c:v>
                </c:pt>
                <c:pt idx="982">
                  <c:v>0.99817999999999996</c:v>
                </c:pt>
                <c:pt idx="983">
                  <c:v>0.99817999999999996</c:v>
                </c:pt>
                <c:pt idx="984">
                  <c:v>0.99817999999999996</c:v>
                </c:pt>
                <c:pt idx="985">
                  <c:v>0.99817999999999996</c:v>
                </c:pt>
                <c:pt idx="986">
                  <c:v>0.99817999999999996</c:v>
                </c:pt>
                <c:pt idx="987">
                  <c:v>0.99817999999999996</c:v>
                </c:pt>
                <c:pt idx="988">
                  <c:v>0.99817999999999996</c:v>
                </c:pt>
                <c:pt idx="989">
                  <c:v>0.99817999999999996</c:v>
                </c:pt>
                <c:pt idx="990">
                  <c:v>0.99817999999999996</c:v>
                </c:pt>
                <c:pt idx="991">
                  <c:v>0.99817999999999996</c:v>
                </c:pt>
                <c:pt idx="992">
                  <c:v>0.99817999999999996</c:v>
                </c:pt>
                <c:pt idx="993">
                  <c:v>0.99817999999999996</c:v>
                </c:pt>
                <c:pt idx="994">
                  <c:v>0.99817999999999996</c:v>
                </c:pt>
                <c:pt idx="995">
                  <c:v>0.99817999999999996</c:v>
                </c:pt>
                <c:pt idx="996">
                  <c:v>0.99817999999999996</c:v>
                </c:pt>
                <c:pt idx="997">
                  <c:v>0.99817999999999996</c:v>
                </c:pt>
                <c:pt idx="998">
                  <c:v>0.99817999999999996</c:v>
                </c:pt>
                <c:pt idx="999">
                  <c:v>0.99817999999999996</c:v>
                </c:pt>
                <c:pt idx="1000">
                  <c:v>0.99817999999999996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6D4-4CEA-9027-3C31532C7AD6}"/>
            </c:ext>
          </c:extLst>
        </c:ser>
        <c:ser>
          <c:idx val="1"/>
          <c:order val="1"/>
          <c:tx>
            <c:strRef>
              <c:f>Magic_graph_data1!$F$1</c:f>
              <c:strCache>
                <c:ptCount val="1"/>
                <c:pt idx="0">
                  <c:v>test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Magic_graph_data1!$B$2:$B$1002</c:f>
              <c:numCache>
                <c:formatCode>General</c:formatCode>
                <c:ptCount val="1001"/>
                <c:pt idx="0">
                  <c:v>0</c:v>
                </c:pt>
                <c:pt idx="1">
                  <c:v>0.3010299956639812</c:v>
                </c:pt>
                <c:pt idx="2">
                  <c:v>0.47712125471966244</c:v>
                </c:pt>
                <c:pt idx="3">
                  <c:v>0.6020599913279624</c:v>
                </c:pt>
                <c:pt idx="4">
                  <c:v>0.69897000433601886</c:v>
                </c:pt>
                <c:pt idx="5">
                  <c:v>0.77815125038364363</c:v>
                </c:pt>
                <c:pt idx="6">
                  <c:v>0.84509804001425681</c:v>
                </c:pt>
                <c:pt idx="7">
                  <c:v>0.90308998699194354</c:v>
                </c:pt>
                <c:pt idx="8">
                  <c:v>0.95424250943932487</c:v>
                </c:pt>
                <c:pt idx="9">
                  <c:v>1</c:v>
                </c:pt>
                <c:pt idx="10">
                  <c:v>1.0413926851582251</c:v>
                </c:pt>
                <c:pt idx="11">
                  <c:v>1.0791812460476249</c:v>
                </c:pt>
                <c:pt idx="12">
                  <c:v>1.1139433523068367</c:v>
                </c:pt>
                <c:pt idx="13">
                  <c:v>1.146128035678238</c:v>
                </c:pt>
                <c:pt idx="14">
                  <c:v>1.1760912590556813</c:v>
                </c:pt>
                <c:pt idx="15">
                  <c:v>1.2041199826559248</c:v>
                </c:pt>
                <c:pt idx="16">
                  <c:v>1.2304489213782739</c:v>
                </c:pt>
                <c:pt idx="17">
                  <c:v>1.255272505103306</c:v>
                </c:pt>
                <c:pt idx="18">
                  <c:v>1.2787536009528289</c:v>
                </c:pt>
                <c:pt idx="19">
                  <c:v>1.3010299956639813</c:v>
                </c:pt>
                <c:pt idx="20">
                  <c:v>1.3222192947339193</c:v>
                </c:pt>
                <c:pt idx="21">
                  <c:v>1.3424226808222062</c:v>
                </c:pt>
                <c:pt idx="22">
                  <c:v>1.3617278360175928</c:v>
                </c:pt>
                <c:pt idx="23">
                  <c:v>1.3802112417116059</c:v>
                </c:pt>
                <c:pt idx="24">
                  <c:v>1.3979400086720377</c:v>
                </c:pt>
                <c:pt idx="25">
                  <c:v>1.414973347970818</c:v>
                </c:pt>
                <c:pt idx="26">
                  <c:v>1.4313637641589874</c:v>
                </c:pt>
                <c:pt idx="27">
                  <c:v>1.4471580313422192</c:v>
                </c:pt>
                <c:pt idx="28">
                  <c:v>1.4623979978989561</c:v>
                </c:pt>
                <c:pt idx="29">
                  <c:v>1.4771212547196624</c:v>
                </c:pt>
                <c:pt idx="30">
                  <c:v>1.4913616938342726</c:v>
                </c:pt>
                <c:pt idx="31">
                  <c:v>1.505149978319906</c:v>
                </c:pt>
                <c:pt idx="32">
                  <c:v>1.5185139398778875</c:v>
                </c:pt>
                <c:pt idx="33">
                  <c:v>1.5314789170422551</c:v>
                </c:pt>
                <c:pt idx="34">
                  <c:v>1.5440680443502757</c:v>
                </c:pt>
                <c:pt idx="35">
                  <c:v>1.5563025007672873</c:v>
                </c:pt>
                <c:pt idx="36">
                  <c:v>1.568201724066995</c:v>
                </c:pt>
                <c:pt idx="37">
                  <c:v>1.5797835966168101</c:v>
                </c:pt>
                <c:pt idx="38">
                  <c:v>1.5910646070264991</c:v>
                </c:pt>
                <c:pt idx="39">
                  <c:v>1.6020599913279623</c:v>
                </c:pt>
                <c:pt idx="40">
                  <c:v>1.6127838567197355</c:v>
                </c:pt>
                <c:pt idx="41">
                  <c:v>1.6232492903979006</c:v>
                </c:pt>
                <c:pt idx="42">
                  <c:v>1.6334684555795864</c:v>
                </c:pt>
                <c:pt idx="43">
                  <c:v>1.6434526764861874</c:v>
                </c:pt>
                <c:pt idx="44">
                  <c:v>1.6532125137753437</c:v>
                </c:pt>
                <c:pt idx="45">
                  <c:v>1.6627578316815741</c:v>
                </c:pt>
                <c:pt idx="46">
                  <c:v>1.6720978579357175</c:v>
                </c:pt>
                <c:pt idx="47">
                  <c:v>1.6812412373755872</c:v>
                </c:pt>
                <c:pt idx="48">
                  <c:v>1.6901960800285136</c:v>
                </c:pt>
                <c:pt idx="49">
                  <c:v>1.6989700043360187</c:v>
                </c:pt>
                <c:pt idx="50">
                  <c:v>1.7075701760979363</c:v>
                </c:pt>
                <c:pt idx="51">
                  <c:v>1.7160033436347992</c:v>
                </c:pt>
                <c:pt idx="52">
                  <c:v>1.7242758696007889</c:v>
                </c:pt>
                <c:pt idx="53">
                  <c:v>1.7323937598229686</c:v>
                </c:pt>
                <c:pt idx="54">
                  <c:v>1.7403626894942439</c:v>
                </c:pt>
                <c:pt idx="55">
                  <c:v>1.7481880270062005</c:v>
                </c:pt>
                <c:pt idx="56">
                  <c:v>1.7558748556724915</c:v>
                </c:pt>
                <c:pt idx="57">
                  <c:v>1.7634279935629373</c:v>
                </c:pt>
                <c:pt idx="58">
                  <c:v>1.7708520116421442</c:v>
                </c:pt>
                <c:pt idx="59">
                  <c:v>1.7781512503836436</c:v>
                </c:pt>
                <c:pt idx="60">
                  <c:v>1.7853298350107671</c:v>
                </c:pt>
                <c:pt idx="61">
                  <c:v>1.7923916894982539</c:v>
                </c:pt>
                <c:pt idx="62">
                  <c:v>1.7993405494535817</c:v>
                </c:pt>
                <c:pt idx="63">
                  <c:v>1.8061799739838871</c:v>
                </c:pt>
                <c:pt idx="64">
                  <c:v>1.8129133566428555</c:v>
                </c:pt>
                <c:pt idx="65">
                  <c:v>1.8195439355418688</c:v>
                </c:pt>
                <c:pt idx="66">
                  <c:v>1.8260748027008264</c:v>
                </c:pt>
                <c:pt idx="67">
                  <c:v>1.8325089127062364</c:v>
                </c:pt>
                <c:pt idx="68">
                  <c:v>1.8388490907372552</c:v>
                </c:pt>
                <c:pt idx="69">
                  <c:v>1.8450980400142569</c:v>
                </c:pt>
                <c:pt idx="70">
                  <c:v>1.8512583487190752</c:v>
                </c:pt>
                <c:pt idx="71">
                  <c:v>1.8573324964312685</c:v>
                </c:pt>
                <c:pt idx="72">
                  <c:v>1.8633228601204559</c:v>
                </c:pt>
                <c:pt idx="73">
                  <c:v>1.8692317197309762</c:v>
                </c:pt>
                <c:pt idx="74">
                  <c:v>1.8750612633917001</c:v>
                </c:pt>
                <c:pt idx="75">
                  <c:v>1.8808135922807914</c:v>
                </c:pt>
                <c:pt idx="76">
                  <c:v>1.8864907251724818</c:v>
                </c:pt>
                <c:pt idx="77">
                  <c:v>1.8920946026904804</c:v>
                </c:pt>
                <c:pt idx="78">
                  <c:v>1.8976270912904414</c:v>
                </c:pt>
                <c:pt idx="79">
                  <c:v>1.9030899869919435</c:v>
                </c:pt>
                <c:pt idx="80">
                  <c:v>1.9084850188786497</c:v>
                </c:pt>
                <c:pt idx="81">
                  <c:v>1.9138138523837167</c:v>
                </c:pt>
                <c:pt idx="82">
                  <c:v>1.919078092376074</c:v>
                </c:pt>
                <c:pt idx="83">
                  <c:v>1.9242792860618816</c:v>
                </c:pt>
                <c:pt idx="84">
                  <c:v>1.9294189257142926</c:v>
                </c:pt>
                <c:pt idx="85">
                  <c:v>1.9344984512435677</c:v>
                </c:pt>
                <c:pt idx="86">
                  <c:v>1.9395192526186185</c:v>
                </c:pt>
                <c:pt idx="87">
                  <c:v>1.9444826721501687</c:v>
                </c:pt>
                <c:pt idx="88">
                  <c:v>1.9493900066449128</c:v>
                </c:pt>
                <c:pt idx="89">
                  <c:v>1.954242509439325</c:v>
                </c:pt>
                <c:pt idx="90">
                  <c:v>1.9590413923210936</c:v>
                </c:pt>
                <c:pt idx="91">
                  <c:v>1.9637878273455553</c:v>
                </c:pt>
                <c:pt idx="92">
                  <c:v>1.968482948553935</c:v>
                </c:pt>
                <c:pt idx="93">
                  <c:v>1.9731278535996986</c:v>
                </c:pt>
                <c:pt idx="94">
                  <c:v>1.9777236052888478</c:v>
                </c:pt>
                <c:pt idx="95">
                  <c:v>1.9822712330395684</c:v>
                </c:pt>
                <c:pt idx="96">
                  <c:v>1.9867717342662448</c:v>
                </c:pt>
                <c:pt idx="97">
                  <c:v>1.9912260756924949</c:v>
                </c:pt>
                <c:pt idx="98">
                  <c:v>1.9956351945975499</c:v>
                </c:pt>
                <c:pt idx="99">
                  <c:v>2</c:v>
                </c:pt>
                <c:pt idx="100">
                  <c:v>2.0043213737826426</c:v>
                </c:pt>
                <c:pt idx="101">
                  <c:v>2.0086001717619175</c:v>
                </c:pt>
                <c:pt idx="102">
                  <c:v>2.012837224705172</c:v>
                </c:pt>
                <c:pt idx="103">
                  <c:v>2.0170333392987803</c:v>
                </c:pt>
                <c:pt idx="104">
                  <c:v>2.0211892990699383</c:v>
                </c:pt>
                <c:pt idx="105">
                  <c:v>2.0253058652647704</c:v>
                </c:pt>
                <c:pt idx="106">
                  <c:v>2.0293837776852097</c:v>
                </c:pt>
                <c:pt idx="107">
                  <c:v>2.0334237554869499</c:v>
                </c:pt>
                <c:pt idx="108">
                  <c:v>2.0374264979406238</c:v>
                </c:pt>
                <c:pt idx="109">
                  <c:v>2.0413926851582249</c:v>
                </c:pt>
                <c:pt idx="110">
                  <c:v>2.0453229787866576</c:v>
                </c:pt>
                <c:pt idx="111">
                  <c:v>2.0492180226701815</c:v>
                </c:pt>
                <c:pt idx="112">
                  <c:v>2.0530784434834195</c:v>
                </c:pt>
                <c:pt idx="113">
                  <c:v>2.0569048513364727</c:v>
                </c:pt>
                <c:pt idx="114">
                  <c:v>2.0606978403536118</c:v>
                </c:pt>
                <c:pt idx="115">
                  <c:v>2.0644579892269186</c:v>
                </c:pt>
                <c:pt idx="116">
                  <c:v>2.0681858617461617</c:v>
                </c:pt>
                <c:pt idx="117">
                  <c:v>2.0718820073061255</c:v>
                </c:pt>
                <c:pt idx="118">
                  <c:v>2.0755469613925306</c:v>
                </c:pt>
                <c:pt idx="119">
                  <c:v>2.0791812460476247</c:v>
                </c:pt>
                <c:pt idx="120">
                  <c:v>2.0827853703164503</c:v>
                </c:pt>
                <c:pt idx="121">
                  <c:v>2.0863598306747484</c:v>
                </c:pt>
                <c:pt idx="122">
                  <c:v>2.0899051114393981</c:v>
                </c:pt>
                <c:pt idx="123">
                  <c:v>2.0934216851622351</c:v>
                </c:pt>
                <c:pt idx="124">
                  <c:v>2.0969100130080562</c:v>
                </c:pt>
                <c:pt idx="125">
                  <c:v>2.1003705451175629</c:v>
                </c:pt>
                <c:pt idx="126">
                  <c:v>2.1038037209559568</c:v>
                </c:pt>
                <c:pt idx="127">
                  <c:v>2.1072099696478683</c:v>
                </c:pt>
                <c:pt idx="128">
                  <c:v>2.1105897102992488</c:v>
                </c:pt>
                <c:pt idx="129">
                  <c:v>2.1139433523068369</c:v>
                </c:pt>
                <c:pt idx="130">
                  <c:v>2.1172712956557644</c:v>
                </c:pt>
                <c:pt idx="131">
                  <c:v>2.12057393120585</c:v>
                </c:pt>
                <c:pt idx="132">
                  <c:v>2.1238516409670858</c:v>
                </c:pt>
                <c:pt idx="133">
                  <c:v>2.1271047983648077</c:v>
                </c:pt>
                <c:pt idx="134">
                  <c:v>2.1303337684950061</c:v>
                </c:pt>
                <c:pt idx="135">
                  <c:v>2.1335389083702174</c:v>
                </c:pt>
                <c:pt idx="136">
                  <c:v>2.1367205671564067</c:v>
                </c:pt>
                <c:pt idx="137">
                  <c:v>2.1398790864012365</c:v>
                </c:pt>
                <c:pt idx="138">
                  <c:v>2.143014800254095</c:v>
                </c:pt>
                <c:pt idx="139">
                  <c:v>2.1461280356782382</c:v>
                </c:pt>
                <c:pt idx="140">
                  <c:v>2.1492191126553797</c:v>
                </c:pt>
                <c:pt idx="141">
                  <c:v>2.1522883443830563</c:v>
                </c:pt>
                <c:pt idx="142">
                  <c:v>2.1553360374650619</c:v>
                </c:pt>
                <c:pt idx="143">
                  <c:v>2.1583624920952498</c:v>
                </c:pt>
                <c:pt idx="144">
                  <c:v>2.1613680022349748</c:v>
                </c:pt>
                <c:pt idx="145">
                  <c:v>2.1643528557844371</c:v>
                </c:pt>
                <c:pt idx="146">
                  <c:v>2.167317334748176</c:v>
                </c:pt>
                <c:pt idx="147">
                  <c:v>2.1702617153949575</c:v>
                </c:pt>
                <c:pt idx="148">
                  <c:v>2.173186268412274</c:v>
                </c:pt>
                <c:pt idx="149">
                  <c:v>2.1760912590556813</c:v>
                </c:pt>
                <c:pt idx="150">
                  <c:v>2.1789769472931693</c:v>
                </c:pt>
                <c:pt idx="151">
                  <c:v>2.1818435879447726</c:v>
                </c:pt>
                <c:pt idx="152">
                  <c:v>2.1846914308175989</c:v>
                </c:pt>
                <c:pt idx="153">
                  <c:v>2.1875207208364631</c:v>
                </c:pt>
                <c:pt idx="154">
                  <c:v>2.1903316981702914</c:v>
                </c:pt>
                <c:pt idx="155">
                  <c:v>2.1931245983544616</c:v>
                </c:pt>
                <c:pt idx="156">
                  <c:v>2.1958996524092336</c:v>
                </c:pt>
                <c:pt idx="157">
                  <c:v>2.1986570869544226</c:v>
                </c:pt>
                <c:pt idx="158">
                  <c:v>2.2013971243204513</c:v>
                </c:pt>
                <c:pt idx="159">
                  <c:v>2.2041199826559246</c:v>
                </c:pt>
                <c:pt idx="160">
                  <c:v>2.2068258760318495</c:v>
                </c:pt>
                <c:pt idx="161">
                  <c:v>2.2095150145426308</c:v>
                </c:pt>
                <c:pt idx="162">
                  <c:v>2.2121876044039577</c:v>
                </c:pt>
                <c:pt idx="163">
                  <c:v>2.214843848047698</c:v>
                </c:pt>
                <c:pt idx="164">
                  <c:v>2.2174839442139063</c:v>
                </c:pt>
                <c:pt idx="165">
                  <c:v>2.220108088040055</c:v>
                </c:pt>
                <c:pt idx="166">
                  <c:v>2.2227164711475833</c:v>
                </c:pt>
                <c:pt idx="167">
                  <c:v>2.2253092817258628</c:v>
                </c:pt>
                <c:pt idx="168">
                  <c:v>2.2278867046136734</c:v>
                </c:pt>
                <c:pt idx="169">
                  <c:v>2.2304489213782741</c:v>
                </c:pt>
                <c:pt idx="170">
                  <c:v>2.2329961103921536</c:v>
                </c:pt>
                <c:pt idx="171">
                  <c:v>2.2355284469075487</c:v>
                </c:pt>
                <c:pt idx="172">
                  <c:v>2.2380461031287955</c:v>
                </c:pt>
                <c:pt idx="173">
                  <c:v>2.2405492482825999</c:v>
                </c:pt>
                <c:pt idx="174">
                  <c:v>2.2430380486862944</c:v>
                </c:pt>
                <c:pt idx="175">
                  <c:v>2.2455126678141499</c:v>
                </c:pt>
                <c:pt idx="176">
                  <c:v>2.2479732663618068</c:v>
                </c:pt>
                <c:pt idx="177">
                  <c:v>2.2504200023088941</c:v>
                </c:pt>
                <c:pt idx="178">
                  <c:v>2.2528530309798933</c:v>
                </c:pt>
                <c:pt idx="179">
                  <c:v>2.255272505103306</c:v>
                </c:pt>
                <c:pt idx="180">
                  <c:v>2.2576785748691846</c:v>
                </c:pt>
                <c:pt idx="181">
                  <c:v>2.2600713879850747</c:v>
                </c:pt>
                <c:pt idx="182">
                  <c:v>2.2624510897304293</c:v>
                </c:pt>
                <c:pt idx="183">
                  <c:v>2.2648178230095364</c:v>
                </c:pt>
                <c:pt idx="184">
                  <c:v>2.2671717284030137</c:v>
                </c:pt>
                <c:pt idx="185">
                  <c:v>2.2695129442179165</c:v>
                </c:pt>
                <c:pt idx="186">
                  <c:v>2.271841606536499</c:v>
                </c:pt>
                <c:pt idx="187">
                  <c:v>2.27415784926368</c:v>
                </c:pt>
                <c:pt idx="188">
                  <c:v>2.2764618041732443</c:v>
                </c:pt>
                <c:pt idx="189">
                  <c:v>2.2787536009528289</c:v>
                </c:pt>
                <c:pt idx="190">
                  <c:v>2.2810333672477277</c:v>
                </c:pt>
                <c:pt idx="191">
                  <c:v>2.2833012287035497</c:v>
                </c:pt>
                <c:pt idx="192">
                  <c:v>2.2855573090077739</c:v>
                </c:pt>
                <c:pt idx="193">
                  <c:v>2.287801729930226</c:v>
                </c:pt>
                <c:pt idx="194">
                  <c:v>2.2900346113625178</c:v>
                </c:pt>
                <c:pt idx="195">
                  <c:v>2.2922560713564759</c:v>
                </c:pt>
                <c:pt idx="196">
                  <c:v>2.2944662261615929</c:v>
                </c:pt>
                <c:pt idx="197">
                  <c:v>2.2966651902615309</c:v>
                </c:pt>
                <c:pt idx="198">
                  <c:v>2.2988530764097068</c:v>
                </c:pt>
                <c:pt idx="199">
                  <c:v>2.3010299956639813</c:v>
                </c:pt>
                <c:pt idx="200">
                  <c:v>2.3031960574204891</c:v>
                </c:pt>
                <c:pt idx="201">
                  <c:v>2.3053513694466239</c:v>
                </c:pt>
                <c:pt idx="202">
                  <c:v>2.307496037913213</c:v>
                </c:pt>
                <c:pt idx="203">
                  <c:v>2.3096301674258988</c:v>
                </c:pt>
                <c:pt idx="204">
                  <c:v>2.3117538610557542</c:v>
                </c:pt>
                <c:pt idx="205">
                  <c:v>2.3138672203691533</c:v>
                </c:pt>
                <c:pt idx="206">
                  <c:v>2.3159703454569178</c:v>
                </c:pt>
                <c:pt idx="207">
                  <c:v>2.3180633349627615</c:v>
                </c:pt>
                <c:pt idx="208">
                  <c:v>2.3201462861110542</c:v>
                </c:pt>
                <c:pt idx="209">
                  <c:v>2.3222192947339191</c:v>
                </c:pt>
                <c:pt idx="210">
                  <c:v>2.3242824552976926</c:v>
                </c:pt>
                <c:pt idx="211">
                  <c:v>2.3263358609287512</c:v>
                </c:pt>
                <c:pt idx="212">
                  <c:v>2.3283796034387376</c:v>
                </c:pt>
                <c:pt idx="213">
                  <c:v>2.330413773349191</c:v>
                </c:pt>
                <c:pt idx="214">
                  <c:v>2.3324384599156054</c:v>
                </c:pt>
                <c:pt idx="215">
                  <c:v>2.3344537511509307</c:v>
                </c:pt>
                <c:pt idx="216">
                  <c:v>2.3364597338485296</c:v>
                </c:pt>
                <c:pt idx="217">
                  <c:v>2.3384564936046046</c:v>
                </c:pt>
                <c:pt idx="218">
                  <c:v>2.3404441148401185</c:v>
                </c:pt>
                <c:pt idx="219">
                  <c:v>2.3424226808222062</c:v>
                </c:pt>
                <c:pt idx="220">
                  <c:v>2.3443922736851106</c:v>
                </c:pt>
                <c:pt idx="221">
                  <c:v>2.3463529744506388</c:v>
                </c:pt>
                <c:pt idx="222">
                  <c:v>2.3483048630481607</c:v>
                </c:pt>
                <c:pt idx="223">
                  <c:v>2.3502480183341627</c:v>
                </c:pt>
                <c:pt idx="224">
                  <c:v>2.3521825181113627</c:v>
                </c:pt>
                <c:pt idx="225">
                  <c:v>2.3541084391474008</c:v>
                </c:pt>
                <c:pt idx="226">
                  <c:v>2.3560258571931225</c:v>
                </c:pt>
                <c:pt idx="227">
                  <c:v>2.357934847000454</c:v>
                </c:pt>
                <c:pt idx="228">
                  <c:v>2.3598354823398879</c:v>
                </c:pt>
                <c:pt idx="229">
                  <c:v>2.3617278360175931</c:v>
                </c:pt>
                <c:pt idx="230">
                  <c:v>2.3636119798921444</c:v>
                </c:pt>
                <c:pt idx="231">
                  <c:v>2.3654879848908998</c:v>
                </c:pt>
                <c:pt idx="232">
                  <c:v>2.3673559210260189</c:v>
                </c:pt>
                <c:pt idx="233">
                  <c:v>2.369215857410143</c:v>
                </c:pt>
                <c:pt idx="234">
                  <c:v>2.3710678622717363</c:v>
                </c:pt>
                <c:pt idx="235">
                  <c:v>2.3729120029701067</c:v>
                </c:pt>
                <c:pt idx="236">
                  <c:v>2.374748346010104</c:v>
                </c:pt>
                <c:pt idx="237">
                  <c:v>2.3765769570565118</c:v>
                </c:pt>
                <c:pt idx="238">
                  <c:v>2.3783979009481375</c:v>
                </c:pt>
                <c:pt idx="239">
                  <c:v>2.3802112417116059</c:v>
                </c:pt>
                <c:pt idx="240">
                  <c:v>2.3820170425748683</c:v>
                </c:pt>
                <c:pt idx="241">
                  <c:v>2.3838153659804311</c:v>
                </c:pt>
                <c:pt idx="242">
                  <c:v>2.3856062735983121</c:v>
                </c:pt>
                <c:pt idx="243">
                  <c:v>2.3873898263387292</c:v>
                </c:pt>
                <c:pt idx="244">
                  <c:v>2.3891660843645326</c:v>
                </c:pt>
                <c:pt idx="245">
                  <c:v>2.3909351071033793</c:v>
                </c:pt>
                <c:pt idx="246">
                  <c:v>2.3926969532596658</c:v>
                </c:pt>
                <c:pt idx="247">
                  <c:v>2.3944516808262164</c:v>
                </c:pt>
                <c:pt idx="248">
                  <c:v>2.3961993470957363</c:v>
                </c:pt>
                <c:pt idx="249">
                  <c:v>2.3979400086720375</c:v>
                </c:pt>
                <c:pt idx="250">
                  <c:v>2.399673721481038</c:v>
                </c:pt>
                <c:pt idx="251">
                  <c:v>2.4014005407815442</c:v>
                </c:pt>
                <c:pt idx="252">
                  <c:v>2.403120521175818</c:v>
                </c:pt>
                <c:pt idx="253">
                  <c:v>2.4048337166199381</c:v>
                </c:pt>
                <c:pt idx="254">
                  <c:v>2.406540180433955</c:v>
                </c:pt>
                <c:pt idx="255">
                  <c:v>2.4082399653118496</c:v>
                </c:pt>
                <c:pt idx="256">
                  <c:v>2.4099331233312946</c:v>
                </c:pt>
                <c:pt idx="257">
                  <c:v>2.4116197059632301</c:v>
                </c:pt>
                <c:pt idx="258">
                  <c:v>2.4132997640812519</c:v>
                </c:pt>
                <c:pt idx="259">
                  <c:v>2.4149733479708178</c:v>
                </c:pt>
                <c:pt idx="260">
                  <c:v>2.4166405073382808</c:v>
                </c:pt>
                <c:pt idx="261">
                  <c:v>2.4183012913197452</c:v>
                </c:pt>
                <c:pt idx="262">
                  <c:v>2.419955748489758</c:v>
                </c:pt>
                <c:pt idx="263">
                  <c:v>2.4216039268698313</c:v>
                </c:pt>
                <c:pt idx="264">
                  <c:v>2.4232458739368079</c:v>
                </c:pt>
                <c:pt idx="265">
                  <c:v>2.424881636631067</c:v>
                </c:pt>
                <c:pt idx="266">
                  <c:v>2.4265112613645754</c:v>
                </c:pt>
                <c:pt idx="267">
                  <c:v>2.428134794028789</c:v>
                </c:pt>
                <c:pt idx="268">
                  <c:v>2.4297522800024081</c:v>
                </c:pt>
                <c:pt idx="269">
                  <c:v>2.4313637641589874</c:v>
                </c:pt>
                <c:pt idx="270">
                  <c:v>2.4329692908744058</c:v>
                </c:pt>
                <c:pt idx="271">
                  <c:v>2.4345689040341987</c:v>
                </c:pt>
                <c:pt idx="272">
                  <c:v>2.436162647040756</c:v>
                </c:pt>
                <c:pt idx="273">
                  <c:v>2.4377505628203879</c:v>
                </c:pt>
                <c:pt idx="274">
                  <c:v>2.4393326938302629</c:v>
                </c:pt>
                <c:pt idx="275">
                  <c:v>2.4409090820652177</c:v>
                </c:pt>
                <c:pt idx="276">
                  <c:v>2.4424797690644486</c:v>
                </c:pt>
                <c:pt idx="277">
                  <c:v>2.4440447959180762</c:v>
                </c:pt>
                <c:pt idx="278">
                  <c:v>2.4456042032735974</c:v>
                </c:pt>
                <c:pt idx="279">
                  <c:v>2.4471580313422194</c:v>
                </c:pt>
                <c:pt idx="280">
                  <c:v>2.4487063199050798</c:v>
                </c:pt>
                <c:pt idx="281">
                  <c:v>2.4502491083193609</c:v>
                </c:pt>
                <c:pt idx="282">
                  <c:v>2.4517864355242902</c:v>
                </c:pt>
                <c:pt idx="283">
                  <c:v>2.4533183400470375</c:v>
                </c:pt>
                <c:pt idx="284">
                  <c:v>2.4548448600085102</c:v>
                </c:pt>
                <c:pt idx="285">
                  <c:v>2.4563660331290431</c:v>
                </c:pt>
                <c:pt idx="286">
                  <c:v>2.4578818967339924</c:v>
                </c:pt>
                <c:pt idx="287">
                  <c:v>2.459392487759231</c:v>
                </c:pt>
                <c:pt idx="288">
                  <c:v>2.4608978427565478</c:v>
                </c:pt>
                <c:pt idx="289">
                  <c:v>2.4623979978989561</c:v>
                </c:pt>
                <c:pt idx="290">
                  <c:v>2.4638929889859074</c:v>
                </c:pt>
                <c:pt idx="291">
                  <c:v>2.4653828514484184</c:v>
                </c:pt>
                <c:pt idx="292">
                  <c:v>2.4668676203541096</c:v>
                </c:pt>
                <c:pt idx="293">
                  <c:v>2.4683473304121573</c:v>
                </c:pt>
                <c:pt idx="294">
                  <c:v>2.469822015978163</c:v>
                </c:pt>
                <c:pt idx="295">
                  <c:v>2.4712917110589387</c:v>
                </c:pt>
                <c:pt idx="296">
                  <c:v>2.4727564493172123</c:v>
                </c:pt>
                <c:pt idx="297">
                  <c:v>2.4742162640762553</c:v>
                </c:pt>
                <c:pt idx="298">
                  <c:v>2.4756711883244296</c:v>
                </c:pt>
                <c:pt idx="299">
                  <c:v>2.4771212547196626</c:v>
                </c:pt>
                <c:pt idx="300">
                  <c:v>2.4785664955938436</c:v>
                </c:pt>
                <c:pt idx="301">
                  <c:v>2.4800069429571505</c:v>
                </c:pt>
                <c:pt idx="302">
                  <c:v>2.4814426285023048</c:v>
                </c:pt>
                <c:pt idx="303">
                  <c:v>2.4828735836087539</c:v>
                </c:pt>
                <c:pt idx="304">
                  <c:v>2.4842998393467859</c:v>
                </c:pt>
                <c:pt idx="305">
                  <c:v>2.4857214264815801</c:v>
                </c:pt>
                <c:pt idx="306">
                  <c:v>2.4871383754771865</c:v>
                </c:pt>
                <c:pt idx="307">
                  <c:v>2.4885507165004443</c:v>
                </c:pt>
                <c:pt idx="308">
                  <c:v>2.4899584794248346</c:v>
                </c:pt>
                <c:pt idx="309">
                  <c:v>2.4913616938342726</c:v>
                </c:pt>
                <c:pt idx="310">
                  <c:v>2.4927603890268375</c:v>
                </c:pt>
                <c:pt idx="311">
                  <c:v>2.4941545940184429</c:v>
                </c:pt>
                <c:pt idx="312">
                  <c:v>2.4955443375464483</c:v>
                </c:pt>
                <c:pt idx="313">
                  <c:v>2.4969296480732148</c:v>
                </c:pt>
                <c:pt idx="314">
                  <c:v>2.4983105537896004</c:v>
                </c:pt>
                <c:pt idx="315">
                  <c:v>2.4996870826184039</c:v>
                </c:pt>
                <c:pt idx="316">
                  <c:v>2.5010592622177517</c:v>
                </c:pt>
                <c:pt idx="317">
                  <c:v>2.5024271199844326</c:v>
                </c:pt>
                <c:pt idx="318">
                  <c:v>2.503790683057181</c:v>
                </c:pt>
                <c:pt idx="319">
                  <c:v>2.5051499783199058</c:v>
                </c:pt>
                <c:pt idx="320">
                  <c:v>2.5065050324048719</c:v>
                </c:pt>
                <c:pt idx="321">
                  <c:v>2.5078558716958308</c:v>
                </c:pt>
                <c:pt idx="322">
                  <c:v>2.509202522331103</c:v>
                </c:pt>
                <c:pt idx="323">
                  <c:v>2.510545010206612</c:v>
                </c:pt>
                <c:pt idx="324">
                  <c:v>2.5118833609788744</c:v>
                </c:pt>
                <c:pt idx="325">
                  <c:v>2.5132176000679389</c:v>
                </c:pt>
                <c:pt idx="326">
                  <c:v>2.514547752660286</c:v>
                </c:pt>
                <c:pt idx="327">
                  <c:v>2.5158738437116792</c:v>
                </c:pt>
                <c:pt idx="328">
                  <c:v>2.5171958979499744</c:v>
                </c:pt>
                <c:pt idx="329">
                  <c:v>2.5185139398778875</c:v>
                </c:pt>
                <c:pt idx="330">
                  <c:v>2.5198279937757189</c:v>
                </c:pt>
                <c:pt idx="331">
                  <c:v>2.5211380837040362</c:v>
                </c:pt>
                <c:pt idx="332">
                  <c:v>2.5224442335063197</c:v>
                </c:pt>
                <c:pt idx="333">
                  <c:v>2.5237464668115646</c:v>
                </c:pt>
                <c:pt idx="334">
                  <c:v>2.5250448070368452</c:v>
                </c:pt>
                <c:pt idx="335">
                  <c:v>2.5263392773898441</c:v>
                </c:pt>
                <c:pt idx="336">
                  <c:v>2.5276299008713385</c:v>
                </c:pt>
                <c:pt idx="337">
                  <c:v>2.5289167002776547</c:v>
                </c:pt>
                <c:pt idx="338">
                  <c:v>2.5301996982030821</c:v>
                </c:pt>
                <c:pt idx="339">
                  <c:v>2.5314789170422549</c:v>
                </c:pt>
                <c:pt idx="340">
                  <c:v>2.5327543789924976</c:v>
                </c:pt>
                <c:pt idx="341">
                  <c:v>2.5340261060561349</c:v>
                </c:pt>
                <c:pt idx="342">
                  <c:v>2.5352941200427703</c:v>
                </c:pt>
                <c:pt idx="343">
                  <c:v>2.53655844257153</c:v>
                </c:pt>
                <c:pt idx="344">
                  <c:v>2.537819095073274</c:v>
                </c:pt>
                <c:pt idx="345">
                  <c:v>2.5390760987927767</c:v>
                </c:pt>
                <c:pt idx="346">
                  <c:v>2.5403294747908736</c:v>
                </c:pt>
                <c:pt idx="347">
                  <c:v>2.5415792439465807</c:v>
                </c:pt>
                <c:pt idx="348">
                  <c:v>2.5428254269591797</c:v>
                </c:pt>
                <c:pt idx="349">
                  <c:v>2.5440680443502757</c:v>
                </c:pt>
                <c:pt idx="350">
                  <c:v>2.5453071164658239</c:v>
                </c:pt>
                <c:pt idx="351">
                  <c:v>2.5465426634781312</c:v>
                </c:pt>
                <c:pt idx="352">
                  <c:v>2.5477747053878224</c:v>
                </c:pt>
                <c:pt idx="353">
                  <c:v>2.5490032620257876</c:v>
                </c:pt>
                <c:pt idx="354">
                  <c:v>2.5502283530550942</c:v>
                </c:pt>
                <c:pt idx="355">
                  <c:v>2.5514499979728753</c:v>
                </c:pt>
                <c:pt idx="356">
                  <c:v>2.5526682161121932</c:v>
                </c:pt>
                <c:pt idx="357">
                  <c:v>2.5538830266438746</c:v>
                </c:pt>
                <c:pt idx="358">
                  <c:v>2.5550944485783194</c:v>
                </c:pt>
                <c:pt idx="359">
                  <c:v>2.5563025007672873</c:v>
                </c:pt>
                <c:pt idx="360">
                  <c:v>2.5575072019056577</c:v>
                </c:pt>
                <c:pt idx="361">
                  <c:v>2.5587085705331658</c:v>
                </c:pt>
                <c:pt idx="362">
                  <c:v>2.5599066250361124</c:v>
                </c:pt>
                <c:pt idx="363">
                  <c:v>2.5611013836490559</c:v>
                </c:pt>
                <c:pt idx="364">
                  <c:v>2.5622928644564746</c:v>
                </c:pt>
                <c:pt idx="365">
                  <c:v>2.5634810853944106</c:v>
                </c:pt>
                <c:pt idx="366">
                  <c:v>2.5646660642520893</c:v>
                </c:pt>
                <c:pt idx="367">
                  <c:v>2.5658478186735176</c:v>
                </c:pt>
                <c:pt idx="368">
                  <c:v>2.5670263661590602</c:v>
                </c:pt>
                <c:pt idx="369">
                  <c:v>2.568201724066995</c:v>
                </c:pt>
                <c:pt idx="370">
                  <c:v>2.5693739096150461</c:v>
                </c:pt>
                <c:pt idx="371">
                  <c:v>2.5705429398818973</c:v>
                </c:pt>
                <c:pt idx="372">
                  <c:v>2.5717088318086878</c:v>
                </c:pt>
                <c:pt idx="373">
                  <c:v>2.5728716022004803</c:v>
                </c:pt>
                <c:pt idx="374">
                  <c:v>2.5740312677277188</c:v>
                </c:pt>
                <c:pt idx="375">
                  <c:v>2.5751878449276608</c:v>
                </c:pt>
                <c:pt idx="376">
                  <c:v>2.576341350205793</c:v>
                </c:pt>
                <c:pt idx="377">
                  <c:v>2.5774917998372255</c:v>
                </c:pt>
                <c:pt idx="378">
                  <c:v>2.5786392099680722</c:v>
                </c:pt>
                <c:pt idx="379">
                  <c:v>2.5797835966168101</c:v>
                </c:pt>
                <c:pt idx="380">
                  <c:v>2.5809249756756194</c:v>
                </c:pt>
                <c:pt idx="381">
                  <c:v>2.5820633629117089</c:v>
                </c:pt>
                <c:pt idx="382">
                  <c:v>2.5831987739686229</c:v>
                </c:pt>
                <c:pt idx="383">
                  <c:v>2.5843312243675309</c:v>
                </c:pt>
                <c:pt idx="384">
                  <c:v>2.5854607295085006</c:v>
                </c:pt>
                <c:pt idx="385">
                  <c:v>2.5865873046717551</c:v>
                </c:pt>
                <c:pt idx="386">
                  <c:v>2.5877109650189114</c:v>
                </c:pt>
                <c:pt idx="387">
                  <c:v>2.5888317255942073</c:v>
                </c:pt>
                <c:pt idx="388">
                  <c:v>2.5899496013257077</c:v>
                </c:pt>
                <c:pt idx="389">
                  <c:v>2.5910646070264991</c:v>
                </c:pt>
                <c:pt idx="390">
                  <c:v>2.5921767573958667</c:v>
                </c:pt>
                <c:pt idx="391">
                  <c:v>2.5932860670204572</c:v>
                </c:pt>
                <c:pt idx="392">
                  <c:v>2.5943925503754266</c:v>
                </c:pt>
                <c:pt idx="393">
                  <c:v>2.5954962218255742</c:v>
                </c:pt>
                <c:pt idx="394">
                  <c:v>2.5965970956264601</c:v>
                </c:pt>
                <c:pt idx="395">
                  <c:v>2.5976951859255122</c:v>
                </c:pt>
                <c:pt idx="396">
                  <c:v>2.5987905067631152</c:v>
                </c:pt>
                <c:pt idx="397">
                  <c:v>2.5998830720736876</c:v>
                </c:pt>
                <c:pt idx="398">
                  <c:v>2.6009728956867484</c:v>
                </c:pt>
                <c:pt idx="399">
                  <c:v>2.6020599913279625</c:v>
                </c:pt>
                <c:pt idx="400">
                  <c:v>2.6031443726201822</c:v>
                </c:pt>
                <c:pt idx="401">
                  <c:v>2.6042260530844699</c:v>
                </c:pt>
                <c:pt idx="402">
                  <c:v>2.6053050461411096</c:v>
                </c:pt>
                <c:pt idx="403">
                  <c:v>2.6063813651106051</c:v>
                </c:pt>
                <c:pt idx="404">
                  <c:v>2.6074550232146687</c:v>
                </c:pt>
                <c:pt idx="405">
                  <c:v>2.6085260335771943</c:v>
                </c:pt>
                <c:pt idx="406">
                  <c:v>2.6095944092252199</c:v>
                </c:pt>
                <c:pt idx="407">
                  <c:v>2.61066016308988</c:v>
                </c:pt>
                <c:pt idx="408">
                  <c:v>2.6117233080073419</c:v>
                </c:pt>
                <c:pt idx="409">
                  <c:v>2.6127838567197355</c:v>
                </c:pt>
                <c:pt idx="410">
                  <c:v>2.6138418218760693</c:v>
                </c:pt>
                <c:pt idx="411">
                  <c:v>2.6148972160331345</c:v>
                </c:pt>
                <c:pt idx="412">
                  <c:v>2.6159500516564012</c:v>
                </c:pt>
                <c:pt idx="413">
                  <c:v>2.6170003411208991</c:v>
                </c:pt>
                <c:pt idx="414">
                  <c:v>2.6180480967120925</c:v>
                </c:pt>
                <c:pt idx="415">
                  <c:v>2.6190933306267428</c:v>
                </c:pt>
                <c:pt idx="416">
                  <c:v>2.6201360549737576</c:v>
                </c:pt>
                <c:pt idx="417">
                  <c:v>2.621176281775035</c:v>
                </c:pt>
                <c:pt idx="418">
                  <c:v>2.6222140229662951</c:v>
                </c:pt>
                <c:pt idx="419">
                  <c:v>2.6232492903979003</c:v>
                </c:pt>
                <c:pt idx="420">
                  <c:v>2.6242820958356683</c:v>
                </c:pt>
                <c:pt idx="421">
                  <c:v>2.6253124509616739</c:v>
                </c:pt>
                <c:pt idx="422">
                  <c:v>2.6263403673750423</c:v>
                </c:pt>
                <c:pt idx="423">
                  <c:v>2.6273658565927325</c:v>
                </c:pt>
                <c:pt idx="424">
                  <c:v>2.6283889300503116</c:v>
                </c:pt>
                <c:pt idx="425">
                  <c:v>2.6294095991027189</c:v>
                </c:pt>
                <c:pt idx="426">
                  <c:v>2.6304278750250241</c:v>
                </c:pt>
                <c:pt idx="427">
                  <c:v>2.6314437690131722</c:v>
                </c:pt>
                <c:pt idx="428">
                  <c:v>2.6324572921847245</c:v>
                </c:pt>
                <c:pt idx="429">
                  <c:v>2.6334684555795866</c:v>
                </c:pt>
                <c:pt idx="430">
                  <c:v>2.6344772701607315</c:v>
                </c:pt>
                <c:pt idx="431">
                  <c:v>2.6354837468149119</c:v>
                </c:pt>
                <c:pt idx="432">
                  <c:v>2.6364878963533656</c:v>
                </c:pt>
                <c:pt idx="433">
                  <c:v>2.6374897295125108</c:v>
                </c:pt>
                <c:pt idx="434">
                  <c:v>2.6384892569546374</c:v>
                </c:pt>
                <c:pt idx="435">
                  <c:v>2.6394864892685859</c:v>
                </c:pt>
                <c:pt idx="436">
                  <c:v>2.6404814369704219</c:v>
                </c:pt>
                <c:pt idx="437">
                  <c:v>2.6414741105040997</c:v>
                </c:pt>
                <c:pt idx="438">
                  <c:v>2.6424645202421213</c:v>
                </c:pt>
                <c:pt idx="439">
                  <c:v>2.6434526764861874</c:v>
                </c:pt>
                <c:pt idx="440">
                  <c:v>2.6444385894678386</c:v>
                </c:pt>
                <c:pt idx="441">
                  <c:v>2.6454222693490919</c:v>
                </c:pt>
                <c:pt idx="442">
                  <c:v>2.6464037262230695</c:v>
                </c:pt>
                <c:pt idx="443">
                  <c:v>2.6473829701146196</c:v>
                </c:pt>
                <c:pt idx="444">
                  <c:v>2.6483600109809315</c:v>
                </c:pt>
                <c:pt idx="445">
                  <c:v>2.6493348587121419</c:v>
                </c:pt>
                <c:pt idx="446">
                  <c:v>2.6503075231319366</c:v>
                </c:pt>
                <c:pt idx="447">
                  <c:v>2.651278013998144</c:v>
                </c:pt>
                <c:pt idx="448">
                  <c:v>2.6522463410033232</c:v>
                </c:pt>
                <c:pt idx="449">
                  <c:v>2.6532125137753435</c:v>
                </c:pt>
                <c:pt idx="450">
                  <c:v>2.6541765418779604</c:v>
                </c:pt>
                <c:pt idx="451">
                  <c:v>2.655138434811382</c:v>
                </c:pt>
                <c:pt idx="452">
                  <c:v>2.6560982020128319</c:v>
                </c:pt>
                <c:pt idx="453">
                  <c:v>2.6570558528571038</c:v>
                </c:pt>
                <c:pt idx="454">
                  <c:v>2.6580113966571126</c:v>
                </c:pt>
                <c:pt idx="455">
                  <c:v>2.6589648426644348</c:v>
                </c:pt>
                <c:pt idx="456">
                  <c:v>2.6599162000698504</c:v>
                </c:pt>
                <c:pt idx="457">
                  <c:v>2.6608654780038692</c:v>
                </c:pt>
                <c:pt idx="458">
                  <c:v>2.661812685537261</c:v>
                </c:pt>
                <c:pt idx="459">
                  <c:v>2.6627578316815739</c:v>
                </c:pt>
                <c:pt idx="460">
                  <c:v>2.663700925389648</c:v>
                </c:pt>
                <c:pt idx="461">
                  <c:v>2.6646419755561257</c:v>
                </c:pt>
                <c:pt idx="462">
                  <c:v>2.6655809910179533</c:v>
                </c:pt>
                <c:pt idx="463">
                  <c:v>2.6665179805548807</c:v>
                </c:pt>
                <c:pt idx="464">
                  <c:v>2.667452952889954</c:v>
                </c:pt>
                <c:pt idx="465">
                  <c:v>2.6683859166900001</c:v>
                </c:pt>
                <c:pt idx="466">
                  <c:v>2.6693168805661123</c:v>
                </c:pt>
                <c:pt idx="467">
                  <c:v>2.6702458530741242</c:v>
                </c:pt>
                <c:pt idx="468">
                  <c:v>2.6711728427150834</c:v>
                </c:pt>
                <c:pt idx="469">
                  <c:v>2.6720978579357175</c:v>
                </c:pt>
                <c:pt idx="470">
                  <c:v>2.6730209071288962</c:v>
                </c:pt>
                <c:pt idx="471">
                  <c:v>2.673941998634088</c:v>
                </c:pt>
                <c:pt idx="472">
                  <c:v>2.6748611407378116</c:v>
                </c:pt>
                <c:pt idx="473">
                  <c:v>2.6757783416740852</c:v>
                </c:pt>
                <c:pt idx="474">
                  <c:v>2.6766936096248664</c:v>
                </c:pt>
                <c:pt idx="475">
                  <c:v>2.6776069527204931</c:v>
                </c:pt>
                <c:pt idx="476">
                  <c:v>2.6785183790401139</c:v>
                </c:pt>
                <c:pt idx="477">
                  <c:v>2.6794278966121188</c:v>
                </c:pt>
                <c:pt idx="478">
                  <c:v>2.6803355134145632</c:v>
                </c:pt>
                <c:pt idx="479">
                  <c:v>2.6812412373755872</c:v>
                </c:pt>
                <c:pt idx="480">
                  <c:v>2.6821450763738319</c:v>
                </c:pt>
                <c:pt idx="481">
                  <c:v>2.6830470382388496</c:v>
                </c:pt>
                <c:pt idx="482">
                  <c:v>2.6839471307515121</c:v>
                </c:pt>
                <c:pt idx="483">
                  <c:v>2.6848453616444123</c:v>
                </c:pt>
                <c:pt idx="484">
                  <c:v>2.6857417386022635</c:v>
                </c:pt>
                <c:pt idx="485">
                  <c:v>2.6866362692622934</c:v>
                </c:pt>
                <c:pt idx="486">
                  <c:v>2.6875289612146345</c:v>
                </c:pt>
                <c:pt idx="487">
                  <c:v>2.6884198220027105</c:v>
                </c:pt>
                <c:pt idx="488">
                  <c:v>2.6893088591236203</c:v>
                </c:pt>
                <c:pt idx="489">
                  <c:v>2.6901960800285138</c:v>
                </c:pt>
                <c:pt idx="490">
                  <c:v>2.6910814921229687</c:v>
                </c:pt>
                <c:pt idx="491">
                  <c:v>2.6919651027673601</c:v>
                </c:pt>
                <c:pt idx="492">
                  <c:v>2.6928469192772302</c:v>
                </c:pt>
                <c:pt idx="493">
                  <c:v>2.6937269489236471</c:v>
                </c:pt>
                <c:pt idx="494">
                  <c:v>2.6946051989335689</c:v>
                </c:pt>
                <c:pt idx="495">
                  <c:v>2.6954816764901977</c:v>
                </c:pt>
                <c:pt idx="496">
                  <c:v>2.6963563887333319</c:v>
                </c:pt>
                <c:pt idx="497">
                  <c:v>2.6972293427597176</c:v>
                </c:pt>
                <c:pt idx="498">
                  <c:v>2.6981005456233897</c:v>
                </c:pt>
                <c:pt idx="499">
                  <c:v>2.6989700043360187</c:v>
                </c:pt>
                <c:pt idx="500">
                  <c:v>2.6998377258672459</c:v>
                </c:pt>
                <c:pt idx="501">
                  <c:v>2.7007037171450192</c:v>
                </c:pt>
                <c:pt idx="502">
                  <c:v>2.7015679850559273</c:v>
                </c:pt>
                <c:pt idx="503">
                  <c:v>2.7024305364455254</c:v>
                </c:pt>
                <c:pt idx="504">
                  <c:v>2.7032913781186614</c:v>
                </c:pt>
                <c:pt idx="505">
                  <c:v>2.7041505168397992</c:v>
                </c:pt>
                <c:pt idx="506">
                  <c:v>2.705007959333336</c:v>
                </c:pt>
                <c:pt idx="507">
                  <c:v>2.7058637122839193</c:v>
                </c:pt>
                <c:pt idx="508">
                  <c:v>2.7067177823367587</c:v>
                </c:pt>
                <c:pt idx="509">
                  <c:v>2.7075701760979363</c:v>
                </c:pt>
                <c:pt idx="510">
                  <c:v>2.7084209001347128</c:v>
                </c:pt>
                <c:pt idx="511">
                  <c:v>2.7092699609758308</c:v>
                </c:pt>
                <c:pt idx="512">
                  <c:v>2.7101173651118162</c:v>
                </c:pt>
                <c:pt idx="513">
                  <c:v>2.7109631189952759</c:v>
                </c:pt>
                <c:pt idx="514">
                  <c:v>2.7118072290411912</c:v>
                </c:pt>
                <c:pt idx="515">
                  <c:v>2.7126497016272113</c:v>
                </c:pt>
                <c:pt idx="516">
                  <c:v>2.7134905430939424</c:v>
                </c:pt>
                <c:pt idx="517">
                  <c:v>2.7143297597452332</c:v>
                </c:pt>
                <c:pt idx="518">
                  <c:v>2.7151673578484576</c:v>
                </c:pt>
                <c:pt idx="519">
                  <c:v>2.716003343634799</c:v>
                </c:pt>
                <c:pt idx="520">
                  <c:v>2.7168377232995247</c:v>
                </c:pt>
                <c:pt idx="521">
                  <c:v>2.7176705030022621</c:v>
                </c:pt>
                <c:pt idx="522">
                  <c:v>2.7185016888672742</c:v>
                </c:pt>
                <c:pt idx="523">
                  <c:v>2.7193312869837265</c:v>
                </c:pt>
                <c:pt idx="524">
                  <c:v>2.720159303405957</c:v>
                </c:pt>
                <c:pt idx="525">
                  <c:v>2.7209857441537393</c:v>
                </c:pt>
                <c:pt idx="526">
                  <c:v>2.7218106152125467</c:v>
                </c:pt>
                <c:pt idx="527">
                  <c:v>2.7226339225338121</c:v>
                </c:pt>
                <c:pt idx="528">
                  <c:v>2.7234556720351857</c:v>
                </c:pt>
                <c:pt idx="529">
                  <c:v>2.7242758696007892</c:v>
                </c:pt>
                <c:pt idx="530">
                  <c:v>2.725094521081469</c:v>
                </c:pt>
                <c:pt idx="531">
                  <c:v>2.7259116322950483</c:v>
                </c:pt>
                <c:pt idx="532">
                  <c:v>2.7267272090265724</c:v>
                </c:pt>
                <c:pt idx="533">
                  <c:v>2.7275412570285562</c:v>
                </c:pt>
                <c:pt idx="534">
                  <c:v>2.7283537820212285</c:v>
                </c:pt>
                <c:pt idx="535">
                  <c:v>2.7291647896927702</c:v>
                </c:pt>
                <c:pt idx="536">
                  <c:v>2.7299742856995555</c:v>
                </c:pt>
                <c:pt idx="537">
                  <c:v>2.7307822756663893</c:v>
                </c:pt>
                <c:pt idx="538">
                  <c:v>2.7315887651867388</c:v>
                </c:pt>
                <c:pt idx="539">
                  <c:v>2.7323937598229686</c:v>
                </c:pt>
                <c:pt idx="540">
                  <c:v>2.7331972651065692</c:v>
                </c:pt>
                <c:pt idx="541">
                  <c:v>2.7339992865383871</c:v>
                </c:pt>
                <c:pt idx="542">
                  <c:v>2.7347998295888472</c:v>
                </c:pt>
                <c:pt idx="543">
                  <c:v>2.7355988996981799</c:v>
                </c:pt>
                <c:pt idx="544">
                  <c:v>2.7363965022766426</c:v>
                </c:pt>
                <c:pt idx="545">
                  <c:v>2.7371926427047373</c:v>
                </c:pt>
                <c:pt idx="546">
                  <c:v>2.7379873263334309</c:v>
                </c:pt>
                <c:pt idx="547">
                  <c:v>2.7387805584843692</c:v>
                </c:pt>
                <c:pt idx="548">
                  <c:v>2.7395723444500919</c:v>
                </c:pt>
                <c:pt idx="549">
                  <c:v>2.7403626894942437</c:v>
                </c:pt>
                <c:pt idx="550">
                  <c:v>2.7411515988517849</c:v>
                </c:pt>
                <c:pt idx="551">
                  <c:v>2.741939077729199</c:v>
                </c:pt>
                <c:pt idx="552">
                  <c:v>2.7427251313046983</c:v>
                </c:pt>
                <c:pt idx="553">
                  <c:v>2.7435097647284299</c:v>
                </c:pt>
                <c:pt idx="554">
                  <c:v>2.7442929831226763</c:v>
                </c:pt>
                <c:pt idx="555">
                  <c:v>2.7450747915820575</c:v>
                </c:pt>
                <c:pt idx="556">
                  <c:v>2.7458551951737289</c:v>
                </c:pt>
                <c:pt idx="557">
                  <c:v>2.7466341989375787</c:v>
                </c:pt>
                <c:pt idx="558">
                  <c:v>2.7474118078864231</c:v>
                </c:pt>
                <c:pt idx="559">
                  <c:v>2.7481880270062002</c:v>
                </c:pt>
                <c:pt idx="560">
                  <c:v>2.7489628612561616</c:v>
                </c:pt>
                <c:pt idx="561">
                  <c:v>2.7497363155690611</c:v>
                </c:pt>
                <c:pt idx="562">
                  <c:v>2.7505083948513462</c:v>
                </c:pt>
                <c:pt idx="563">
                  <c:v>2.7512791039833422</c:v>
                </c:pt>
                <c:pt idx="564">
                  <c:v>2.7520484478194387</c:v>
                </c:pt>
                <c:pt idx="565">
                  <c:v>2.7528164311882715</c:v>
                </c:pt>
                <c:pt idx="566">
                  <c:v>2.7535830588929064</c:v>
                </c:pt>
                <c:pt idx="567">
                  <c:v>2.7543483357110188</c:v>
                </c:pt>
                <c:pt idx="568">
                  <c:v>2.7551122663950713</c:v>
                </c:pt>
                <c:pt idx="569">
                  <c:v>2.7558748556724915</c:v>
                </c:pt>
                <c:pt idx="570">
                  <c:v>2.7566361082458481</c:v>
                </c:pt>
                <c:pt idx="571">
                  <c:v>2.7573960287930244</c:v>
                </c:pt>
                <c:pt idx="572">
                  <c:v>2.7581546219673898</c:v>
                </c:pt>
                <c:pt idx="573">
                  <c:v>2.7589118923979736</c:v>
                </c:pt>
                <c:pt idx="574">
                  <c:v>2.7596678446896306</c:v>
                </c:pt>
                <c:pt idx="575">
                  <c:v>2.7604224834232118</c:v>
                </c:pt>
                <c:pt idx="576">
                  <c:v>2.7611758131557314</c:v>
                </c:pt>
                <c:pt idx="577">
                  <c:v>2.761927838420529</c:v>
                </c:pt>
                <c:pt idx="578">
                  <c:v>2.762678563727436</c:v>
                </c:pt>
                <c:pt idx="579">
                  <c:v>2.7634279935629373</c:v>
                </c:pt>
                <c:pt idx="580">
                  <c:v>2.7641761323903307</c:v>
                </c:pt>
                <c:pt idx="581">
                  <c:v>2.7649229846498886</c:v>
                </c:pt>
                <c:pt idx="582">
                  <c:v>2.7656685547590141</c:v>
                </c:pt>
                <c:pt idx="583">
                  <c:v>2.7664128471123997</c:v>
                </c:pt>
                <c:pt idx="584">
                  <c:v>2.7671558660821804</c:v>
                </c:pt>
                <c:pt idx="585">
                  <c:v>2.7678976160180908</c:v>
                </c:pt>
                <c:pt idx="586">
                  <c:v>2.7686381012476144</c:v>
                </c:pt>
                <c:pt idx="587">
                  <c:v>2.7693773260761385</c:v>
                </c:pt>
                <c:pt idx="588">
                  <c:v>2.7701152947871015</c:v>
                </c:pt>
                <c:pt idx="589">
                  <c:v>2.7708520116421442</c:v>
                </c:pt>
                <c:pt idx="590">
                  <c:v>2.7715874808812555</c:v>
                </c:pt>
                <c:pt idx="591">
                  <c:v>2.77232170672292</c:v>
                </c:pt>
                <c:pt idx="592">
                  <c:v>2.7730546933642626</c:v>
                </c:pt>
                <c:pt idx="593">
                  <c:v>2.7737864449811935</c:v>
                </c:pt>
                <c:pt idx="594">
                  <c:v>2.7745169657285498</c:v>
                </c:pt>
                <c:pt idx="595">
                  <c:v>2.7752462597402365</c:v>
                </c:pt>
                <c:pt idx="596">
                  <c:v>2.775974331129369</c:v>
                </c:pt>
                <c:pt idx="597">
                  <c:v>2.7767011839884108</c:v>
                </c:pt>
                <c:pt idx="598">
                  <c:v>2.7774268223893115</c:v>
                </c:pt>
                <c:pt idx="599">
                  <c:v>2.7781512503836434</c:v>
                </c:pt>
                <c:pt idx="600">
                  <c:v>2.7788744720027396</c:v>
                </c:pt>
                <c:pt idx="601">
                  <c:v>2.7795964912578244</c:v>
                </c:pt>
                <c:pt idx="602">
                  <c:v>2.7803173121401512</c:v>
                </c:pt>
                <c:pt idx="603">
                  <c:v>2.7810369386211318</c:v>
                </c:pt>
                <c:pt idx="604">
                  <c:v>2.781755374652469</c:v>
                </c:pt>
                <c:pt idx="605">
                  <c:v>2.782472624166286</c:v>
                </c:pt>
                <c:pt idx="606">
                  <c:v>2.7831886910752575</c:v>
                </c:pt>
                <c:pt idx="607">
                  <c:v>2.7839035792727351</c:v>
                </c:pt>
                <c:pt idx="608">
                  <c:v>2.7846172926328752</c:v>
                </c:pt>
                <c:pt idx="609">
                  <c:v>2.7853298350107671</c:v>
                </c:pt>
                <c:pt idx="610">
                  <c:v>2.786041210242554</c:v>
                </c:pt>
                <c:pt idx="611">
                  <c:v>2.7867514221455614</c:v>
                </c:pt>
                <c:pt idx="612">
                  <c:v>2.7874604745184151</c:v>
                </c:pt>
                <c:pt idx="613">
                  <c:v>2.7881683711411678</c:v>
                </c:pt>
                <c:pt idx="614">
                  <c:v>2.7888751157754168</c:v>
                </c:pt>
                <c:pt idx="615">
                  <c:v>2.7895807121644256</c:v>
                </c:pt>
                <c:pt idx="616">
                  <c:v>2.7902851640332416</c:v>
                </c:pt>
                <c:pt idx="617">
                  <c:v>2.7909884750888159</c:v>
                </c:pt>
                <c:pt idx="618">
                  <c:v>2.7916906490201181</c:v>
                </c:pt>
                <c:pt idx="619">
                  <c:v>2.7923916894982539</c:v>
                </c:pt>
                <c:pt idx="620">
                  <c:v>2.79309160017658</c:v>
                </c:pt>
                <c:pt idx="621">
                  <c:v>2.7937903846908188</c:v>
                </c:pt>
                <c:pt idx="622">
                  <c:v>2.7944880466591697</c:v>
                </c:pt>
                <c:pt idx="623">
                  <c:v>2.7951845896824241</c:v>
                </c:pt>
                <c:pt idx="624">
                  <c:v>2.7958800173440754</c:v>
                </c:pt>
                <c:pt idx="625">
                  <c:v>2.7965743332104296</c:v>
                </c:pt>
                <c:pt idx="626">
                  <c:v>2.7972675408307164</c:v>
                </c:pt>
                <c:pt idx="627">
                  <c:v>2.7979596437371961</c:v>
                </c:pt>
                <c:pt idx="628">
                  <c:v>2.7986506454452691</c:v>
                </c:pt>
                <c:pt idx="629">
                  <c:v>2.7993405494535817</c:v>
                </c:pt>
                <c:pt idx="630">
                  <c:v>2.8000293592441343</c:v>
                </c:pt>
                <c:pt idx="631">
                  <c:v>2.8007170782823851</c:v>
                </c:pt>
                <c:pt idx="632">
                  <c:v>2.8014037100173552</c:v>
                </c:pt>
                <c:pt idx="633">
                  <c:v>2.8020892578817329</c:v>
                </c:pt>
                <c:pt idx="634">
                  <c:v>2.8027737252919755</c:v>
                </c:pt>
                <c:pt idx="635">
                  <c:v>2.8034571156484138</c:v>
                </c:pt>
                <c:pt idx="636">
                  <c:v>2.8041394323353503</c:v>
                </c:pt>
                <c:pt idx="637">
                  <c:v>2.8048206787211623</c:v>
                </c:pt>
                <c:pt idx="638">
                  <c:v>2.8055008581584002</c:v>
                </c:pt>
                <c:pt idx="639">
                  <c:v>2.8061799739838871</c:v>
                </c:pt>
                <c:pt idx="640">
                  <c:v>2.8068580295188172</c:v>
                </c:pt>
                <c:pt idx="641">
                  <c:v>2.8075350280688531</c:v>
                </c:pt>
                <c:pt idx="642">
                  <c:v>2.8082109729242219</c:v>
                </c:pt>
                <c:pt idx="643">
                  <c:v>2.808885867359812</c:v>
                </c:pt>
                <c:pt idx="644">
                  <c:v>2.8095597146352675</c:v>
                </c:pt>
                <c:pt idx="645">
                  <c:v>2.8102325179950842</c:v>
                </c:pt>
                <c:pt idx="646">
                  <c:v>2.8109042806687006</c:v>
                </c:pt>
                <c:pt idx="647">
                  <c:v>2.8115750058705933</c:v>
                </c:pt>
                <c:pt idx="648">
                  <c:v>2.8122446968003691</c:v>
                </c:pt>
                <c:pt idx="649">
                  <c:v>2.8129133566428557</c:v>
                </c:pt>
                <c:pt idx="650">
                  <c:v>2.8135809885681922</c:v>
                </c:pt>
                <c:pt idx="651">
                  <c:v>2.8142475957319202</c:v>
                </c:pt>
                <c:pt idx="652">
                  <c:v>2.8149131812750738</c:v>
                </c:pt>
                <c:pt idx="653">
                  <c:v>2.8155777483242672</c:v>
                </c:pt>
                <c:pt idx="654">
                  <c:v>2.8162412999917832</c:v>
                </c:pt>
                <c:pt idx="655">
                  <c:v>2.8169038393756605</c:v>
                </c:pt>
                <c:pt idx="656">
                  <c:v>2.8175653695597807</c:v>
                </c:pt>
                <c:pt idx="657">
                  <c:v>2.8182258936139557</c:v>
                </c:pt>
                <c:pt idx="658">
                  <c:v>2.8188854145940097</c:v>
                </c:pt>
                <c:pt idx="659">
                  <c:v>2.8195439355418688</c:v>
                </c:pt>
                <c:pt idx="660">
                  <c:v>2.8202014594856402</c:v>
                </c:pt>
                <c:pt idx="661">
                  <c:v>2.8208579894397001</c:v>
                </c:pt>
                <c:pt idx="662">
                  <c:v>2.8215135284047732</c:v>
                </c:pt>
                <c:pt idx="663">
                  <c:v>2.8221680793680175</c:v>
                </c:pt>
                <c:pt idx="664">
                  <c:v>2.8228216453031045</c:v>
                </c:pt>
                <c:pt idx="665">
                  <c:v>2.823474229170301</c:v>
                </c:pt>
                <c:pt idx="666">
                  <c:v>2.8241258339165491</c:v>
                </c:pt>
                <c:pt idx="667">
                  <c:v>2.8247764624755458</c:v>
                </c:pt>
                <c:pt idx="668">
                  <c:v>2.8254261177678233</c:v>
                </c:pt>
                <c:pt idx="669">
                  <c:v>2.8260748027008264</c:v>
                </c:pt>
                <c:pt idx="670">
                  <c:v>2.8267225201689921</c:v>
                </c:pt>
                <c:pt idx="671">
                  <c:v>2.8273692730538253</c:v>
                </c:pt>
                <c:pt idx="672">
                  <c:v>2.828015064223977</c:v>
                </c:pt>
                <c:pt idx="673">
                  <c:v>2.8286598965353198</c:v>
                </c:pt>
                <c:pt idx="674">
                  <c:v>2.8293037728310249</c:v>
                </c:pt>
                <c:pt idx="675">
                  <c:v>2.8299466959416359</c:v>
                </c:pt>
                <c:pt idx="676">
                  <c:v>2.8305886686851442</c:v>
                </c:pt>
                <c:pt idx="677">
                  <c:v>2.8312296938670634</c:v>
                </c:pt>
                <c:pt idx="678">
                  <c:v>2.8318697742805017</c:v>
                </c:pt>
                <c:pt idx="679">
                  <c:v>2.8325089127062362</c:v>
                </c:pt>
                <c:pt idx="680">
                  <c:v>2.8331471119127851</c:v>
                </c:pt>
                <c:pt idx="681">
                  <c:v>2.8337843746564788</c:v>
                </c:pt>
                <c:pt idx="682">
                  <c:v>2.8344207036815328</c:v>
                </c:pt>
                <c:pt idx="683">
                  <c:v>2.8350561017201161</c:v>
                </c:pt>
                <c:pt idx="684">
                  <c:v>2.8356905714924254</c:v>
                </c:pt>
                <c:pt idx="685">
                  <c:v>2.8363241157067516</c:v>
                </c:pt>
                <c:pt idx="686">
                  <c:v>2.8369567370595505</c:v>
                </c:pt>
                <c:pt idx="687">
                  <c:v>2.8375884382355112</c:v>
                </c:pt>
                <c:pt idx="688">
                  <c:v>2.8382192219076257</c:v>
                </c:pt>
                <c:pt idx="689">
                  <c:v>2.8388490907372552</c:v>
                </c:pt>
                <c:pt idx="690">
                  <c:v>2.8394780473741985</c:v>
                </c:pt>
                <c:pt idx="691">
                  <c:v>2.840106094456758</c:v>
                </c:pt>
                <c:pt idx="692">
                  <c:v>2.8407332346118066</c:v>
                </c:pt>
                <c:pt idx="693">
                  <c:v>2.8413594704548548</c:v>
                </c:pt>
                <c:pt idx="694">
                  <c:v>2.8419848045901137</c:v>
                </c:pt>
                <c:pt idx="695">
                  <c:v>2.842609239610562</c:v>
                </c:pt>
                <c:pt idx="696">
                  <c:v>2.8432327780980096</c:v>
                </c:pt>
                <c:pt idx="697">
                  <c:v>2.8438554226231609</c:v>
                </c:pt>
                <c:pt idx="698">
                  <c:v>2.8444771757456815</c:v>
                </c:pt>
                <c:pt idx="699">
                  <c:v>2.8450980400142569</c:v>
                </c:pt>
                <c:pt idx="700">
                  <c:v>2.8457180179666586</c:v>
                </c:pt>
                <c:pt idx="701">
                  <c:v>2.8463371121298051</c:v>
                </c:pt>
                <c:pt idx="702">
                  <c:v>2.8469553250198238</c:v>
                </c:pt>
                <c:pt idx="703">
                  <c:v>2.847572659142112</c:v>
                </c:pt>
                <c:pt idx="704">
                  <c:v>2.8481891169913989</c:v>
                </c:pt>
                <c:pt idx="705">
                  <c:v>2.8488047010518036</c:v>
                </c:pt>
                <c:pt idx="706">
                  <c:v>2.8494194137968996</c:v>
                </c:pt>
                <c:pt idx="707">
                  <c:v>2.8500332576897689</c:v>
                </c:pt>
                <c:pt idx="708">
                  <c:v>2.8506462351830666</c:v>
                </c:pt>
                <c:pt idx="709">
                  <c:v>2.8512583487190755</c:v>
                </c:pt>
                <c:pt idx="710">
                  <c:v>2.8518696007297661</c:v>
                </c:pt>
                <c:pt idx="711">
                  <c:v>2.8524799936368566</c:v>
                </c:pt>
                <c:pt idx="712">
                  <c:v>2.8530895298518657</c:v>
                </c:pt>
                <c:pt idx="713">
                  <c:v>2.8536982117761744</c:v>
                </c:pt>
                <c:pt idx="714">
                  <c:v>2.8543060418010806</c:v>
                </c:pt>
                <c:pt idx="715">
                  <c:v>2.8549130223078554</c:v>
                </c:pt>
                <c:pt idx="716">
                  <c:v>2.8555191556678001</c:v>
                </c:pt>
                <c:pt idx="717">
                  <c:v>2.8561244442423002</c:v>
                </c:pt>
                <c:pt idx="718">
                  <c:v>2.8567288903828825</c:v>
                </c:pt>
                <c:pt idx="719">
                  <c:v>2.8573324964312685</c:v>
                </c:pt>
                <c:pt idx="720">
                  <c:v>2.8579352647194289</c:v>
                </c:pt>
                <c:pt idx="721">
                  <c:v>2.858537197569639</c:v>
                </c:pt>
                <c:pt idx="722">
                  <c:v>2.859138297294531</c:v>
                </c:pt>
                <c:pt idx="723">
                  <c:v>2.8597385661971471</c:v>
                </c:pt>
                <c:pt idx="724">
                  <c:v>2.8603380065709936</c:v>
                </c:pt>
                <c:pt idx="725">
                  <c:v>2.8609366207000937</c:v>
                </c:pt>
                <c:pt idx="726">
                  <c:v>2.8615344108590377</c:v>
                </c:pt>
                <c:pt idx="727">
                  <c:v>2.8621313793130372</c:v>
                </c:pt>
                <c:pt idx="728">
                  <c:v>2.8627275283179747</c:v>
                </c:pt>
                <c:pt idx="729">
                  <c:v>2.8633228601204559</c:v>
                </c:pt>
                <c:pt idx="730">
                  <c:v>2.8639173769578603</c:v>
                </c:pt>
                <c:pt idx="731">
                  <c:v>2.8645110810583918</c:v>
                </c:pt>
                <c:pt idx="732">
                  <c:v>2.8651039746411278</c:v>
                </c:pt>
                <c:pt idx="733">
                  <c:v>2.8656960599160706</c:v>
                </c:pt>
                <c:pt idx="734">
                  <c:v>2.8662873390841948</c:v>
                </c:pt>
                <c:pt idx="735">
                  <c:v>2.8668778143374989</c:v>
                </c:pt>
                <c:pt idx="736">
                  <c:v>2.8674674878590514</c:v>
                </c:pt>
                <c:pt idx="737">
                  <c:v>2.8680563618230415</c:v>
                </c:pt>
                <c:pt idx="738">
                  <c:v>2.8686444383948255</c:v>
                </c:pt>
                <c:pt idx="739">
                  <c:v>2.8692317197309762</c:v>
                </c:pt>
                <c:pt idx="740">
                  <c:v>2.869818207979328</c:v>
                </c:pt>
                <c:pt idx="741">
                  <c:v>2.8704039052790269</c:v>
                </c:pt>
                <c:pt idx="742">
                  <c:v>2.8709888137605755</c:v>
                </c:pt>
                <c:pt idx="743">
                  <c:v>2.8715729355458786</c:v>
                </c:pt>
                <c:pt idx="744">
                  <c:v>2.8721562727482928</c:v>
                </c:pt>
                <c:pt idx="745">
                  <c:v>2.8727388274726686</c:v>
                </c:pt>
                <c:pt idx="746">
                  <c:v>2.8733206018153989</c:v>
                </c:pt>
                <c:pt idx="747">
                  <c:v>2.8739015978644615</c:v>
                </c:pt>
                <c:pt idx="748">
                  <c:v>2.8744818176994666</c:v>
                </c:pt>
                <c:pt idx="749">
                  <c:v>2.8750612633917001</c:v>
                </c:pt>
                <c:pt idx="750">
                  <c:v>2.8756399370041685</c:v>
                </c:pt>
                <c:pt idx="751">
                  <c:v>2.8762178405916421</c:v>
                </c:pt>
                <c:pt idx="752">
                  <c:v>2.8767949762007006</c:v>
                </c:pt>
                <c:pt idx="753">
                  <c:v>2.8773713458697738</c:v>
                </c:pt>
                <c:pt idx="754">
                  <c:v>2.8779469516291885</c:v>
                </c:pt>
                <c:pt idx="755">
                  <c:v>2.8785217955012063</c:v>
                </c:pt>
                <c:pt idx="756">
                  <c:v>2.8790958795000727</c:v>
                </c:pt>
                <c:pt idx="757">
                  <c:v>2.8796692056320534</c:v>
                </c:pt>
                <c:pt idx="758">
                  <c:v>2.8802417758954801</c:v>
                </c:pt>
                <c:pt idx="759">
                  <c:v>2.8808135922807914</c:v>
                </c:pt>
                <c:pt idx="760">
                  <c:v>2.8813846567705728</c:v>
                </c:pt>
                <c:pt idx="761">
                  <c:v>2.8819549713396007</c:v>
                </c:pt>
                <c:pt idx="762">
                  <c:v>2.8825245379548803</c:v>
                </c:pt>
                <c:pt idx="763">
                  <c:v>2.8830933585756897</c:v>
                </c:pt>
                <c:pt idx="764">
                  <c:v>2.8836614351536176</c:v>
                </c:pt>
                <c:pt idx="765">
                  <c:v>2.8842287696326041</c:v>
                </c:pt>
                <c:pt idx="766">
                  <c:v>2.8847953639489812</c:v>
                </c:pt>
                <c:pt idx="767">
                  <c:v>2.8853612200315122</c:v>
                </c:pt>
                <c:pt idx="768">
                  <c:v>2.885926339801431</c:v>
                </c:pt>
                <c:pt idx="769">
                  <c:v>2.8864907251724818</c:v>
                </c:pt>
                <c:pt idx="770">
                  <c:v>2.8870543780509568</c:v>
                </c:pt>
                <c:pt idx="771">
                  <c:v>2.8876173003357359</c:v>
                </c:pt>
                <c:pt idx="772">
                  <c:v>2.888179493918325</c:v>
                </c:pt>
                <c:pt idx="773">
                  <c:v>2.8887409606828927</c:v>
                </c:pt>
                <c:pt idx="774">
                  <c:v>2.8893017025063101</c:v>
                </c:pt>
                <c:pt idx="775">
                  <c:v>2.8898617212581885</c:v>
                </c:pt>
                <c:pt idx="776">
                  <c:v>2.8904210188009141</c:v>
                </c:pt>
                <c:pt idx="777">
                  <c:v>2.890979596989689</c:v>
                </c:pt>
                <c:pt idx="778">
                  <c:v>2.8915374576725643</c:v>
                </c:pt>
                <c:pt idx="779">
                  <c:v>2.8920946026904804</c:v>
                </c:pt>
                <c:pt idx="780">
                  <c:v>2.8926510338773004</c:v>
                </c:pt>
                <c:pt idx="781">
                  <c:v>2.893206753059848</c:v>
                </c:pt>
                <c:pt idx="782">
                  <c:v>2.8937617620579434</c:v>
                </c:pt>
                <c:pt idx="783">
                  <c:v>2.8943160626844384</c:v>
                </c:pt>
                <c:pt idx="784">
                  <c:v>2.8948696567452528</c:v>
                </c:pt>
                <c:pt idx="785">
                  <c:v>2.8954225460394079</c:v>
                </c:pt>
                <c:pt idx="786">
                  <c:v>2.8959747323590648</c:v>
                </c:pt>
                <c:pt idx="787">
                  <c:v>2.8965262174895554</c:v>
                </c:pt>
                <c:pt idx="788">
                  <c:v>2.8970770032094202</c:v>
                </c:pt>
                <c:pt idx="789">
                  <c:v>2.8976270912904414</c:v>
                </c:pt>
                <c:pt idx="790">
                  <c:v>2.8981764834976764</c:v>
                </c:pt>
                <c:pt idx="791">
                  <c:v>2.8987251815894934</c:v>
                </c:pt>
                <c:pt idx="792">
                  <c:v>2.8992731873176036</c:v>
                </c:pt>
                <c:pt idx="793">
                  <c:v>2.8998205024270964</c:v>
                </c:pt>
                <c:pt idx="794">
                  <c:v>2.9003671286564705</c:v>
                </c:pt>
                <c:pt idx="795">
                  <c:v>2.9009130677376689</c:v>
                </c:pt>
                <c:pt idx="796">
                  <c:v>2.9014583213961123</c:v>
                </c:pt>
                <c:pt idx="797">
                  <c:v>2.9020028913507296</c:v>
                </c:pt>
                <c:pt idx="798">
                  <c:v>2.9025467793139912</c:v>
                </c:pt>
                <c:pt idx="799">
                  <c:v>2.9030899869919438</c:v>
                </c:pt>
                <c:pt idx="800">
                  <c:v>2.9036325160842376</c:v>
                </c:pt>
                <c:pt idx="801">
                  <c:v>2.9041743682841634</c:v>
                </c:pt>
                <c:pt idx="802">
                  <c:v>2.9047155452786808</c:v>
                </c:pt>
                <c:pt idx="803">
                  <c:v>2.9052560487484511</c:v>
                </c:pt>
                <c:pt idx="804">
                  <c:v>2.9057958803678687</c:v>
                </c:pt>
                <c:pt idx="805">
                  <c:v>2.9063350418050908</c:v>
                </c:pt>
                <c:pt idx="806">
                  <c:v>2.9068735347220702</c:v>
                </c:pt>
                <c:pt idx="807">
                  <c:v>2.907411360774586</c:v>
                </c:pt>
                <c:pt idx="808">
                  <c:v>2.9079485216122722</c:v>
                </c:pt>
                <c:pt idx="809">
                  <c:v>2.90848501887865</c:v>
                </c:pt>
                <c:pt idx="810">
                  <c:v>2.909020854211156</c:v>
                </c:pt>
                <c:pt idx="811">
                  <c:v>2.9095560292411755</c:v>
                </c:pt>
                <c:pt idx="812">
                  <c:v>2.910090545594068</c:v>
                </c:pt>
                <c:pt idx="813">
                  <c:v>2.9106244048892012</c:v>
                </c:pt>
                <c:pt idx="814">
                  <c:v>2.9111576087399764</c:v>
                </c:pt>
                <c:pt idx="815">
                  <c:v>2.9116901587538613</c:v>
                </c:pt>
                <c:pt idx="816">
                  <c:v>2.9122220565324155</c:v>
                </c:pt>
                <c:pt idx="817">
                  <c:v>2.9127533036713231</c:v>
                </c:pt>
                <c:pt idx="818">
                  <c:v>2.9132839017604186</c:v>
                </c:pt>
                <c:pt idx="819">
                  <c:v>2.9138138523837167</c:v>
                </c:pt>
                <c:pt idx="820">
                  <c:v>2.9143431571194407</c:v>
                </c:pt>
                <c:pt idx="821">
                  <c:v>2.9148718175400505</c:v>
                </c:pt>
                <c:pt idx="822">
                  <c:v>2.9153998352122699</c:v>
                </c:pt>
                <c:pt idx="823">
                  <c:v>2.9159272116971158</c:v>
                </c:pt>
                <c:pt idx="824">
                  <c:v>2.916453948549925</c:v>
                </c:pt>
                <c:pt idx="825">
                  <c:v>2.9169800473203824</c:v>
                </c:pt>
                <c:pt idx="826">
                  <c:v>2.9175055095525466</c:v>
                </c:pt>
                <c:pt idx="827">
                  <c:v>2.9180303367848803</c:v>
                </c:pt>
                <c:pt idx="828">
                  <c:v>2.9185545305502734</c:v>
                </c:pt>
                <c:pt idx="829">
                  <c:v>2.9190780923760737</c:v>
                </c:pt>
                <c:pt idx="830">
                  <c:v>2.9196010237841108</c:v>
                </c:pt>
                <c:pt idx="831">
                  <c:v>2.920123326290724</c:v>
                </c:pt>
                <c:pt idx="832">
                  <c:v>2.9206450014067875</c:v>
                </c:pt>
                <c:pt idx="833">
                  <c:v>2.9211660506377388</c:v>
                </c:pt>
                <c:pt idx="834">
                  <c:v>2.9216864754836021</c:v>
                </c:pt>
                <c:pt idx="835">
                  <c:v>2.9222062774390163</c:v>
                </c:pt>
                <c:pt idx="836">
                  <c:v>2.92272545799326</c:v>
                </c:pt>
                <c:pt idx="837">
                  <c:v>2.9232440186302764</c:v>
                </c:pt>
                <c:pt idx="838">
                  <c:v>2.9237619608287004</c:v>
                </c:pt>
                <c:pt idx="839">
                  <c:v>2.9242792860618816</c:v>
                </c:pt>
                <c:pt idx="840">
                  <c:v>2.9247959957979122</c:v>
                </c:pt>
                <c:pt idx="841">
                  <c:v>2.9253120914996495</c:v>
                </c:pt>
                <c:pt idx="842">
                  <c:v>2.9258275746247424</c:v>
                </c:pt>
                <c:pt idx="843">
                  <c:v>2.9263424466256551</c:v>
                </c:pt>
                <c:pt idx="844">
                  <c:v>2.9268567089496922</c:v>
                </c:pt>
                <c:pt idx="845">
                  <c:v>2.9273703630390235</c:v>
                </c:pt>
                <c:pt idx="846">
                  <c:v>2.9278834103307068</c:v>
                </c:pt>
                <c:pt idx="847">
                  <c:v>2.9283958522567137</c:v>
                </c:pt>
                <c:pt idx="848">
                  <c:v>2.9289076902439528</c:v>
                </c:pt>
                <c:pt idx="849">
                  <c:v>2.9294189257142929</c:v>
                </c:pt>
                <c:pt idx="850">
                  <c:v>2.929929560084588</c:v>
                </c:pt>
                <c:pt idx="851">
                  <c:v>2.9304395947667001</c:v>
                </c:pt>
                <c:pt idx="852">
                  <c:v>2.9309490311675228</c:v>
                </c:pt>
                <c:pt idx="853">
                  <c:v>2.9314578706890049</c:v>
                </c:pt>
                <c:pt idx="854">
                  <c:v>2.9319661147281728</c:v>
                </c:pt>
                <c:pt idx="855">
                  <c:v>2.932473764677153</c:v>
                </c:pt>
                <c:pt idx="856">
                  <c:v>2.9329808219231981</c:v>
                </c:pt>
                <c:pt idx="857">
                  <c:v>2.9334872878487053</c:v>
                </c:pt>
                <c:pt idx="858">
                  <c:v>2.9339931638312424</c:v>
                </c:pt>
                <c:pt idx="859">
                  <c:v>2.9344984512435679</c:v>
                </c:pt>
                <c:pt idx="860">
                  <c:v>2.935003151453655</c:v>
                </c:pt>
                <c:pt idx="861">
                  <c:v>2.9355072658247128</c:v>
                </c:pt>
                <c:pt idx="862">
                  <c:v>2.9360107957152097</c:v>
                </c:pt>
                <c:pt idx="863">
                  <c:v>2.9365137424788932</c:v>
                </c:pt>
                <c:pt idx="864">
                  <c:v>2.9370161074648142</c:v>
                </c:pt>
                <c:pt idx="865">
                  <c:v>2.9375178920173468</c:v>
                </c:pt>
                <c:pt idx="866">
                  <c:v>2.9380190974762104</c:v>
                </c:pt>
                <c:pt idx="867">
                  <c:v>2.9385197251764921</c:v>
                </c:pt>
                <c:pt idx="868">
                  <c:v>2.9390197764486663</c:v>
                </c:pt>
                <c:pt idx="869">
                  <c:v>2.9395192526186187</c:v>
                </c:pt>
                <c:pt idx="870">
                  <c:v>2.9400181550076634</c:v>
                </c:pt>
                <c:pt idx="871">
                  <c:v>2.9405164849325671</c:v>
                </c:pt>
                <c:pt idx="872">
                  <c:v>2.9410142437055695</c:v>
                </c:pt>
                <c:pt idx="873">
                  <c:v>2.9415114326344032</c:v>
                </c:pt>
                <c:pt idx="874">
                  <c:v>2.9420080530223132</c:v>
                </c:pt>
                <c:pt idx="875">
                  <c:v>2.9425041061680806</c:v>
                </c:pt>
                <c:pt idx="876">
                  <c:v>2.9429995933660407</c:v>
                </c:pt>
                <c:pt idx="877">
                  <c:v>2.9434945159061026</c:v>
                </c:pt>
                <c:pt idx="878">
                  <c:v>2.9439888750737717</c:v>
                </c:pt>
                <c:pt idx="879">
                  <c:v>2.9444826721501687</c:v>
                </c:pt>
                <c:pt idx="880">
                  <c:v>2.9449759084120477</c:v>
                </c:pt>
                <c:pt idx="881">
                  <c:v>2.9454685851318199</c:v>
                </c:pt>
                <c:pt idx="882">
                  <c:v>2.9459607035775686</c:v>
                </c:pt>
                <c:pt idx="883">
                  <c:v>2.9464522650130731</c:v>
                </c:pt>
                <c:pt idx="884">
                  <c:v>2.9469432706978256</c:v>
                </c:pt>
                <c:pt idx="885">
                  <c:v>2.9474337218870508</c:v>
                </c:pt>
                <c:pt idx="886">
                  <c:v>2.9479236198317262</c:v>
                </c:pt>
                <c:pt idx="887">
                  <c:v>2.9484129657786009</c:v>
                </c:pt>
                <c:pt idx="888">
                  <c:v>2.9489017609702137</c:v>
                </c:pt>
                <c:pt idx="889">
                  <c:v>2.9493900066449128</c:v>
                </c:pt>
                <c:pt idx="890">
                  <c:v>2.9498777040368749</c:v>
                </c:pt>
                <c:pt idx="891">
                  <c:v>2.9503648543761232</c:v>
                </c:pt>
                <c:pt idx="892">
                  <c:v>2.9508514588885464</c:v>
                </c:pt>
                <c:pt idx="893">
                  <c:v>2.9513375187959179</c:v>
                </c:pt>
                <c:pt idx="894">
                  <c:v>2.9518230353159121</c:v>
                </c:pt>
                <c:pt idx="895">
                  <c:v>2.9523080096621253</c:v>
                </c:pt>
                <c:pt idx="896">
                  <c:v>2.9527924430440922</c:v>
                </c:pt>
                <c:pt idx="897">
                  <c:v>2.9532763366673045</c:v>
                </c:pt>
                <c:pt idx="898">
                  <c:v>2.9537596917332287</c:v>
                </c:pt>
                <c:pt idx="899">
                  <c:v>2.9542425094393248</c:v>
                </c:pt>
                <c:pt idx="900">
                  <c:v>2.9547247909790628</c:v>
                </c:pt>
                <c:pt idx="901">
                  <c:v>2.9552065375419416</c:v>
                </c:pt>
                <c:pt idx="902">
                  <c:v>2.9556877503135057</c:v>
                </c:pt>
                <c:pt idx="903">
                  <c:v>2.9561684304753633</c:v>
                </c:pt>
                <c:pt idx="904">
                  <c:v>2.9566485792052033</c:v>
                </c:pt>
                <c:pt idx="905">
                  <c:v>2.9571281976768131</c:v>
                </c:pt>
                <c:pt idx="906">
                  <c:v>2.9576072870600951</c:v>
                </c:pt>
                <c:pt idx="907">
                  <c:v>2.958085848521085</c:v>
                </c:pt>
                <c:pt idx="908">
                  <c:v>2.9585638832219674</c:v>
                </c:pt>
                <c:pt idx="909">
                  <c:v>2.9590413923210934</c:v>
                </c:pt>
                <c:pt idx="910">
                  <c:v>2.9595183769729982</c:v>
                </c:pt>
                <c:pt idx="911">
                  <c:v>2.959994838328416</c:v>
                </c:pt>
                <c:pt idx="912">
                  <c:v>2.9604707775342991</c:v>
                </c:pt>
                <c:pt idx="913">
                  <c:v>2.9609461957338312</c:v>
                </c:pt>
                <c:pt idx="914">
                  <c:v>2.9614210940664485</c:v>
                </c:pt>
                <c:pt idx="915">
                  <c:v>2.9618954736678504</c:v>
                </c:pt>
                <c:pt idx="916">
                  <c:v>2.9623693356700209</c:v>
                </c:pt>
                <c:pt idx="917">
                  <c:v>2.9628426812012423</c:v>
                </c:pt>
                <c:pt idx="918">
                  <c:v>2.9633155113861114</c:v>
                </c:pt>
                <c:pt idx="919">
                  <c:v>2.9637878273455551</c:v>
                </c:pt>
                <c:pt idx="920">
                  <c:v>2.9642596301968491</c:v>
                </c:pt>
                <c:pt idx="921">
                  <c:v>2.9647309210536292</c:v>
                </c:pt>
                <c:pt idx="922">
                  <c:v>2.965201701025912</c:v>
                </c:pt>
                <c:pt idx="923">
                  <c:v>2.9656719712201065</c:v>
                </c:pt>
                <c:pt idx="924">
                  <c:v>2.9661417327390325</c:v>
                </c:pt>
                <c:pt idx="925">
                  <c:v>2.9666109866819341</c:v>
                </c:pt>
                <c:pt idx="926">
                  <c:v>2.9670797341444972</c:v>
                </c:pt>
                <c:pt idx="927">
                  <c:v>2.9675479762188619</c:v>
                </c:pt>
                <c:pt idx="928">
                  <c:v>2.9680157139936418</c:v>
                </c:pt>
                <c:pt idx="929">
                  <c:v>2.9684829485539352</c:v>
                </c:pt>
                <c:pt idx="930">
                  <c:v>2.9689496809813427</c:v>
                </c:pt>
                <c:pt idx="931">
                  <c:v>2.9694159123539814</c:v>
                </c:pt>
                <c:pt idx="932">
                  <c:v>2.9698816437465001</c:v>
                </c:pt>
                <c:pt idx="933">
                  <c:v>2.9703468762300935</c:v>
                </c:pt>
                <c:pt idx="934">
                  <c:v>2.9708116108725178</c:v>
                </c:pt>
                <c:pt idx="935">
                  <c:v>2.971275848738105</c:v>
                </c:pt>
                <c:pt idx="936">
                  <c:v>2.9717395908877782</c:v>
                </c:pt>
                <c:pt idx="937">
                  <c:v>2.9722028383790646</c:v>
                </c:pt>
                <c:pt idx="938">
                  <c:v>2.9726655922661109</c:v>
                </c:pt>
                <c:pt idx="939">
                  <c:v>2.9731278535996988</c:v>
                </c:pt>
                <c:pt idx="940">
                  <c:v>2.973589623427257</c:v>
                </c:pt>
                <c:pt idx="941">
                  <c:v>2.9740509027928774</c:v>
                </c:pt>
                <c:pt idx="942">
                  <c:v>2.9745116927373285</c:v>
                </c:pt>
                <c:pt idx="943">
                  <c:v>2.9749719942980688</c:v>
                </c:pt>
                <c:pt idx="944">
                  <c:v>2.975431808509263</c:v>
                </c:pt>
                <c:pt idx="945">
                  <c:v>2.9758911364017928</c:v>
                </c:pt>
                <c:pt idx="946">
                  <c:v>2.9763499790032735</c:v>
                </c:pt>
                <c:pt idx="947">
                  <c:v>2.976808337338066</c:v>
                </c:pt>
                <c:pt idx="948">
                  <c:v>2.9772662124272928</c:v>
                </c:pt>
                <c:pt idx="949">
                  <c:v>2.9777236052888476</c:v>
                </c:pt>
                <c:pt idx="950">
                  <c:v>2.9781805169374138</c:v>
                </c:pt>
                <c:pt idx="951">
                  <c:v>2.9786369483844743</c:v>
                </c:pt>
                <c:pt idx="952">
                  <c:v>2.9790929006383262</c:v>
                </c:pt>
                <c:pt idx="953">
                  <c:v>2.9795483747040952</c:v>
                </c:pt>
                <c:pt idx="954">
                  <c:v>2.9800033715837464</c:v>
                </c:pt>
                <c:pt idx="955">
                  <c:v>2.9804578922761</c:v>
                </c:pt>
                <c:pt idx="956">
                  <c:v>2.9809119377768436</c:v>
                </c:pt>
                <c:pt idx="957">
                  <c:v>2.9813655090785445</c:v>
                </c:pt>
                <c:pt idx="958">
                  <c:v>2.9818186071706636</c:v>
                </c:pt>
                <c:pt idx="959">
                  <c:v>2.9822712330395684</c:v>
                </c:pt>
                <c:pt idx="960">
                  <c:v>2.9827233876685453</c:v>
                </c:pt>
                <c:pt idx="961">
                  <c:v>2.9831750720378132</c:v>
                </c:pt>
                <c:pt idx="962">
                  <c:v>2.9836262871245345</c:v>
                </c:pt>
                <c:pt idx="963">
                  <c:v>2.9840770339028309</c:v>
                </c:pt>
                <c:pt idx="964">
                  <c:v>2.9845273133437926</c:v>
                </c:pt>
                <c:pt idx="965">
                  <c:v>2.9849771264154934</c:v>
                </c:pt>
                <c:pt idx="966">
                  <c:v>2.9854264740830017</c:v>
                </c:pt>
                <c:pt idx="967">
                  <c:v>2.9858753573083936</c:v>
                </c:pt>
                <c:pt idx="968">
                  <c:v>2.9863237770507651</c:v>
                </c:pt>
                <c:pt idx="969">
                  <c:v>2.9867717342662448</c:v>
                </c:pt>
                <c:pt idx="970">
                  <c:v>2.9872192299080047</c:v>
                </c:pt>
                <c:pt idx="971">
                  <c:v>2.9876662649262746</c:v>
                </c:pt>
                <c:pt idx="972">
                  <c:v>2.9881128402683519</c:v>
                </c:pt>
                <c:pt idx="973">
                  <c:v>2.9885589568786157</c:v>
                </c:pt>
                <c:pt idx="974">
                  <c:v>2.989004615698537</c:v>
                </c:pt>
                <c:pt idx="975">
                  <c:v>2.9894498176666917</c:v>
                </c:pt>
                <c:pt idx="976">
                  <c:v>2.989894563718773</c:v>
                </c:pt>
                <c:pt idx="977">
                  <c:v>2.9903388547876015</c:v>
                </c:pt>
                <c:pt idx="978">
                  <c:v>2.9907826918031377</c:v>
                </c:pt>
                <c:pt idx="979">
                  <c:v>2.9912260756924947</c:v>
                </c:pt>
                <c:pt idx="980">
                  <c:v>2.9916690073799486</c:v>
                </c:pt>
                <c:pt idx="981">
                  <c:v>2.9921114877869495</c:v>
                </c:pt>
                <c:pt idx="982">
                  <c:v>2.9925535178321354</c:v>
                </c:pt>
                <c:pt idx="983">
                  <c:v>2.9929950984313414</c:v>
                </c:pt>
                <c:pt idx="984">
                  <c:v>2.9934362304976116</c:v>
                </c:pt>
                <c:pt idx="985">
                  <c:v>2.993876914941211</c:v>
                </c:pt>
                <c:pt idx="986">
                  <c:v>2.9943171526696366</c:v>
                </c:pt>
                <c:pt idx="987">
                  <c:v>2.9947569445876283</c:v>
                </c:pt>
                <c:pt idx="988">
                  <c:v>2.9951962915971793</c:v>
                </c:pt>
                <c:pt idx="989">
                  <c:v>2.9956351945975501</c:v>
                </c:pt>
                <c:pt idx="990">
                  <c:v>2.9960736544852753</c:v>
                </c:pt>
                <c:pt idx="991">
                  <c:v>2.9965116721541785</c:v>
                </c:pt>
                <c:pt idx="992">
                  <c:v>2.996949248495381</c:v>
                </c:pt>
                <c:pt idx="993">
                  <c:v>2.9973863843973132</c:v>
                </c:pt>
                <c:pt idx="994">
                  <c:v>2.9978230807457256</c:v>
                </c:pt>
                <c:pt idx="995">
                  <c:v>2.9982593384236988</c:v>
                </c:pt>
                <c:pt idx="996">
                  <c:v>2.9986951583116559</c:v>
                </c:pt>
                <c:pt idx="997">
                  <c:v>2.999130541287371</c:v>
                </c:pt>
                <c:pt idx="998">
                  <c:v>2.9995654882259823</c:v>
                </c:pt>
                <c:pt idx="999">
                  <c:v>3</c:v>
                </c:pt>
                <c:pt idx="1000">
                  <c:v>3.0004340774793188</c:v>
                </c:pt>
              </c:numCache>
            </c:numRef>
          </c:xVal>
          <c:yVal>
            <c:numRef>
              <c:f>Magic_graph_data1!$F$2:$F$1002</c:f>
              <c:numCache>
                <c:formatCode>General</c:formatCode>
                <c:ptCount val="1001"/>
                <c:pt idx="0">
                  <c:v>0.99029999999999996</c:v>
                </c:pt>
                <c:pt idx="1">
                  <c:v>0.99068000000000001</c:v>
                </c:pt>
                <c:pt idx="2">
                  <c:v>0.99085000000000001</c:v>
                </c:pt>
                <c:pt idx="3">
                  <c:v>0.99087999999999998</c:v>
                </c:pt>
                <c:pt idx="4">
                  <c:v>0.9909</c:v>
                </c:pt>
                <c:pt idx="5">
                  <c:v>0.99078999999999995</c:v>
                </c:pt>
                <c:pt idx="6">
                  <c:v>0.99056999999999995</c:v>
                </c:pt>
                <c:pt idx="7">
                  <c:v>0.99065999999999999</c:v>
                </c:pt>
                <c:pt idx="8">
                  <c:v>0.99065999999999999</c:v>
                </c:pt>
                <c:pt idx="9">
                  <c:v>0.99058999999999997</c:v>
                </c:pt>
                <c:pt idx="10">
                  <c:v>0.99053999999999998</c:v>
                </c:pt>
                <c:pt idx="11">
                  <c:v>0.99051999999999996</c:v>
                </c:pt>
                <c:pt idx="12">
                  <c:v>0.99048000000000003</c:v>
                </c:pt>
                <c:pt idx="13">
                  <c:v>0.99058999999999997</c:v>
                </c:pt>
                <c:pt idx="14">
                  <c:v>0.99051999999999996</c:v>
                </c:pt>
                <c:pt idx="15">
                  <c:v>0.99051999999999996</c:v>
                </c:pt>
                <c:pt idx="16">
                  <c:v>0.99051999999999996</c:v>
                </c:pt>
                <c:pt idx="17">
                  <c:v>0.99051999999999996</c:v>
                </c:pt>
                <c:pt idx="18">
                  <c:v>0.99051999999999996</c:v>
                </c:pt>
                <c:pt idx="19">
                  <c:v>0.99051999999999996</c:v>
                </c:pt>
                <c:pt idx="20">
                  <c:v>0.99051999999999996</c:v>
                </c:pt>
                <c:pt idx="21">
                  <c:v>0.99051999999999996</c:v>
                </c:pt>
                <c:pt idx="22">
                  <c:v>0.99051999999999996</c:v>
                </c:pt>
                <c:pt idx="23">
                  <c:v>0.99051999999999996</c:v>
                </c:pt>
                <c:pt idx="24">
                  <c:v>0.99051999999999996</c:v>
                </c:pt>
                <c:pt idx="25">
                  <c:v>0.99051999999999996</c:v>
                </c:pt>
                <c:pt idx="26">
                  <c:v>0.99051999999999996</c:v>
                </c:pt>
                <c:pt idx="27">
                  <c:v>0.99051999999999996</c:v>
                </c:pt>
                <c:pt idx="28">
                  <c:v>0.99051999999999996</c:v>
                </c:pt>
                <c:pt idx="29">
                  <c:v>0.99051999999999996</c:v>
                </c:pt>
                <c:pt idx="30">
                  <c:v>0.99051999999999996</c:v>
                </c:pt>
                <c:pt idx="31">
                  <c:v>0.99051999999999996</c:v>
                </c:pt>
                <c:pt idx="32">
                  <c:v>0.99051999999999996</c:v>
                </c:pt>
                <c:pt idx="33">
                  <c:v>0.99051999999999996</c:v>
                </c:pt>
                <c:pt idx="34">
                  <c:v>0.99051999999999996</c:v>
                </c:pt>
                <c:pt idx="35">
                  <c:v>0.99051999999999996</c:v>
                </c:pt>
                <c:pt idx="36">
                  <c:v>0.99051999999999996</c:v>
                </c:pt>
                <c:pt idx="37">
                  <c:v>0.99051999999999996</c:v>
                </c:pt>
                <c:pt idx="38">
                  <c:v>0.99051999999999996</c:v>
                </c:pt>
                <c:pt idx="39">
                  <c:v>0.99051999999999996</c:v>
                </c:pt>
                <c:pt idx="40">
                  <c:v>0.99051999999999996</c:v>
                </c:pt>
                <c:pt idx="41">
                  <c:v>0.99051999999999996</c:v>
                </c:pt>
                <c:pt idx="42">
                  <c:v>0.99051999999999996</c:v>
                </c:pt>
                <c:pt idx="43">
                  <c:v>0.99051999999999996</c:v>
                </c:pt>
                <c:pt idx="44">
                  <c:v>0.99051999999999996</c:v>
                </c:pt>
                <c:pt idx="45">
                  <c:v>0.99051999999999996</c:v>
                </c:pt>
                <c:pt idx="46">
                  <c:v>0.99051999999999996</c:v>
                </c:pt>
                <c:pt idx="47">
                  <c:v>0.99051999999999996</c:v>
                </c:pt>
                <c:pt idx="48">
                  <c:v>0.99051999999999996</c:v>
                </c:pt>
                <c:pt idx="49">
                  <c:v>0.99051999999999996</c:v>
                </c:pt>
                <c:pt idx="50">
                  <c:v>0.99051999999999996</c:v>
                </c:pt>
                <c:pt idx="51">
                  <c:v>0.99051999999999996</c:v>
                </c:pt>
                <c:pt idx="52">
                  <c:v>0.99051999999999996</c:v>
                </c:pt>
                <c:pt idx="53">
                  <c:v>0.99051999999999996</c:v>
                </c:pt>
                <c:pt idx="54">
                  <c:v>0.99051999999999996</c:v>
                </c:pt>
                <c:pt idx="55">
                  <c:v>0.99051999999999996</c:v>
                </c:pt>
                <c:pt idx="56">
                  <c:v>0.99051999999999996</c:v>
                </c:pt>
                <c:pt idx="57">
                  <c:v>0.99051999999999996</c:v>
                </c:pt>
                <c:pt idx="58">
                  <c:v>0.99051999999999996</c:v>
                </c:pt>
                <c:pt idx="59">
                  <c:v>0.99051999999999996</c:v>
                </c:pt>
                <c:pt idx="60">
                  <c:v>0.99051999999999996</c:v>
                </c:pt>
                <c:pt idx="61">
                  <c:v>0.99051999999999996</c:v>
                </c:pt>
                <c:pt idx="62">
                  <c:v>0.99051999999999996</c:v>
                </c:pt>
                <c:pt idx="63">
                  <c:v>0.99051999999999996</c:v>
                </c:pt>
                <c:pt idx="64">
                  <c:v>0.99051999999999996</c:v>
                </c:pt>
                <c:pt idx="65">
                  <c:v>0.99051999999999996</c:v>
                </c:pt>
                <c:pt idx="66">
                  <c:v>0.99051999999999996</c:v>
                </c:pt>
                <c:pt idx="67">
                  <c:v>0.99051999999999996</c:v>
                </c:pt>
                <c:pt idx="68">
                  <c:v>0.99051999999999996</c:v>
                </c:pt>
                <c:pt idx="69">
                  <c:v>0.99051999999999996</c:v>
                </c:pt>
                <c:pt idx="70">
                  <c:v>0.99051999999999996</c:v>
                </c:pt>
                <c:pt idx="71">
                  <c:v>0.99051999999999996</c:v>
                </c:pt>
                <c:pt idx="72">
                  <c:v>0.99051999999999996</c:v>
                </c:pt>
                <c:pt idx="73">
                  <c:v>0.99051999999999996</c:v>
                </c:pt>
                <c:pt idx="74">
                  <c:v>0.99051999999999996</c:v>
                </c:pt>
                <c:pt idx="75">
                  <c:v>0.99051999999999996</c:v>
                </c:pt>
                <c:pt idx="76">
                  <c:v>0.99051999999999996</c:v>
                </c:pt>
                <c:pt idx="77">
                  <c:v>0.99051999999999996</c:v>
                </c:pt>
                <c:pt idx="78">
                  <c:v>0.99051999999999996</c:v>
                </c:pt>
                <c:pt idx="79">
                  <c:v>0.99051999999999996</c:v>
                </c:pt>
                <c:pt idx="80">
                  <c:v>0.99051999999999996</c:v>
                </c:pt>
                <c:pt idx="81">
                  <c:v>0.99051999999999996</c:v>
                </c:pt>
                <c:pt idx="82">
                  <c:v>0.99051999999999996</c:v>
                </c:pt>
                <c:pt idx="83">
                  <c:v>0.99051999999999996</c:v>
                </c:pt>
                <c:pt idx="84">
                  <c:v>0.99051999999999996</c:v>
                </c:pt>
                <c:pt idx="85">
                  <c:v>0.99051999999999996</c:v>
                </c:pt>
                <c:pt idx="86">
                  <c:v>0.99051999999999996</c:v>
                </c:pt>
                <c:pt idx="87">
                  <c:v>0.99051999999999996</c:v>
                </c:pt>
                <c:pt idx="88">
                  <c:v>0.99051999999999996</c:v>
                </c:pt>
                <c:pt idx="89">
                  <c:v>0.99051999999999996</c:v>
                </c:pt>
                <c:pt idx="90">
                  <c:v>0.99051999999999996</c:v>
                </c:pt>
                <c:pt idx="91">
                  <c:v>0.99051999999999996</c:v>
                </c:pt>
                <c:pt idx="92">
                  <c:v>0.99051999999999996</c:v>
                </c:pt>
                <c:pt idx="93">
                  <c:v>0.99051999999999996</c:v>
                </c:pt>
                <c:pt idx="94">
                  <c:v>0.99051999999999996</c:v>
                </c:pt>
                <c:pt idx="95">
                  <c:v>0.99051999999999996</c:v>
                </c:pt>
                <c:pt idx="96">
                  <c:v>0.99051999999999996</c:v>
                </c:pt>
                <c:pt idx="97">
                  <c:v>0.99051999999999996</c:v>
                </c:pt>
                <c:pt idx="98">
                  <c:v>0.99051999999999996</c:v>
                </c:pt>
                <c:pt idx="99">
                  <c:v>0.99051999999999996</c:v>
                </c:pt>
                <c:pt idx="100">
                  <c:v>0.99051999999999996</c:v>
                </c:pt>
                <c:pt idx="101">
                  <c:v>0.99051999999999996</c:v>
                </c:pt>
                <c:pt idx="102">
                  <c:v>0.99051999999999996</c:v>
                </c:pt>
                <c:pt idx="103">
                  <c:v>0.99051999999999996</c:v>
                </c:pt>
                <c:pt idx="104">
                  <c:v>0.99051999999999996</c:v>
                </c:pt>
                <c:pt idx="105">
                  <c:v>0.99051999999999996</c:v>
                </c:pt>
                <c:pt idx="106">
                  <c:v>0.99051999999999996</c:v>
                </c:pt>
                <c:pt idx="107">
                  <c:v>0.99051999999999996</c:v>
                </c:pt>
                <c:pt idx="108">
                  <c:v>0.99051999999999996</c:v>
                </c:pt>
                <c:pt idx="109">
                  <c:v>0.99051999999999996</c:v>
                </c:pt>
                <c:pt idx="110">
                  <c:v>0.99051999999999996</c:v>
                </c:pt>
                <c:pt idx="111">
                  <c:v>0.99051999999999996</c:v>
                </c:pt>
                <c:pt idx="112">
                  <c:v>0.99051999999999996</c:v>
                </c:pt>
                <c:pt idx="113">
                  <c:v>0.99051999999999996</c:v>
                </c:pt>
                <c:pt idx="114">
                  <c:v>0.99051999999999996</c:v>
                </c:pt>
                <c:pt idx="115">
                  <c:v>0.99051999999999996</c:v>
                </c:pt>
                <c:pt idx="116">
                  <c:v>0.99051999999999996</c:v>
                </c:pt>
                <c:pt idx="117">
                  <c:v>0.99051999999999996</c:v>
                </c:pt>
                <c:pt idx="118">
                  <c:v>0.99051999999999996</c:v>
                </c:pt>
                <c:pt idx="119">
                  <c:v>0.99051999999999996</c:v>
                </c:pt>
                <c:pt idx="120">
                  <c:v>0.99051999999999996</c:v>
                </c:pt>
                <c:pt idx="121">
                  <c:v>0.99051999999999996</c:v>
                </c:pt>
                <c:pt idx="122">
                  <c:v>0.99051999999999996</c:v>
                </c:pt>
                <c:pt idx="123">
                  <c:v>0.99051999999999996</c:v>
                </c:pt>
                <c:pt idx="124">
                  <c:v>0.99051999999999996</c:v>
                </c:pt>
                <c:pt idx="125">
                  <c:v>0.99051999999999996</c:v>
                </c:pt>
                <c:pt idx="126">
                  <c:v>0.99051999999999996</c:v>
                </c:pt>
                <c:pt idx="127">
                  <c:v>0.99051999999999996</c:v>
                </c:pt>
                <c:pt idx="128">
                  <c:v>0.99051999999999996</c:v>
                </c:pt>
                <c:pt idx="129">
                  <c:v>0.99051999999999996</c:v>
                </c:pt>
                <c:pt idx="130">
                  <c:v>0.99051999999999996</c:v>
                </c:pt>
                <c:pt idx="131">
                  <c:v>0.99051999999999996</c:v>
                </c:pt>
                <c:pt idx="132">
                  <c:v>0.99051999999999996</c:v>
                </c:pt>
                <c:pt idx="133">
                  <c:v>0.99051999999999996</c:v>
                </c:pt>
                <c:pt idx="134">
                  <c:v>0.99051999999999996</c:v>
                </c:pt>
                <c:pt idx="135">
                  <c:v>0.99051999999999996</c:v>
                </c:pt>
                <c:pt idx="136">
                  <c:v>0.99051999999999996</c:v>
                </c:pt>
                <c:pt idx="137">
                  <c:v>0.99051999999999996</c:v>
                </c:pt>
                <c:pt idx="138">
                  <c:v>0.99051999999999996</c:v>
                </c:pt>
                <c:pt idx="139">
                  <c:v>0.99051999999999996</c:v>
                </c:pt>
                <c:pt idx="140">
                  <c:v>0.99051999999999996</c:v>
                </c:pt>
                <c:pt idx="141">
                  <c:v>0.99051999999999996</c:v>
                </c:pt>
                <c:pt idx="142">
                  <c:v>0.99051999999999996</c:v>
                </c:pt>
                <c:pt idx="143">
                  <c:v>0.99051999999999996</c:v>
                </c:pt>
                <c:pt idx="144">
                  <c:v>0.99051999999999996</c:v>
                </c:pt>
                <c:pt idx="145">
                  <c:v>0.99051999999999996</c:v>
                </c:pt>
                <c:pt idx="146">
                  <c:v>0.99051999999999996</c:v>
                </c:pt>
                <c:pt idx="147">
                  <c:v>0.99051999999999996</c:v>
                </c:pt>
                <c:pt idx="148">
                  <c:v>0.99051999999999996</c:v>
                </c:pt>
                <c:pt idx="149">
                  <c:v>0.99051999999999996</c:v>
                </c:pt>
                <c:pt idx="150">
                  <c:v>0.99051999999999996</c:v>
                </c:pt>
                <c:pt idx="151">
                  <c:v>0.99051999999999996</c:v>
                </c:pt>
                <c:pt idx="152">
                  <c:v>0.99051999999999996</c:v>
                </c:pt>
                <c:pt idx="153">
                  <c:v>0.99051999999999996</c:v>
                </c:pt>
                <c:pt idx="154">
                  <c:v>0.99051999999999996</c:v>
                </c:pt>
                <c:pt idx="155">
                  <c:v>0.99051999999999996</c:v>
                </c:pt>
                <c:pt idx="156">
                  <c:v>0.99051999999999996</c:v>
                </c:pt>
                <c:pt idx="157">
                  <c:v>0.99051999999999996</c:v>
                </c:pt>
                <c:pt idx="158">
                  <c:v>0.99051999999999996</c:v>
                </c:pt>
                <c:pt idx="159">
                  <c:v>0.99051999999999996</c:v>
                </c:pt>
                <c:pt idx="160">
                  <c:v>0.99051999999999996</c:v>
                </c:pt>
                <c:pt idx="161">
                  <c:v>0.99051999999999996</c:v>
                </c:pt>
                <c:pt idx="162">
                  <c:v>0.99051999999999996</c:v>
                </c:pt>
                <c:pt idx="163">
                  <c:v>0.99051999999999996</c:v>
                </c:pt>
                <c:pt idx="164">
                  <c:v>0.99051999999999996</c:v>
                </c:pt>
                <c:pt idx="165">
                  <c:v>0.99051999999999996</c:v>
                </c:pt>
                <c:pt idx="166">
                  <c:v>0.99051999999999996</c:v>
                </c:pt>
                <c:pt idx="167">
                  <c:v>0.99051999999999996</c:v>
                </c:pt>
                <c:pt idx="168">
                  <c:v>0.99051999999999996</c:v>
                </c:pt>
                <c:pt idx="169">
                  <c:v>0.99051999999999996</c:v>
                </c:pt>
                <c:pt idx="170">
                  <c:v>0.99051999999999996</c:v>
                </c:pt>
                <c:pt idx="171">
                  <c:v>0.99051999999999996</c:v>
                </c:pt>
                <c:pt idx="172">
                  <c:v>0.99051999999999996</c:v>
                </c:pt>
                <c:pt idx="173">
                  <c:v>0.99050000000000005</c:v>
                </c:pt>
                <c:pt idx="174">
                  <c:v>0.99050000000000005</c:v>
                </c:pt>
                <c:pt idx="175">
                  <c:v>0.99050000000000005</c:v>
                </c:pt>
                <c:pt idx="176">
                  <c:v>0.99050000000000005</c:v>
                </c:pt>
                <c:pt idx="177">
                  <c:v>0.99050000000000005</c:v>
                </c:pt>
                <c:pt idx="178">
                  <c:v>0.99050000000000005</c:v>
                </c:pt>
                <c:pt idx="179">
                  <c:v>0.99050000000000005</c:v>
                </c:pt>
                <c:pt idx="180">
                  <c:v>0.99045000000000005</c:v>
                </c:pt>
                <c:pt idx="181">
                  <c:v>0.99045000000000005</c:v>
                </c:pt>
                <c:pt idx="182">
                  <c:v>0.99045000000000005</c:v>
                </c:pt>
                <c:pt idx="183">
                  <c:v>0.99045000000000005</c:v>
                </c:pt>
                <c:pt idx="184">
                  <c:v>0.99045000000000005</c:v>
                </c:pt>
                <c:pt idx="185">
                  <c:v>0.99045000000000005</c:v>
                </c:pt>
                <c:pt idx="186">
                  <c:v>0.99045000000000005</c:v>
                </c:pt>
                <c:pt idx="187">
                  <c:v>0.99045000000000005</c:v>
                </c:pt>
                <c:pt idx="188">
                  <c:v>0.99045000000000005</c:v>
                </c:pt>
                <c:pt idx="189">
                  <c:v>0.99045000000000005</c:v>
                </c:pt>
                <c:pt idx="190">
                  <c:v>0.99045000000000005</c:v>
                </c:pt>
                <c:pt idx="191">
                  <c:v>0.99045000000000005</c:v>
                </c:pt>
                <c:pt idx="192">
                  <c:v>0.99045000000000005</c:v>
                </c:pt>
                <c:pt idx="193">
                  <c:v>0.99045000000000005</c:v>
                </c:pt>
                <c:pt idx="194">
                  <c:v>0.99045000000000005</c:v>
                </c:pt>
                <c:pt idx="195">
                  <c:v>0.99045000000000005</c:v>
                </c:pt>
                <c:pt idx="196">
                  <c:v>0.99045000000000005</c:v>
                </c:pt>
                <c:pt idx="197">
                  <c:v>0.99045000000000005</c:v>
                </c:pt>
                <c:pt idx="198">
                  <c:v>0.99045000000000005</c:v>
                </c:pt>
                <c:pt idx="199">
                  <c:v>0.99045000000000005</c:v>
                </c:pt>
                <c:pt idx="200">
                  <c:v>0.99045000000000005</c:v>
                </c:pt>
                <c:pt idx="201">
                  <c:v>0.99043000000000003</c:v>
                </c:pt>
                <c:pt idx="202">
                  <c:v>0.99043000000000003</c:v>
                </c:pt>
                <c:pt idx="203">
                  <c:v>0.99043000000000003</c:v>
                </c:pt>
                <c:pt idx="204">
                  <c:v>0.99043000000000003</c:v>
                </c:pt>
                <c:pt idx="205">
                  <c:v>0.99043000000000003</c:v>
                </c:pt>
                <c:pt idx="206">
                  <c:v>0.99045000000000005</c:v>
                </c:pt>
                <c:pt idx="207">
                  <c:v>0.99050000000000005</c:v>
                </c:pt>
                <c:pt idx="208">
                  <c:v>0.99050000000000005</c:v>
                </c:pt>
                <c:pt idx="209">
                  <c:v>0.99048000000000003</c:v>
                </c:pt>
                <c:pt idx="210">
                  <c:v>0.99053999999999998</c:v>
                </c:pt>
                <c:pt idx="211">
                  <c:v>0.99038999999999999</c:v>
                </c:pt>
                <c:pt idx="212">
                  <c:v>0.99038999999999999</c:v>
                </c:pt>
                <c:pt idx="213">
                  <c:v>0.99029999999999996</c:v>
                </c:pt>
                <c:pt idx="214">
                  <c:v>0.99021000000000003</c:v>
                </c:pt>
                <c:pt idx="215">
                  <c:v>0.99002999999999997</c:v>
                </c:pt>
                <c:pt idx="216">
                  <c:v>0.99002999999999997</c:v>
                </c:pt>
                <c:pt idx="217">
                  <c:v>0.99002999999999997</c:v>
                </c:pt>
                <c:pt idx="218">
                  <c:v>0.99002999999999997</c:v>
                </c:pt>
                <c:pt idx="219">
                  <c:v>0.99002999999999997</c:v>
                </c:pt>
                <c:pt idx="220">
                  <c:v>0.99002999999999997</c:v>
                </c:pt>
                <c:pt idx="221">
                  <c:v>0.99002999999999997</c:v>
                </c:pt>
                <c:pt idx="222">
                  <c:v>0.99002999999999997</c:v>
                </c:pt>
                <c:pt idx="223">
                  <c:v>0.99002999999999997</c:v>
                </c:pt>
                <c:pt idx="224">
                  <c:v>0.99002999999999997</c:v>
                </c:pt>
                <c:pt idx="225">
                  <c:v>0.99002999999999997</c:v>
                </c:pt>
                <c:pt idx="226">
                  <c:v>0.99002999999999997</c:v>
                </c:pt>
                <c:pt idx="227">
                  <c:v>0.99002999999999997</c:v>
                </c:pt>
                <c:pt idx="228">
                  <c:v>0.99002999999999997</c:v>
                </c:pt>
                <c:pt idx="229">
                  <c:v>0.99002999999999997</c:v>
                </c:pt>
                <c:pt idx="230">
                  <c:v>0.99002999999999997</c:v>
                </c:pt>
                <c:pt idx="231">
                  <c:v>0.99002999999999997</c:v>
                </c:pt>
                <c:pt idx="232">
                  <c:v>0.99002999999999997</c:v>
                </c:pt>
                <c:pt idx="233">
                  <c:v>0.99002999999999997</c:v>
                </c:pt>
                <c:pt idx="234">
                  <c:v>0.99002999999999997</c:v>
                </c:pt>
                <c:pt idx="235">
                  <c:v>0.99002999999999997</c:v>
                </c:pt>
                <c:pt idx="236">
                  <c:v>0.99002999999999997</c:v>
                </c:pt>
                <c:pt idx="237">
                  <c:v>0.99002999999999997</c:v>
                </c:pt>
                <c:pt idx="238">
                  <c:v>0.99002999999999997</c:v>
                </c:pt>
                <c:pt idx="239">
                  <c:v>0.99002999999999997</c:v>
                </c:pt>
                <c:pt idx="240">
                  <c:v>0.99002999999999997</c:v>
                </c:pt>
                <c:pt idx="241">
                  <c:v>0.99002999999999997</c:v>
                </c:pt>
                <c:pt idx="242">
                  <c:v>0.99002999999999997</c:v>
                </c:pt>
                <c:pt idx="243">
                  <c:v>0.99002999999999997</c:v>
                </c:pt>
                <c:pt idx="244">
                  <c:v>0.99002999999999997</c:v>
                </c:pt>
                <c:pt idx="245">
                  <c:v>0.99002999999999997</c:v>
                </c:pt>
                <c:pt idx="246">
                  <c:v>0.99002999999999997</c:v>
                </c:pt>
                <c:pt idx="247">
                  <c:v>0.99002999999999997</c:v>
                </c:pt>
                <c:pt idx="248">
                  <c:v>0.99002999999999997</c:v>
                </c:pt>
                <c:pt idx="249">
                  <c:v>0.99002999999999997</c:v>
                </c:pt>
                <c:pt idx="250">
                  <c:v>0.99002999999999997</c:v>
                </c:pt>
                <c:pt idx="251">
                  <c:v>0.99002999999999997</c:v>
                </c:pt>
                <c:pt idx="252">
                  <c:v>0.99002999999999997</c:v>
                </c:pt>
                <c:pt idx="253">
                  <c:v>0.99002999999999997</c:v>
                </c:pt>
                <c:pt idx="254">
                  <c:v>0.99002999999999997</c:v>
                </c:pt>
                <c:pt idx="255">
                  <c:v>0.99002999999999997</c:v>
                </c:pt>
                <c:pt idx="256">
                  <c:v>0.99002999999999997</c:v>
                </c:pt>
                <c:pt idx="257">
                  <c:v>0.99002999999999997</c:v>
                </c:pt>
                <c:pt idx="258">
                  <c:v>0.99002999999999997</c:v>
                </c:pt>
                <c:pt idx="259">
                  <c:v>0.99002999999999997</c:v>
                </c:pt>
                <c:pt idx="260">
                  <c:v>0.99002999999999997</c:v>
                </c:pt>
                <c:pt idx="261">
                  <c:v>0.99002999999999997</c:v>
                </c:pt>
                <c:pt idx="262">
                  <c:v>0.99002999999999997</c:v>
                </c:pt>
                <c:pt idx="263">
                  <c:v>0.99002999999999997</c:v>
                </c:pt>
                <c:pt idx="264">
                  <c:v>0.99002999999999997</c:v>
                </c:pt>
                <c:pt idx="265">
                  <c:v>0.99002999999999997</c:v>
                </c:pt>
                <c:pt idx="266">
                  <c:v>0.99002999999999997</c:v>
                </c:pt>
                <c:pt idx="267">
                  <c:v>0.99002999999999997</c:v>
                </c:pt>
                <c:pt idx="268">
                  <c:v>0.99002999999999997</c:v>
                </c:pt>
                <c:pt idx="269">
                  <c:v>0.99002999999999997</c:v>
                </c:pt>
                <c:pt idx="270">
                  <c:v>0.99002999999999997</c:v>
                </c:pt>
                <c:pt idx="271">
                  <c:v>0.99002999999999997</c:v>
                </c:pt>
                <c:pt idx="272">
                  <c:v>0.99002999999999997</c:v>
                </c:pt>
                <c:pt idx="273">
                  <c:v>0.99002999999999997</c:v>
                </c:pt>
                <c:pt idx="274">
                  <c:v>0.99002999999999997</c:v>
                </c:pt>
                <c:pt idx="275">
                  <c:v>0.99002999999999997</c:v>
                </c:pt>
                <c:pt idx="276">
                  <c:v>0.99002999999999997</c:v>
                </c:pt>
                <c:pt idx="277">
                  <c:v>0.99002999999999997</c:v>
                </c:pt>
                <c:pt idx="278">
                  <c:v>0.99002999999999997</c:v>
                </c:pt>
                <c:pt idx="279">
                  <c:v>0.99002999999999997</c:v>
                </c:pt>
                <c:pt idx="280">
                  <c:v>0.99002999999999997</c:v>
                </c:pt>
                <c:pt idx="281">
                  <c:v>0.99002999999999997</c:v>
                </c:pt>
                <c:pt idx="282">
                  <c:v>0.99002999999999997</c:v>
                </c:pt>
                <c:pt idx="283">
                  <c:v>0.99002999999999997</c:v>
                </c:pt>
                <c:pt idx="284">
                  <c:v>0.99002999999999997</c:v>
                </c:pt>
                <c:pt idx="285">
                  <c:v>0.99002999999999997</c:v>
                </c:pt>
                <c:pt idx="286">
                  <c:v>0.99002999999999997</c:v>
                </c:pt>
                <c:pt idx="287">
                  <c:v>0.99002999999999997</c:v>
                </c:pt>
                <c:pt idx="288">
                  <c:v>0.99002999999999997</c:v>
                </c:pt>
                <c:pt idx="289">
                  <c:v>0.99002999999999997</c:v>
                </c:pt>
                <c:pt idx="290">
                  <c:v>0.99002999999999997</c:v>
                </c:pt>
                <c:pt idx="291">
                  <c:v>0.99002999999999997</c:v>
                </c:pt>
                <c:pt idx="292">
                  <c:v>0.99002999999999997</c:v>
                </c:pt>
                <c:pt idx="293">
                  <c:v>0.99002999999999997</c:v>
                </c:pt>
                <c:pt idx="294">
                  <c:v>0.99002999999999997</c:v>
                </c:pt>
                <c:pt idx="295">
                  <c:v>0.99002999999999997</c:v>
                </c:pt>
                <c:pt idx="296">
                  <c:v>0.99002999999999997</c:v>
                </c:pt>
                <c:pt idx="297">
                  <c:v>0.99002999999999997</c:v>
                </c:pt>
                <c:pt idx="298">
                  <c:v>0.99002999999999997</c:v>
                </c:pt>
                <c:pt idx="299">
                  <c:v>0.99002999999999997</c:v>
                </c:pt>
                <c:pt idx="300">
                  <c:v>0.99002999999999997</c:v>
                </c:pt>
                <c:pt idx="301">
                  <c:v>0.99002999999999997</c:v>
                </c:pt>
                <c:pt idx="302">
                  <c:v>0.99002999999999997</c:v>
                </c:pt>
                <c:pt idx="303">
                  <c:v>0.99002999999999997</c:v>
                </c:pt>
                <c:pt idx="304">
                  <c:v>0.99002999999999997</c:v>
                </c:pt>
                <c:pt idx="305">
                  <c:v>0.99002999999999997</c:v>
                </c:pt>
                <c:pt idx="306">
                  <c:v>0.99002999999999997</c:v>
                </c:pt>
                <c:pt idx="307">
                  <c:v>0.99002999999999997</c:v>
                </c:pt>
                <c:pt idx="308">
                  <c:v>0.99002999999999997</c:v>
                </c:pt>
                <c:pt idx="309">
                  <c:v>0.99002999999999997</c:v>
                </c:pt>
                <c:pt idx="310">
                  <c:v>0.99002999999999997</c:v>
                </c:pt>
                <c:pt idx="311">
                  <c:v>0.99002999999999997</c:v>
                </c:pt>
                <c:pt idx="312">
                  <c:v>0.99002999999999997</c:v>
                </c:pt>
                <c:pt idx="313">
                  <c:v>0.99002999999999997</c:v>
                </c:pt>
                <c:pt idx="314">
                  <c:v>0.99002999999999997</c:v>
                </c:pt>
                <c:pt idx="315">
                  <c:v>0.99002999999999997</c:v>
                </c:pt>
                <c:pt idx="316">
                  <c:v>0.99002999999999997</c:v>
                </c:pt>
                <c:pt idx="317">
                  <c:v>0.99002999999999997</c:v>
                </c:pt>
                <c:pt idx="318">
                  <c:v>0.99002999999999997</c:v>
                </c:pt>
                <c:pt idx="319">
                  <c:v>0.99002999999999997</c:v>
                </c:pt>
                <c:pt idx="320">
                  <c:v>0.99002999999999997</c:v>
                </c:pt>
                <c:pt idx="321">
                  <c:v>0.99002999999999997</c:v>
                </c:pt>
                <c:pt idx="322">
                  <c:v>0.99002999999999997</c:v>
                </c:pt>
                <c:pt idx="323">
                  <c:v>0.99002999999999997</c:v>
                </c:pt>
                <c:pt idx="324">
                  <c:v>0.99002999999999997</c:v>
                </c:pt>
                <c:pt idx="325">
                  <c:v>0.99002999999999997</c:v>
                </c:pt>
                <c:pt idx="326">
                  <c:v>0.99002999999999997</c:v>
                </c:pt>
                <c:pt idx="327">
                  <c:v>0.99002999999999997</c:v>
                </c:pt>
                <c:pt idx="328">
                  <c:v>0.99002999999999997</c:v>
                </c:pt>
                <c:pt idx="329">
                  <c:v>0.99002999999999997</c:v>
                </c:pt>
                <c:pt idx="330">
                  <c:v>0.99002999999999997</c:v>
                </c:pt>
                <c:pt idx="331">
                  <c:v>0.99002999999999997</c:v>
                </c:pt>
                <c:pt idx="332">
                  <c:v>0.99002999999999997</c:v>
                </c:pt>
                <c:pt idx="333">
                  <c:v>0.99002999999999997</c:v>
                </c:pt>
                <c:pt idx="334">
                  <c:v>0.99002999999999997</c:v>
                </c:pt>
                <c:pt idx="335">
                  <c:v>0.99002999999999997</c:v>
                </c:pt>
                <c:pt idx="336">
                  <c:v>0.99002999999999997</c:v>
                </c:pt>
                <c:pt idx="337">
                  <c:v>0.99002999999999997</c:v>
                </c:pt>
                <c:pt idx="338">
                  <c:v>0.99002999999999997</c:v>
                </c:pt>
                <c:pt idx="339">
                  <c:v>0.99002999999999997</c:v>
                </c:pt>
                <c:pt idx="340">
                  <c:v>0.99002999999999997</c:v>
                </c:pt>
                <c:pt idx="341">
                  <c:v>0.99002999999999997</c:v>
                </c:pt>
                <c:pt idx="342">
                  <c:v>0.99002999999999997</c:v>
                </c:pt>
                <c:pt idx="343">
                  <c:v>0.99002999999999997</c:v>
                </c:pt>
                <c:pt idx="344">
                  <c:v>0.99002999999999997</c:v>
                </c:pt>
                <c:pt idx="345">
                  <c:v>0.99002999999999997</c:v>
                </c:pt>
                <c:pt idx="346">
                  <c:v>0.99002999999999997</c:v>
                </c:pt>
                <c:pt idx="347">
                  <c:v>0.99002999999999997</c:v>
                </c:pt>
                <c:pt idx="348">
                  <c:v>0.99002999999999997</c:v>
                </c:pt>
                <c:pt idx="349">
                  <c:v>0.99002999999999997</c:v>
                </c:pt>
                <c:pt idx="350">
                  <c:v>0.99002999999999997</c:v>
                </c:pt>
                <c:pt idx="351">
                  <c:v>0.99002999999999997</c:v>
                </c:pt>
                <c:pt idx="352">
                  <c:v>0.99002999999999997</c:v>
                </c:pt>
                <c:pt idx="353">
                  <c:v>0.99002999999999997</c:v>
                </c:pt>
                <c:pt idx="354">
                  <c:v>0.99002999999999997</c:v>
                </c:pt>
                <c:pt idx="355">
                  <c:v>0.99002999999999997</c:v>
                </c:pt>
                <c:pt idx="356">
                  <c:v>0.99002999999999997</c:v>
                </c:pt>
                <c:pt idx="357">
                  <c:v>0.99002999999999997</c:v>
                </c:pt>
                <c:pt idx="358">
                  <c:v>0.99002999999999997</c:v>
                </c:pt>
                <c:pt idx="359">
                  <c:v>0.99002999999999997</c:v>
                </c:pt>
                <c:pt idx="360">
                  <c:v>0.99002999999999997</c:v>
                </c:pt>
                <c:pt idx="361">
                  <c:v>0.99002999999999997</c:v>
                </c:pt>
                <c:pt idx="362">
                  <c:v>0.99002999999999997</c:v>
                </c:pt>
                <c:pt idx="363">
                  <c:v>0.99002999999999997</c:v>
                </c:pt>
                <c:pt idx="364">
                  <c:v>0.99002999999999997</c:v>
                </c:pt>
                <c:pt idx="365">
                  <c:v>0.99002999999999997</c:v>
                </c:pt>
                <c:pt idx="366">
                  <c:v>0.99002999999999997</c:v>
                </c:pt>
                <c:pt idx="367">
                  <c:v>0.99002999999999997</c:v>
                </c:pt>
                <c:pt idx="368">
                  <c:v>0.99002999999999997</c:v>
                </c:pt>
                <c:pt idx="369">
                  <c:v>0.99002999999999997</c:v>
                </c:pt>
                <c:pt idx="370">
                  <c:v>0.99002999999999997</c:v>
                </c:pt>
                <c:pt idx="371">
                  <c:v>0.99002999999999997</c:v>
                </c:pt>
                <c:pt idx="372">
                  <c:v>0.99002999999999997</c:v>
                </c:pt>
                <c:pt idx="373">
                  <c:v>0.99002999999999997</c:v>
                </c:pt>
                <c:pt idx="374">
                  <c:v>0.99002999999999997</c:v>
                </c:pt>
                <c:pt idx="375">
                  <c:v>0.99002999999999997</c:v>
                </c:pt>
                <c:pt idx="376">
                  <c:v>0.99002999999999997</c:v>
                </c:pt>
                <c:pt idx="377">
                  <c:v>0.99002999999999997</c:v>
                </c:pt>
                <c:pt idx="378">
                  <c:v>0.99002999999999997</c:v>
                </c:pt>
                <c:pt idx="379">
                  <c:v>0.99002999999999997</c:v>
                </c:pt>
                <c:pt idx="380">
                  <c:v>0.99002999999999997</c:v>
                </c:pt>
                <c:pt idx="381">
                  <c:v>0.99002999999999997</c:v>
                </c:pt>
                <c:pt idx="382">
                  <c:v>0.99002999999999997</c:v>
                </c:pt>
                <c:pt idx="383">
                  <c:v>0.99002999999999997</c:v>
                </c:pt>
                <c:pt idx="384">
                  <c:v>0.99002999999999997</c:v>
                </c:pt>
                <c:pt idx="385">
                  <c:v>0.99002999999999997</c:v>
                </c:pt>
                <c:pt idx="386">
                  <c:v>0.99002999999999997</c:v>
                </c:pt>
                <c:pt idx="387">
                  <c:v>0.99002999999999997</c:v>
                </c:pt>
                <c:pt idx="388">
                  <c:v>0.99002999999999997</c:v>
                </c:pt>
                <c:pt idx="389">
                  <c:v>0.99002999999999997</c:v>
                </c:pt>
                <c:pt idx="390">
                  <c:v>0.99002999999999997</c:v>
                </c:pt>
                <c:pt idx="391">
                  <c:v>0.99002999999999997</c:v>
                </c:pt>
                <c:pt idx="392">
                  <c:v>0.99002999999999997</c:v>
                </c:pt>
                <c:pt idx="393">
                  <c:v>0.99002999999999997</c:v>
                </c:pt>
                <c:pt idx="394">
                  <c:v>0.99002999999999997</c:v>
                </c:pt>
                <c:pt idx="395">
                  <c:v>0.99002999999999997</c:v>
                </c:pt>
                <c:pt idx="396">
                  <c:v>0.99002999999999997</c:v>
                </c:pt>
                <c:pt idx="397">
                  <c:v>0.99002999999999997</c:v>
                </c:pt>
                <c:pt idx="398">
                  <c:v>0.99002999999999997</c:v>
                </c:pt>
                <c:pt idx="399">
                  <c:v>0.99002999999999997</c:v>
                </c:pt>
                <c:pt idx="400">
                  <c:v>0.99002999999999997</c:v>
                </c:pt>
                <c:pt idx="401">
                  <c:v>0.99002999999999997</c:v>
                </c:pt>
                <c:pt idx="402">
                  <c:v>0.99002999999999997</c:v>
                </c:pt>
                <c:pt idx="403">
                  <c:v>0.99002999999999997</c:v>
                </c:pt>
                <c:pt idx="404">
                  <c:v>0.99002999999999997</c:v>
                </c:pt>
                <c:pt idx="405">
                  <c:v>0.99002999999999997</c:v>
                </c:pt>
                <c:pt idx="406">
                  <c:v>0.99002999999999997</c:v>
                </c:pt>
                <c:pt idx="407">
                  <c:v>0.99002999999999997</c:v>
                </c:pt>
                <c:pt idx="408">
                  <c:v>0.99002999999999997</c:v>
                </c:pt>
                <c:pt idx="409">
                  <c:v>0.99002999999999997</c:v>
                </c:pt>
                <c:pt idx="410">
                  <c:v>0.99002999999999997</c:v>
                </c:pt>
                <c:pt idx="411">
                  <c:v>0.99002999999999997</c:v>
                </c:pt>
                <c:pt idx="412">
                  <c:v>0.99002999999999997</c:v>
                </c:pt>
                <c:pt idx="413">
                  <c:v>0.99002999999999997</c:v>
                </c:pt>
                <c:pt idx="414">
                  <c:v>0.99002999999999997</c:v>
                </c:pt>
                <c:pt idx="415">
                  <c:v>0.99002999999999997</c:v>
                </c:pt>
                <c:pt idx="416">
                  <c:v>0.99002999999999997</c:v>
                </c:pt>
                <c:pt idx="417">
                  <c:v>0.99002999999999997</c:v>
                </c:pt>
                <c:pt idx="418">
                  <c:v>0.99002999999999997</c:v>
                </c:pt>
                <c:pt idx="419">
                  <c:v>0.99002999999999997</c:v>
                </c:pt>
                <c:pt idx="420">
                  <c:v>0.99002999999999997</c:v>
                </c:pt>
                <c:pt idx="421">
                  <c:v>0.99002999999999997</c:v>
                </c:pt>
                <c:pt idx="422">
                  <c:v>0.99002999999999997</c:v>
                </c:pt>
                <c:pt idx="423">
                  <c:v>0.99002999999999997</c:v>
                </c:pt>
                <c:pt idx="424">
                  <c:v>0.99002999999999997</c:v>
                </c:pt>
                <c:pt idx="425">
                  <c:v>0.99002999999999997</c:v>
                </c:pt>
                <c:pt idx="426">
                  <c:v>0.99002999999999997</c:v>
                </c:pt>
                <c:pt idx="427">
                  <c:v>0.99002999999999997</c:v>
                </c:pt>
                <c:pt idx="428">
                  <c:v>0.99002999999999997</c:v>
                </c:pt>
                <c:pt idx="429">
                  <c:v>0.99002999999999997</c:v>
                </c:pt>
                <c:pt idx="430">
                  <c:v>0.99002999999999997</c:v>
                </c:pt>
                <c:pt idx="431">
                  <c:v>0.99002999999999997</c:v>
                </c:pt>
                <c:pt idx="432">
                  <c:v>0.99002999999999997</c:v>
                </c:pt>
                <c:pt idx="433">
                  <c:v>0.99002999999999997</c:v>
                </c:pt>
                <c:pt idx="434">
                  <c:v>0.99002999999999997</c:v>
                </c:pt>
                <c:pt idx="435">
                  <c:v>0.99002999999999997</c:v>
                </c:pt>
                <c:pt idx="436">
                  <c:v>0.99002999999999997</c:v>
                </c:pt>
                <c:pt idx="437">
                  <c:v>0.99002999999999997</c:v>
                </c:pt>
                <c:pt idx="438">
                  <c:v>0.99002999999999997</c:v>
                </c:pt>
                <c:pt idx="439">
                  <c:v>0.99002999999999997</c:v>
                </c:pt>
                <c:pt idx="440">
                  <c:v>0.99002999999999997</c:v>
                </c:pt>
                <c:pt idx="441">
                  <c:v>0.99002999999999997</c:v>
                </c:pt>
                <c:pt idx="442">
                  <c:v>0.99002999999999997</c:v>
                </c:pt>
                <c:pt idx="443">
                  <c:v>0.99002999999999997</c:v>
                </c:pt>
                <c:pt idx="444">
                  <c:v>0.99002999999999997</c:v>
                </c:pt>
                <c:pt idx="445">
                  <c:v>0.99002999999999997</c:v>
                </c:pt>
                <c:pt idx="446">
                  <c:v>0.99002999999999997</c:v>
                </c:pt>
                <c:pt idx="447">
                  <c:v>0.99002999999999997</c:v>
                </c:pt>
                <c:pt idx="448">
                  <c:v>0.99002999999999997</c:v>
                </c:pt>
                <c:pt idx="449">
                  <c:v>0.99002999999999997</c:v>
                </c:pt>
                <c:pt idx="450">
                  <c:v>0.99002999999999997</c:v>
                </c:pt>
                <c:pt idx="451">
                  <c:v>0.99002999999999997</c:v>
                </c:pt>
                <c:pt idx="452">
                  <c:v>0.99002999999999997</c:v>
                </c:pt>
                <c:pt idx="453">
                  <c:v>0.99002999999999997</c:v>
                </c:pt>
                <c:pt idx="454">
                  <c:v>0.99002999999999997</c:v>
                </c:pt>
                <c:pt idx="455">
                  <c:v>0.99002999999999997</c:v>
                </c:pt>
                <c:pt idx="456">
                  <c:v>0.99002999999999997</c:v>
                </c:pt>
                <c:pt idx="457">
                  <c:v>0.99002999999999997</c:v>
                </c:pt>
                <c:pt idx="458">
                  <c:v>0.99002999999999997</c:v>
                </c:pt>
                <c:pt idx="459">
                  <c:v>0.99002999999999997</c:v>
                </c:pt>
                <c:pt idx="460">
                  <c:v>0.99002999999999997</c:v>
                </c:pt>
                <c:pt idx="461">
                  <c:v>0.99002999999999997</c:v>
                </c:pt>
                <c:pt idx="462">
                  <c:v>0.99002999999999997</c:v>
                </c:pt>
                <c:pt idx="463">
                  <c:v>0.99002999999999997</c:v>
                </c:pt>
                <c:pt idx="464">
                  <c:v>0.99002999999999997</c:v>
                </c:pt>
                <c:pt idx="465">
                  <c:v>0.99002999999999997</c:v>
                </c:pt>
                <c:pt idx="466">
                  <c:v>0.99002999999999997</c:v>
                </c:pt>
                <c:pt idx="467">
                  <c:v>0.99002999999999997</c:v>
                </c:pt>
                <c:pt idx="468">
                  <c:v>0.99002999999999997</c:v>
                </c:pt>
                <c:pt idx="469">
                  <c:v>0.99002999999999997</c:v>
                </c:pt>
                <c:pt idx="470">
                  <c:v>0.99002999999999997</c:v>
                </c:pt>
                <c:pt idx="471">
                  <c:v>0.99002999999999997</c:v>
                </c:pt>
                <c:pt idx="472">
                  <c:v>0.99002999999999997</c:v>
                </c:pt>
                <c:pt idx="473">
                  <c:v>0.99002999999999997</c:v>
                </c:pt>
                <c:pt idx="474">
                  <c:v>0.99002999999999997</c:v>
                </c:pt>
                <c:pt idx="475">
                  <c:v>0.99002999999999997</c:v>
                </c:pt>
                <c:pt idx="476">
                  <c:v>0.99002999999999997</c:v>
                </c:pt>
                <c:pt idx="477">
                  <c:v>0.99002999999999997</c:v>
                </c:pt>
                <c:pt idx="478">
                  <c:v>0.99002999999999997</c:v>
                </c:pt>
                <c:pt idx="479">
                  <c:v>0.99002999999999997</c:v>
                </c:pt>
                <c:pt idx="480">
                  <c:v>0.99002999999999997</c:v>
                </c:pt>
                <c:pt idx="481">
                  <c:v>0.99002999999999997</c:v>
                </c:pt>
                <c:pt idx="482">
                  <c:v>0.99002999999999997</c:v>
                </c:pt>
                <c:pt idx="483">
                  <c:v>0.99002999999999997</c:v>
                </c:pt>
                <c:pt idx="484">
                  <c:v>0.99002999999999997</c:v>
                </c:pt>
                <c:pt idx="485">
                  <c:v>0.99002999999999997</c:v>
                </c:pt>
                <c:pt idx="486">
                  <c:v>0.99002999999999997</c:v>
                </c:pt>
                <c:pt idx="487">
                  <c:v>0.99002999999999997</c:v>
                </c:pt>
                <c:pt idx="488">
                  <c:v>0.99002999999999997</c:v>
                </c:pt>
                <c:pt idx="489">
                  <c:v>0.99002999999999997</c:v>
                </c:pt>
                <c:pt idx="490">
                  <c:v>0.99002999999999997</c:v>
                </c:pt>
                <c:pt idx="491">
                  <c:v>0.99002999999999997</c:v>
                </c:pt>
                <c:pt idx="492">
                  <c:v>0.99002999999999997</c:v>
                </c:pt>
                <c:pt idx="493">
                  <c:v>0.99002999999999997</c:v>
                </c:pt>
                <c:pt idx="494">
                  <c:v>0.99002999999999997</c:v>
                </c:pt>
                <c:pt idx="495">
                  <c:v>0.99002999999999997</c:v>
                </c:pt>
                <c:pt idx="496">
                  <c:v>0.99002999999999997</c:v>
                </c:pt>
                <c:pt idx="497">
                  <c:v>0.99002999999999997</c:v>
                </c:pt>
                <c:pt idx="498">
                  <c:v>0.99002999999999997</c:v>
                </c:pt>
                <c:pt idx="499">
                  <c:v>0.99002999999999997</c:v>
                </c:pt>
                <c:pt idx="500">
                  <c:v>0.99002999999999997</c:v>
                </c:pt>
                <c:pt idx="501">
                  <c:v>0.99002999999999997</c:v>
                </c:pt>
                <c:pt idx="502">
                  <c:v>0.99002999999999997</c:v>
                </c:pt>
                <c:pt idx="503">
                  <c:v>0.99002999999999997</c:v>
                </c:pt>
                <c:pt idx="504">
                  <c:v>0.99002999999999997</c:v>
                </c:pt>
                <c:pt idx="505">
                  <c:v>0.99002999999999997</c:v>
                </c:pt>
                <c:pt idx="506">
                  <c:v>0.99002999999999997</c:v>
                </c:pt>
                <c:pt idx="507">
                  <c:v>0.99002999999999997</c:v>
                </c:pt>
                <c:pt idx="508">
                  <c:v>0.99002999999999997</c:v>
                </c:pt>
                <c:pt idx="509">
                  <c:v>0.99002999999999997</c:v>
                </c:pt>
                <c:pt idx="510">
                  <c:v>0.99002999999999997</c:v>
                </c:pt>
                <c:pt idx="511">
                  <c:v>0.99002999999999997</c:v>
                </c:pt>
                <c:pt idx="512">
                  <c:v>0.99002999999999997</c:v>
                </c:pt>
                <c:pt idx="513">
                  <c:v>0.99002999999999997</c:v>
                </c:pt>
                <c:pt idx="514">
                  <c:v>0.99002999999999997</c:v>
                </c:pt>
                <c:pt idx="515">
                  <c:v>0.99002999999999997</c:v>
                </c:pt>
                <c:pt idx="516">
                  <c:v>0.99002999999999997</c:v>
                </c:pt>
                <c:pt idx="517">
                  <c:v>0.99002999999999997</c:v>
                </c:pt>
                <c:pt idx="518">
                  <c:v>0.99002999999999997</c:v>
                </c:pt>
                <c:pt idx="519">
                  <c:v>0.99002999999999997</c:v>
                </c:pt>
                <c:pt idx="520">
                  <c:v>0.99002999999999997</c:v>
                </c:pt>
                <c:pt idx="521">
                  <c:v>0.99002999999999997</c:v>
                </c:pt>
                <c:pt idx="522">
                  <c:v>0.99002999999999997</c:v>
                </c:pt>
                <c:pt idx="523">
                  <c:v>0.99002999999999997</c:v>
                </c:pt>
                <c:pt idx="524">
                  <c:v>0.99002999999999997</c:v>
                </c:pt>
                <c:pt idx="525">
                  <c:v>0.99002999999999997</c:v>
                </c:pt>
                <c:pt idx="526">
                  <c:v>0.99002999999999997</c:v>
                </c:pt>
                <c:pt idx="527">
                  <c:v>0.99002999999999997</c:v>
                </c:pt>
                <c:pt idx="528">
                  <c:v>0.99002999999999997</c:v>
                </c:pt>
                <c:pt idx="529">
                  <c:v>0.99002999999999997</c:v>
                </c:pt>
                <c:pt idx="530">
                  <c:v>0.99002999999999997</c:v>
                </c:pt>
                <c:pt idx="531">
                  <c:v>0.99002999999999997</c:v>
                </c:pt>
                <c:pt idx="532">
                  <c:v>0.99002999999999997</c:v>
                </c:pt>
                <c:pt idx="533">
                  <c:v>0.99002999999999997</c:v>
                </c:pt>
                <c:pt idx="534">
                  <c:v>0.99002999999999997</c:v>
                </c:pt>
                <c:pt idx="535">
                  <c:v>0.99002999999999997</c:v>
                </c:pt>
                <c:pt idx="536">
                  <c:v>0.99002999999999997</c:v>
                </c:pt>
                <c:pt idx="537">
                  <c:v>0.99002999999999997</c:v>
                </c:pt>
                <c:pt idx="538">
                  <c:v>0.99002999999999997</c:v>
                </c:pt>
                <c:pt idx="539">
                  <c:v>0.99002999999999997</c:v>
                </c:pt>
                <c:pt idx="540">
                  <c:v>0.99002999999999997</c:v>
                </c:pt>
                <c:pt idx="541">
                  <c:v>0.99002999999999997</c:v>
                </c:pt>
                <c:pt idx="542">
                  <c:v>0.99002999999999997</c:v>
                </c:pt>
                <c:pt idx="543">
                  <c:v>0.99002999999999997</c:v>
                </c:pt>
                <c:pt idx="544">
                  <c:v>0.99002999999999997</c:v>
                </c:pt>
                <c:pt idx="545">
                  <c:v>0.99002999999999997</c:v>
                </c:pt>
                <c:pt idx="546">
                  <c:v>0.99002999999999997</c:v>
                </c:pt>
                <c:pt idx="547">
                  <c:v>0.99002999999999997</c:v>
                </c:pt>
                <c:pt idx="548">
                  <c:v>0.99002999999999997</c:v>
                </c:pt>
                <c:pt idx="549">
                  <c:v>0.99002999999999997</c:v>
                </c:pt>
                <c:pt idx="550">
                  <c:v>0.99002999999999997</c:v>
                </c:pt>
                <c:pt idx="551">
                  <c:v>0.99002999999999997</c:v>
                </c:pt>
                <c:pt idx="552">
                  <c:v>0.99002999999999997</c:v>
                </c:pt>
                <c:pt idx="553">
                  <c:v>0.99002999999999997</c:v>
                </c:pt>
                <c:pt idx="554">
                  <c:v>0.99002999999999997</c:v>
                </c:pt>
                <c:pt idx="555">
                  <c:v>0.99002999999999997</c:v>
                </c:pt>
                <c:pt idx="556">
                  <c:v>0.99002999999999997</c:v>
                </c:pt>
                <c:pt idx="557">
                  <c:v>0.99002999999999997</c:v>
                </c:pt>
                <c:pt idx="558">
                  <c:v>0.99002999999999997</c:v>
                </c:pt>
                <c:pt idx="559">
                  <c:v>0.99002999999999997</c:v>
                </c:pt>
                <c:pt idx="560">
                  <c:v>0.99002999999999997</c:v>
                </c:pt>
                <c:pt idx="561">
                  <c:v>0.99002999999999997</c:v>
                </c:pt>
                <c:pt idx="562">
                  <c:v>0.99002999999999997</c:v>
                </c:pt>
                <c:pt idx="563">
                  <c:v>0.99002999999999997</c:v>
                </c:pt>
                <c:pt idx="564">
                  <c:v>0.99002999999999997</c:v>
                </c:pt>
                <c:pt idx="565">
                  <c:v>0.99002999999999997</c:v>
                </c:pt>
                <c:pt idx="566">
                  <c:v>0.99002999999999997</c:v>
                </c:pt>
                <c:pt idx="567">
                  <c:v>0.99002999999999997</c:v>
                </c:pt>
                <c:pt idx="568">
                  <c:v>0.99002999999999997</c:v>
                </c:pt>
                <c:pt idx="569">
                  <c:v>0.99002999999999997</c:v>
                </c:pt>
                <c:pt idx="570">
                  <c:v>0.99002999999999997</c:v>
                </c:pt>
                <c:pt idx="571">
                  <c:v>0.99002999999999997</c:v>
                </c:pt>
                <c:pt idx="572">
                  <c:v>0.99002999999999997</c:v>
                </c:pt>
                <c:pt idx="573">
                  <c:v>0.99002999999999997</c:v>
                </c:pt>
                <c:pt idx="574">
                  <c:v>0.99002999999999997</c:v>
                </c:pt>
                <c:pt idx="575">
                  <c:v>0.99002999999999997</c:v>
                </c:pt>
                <c:pt idx="576">
                  <c:v>0.99002999999999997</c:v>
                </c:pt>
                <c:pt idx="577">
                  <c:v>0.99002999999999997</c:v>
                </c:pt>
                <c:pt idx="578">
                  <c:v>0.99002999999999997</c:v>
                </c:pt>
                <c:pt idx="579">
                  <c:v>0.99002999999999997</c:v>
                </c:pt>
                <c:pt idx="580">
                  <c:v>0.99002999999999997</c:v>
                </c:pt>
                <c:pt idx="581">
                  <c:v>0.99002999999999997</c:v>
                </c:pt>
                <c:pt idx="582">
                  <c:v>0.99002999999999997</c:v>
                </c:pt>
                <c:pt idx="583">
                  <c:v>0.99002999999999997</c:v>
                </c:pt>
                <c:pt idx="584">
                  <c:v>0.99002999999999997</c:v>
                </c:pt>
                <c:pt idx="585">
                  <c:v>0.99002999999999997</c:v>
                </c:pt>
                <c:pt idx="586">
                  <c:v>0.99002999999999997</c:v>
                </c:pt>
                <c:pt idx="587">
                  <c:v>0.99002999999999997</c:v>
                </c:pt>
                <c:pt idx="588">
                  <c:v>0.99002999999999997</c:v>
                </c:pt>
                <c:pt idx="589">
                  <c:v>0.99002999999999997</c:v>
                </c:pt>
                <c:pt idx="590">
                  <c:v>0.99002999999999997</c:v>
                </c:pt>
                <c:pt idx="591">
                  <c:v>0.99002999999999997</c:v>
                </c:pt>
                <c:pt idx="592">
                  <c:v>0.99002999999999997</c:v>
                </c:pt>
                <c:pt idx="593">
                  <c:v>0.99002999999999997</c:v>
                </c:pt>
                <c:pt idx="594">
                  <c:v>0.99002999999999997</c:v>
                </c:pt>
                <c:pt idx="595">
                  <c:v>0.99002999999999997</c:v>
                </c:pt>
                <c:pt idx="596">
                  <c:v>0.99002999999999997</c:v>
                </c:pt>
                <c:pt idx="597">
                  <c:v>0.99002999999999997</c:v>
                </c:pt>
                <c:pt idx="598">
                  <c:v>0.99002999999999997</c:v>
                </c:pt>
                <c:pt idx="599">
                  <c:v>0.99002999999999997</c:v>
                </c:pt>
                <c:pt idx="600">
                  <c:v>0.99002999999999997</c:v>
                </c:pt>
                <c:pt idx="601">
                  <c:v>0.99002999999999997</c:v>
                </c:pt>
                <c:pt idx="602">
                  <c:v>0.99002999999999997</c:v>
                </c:pt>
                <c:pt idx="603">
                  <c:v>0.99002999999999997</c:v>
                </c:pt>
                <c:pt idx="604">
                  <c:v>0.99002999999999997</c:v>
                </c:pt>
                <c:pt idx="605">
                  <c:v>0.99002999999999997</c:v>
                </c:pt>
                <c:pt idx="606">
                  <c:v>0.99002999999999997</c:v>
                </c:pt>
                <c:pt idx="607">
                  <c:v>0.99002999999999997</c:v>
                </c:pt>
                <c:pt idx="608">
                  <c:v>0.99002999999999997</c:v>
                </c:pt>
                <c:pt idx="609">
                  <c:v>0.99002999999999997</c:v>
                </c:pt>
                <c:pt idx="610">
                  <c:v>0.99002999999999997</c:v>
                </c:pt>
                <c:pt idx="611">
                  <c:v>0.99002999999999997</c:v>
                </c:pt>
                <c:pt idx="612">
                  <c:v>0.99002999999999997</c:v>
                </c:pt>
                <c:pt idx="613">
                  <c:v>0.99002999999999997</c:v>
                </c:pt>
                <c:pt idx="614">
                  <c:v>0.99002999999999997</c:v>
                </c:pt>
                <c:pt idx="615">
                  <c:v>0.99002999999999997</c:v>
                </c:pt>
                <c:pt idx="616">
                  <c:v>0.99002999999999997</c:v>
                </c:pt>
                <c:pt idx="617">
                  <c:v>0.99002999999999997</c:v>
                </c:pt>
                <c:pt idx="618">
                  <c:v>0.99002999999999997</c:v>
                </c:pt>
                <c:pt idx="619">
                  <c:v>0.99002999999999997</c:v>
                </c:pt>
                <c:pt idx="620">
                  <c:v>0.99002999999999997</c:v>
                </c:pt>
                <c:pt idx="621">
                  <c:v>0.99002999999999997</c:v>
                </c:pt>
                <c:pt idx="622">
                  <c:v>0.99002999999999997</c:v>
                </c:pt>
                <c:pt idx="623">
                  <c:v>0.99002999999999997</c:v>
                </c:pt>
                <c:pt idx="624">
                  <c:v>0.99002999999999997</c:v>
                </c:pt>
                <c:pt idx="625">
                  <c:v>0.99002999999999997</c:v>
                </c:pt>
                <c:pt idx="626">
                  <c:v>0.99002999999999997</c:v>
                </c:pt>
                <c:pt idx="627">
                  <c:v>0.99002999999999997</c:v>
                </c:pt>
                <c:pt idx="628">
                  <c:v>0.99002999999999997</c:v>
                </c:pt>
                <c:pt idx="629">
                  <c:v>0.99002999999999997</c:v>
                </c:pt>
                <c:pt idx="630">
                  <c:v>0.99002999999999997</c:v>
                </c:pt>
                <c:pt idx="631">
                  <c:v>0.99002999999999997</c:v>
                </c:pt>
                <c:pt idx="632">
                  <c:v>0.99002999999999997</c:v>
                </c:pt>
                <c:pt idx="633">
                  <c:v>0.99002999999999997</c:v>
                </c:pt>
                <c:pt idx="634">
                  <c:v>0.99002999999999997</c:v>
                </c:pt>
                <c:pt idx="635">
                  <c:v>0.99002999999999997</c:v>
                </c:pt>
                <c:pt idx="636">
                  <c:v>0.99002999999999997</c:v>
                </c:pt>
                <c:pt idx="637">
                  <c:v>0.99002999999999997</c:v>
                </c:pt>
                <c:pt idx="638">
                  <c:v>0.99002999999999997</c:v>
                </c:pt>
                <c:pt idx="639">
                  <c:v>0.99002999999999997</c:v>
                </c:pt>
                <c:pt idx="640">
                  <c:v>0.99002999999999997</c:v>
                </c:pt>
                <c:pt idx="641">
                  <c:v>0.99002999999999997</c:v>
                </c:pt>
                <c:pt idx="642">
                  <c:v>0.99002999999999997</c:v>
                </c:pt>
                <c:pt idx="643">
                  <c:v>0.99002999999999997</c:v>
                </c:pt>
                <c:pt idx="644">
                  <c:v>0.99002999999999997</c:v>
                </c:pt>
                <c:pt idx="645">
                  <c:v>0.99002999999999997</c:v>
                </c:pt>
                <c:pt idx="646">
                  <c:v>0.99002999999999997</c:v>
                </c:pt>
                <c:pt idx="647">
                  <c:v>0.99002999999999997</c:v>
                </c:pt>
                <c:pt idx="648">
                  <c:v>0.99002999999999997</c:v>
                </c:pt>
                <c:pt idx="649">
                  <c:v>0.99002999999999997</c:v>
                </c:pt>
                <c:pt idx="650">
                  <c:v>0.99002999999999997</c:v>
                </c:pt>
                <c:pt idx="651">
                  <c:v>0.99002999999999997</c:v>
                </c:pt>
                <c:pt idx="652">
                  <c:v>0.99002999999999997</c:v>
                </c:pt>
                <c:pt idx="653">
                  <c:v>0.99002999999999997</c:v>
                </c:pt>
                <c:pt idx="654">
                  <c:v>0.99002999999999997</c:v>
                </c:pt>
                <c:pt idx="655">
                  <c:v>0.99002999999999997</c:v>
                </c:pt>
                <c:pt idx="656">
                  <c:v>0.99002999999999997</c:v>
                </c:pt>
                <c:pt idx="657">
                  <c:v>0.99002999999999997</c:v>
                </c:pt>
                <c:pt idx="658">
                  <c:v>0.99002999999999997</c:v>
                </c:pt>
                <c:pt idx="659">
                  <c:v>0.99002999999999997</c:v>
                </c:pt>
                <c:pt idx="660">
                  <c:v>0.99002999999999997</c:v>
                </c:pt>
                <c:pt idx="661">
                  <c:v>0.99002999999999997</c:v>
                </c:pt>
                <c:pt idx="662">
                  <c:v>0.99002999999999997</c:v>
                </c:pt>
                <c:pt idx="663">
                  <c:v>0.99002999999999997</c:v>
                </c:pt>
                <c:pt idx="664">
                  <c:v>0.99002999999999997</c:v>
                </c:pt>
                <c:pt idx="665">
                  <c:v>0.99002999999999997</c:v>
                </c:pt>
                <c:pt idx="666">
                  <c:v>0.99002999999999997</c:v>
                </c:pt>
                <c:pt idx="667">
                  <c:v>0.99002999999999997</c:v>
                </c:pt>
                <c:pt idx="668">
                  <c:v>0.99002999999999997</c:v>
                </c:pt>
                <c:pt idx="669">
                  <c:v>0.99002999999999997</c:v>
                </c:pt>
                <c:pt idx="670">
                  <c:v>0.99002999999999997</c:v>
                </c:pt>
                <c:pt idx="671">
                  <c:v>0.99002999999999997</c:v>
                </c:pt>
                <c:pt idx="672">
                  <c:v>0.99002999999999997</c:v>
                </c:pt>
                <c:pt idx="673">
                  <c:v>0.99002999999999997</c:v>
                </c:pt>
                <c:pt idx="674">
                  <c:v>0.99002999999999997</c:v>
                </c:pt>
                <c:pt idx="675">
                  <c:v>0.99002999999999997</c:v>
                </c:pt>
                <c:pt idx="676">
                  <c:v>0.99002999999999997</c:v>
                </c:pt>
                <c:pt idx="677">
                  <c:v>0.99002999999999997</c:v>
                </c:pt>
                <c:pt idx="678">
                  <c:v>0.99002999999999997</c:v>
                </c:pt>
                <c:pt idx="679">
                  <c:v>0.99002999999999997</c:v>
                </c:pt>
                <c:pt idx="680">
                  <c:v>0.99002999999999997</c:v>
                </c:pt>
                <c:pt idx="681">
                  <c:v>0.99002999999999997</c:v>
                </c:pt>
                <c:pt idx="682">
                  <c:v>0.99002999999999997</c:v>
                </c:pt>
                <c:pt idx="683">
                  <c:v>0.99002999999999997</c:v>
                </c:pt>
                <c:pt idx="684">
                  <c:v>0.99002999999999997</c:v>
                </c:pt>
                <c:pt idx="685">
                  <c:v>0.99002999999999997</c:v>
                </c:pt>
                <c:pt idx="686">
                  <c:v>0.99002999999999997</c:v>
                </c:pt>
                <c:pt idx="687">
                  <c:v>0.99002999999999997</c:v>
                </c:pt>
                <c:pt idx="688">
                  <c:v>0.99002999999999997</c:v>
                </c:pt>
                <c:pt idx="689">
                  <c:v>0.99002999999999997</c:v>
                </c:pt>
                <c:pt idx="690">
                  <c:v>0.99002999999999997</c:v>
                </c:pt>
                <c:pt idx="691">
                  <c:v>0.99002999999999997</c:v>
                </c:pt>
                <c:pt idx="692">
                  <c:v>0.99002999999999997</c:v>
                </c:pt>
                <c:pt idx="693">
                  <c:v>0.99002999999999997</c:v>
                </c:pt>
                <c:pt idx="694">
                  <c:v>0.99002999999999997</c:v>
                </c:pt>
                <c:pt idx="695">
                  <c:v>0.99002999999999997</c:v>
                </c:pt>
                <c:pt idx="696">
                  <c:v>0.99002999999999997</c:v>
                </c:pt>
                <c:pt idx="697">
                  <c:v>0.99002999999999997</c:v>
                </c:pt>
                <c:pt idx="698">
                  <c:v>0.99002999999999997</c:v>
                </c:pt>
                <c:pt idx="699">
                  <c:v>0.99002999999999997</c:v>
                </c:pt>
                <c:pt idx="700">
                  <c:v>0.99002999999999997</c:v>
                </c:pt>
                <c:pt idx="701">
                  <c:v>0.99002999999999997</c:v>
                </c:pt>
                <c:pt idx="702">
                  <c:v>0.99002999999999997</c:v>
                </c:pt>
                <c:pt idx="703">
                  <c:v>0.99002999999999997</c:v>
                </c:pt>
                <c:pt idx="704">
                  <c:v>0.99002999999999997</c:v>
                </c:pt>
                <c:pt idx="705">
                  <c:v>0.99002999999999997</c:v>
                </c:pt>
                <c:pt idx="706">
                  <c:v>0.99002999999999997</c:v>
                </c:pt>
                <c:pt idx="707">
                  <c:v>0.99002999999999997</c:v>
                </c:pt>
                <c:pt idx="708">
                  <c:v>0.99002999999999997</c:v>
                </c:pt>
                <c:pt idx="709">
                  <c:v>0.99002999999999997</c:v>
                </c:pt>
                <c:pt idx="710">
                  <c:v>0.99002999999999997</c:v>
                </c:pt>
                <c:pt idx="711">
                  <c:v>0.99002999999999997</c:v>
                </c:pt>
                <c:pt idx="712">
                  <c:v>0.99002999999999997</c:v>
                </c:pt>
                <c:pt idx="713">
                  <c:v>0.99002999999999997</c:v>
                </c:pt>
                <c:pt idx="714">
                  <c:v>0.99002999999999997</c:v>
                </c:pt>
                <c:pt idx="715">
                  <c:v>0.99002999999999997</c:v>
                </c:pt>
                <c:pt idx="716">
                  <c:v>0.99002999999999997</c:v>
                </c:pt>
                <c:pt idx="717">
                  <c:v>0.99002999999999997</c:v>
                </c:pt>
                <c:pt idx="718">
                  <c:v>0.99002999999999997</c:v>
                </c:pt>
                <c:pt idx="719">
                  <c:v>0.99002999999999997</c:v>
                </c:pt>
                <c:pt idx="720">
                  <c:v>0.99002999999999997</c:v>
                </c:pt>
                <c:pt idx="721">
                  <c:v>0.99002999999999997</c:v>
                </c:pt>
                <c:pt idx="722">
                  <c:v>0.99002999999999997</c:v>
                </c:pt>
                <c:pt idx="723">
                  <c:v>0.99002999999999997</c:v>
                </c:pt>
                <c:pt idx="724">
                  <c:v>0.99002999999999997</c:v>
                </c:pt>
                <c:pt idx="725">
                  <c:v>0.99002999999999997</c:v>
                </c:pt>
                <c:pt idx="726">
                  <c:v>0.99002999999999997</c:v>
                </c:pt>
                <c:pt idx="727">
                  <c:v>0.99002999999999997</c:v>
                </c:pt>
                <c:pt idx="728">
                  <c:v>0.99002999999999997</c:v>
                </c:pt>
                <c:pt idx="729">
                  <c:v>0.99002999999999997</c:v>
                </c:pt>
                <c:pt idx="730">
                  <c:v>0.99002999999999997</c:v>
                </c:pt>
                <c:pt idx="731">
                  <c:v>0.99002999999999997</c:v>
                </c:pt>
                <c:pt idx="732">
                  <c:v>0.99002999999999997</c:v>
                </c:pt>
                <c:pt idx="733">
                  <c:v>0.99002999999999997</c:v>
                </c:pt>
                <c:pt idx="734">
                  <c:v>0.99002999999999997</c:v>
                </c:pt>
                <c:pt idx="735">
                  <c:v>0.99002999999999997</c:v>
                </c:pt>
                <c:pt idx="736">
                  <c:v>0.99002999999999997</c:v>
                </c:pt>
                <c:pt idx="737">
                  <c:v>0.99002999999999997</c:v>
                </c:pt>
                <c:pt idx="738">
                  <c:v>0.99002999999999997</c:v>
                </c:pt>
                <c:pt idx="739">
                  <c:v>0.99002999999999997</c:v>
                </c:pt>
                <c:pt idx="740">
                  <c:v>0.99002999999999997</c:v>
                </c:pt>
                <c:pt idx="741">
                  <c:v>0.99002999999999997</c:v>
                </c:pt>
                <c:pt idx="742">
                  <c:v>0.99002999999999997</c:v>
                </c:pt>
                <c:pt idx="743">
                  <c:v>0.99002999999999997</c:v>
                </c:pt>
                <c:pt idx="744">
                  <c:v>0.99002999999999997</c:v>
                </c:pt>
                <c:pt idx="745">
                  <c:v>0.99002999999999997</c:v>
                </c:pt>
                <c:pt idx="746">
                  <c:v>0.99002999999999997</c:v>
                </c:pt>
                <c:pt idx="747">
                  <c:v>0.99002999999999997</c:v>
                </c:pt>
                <c:pt idx="748">
                  <c:v>0.99002999999999997</c:v>
                </c:pt>
                <c:pt idx="749">
                  <c:v>0.99002999999999997</c:v>
                </c:pt>
                <c:pt idx="750">
                  <c:v>0.99002999999999997</c:v>
                </c:pt>
                <c:pt idx="751">
                  <c:v>0.99002999999999997</c:v>
                </c:pt>
                <c:pt idx="752">
                  <c:v>0.99002999999999997</c:v>
                </c:pt>
                <c:pt idx="753">
                  <c:v>0.99002999999999997</c:v>
                </c:pt>
                <c:pt idx="754">
                  <c:v>0.99002999999999997</c:v>
                </c:pt>
                <c:pt idx="755">
                  <c:v>0.99002999999999997</c:v>
                </c:pt>
                <c:pt idx="756">
                  <c:v>0.99002999999999997</c:v>
                </c:pt>
                <c:pt idx="757">
                  <c:v>0.99002999999999997</c:v>
                </c:pt>
                <c:pt idx="758">
                  <c:v>0.99002999999999997</c:v>
                </c:pt>
                <c:pt idx="759">
                  <c:v>0.99002999999999997</c:v>
                </c:pt>
                <c:pt idx="760">
                  <c:v>0.99002999999999997</c:v>
                </c:pt>
                <c:pt idx="761">
                  <c:v>0.99002999999999997</c:v>
                </c:pt>
                <c:pt idx="762">
                  <c:v>0.99002999999999997</c:v>
                </c:pt>
                <c:pt idx="763">
                  <c:v>0.99002999999999997</c:v>
                </c:pt>
                <c:pt idx="764">
                  <c:v>0.99002999999999997</c:v>
                </c:pt>
                <c:pt idx="765">
                  <c:v>0.99002999999999997</c:v>
                </c:pt>
                <c:pt idx="766">
                  <c:v>0.99002999999999997</c:v>
                </c:pt>
                <c:pt idx="767">
                  <c:v>0.99002999999999997</c:v>
                </c:pt>
                <c:pt idx="768">
                  <c:v>0.99002999999999997</c:v>
                </c:pt>
                <c:pt idx="769">
                  <c:v>0.99002999999999997</c:v>
                </c:pt>
                <c:pt idx="770">
                  <c:v>0.99002999999999997</c:v>
                </c:pt>
                <c:pt idx="771">
                  <c:v>0.99002999999999997</c:v>
                </c:pt>
                <c:pt idx="772">
                  <c:v>0.99002999999999997</c:v>
                </c:pt>
                <c:pt idx="773">
                  <c:v>0.99002999999999997</c:v>
                </c:pt>
                <c:pt idx="774">
                  <c:v>0.99002999999999997</c:v>
                </c:pt>
                <c:pt idx="775">
                  <c:v>0.99002999999999997</c:v>
                </c:pt>
                <c:pt idx="776">
                  <c:v>0.99002999999999997</c:v>
                </c:pt>
                <c:pt idx="777">
                  <c:v>0.99002999999999997</c:v>
                </c:pt>
                <c:pt idx="778">
                  <c:v>0.99002999999999997</c:v>
                </c:pt>
                <c:pt idx="779">
                  <c:v>0.99002999999999997</c:v>
                </c:pt>
                <c:pt idx="780">
                  <c:v>0.99002999999999997</c:v>
                </c:pt>
                <c:pt idx="781">
                  <c:v>0.99002999999999997</c:v>
                </c:pt>
                <c:pt idx="782">
                  <c:v>0.99002999999999997</c:v>
                </c:pt>
                <c:pt idx="783">
                  <c:v>0.99002999999999997</c:v>
                </c:pt>
                <c:pt idx="784">
                  <c:v>0.99002999999999997</c:v>
                </c:pt>
                <c:pt idx="785">
                  <c:v>0.99002999999999997</c:v>
                </c:pt>
                <c:pt idx="786">
                  <c:v>0.99002999999999997</c:v>
                </c:pt>
                <c:pt idx="787">
                  <c:v>0.99002999999999997</c:v>
                </c:pt>
                <c:pt idx="788">
                  <c:v>0.99002999999999997</c:v>
                </c:pt>
                <c:pt idx="789">
                  <c:v>0.99002999999999997</c:v>
                </c:pt>
                <c:pt idx="790">
                  <c:v>0.99002999999999997</c:v>
                </c:pt>
                <c:pt idx="791">
                  <c:v>0.99002999999999997</c:v>
                </c:pt>
                <c:pt idx="792">
                  <c:v>0.99002999999999997</c:v>
                </c:pt>
                <c:pt idx="793">
                  <c:v>0.99002999999999997</c:v>
                </c:pt>
                <c:pt idx="794">
                  <c:v>0.99002999999999997</c:v>
                </c:pt>
                <c:pt idx="795">
                  <c:v>0.99002999999999997</c:v>
                </c:pt>
                <c:pt idx="796">
                  <c:v>0.99002999999999997</c:v>
                </c:pt>
                <c:pt idx="797">
                  <c:v>0.99002999999999997</c:v>
                </c:pt>
                <c:pt idx="798">
                  <c:v>0.99002999999999997</c:v>
                </c:pt>
                <c:pt idx="799">
                  <c:v>0.99002999999999997</c:v>
                </c:pt>
                <c:pt idx="800">
                  <c:v>0.99002999999999997</c:v>
                </c:pt>
                <c:pt idx="801">
                  <c:v>0.99002999999999997</c:v>
                </c:pt>
                <c:pt idx="802">
                  <c:v>0.99002999999999997</c:v>
                </c:pt>
                <c:pt idx="803">
                  <c:v>0.99002999999999997</c:v>
                </c:pt>
                <c:pt idx="804">
                  <c:v>0.99002999999999997</c:v>
                </c:pt>
                <c:pt idx="805">
                  <c:v>0.99002999999999997</c:v>
                </c:pt>
                <c:pt idx="806">
                  <c:v>0.99002999999999997</c:v>
                </c:pt>
                <c:pt idx="807">
                  <c:v>0.99002999999999997</c:v>
                </c:pt>
                <c:pt idx="808">
                  <c:v>0.99002999999999997</c:v>
                </c:pt>
                <c:pt idx="809">
                  <c:v>0.99002999999999997</c:v>
                </c:pt>
                <c:pt idx="810">
                  <c:v>0.99002999999999997</c:v>
                </c:pt>
                <c:pt idx="811">
                  <c:v>0.99002999999999997</c:v>
                </c:pt>
                <c:pt idx="812">
                  <c:v>0.99002999999999997</c:v>
                </c:pt>
                <c:pt idx="813">
                  <c:v>0.99002999999999997</c:v>
                </c:pt>
                <c:pt idx="814">
                  <c:v>0.99002999999999997</c:v>
                </c:pt>
                <c:pt idx="815">
                  <c:v>0.99002999999999997</c:v>
                </c:pt>
                <c:pt idx="816">
                  <c:v>0.99002999999999997</c:v>
                </c:pt>
                <c:pt idx="817">
                  <c:v>0.99002999999999997</c:v>
                </c:pt>
                <c:pt idx="818">
                  <c:v>0.99002999999999997</c:v>
                </c:pt>
                <c:pt idx="819">
                  <c:v>0.99002999999999997</c:v>
                </c:pt>
                <c:pt idx="820">
                  <c:v>0.99002999999999997</c:v>
                </c:pt>
                <c:pt idx="821">
                  <c:v>0.99002999999999997</c:v>
                </c:pt>
                <c:pt idx="822">
                  <c:v>0.99002999999999997</c:v>
                </c:pt>
                <c:pt idx="823">
                  <c:v>0.99002999999999997</c:v>
                </c:pt>
                <c:pt idx="824">
                  <c:v>0.99002999999999997</c:v>
                </c:pt>
                <c:pt idx="825">
                  <c:v>0.99002999999999997</c:v>
                </c:pt>
                <c:pt idx="826">
                  <c:v>0.99002999999999997</c:v>
                </c:pt>
                <c:pt idx="827">
                  <c:v>0.99002999999999997</c:v>
                </c:pt>
                <c:pt idx="828">
                  <c:v>0.99002999999999997</c:v>
                </c:pt>
                <c:pt idx="829">
                  <c:v>0.99002999999999997</c:v>
                </c:pt>
                <c:pt idx="830">
                  <c:v>0.99002999999999997</c:v>
                </c:pt>
                <c:pt idx="831">
                  <c:v>0.99002999999999997</c:v>
                </c:pt>
                <c:pt idx="832">
                  <c:v>0.99002999999999997</c:v>
                </c:pt>
                <c:pt idx="833">
                  <c:v>0.99002999999999997</c:v>
                </c:pt>
                <c:pt idx="834">
                  <c:v>0.99002999999999997</c:v>
                </c:pt>
                <c:pt idx="835">
                  <c:v>0.99002999999999997</c:v>
                </c:pt>
                <c:pt idx="836">
                  <c:v>0.99002999999999997</c:v>
                </c:pt>
                <c:pt idx="837">
                  <c:v>0.99002999999999997</c:v>
                </c:pt>
                <c:pt idx="838">
                  <c:v>0.99002999999999997</c:v>
                </c:pt>
                <c:pt idx="839">
                  <c:v>0.99002999999999997</c:v>
                </c:pt>
                <c:pt idx="840">
                  <c:v>0.99002999999999997</c:v>
                </c:pt>
                <c:pt idx="841">
                  <c:v>0.99002999999999997</c:v>
                </c:pt>
                <c:pt idx="842">
                  <c:v>0.99002999999999997</c:v>
                </c:pt>
                <c:pt idx="843">
                  <c:v>0.99002999999999997</c:v>
                </c:pt>
                <c:pt idx="844">
                  <c:v>0.99002999999999997</c:v>
                </c:pt>
                <c:pt idx="845">
                  <c:v>0.99002999999999997</c:v>
                </c:pt>
                <c:pt idx="846">
                  <c:v>0.99002999999999997</c:v>
                </c:pt>
                <c:pt idx="847">
                  <c:v>0.99002999999999997</c:v>
                </c:pt>
                <c:pt idx="848">
                  <c:v>0.99002999999999997</c:v>
                </c:pt>
                <c:pt idx="849">
                  <c:v>0.99002999999999997</c:v>
                </c:pt>
                <c:pt idx="850">
                  <c:v>0.99002999999999997</c:v>
                </c:pt>
                <c:pt idx="851">
                  <c:v>0.99002999999999997</c:v>
                </c:pt>
                <c:pt idx="852">
                  <c:v>0.99002999999999997</c:v>
                </c:pt>
                <c:pt idx="853">
                  <c:v>0.99002999999999997</c:v>
                </c:pt>
                <c:pt idx="854">
                  <c:v>0.99002999999999997</c:v>
                </c:pt>
                <c:pt idx="855">
                  <c:v>0.99002999999999997</c:v>
                </c:pt>
                <c:pt idx="856">
                  <c:v>0.99002999999999997</c:v>
                </c:pt>
                <c:pt idx="857">
                  <c:v>0.99002999999999997</c:v>
                </c:pt>
                <c:pt idx="858">
                  <c:v>0.99002999999999997</c:v>
                </c:pt>
                <c:pt idx="859">
                  <c:v>0.99002999999999997</c:v>
                </c:pt>
                <c:pt idx="860">
                  <c:v>0.99002999999999997</c:v>
                </c:pt>
                <c:pt idx="861">
                  <c:v>0.99002999999999997</c:v>
                </c:pt>
                <c:pt idx="862">
                  <c:v>0.99002999999999997</c:v>
                </c:pt>
                <c:pt idx="863">
                  <c:v>0.99002999999999997</c:v>
                </c:pt>
                <c:pt idx="864">
                  <c:v>0.99002999999999997</c:v>
                </c:pt>
                <c:pt idx="865">
                  <c:v>0.99002999999999997</c:v>
                </c:pt>
                <c:pt idx="866">
                  <c:v>0.99002999999999997</c:v>
                </c:pt>
                <c:pt idx="867">
                  <c:v>0.99002999999999997</c:v>
                </c:pt>
                <c:pt idx="868">
                  <c:v>0.99002999999999997</c:v>
                </c:pt>
                <c:pt idx="869">
                  <c:v>0.99002999999999997</c:v>
                </c:pt>
                <c:pt idx="870">
                  <c:v>0.99002999999999997</c:v>
                </c:pt>
                <c:pt idx="871">
                  <c:v>0.99002999999999997</c:v>
                </c:pt>
                <c:pt idx="872">
                  <c:v>0.99002999999999997</c:v>
                </c:pt>
                <c:pt idx="873">
                  <c:v>0.99002999999999997</c:v>
                </c:pt>
                <c:pt idx="874">
                  <c:v>0.99002999999999997</c:v>
                </c:pt>
                <c:pt idx="875">
                  <c:v>0.99002999999999997</c:v>
                </c:pt>
                <c:pt idx="876">
                  <c:v>0.99002999999999997</c:v>
                </c:pt>
                <c:pt idx="877">
                  <c:v>0.99002999999999997</c:v>
                </c:pt>
                <c:pt idx="878">
                  <c:v>0.99002999999999997</c:v>
                </c:pt>
                <c:pt idx="879">
                  <c:v>0.99002999999999997</c:v>
                </c:pt>
                <c:pt idx="880">
                  <c:v>0.99002999999999997</c:v>
                </c:pt>
                <c:pt idx="881">
                  <c:v>0.99002999999999997</c:v>
                </c:pt>
                <c:pt idx="882">
                  <c:v>0.99002999999999997</c:v>
                </c:pt>
                <c:pt idx="883">
                  <c:v>0.99002999999999997</c:v>
                </c:pt>
                <c:pt idx="884">
                  <c:v>0.99002999999999997</c:v>
                </c:pt>
                <c:pt idx="885">
                  <c:v>0.99002999999999997</c:v>
                </c:pt>
                <c:pt idx="886">
                  <c:v>0.99002999999999997</c:v>
                </c:pt>
                <c:pt idx="887">
                  <c:v>0.99002999999999997</c:v>
                </c:pt>
                <c:pt idx="888">
                  <c:v>0.99002999999999997</c:v>
                </c:pt>
                <c:pt idx="889">
                  <c:v>0.99002999999999997</c:v>
                </c:pt>
                <c:pt idx="890">
                  <c:v>0.99002999999999997</c:v>
                </c:pt>
                <c:pt idx="891">
                  <c:v>0.99002999999999997</c:v>
                </c:pt>
                <c:pt idx="892">
                  <c:v>0.99002999999999997</c:v>
                </c:pt>
                <c:pt idx="893">
                  <c:v>0.99002999999999997</c:v>
                </c:pt>
                <c:pt idx="894">
                  <c:v>0.99002999999999997</c:v>
                </c:pt>
                <c:pt idx="895">
                  <c:v>0.99002999999999997</c:v>
                </c:pt>
                <c:pt idx="896">
                  <c:v>0.99002999999999997</c:v>
                </c:pt>
                <c:pt idx="897">
                  <c:v>0.99002999999999997</c:v>
                </c:pt>
                <c:pt idx="898">
                  <c:v>0.99002999999999997</c:v>
                </c:pt>
                <c:pt idx="899">
                  <c:v>0.99002999999999997</c:v>
                </c:pt>
                <c:pt idx="900">
                  <c:v>0.99002999999999997</c:v>
                </c:pt>
                <c:pt idx="901">
                  <c:v>0.99002999999999997</c:v>
                </c:pt>
                <c:pt idx="902">
                  <c:v>0.99002999999999997</c:v>
                </c:pt>
                <c:pt idx="903">
                  <c:v>0.99002999999999997</c:v>
                </c:pt>
                <c:pt idx="904">
                  <c:v>0.99002999999999997</c:v>
                </c:pt>
                <c:pt idx="905">
                  <c:v>0.99002999999999997</c:v>
                </c:pt>
                <c:pt idx="906">
                  <c:v>0.99002999999999997</c:v>
                </c:pt>
                <c:pt idx="907">
                  <c:v>0.99002999999999997</c:v>
                </c:pt>
                <c:pt idx="908">
                  <c:v>0.99002999999999997</c:v>
                </c:pt>
                <c:pt idx="909">
                  <c:v>0.99002999999999997</c:v>
                </c:pt>
                <c:pt idx="910">
                  <c:v>0.99002999999999997</c:v>
                </c:pt>
                <c:pt idx="911">
                  <c:v>0.99002999999999997</c:v>
                </c:pt>
                <c:pt idx="912">
                  <c:v>0.99002999999999997</c:v>
                </c:pt>
                <c:pt idx="913">
                  <c:v>0.99002999999999997</c:v>
                </c:pt>
                <c:pt idx="914">
                  <c:v>0.99002999999999997</c:v>
                </c:pt>
                <c:pt idx="915">
                  <c:v>0.99002999999999997</c:v>
                </c:pt>
                <c:pt idx="916">
                  <c:v>0.99002999999999997</c:v>
                </c:pt>
                <c:pt idx="917">
                  <c:v>0.99002999999999997</c:v>
                </c:pt>
                <c:pt idx="918">
                  <c:v>0.99002999999999997</c:v>
                </c:pt>
                <c:pt idx="919">
                  <c:v>0.99002999999999997</c:v>
                </c:pt>
                <c:pt idx="920">
                  <c:v>0.99002999999999997</c:v>
                </c:pt>
                <c:pt idx="921">
                  <c:v>0.99002999999999997</c:v>
                </c:pt>
                <c:pt idx="922">
                  <c:v>0.99002999999999997</c:v>
                </c:pt>
                <c:pt idx="923">
                  <c:v>0.99002999999999997</c:v>
                </c:pt>
                <c:pt idx="924">
                  <c:v>0.99002999999999997</c:v>
                </c:pt>
                <c:pt idx="925">
                  <c:v>0.99002999999999997</c:v>
                </c:pt>
                <c:pt idx="926">
                  <c:v>0.99002999999999997</c:v>
                </c:pt>
                <c:pt idx="927">
                  <c:v>0.99002999999999997</c:v>
                </c:pt>
                <c:pt idx="928">
                  <c:v>0.99002999999999997</c:v>
                </c:pt>
                <c:pt idx="929">
                  <c:v>0.99002999999999997</c:v>
                </c:pt>
                <c:pt idx="930">
                  <c:v>0.99002999999999997</c:v>
                </c:pt>
                <c:pt idx="931">
                  <c:v>0.99002999999999997</c:v>
                </c:pt>
                <c:pt idx="932">
                  <c:v>0.99002999999999997</c:v>
                </c:pt>
                <c:pt idx="933">
                  <c:v>0.99002999999999997</c:v>
                </c:pt>
                <c:pt idx="934">
                  <c:v>0.99002999999999997</c:v>
                </c:pt>
                <c:pt idx="935">
                  <c:v>0.99002999999999997</c:v>
                </c:pt>
                <c:pt idx="936">
                  <c:v>0.99002999999999997</c:v>
                </c:pt>
                <c:pt idx="937">
                  <c:v>0.99002999999999997</c:v>
                </c:pt>
                <c:pt idx="938">
                  <c:v>0.99002999999999997</c:v>
                </c:pt>
                <c:pt idx="939">
                  <c:v>0.99002999999999997</c:v>
                </c:pt>
                <c:pt idx="940">
                  <c:v>0.99002999999999997</c:v>
                </c:pt>
                <c:pt idx="941">
                  <c:v>0.99002999999999997</c:v>
                </c:pt>
                <c:pt idx="942">
                  <c:v>0.99002999999999997</c:v>
                </c:pt>
                <c:pt idx="943">
                  <c:v>0.99002999999999997</c:v>
                </c:pt>
                <c:pt idx="944">
                  <c:v>0.99002999999999997</c:v>
                </c:pt>
                <c:pt idx="945">
                  <c:v>0.99002999999999997</c:v>
                </c:pt>
                <c:pt idx="946">
                  <c:v>0.99002999999999997</c:v>
                </c:pt>
                <c:pt idx="947">
                  <c:v>0.99002999999999997</c:v>
                </c:pt>
                <c:pt idx="948">
                  <c:v>0.99002999999999997</c:v>
                </c:pt>
                <c:pt idx="949">
                  <c:v>0.99002999999999997</c:v>
                </c:pt>
                <c:pt idx="950">
                  <c:v>0.99002999999999997</c:v>
                </c:pt>
                <c:pt idx="951">
                  <c:v>0.99002999999999997</c:v>
                </c:pt>
                <c:pt idx="952">
                  <c:v>0.99002999999999997</c:v>
                </c:pt>
                <c:pt idx="953">
                  <c:v>0.99002999999999997</c:v>
                </c:pt>
                <c:pt idx="954">
                  <c:v>0.99002999999999997</c:v>
                </c:pt>
                <c:pt idx="955">
                  <c:v>0.99002999999999997</c:v>
                </c:pt>
                <c:pt idx="956">
                  <c:v>0.99002999999999997</c:v>
                </c:pt>
                <c:pt idx="957">
                  <c:v>0.99002999999999997</c:v>
                </c:pt>
                <c:pt idx="958">
                  <c:v>0.99002999999999997</c:v>
                </c:pt>
                <c:pt idx="959">
                  <c:v>0.99002999999999997</c:v>
                </c:pt>
                <c:pt idx="960">
                  <c:v>0.99002999999999997</c:v>
                </c:pt>
                <c:pt idx="961">
                  <c:v>0.99002999999999997</c:v>
                </c:pt>
                <c:pt idx="962">
                  <c:v>0.99002999999999997</c:v>
                </c:pt>
                <c:pt idx="963">
                  <c:v>0.99002999999999997</c:v>
                </c:pt>
                <c:pt idx="964">
                  <c:v>0.99002999999999997</c:v>
                </c:pt>
                <c:pt idx="965">
                  <c:v>0.99002999999999997</c:v>
                </c:pt>
                <c:pt idx="966">
                  <c:v>0.99002999999999997</c:v>
                </c:pt>
                <c:pt idx="967">
                  <c:v>0.99002999999999997</c:v>
                </c:pt>
                <c:pt idx="968">
                  <c:v>0.99002999999999997</c:v>
                </c:pt>
                <c:pt idx="969">
                  <c:v>0.99002999999999997</c:v>
                </c:pt>
                <c:pt idx="970">
                  <c:v>0.99002999999999997</c:v>
                </c:pt>
                <c:pt idx="971">
                  <c:v>0.99002999999999997</c:v>
                </c:pt>
                <c:pt idx="972">
                  <c:v>0.99002999999999997</c:v>
                </c:pt>
                <c:pt idx="973">
                  <c:v>0.99002999999999997</c:v>
                </c:pt>
                <c:pt idx="974">
                  <c:v>0.99002999999999997</c:v>
                </c:pt>
                <c:pt idx="975">
                  <c:v>0.99002999999999997</c:v>
                </c:pt>
                <c:pt idx="976">
                  <c:v>0.99002999999999997</c:v>
                </c:pt>
                <c:pt idx="977">
                  <c:v>0.99002999999999997</c:v>
                </c:pt>
                <c:pt idx="978">
                  <c:v>0.99002999999999997</c:v>
                </c:pt>
                <c:pt idx="979">
                  <c:v>0.99002999999999997</c:v>
                </c:pt>
                <c:pt idx="980">
                  <c:v>0.99002999999999997</c:v>
                </c:pt>
                <c:pt idx="981">
                  <c:v>0.99002999999999997</c:v>
                </c:pt>
                <c:pt idx="982">
                  <c:v>0.99002999999999997</c:v>
                </c:pt>
                <c:pt idx="983">
                  <c:v>0.99002999999999997</c:v>
                </c:pt>
                <c:pt idx="984">
                  <c:v>0.99002999999999997</c:v>
                </c:pt>
                <c:pt idx="985">
                  <c:v>0.99002999999999997</c:v>
                </c:pt>
                <c:pt idx="986">
                  <c:v>0.99002999999999997</c:v>
                </c:pt>
                <c:pt idx="987">
                  <c:v>0.99002999999999997</c:v>
                </c:pt>
                <c:pt idx="988">
                  <c:v>0.99002999999999997</c:v>
                </c:pt>
                <c:pt idx="989">
                  <c:v>0.99002999999999997</c:v>
                </c:pt>
                <c:pt idx="990">
                  <c:v>0.99002999999999997</c:v>
                </c:pt>
                <c:pt idx="991">
                  <c:v>0.99002999999999997</c:v>
                </c:pt>
                <c:pt idx="992">
                  <c:v>0.99002999999999997</c:v>
                </c:pt>
                <c:pt idx="993">
                  <c:v>0.99002999999999997</c:v>
                </c:pt>
                <c:pt idx="994">
                  <c:v>0.99002999999999997</c:v>
                </c:pt>
                <c:pt idx="995">
                  <c:v>0.99002999999999997</c:v>
                </c:pt>
                <c:pt idx="996">
                  <c:v>0.99002999999999997</c:v>
                </c:pt>
                <c:pt idx="997">
                  <c:v>0.99002999999999997</c:v>
                </c:pt>
                <c:pt idx="998">
                  <c:v>0.99002999999999997</c:v>
                </c:pt>
                <c:pt idx="999">
                  <c:v>0.99002999999999997</c:v>
                </c:pt>
                <c:pt idx="1000">
                  <c:v>0.99002999999999997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6D4-4CEA-9027-3C31532C7A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54596623"/>
        <c:axId val="554597039"/>
      </c:scatterChart>
      <c:valAx>
        <c:axId val="554596623"/>
        <c:scaling>
          <c:orientation val="minMax"/>
          <c:max val="3.2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/>
                    </a:solidFill>
                  </a:rPr>
                  <a:t>Number of Generation</a:t>
                </a:r>
                <a:endParaRPr lang="ja-JP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&quot;10&quot;\^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54597039"/>
        <c:crosses val="autoZero"/>
        <c:crossBetween val="midCat"/>
        <c:majorUnit val="1"/>
      </c:valAx>
      <c:valAx>
        <c:axId val="5545970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/>
                    </a:solidFill>
                  </a:rPr>
                  <a:t>Accuracy</a:t>
                </a:r>
                <a:endParaRPr lang="ja-JP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54596623"/>
        <c:crosses val="autoZero"/>
        <c:crossBetween val="midCat"/>
        <c:majorUnit val="5.000000000000001E-3"/>
      </c:valAx>
    </c:plotArea>
    <c:legend>
      <c:legendPos val="b"/>
      <c:layout>
        <c:manualLayout>
          <c:xMode val="edge"/>
          <c:yMode val="edge"/>
          <c:x val="0.66491600049826316"/>
          <c:y val="0.57048553769673549"/>
          <c:w val="0.27766783079445839"/>
          <c:h val="0.21122734847386437"/>
        </c:manualLayout>
      </c:layout>
      <c:overlay val="1"/>
      <c:spPr>
        <a:solidFill>
          <a:schemeClr val="bg1"/>
        </a:solidFill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txPr>
    <a:bodyPr/>
    <a:lstStyle/>
    <a:p>
      <a:pPr>
        <a:defRPr sz="2800"/>
      </a:pPr>
      <a:endParaRPr lang="ja-JP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Magic_graph_data1!$C$1</c:f>
              <c:strCache>
                <c:ptCount val="1"/>
                <c:pt idx="0">
                  <c:v>validation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Magic_graph_data1!$B$2:$B$1002</c:f>
              <c:numCache>
                <c:formatCode>General</c:formatCode>
                <c:ptCount val="1001"/>
                <c:pt idx="0">
                  <c:v>0</c:v>
                </c:pt>
                <c:pt idx="1">
                  <c:v>0.3010299956639812</c:v>
                </c:pt>
                <c:pt idx="2">
                  <c:v>0.47712125471966244</c:v>
                </c:pt>
                <c:pt idx="3">
                  <c:v>0.6020599913279624</c:v>
                </c:pt>
                <c:pt idx="4">
                  <c:v>0.69897000433601886</c:v>
                </c:pt>
                <c:pt idx="5">
                  <c:v>0.77815125038364363</c:v>
                </c:pt>
                <c:pt idx="6">
                  <c:v>0.84509804001425681</c:v>
                </c:pt>
                <c:pt idx="7">
                  <c:v>0.90308998699194354</c:v>
                </c:pt>
                <c:pt idx="8">
                  <c:v>0.95424250943932487</c:v>
                </c:pt>
                <c:pt idx="9">
                  <c:v>1</c:v>
                </c:pt>
                <c:pt idx="10">
                  <c:v>1.0413926851582251</c:v>
                </c:pt>
                <c:pt idx="11">
                  <c:v>1.0791812460476249</c:v>
                </c:pt>
                <c:pt idx="12">
                  <c:v>1.1139433523068367</c:v>
                </c:pt>
                <c:pt idx="13">
                  <c:v>1.146128035678238</c:v>
                </c:pt>
                <c:pt idx="14">
                  <c:v>1.1760912590556813</c:v>
                </c:pt>
                <c:pt idx="15">
                  <c:v>1.2041199826559248</c:v>
                </c:pt>
                <c:pt idx="16">
                  <c:v>1.2304489213782739</c:v>
                </c:pt>
                <c:pt idx="17">
                  <c:v>1.255272505103306</c:v>
                </c:pt>
                <c:pt idx="18">
                  <c:v>1.2787536009528289</c:v>
                </c:pt>
                <c:pt idx="19">
                  <c:v>1.3010299956639813</c:v>
                </c:pt>
                <c:pt idx="20">
                  <c:v>1.3222192947339193</c:v>
                </c:pt>
                <c:pt idx="21">
                  <c:v>1.3424226808222062</c:v>
                </c:pt>
                <c:pt idx="22">
                  <c:v>1.3617278360175928</c:v>
                </c:pt>
                <c:pt idx="23">
                  <c:v>1.3802112417116059</c:v>
                </c:pt>
                <c:pt idx="24">
                  <c:v>1.3979400086720377</c:v>
                </c:pt>
                <c:pt idx="25">
                  <c:v>1.414973347970818</c:v>
                </c:pt>
                <c:pt idx="26">
                  <c:v>1.4313637641589874</c:v>
                </c:pt>
                <c:pt idx="27">
                  <c:v>1.4471580313422192</c:v>
                </c:pt>
                <c:pt idx="28">
                  <c:v>1.4623979978989561</c:v>
                </c:pt>
                <c:pt idx="29">
                  <c:v>1.4771212547196624</c:v>
                </c:pt>
                <c:pt idx="30">
                  <c:v>1.4913616938342726</c:v>
                </c:pt>
                <c:pt idx="31">
                  <c:v>1.505149978319906</c:v>
                </c:pt>
                <c:pt idx="32">
                  <c:v>1.5185139398778875</c:v>
                </c:pt>
                <c:pt idx="33">
                  <c:v>1.5314789170422551</c:v>
                </c:pt>
                <c:pt idx="34">
                  <c:v>1.5440680443502757</c:v>
                </c:pt>
                <c:pt idx="35">
                  <c:v>1.5563025007672873</c:v>
                </c:pt>
                <c:pt idx="36">
                  <c:v>1.568201724066995</c:v>
                </c:pt>
                <c:pt idx="37">
                  <c:v>1.5797835966168101</c:v>
                </c:pt>
                <c:pt idx="38">
                  <c:v>1.5910646070264991</c:v>
                </c:pt>
                <c:pt idx="39">
                  <c:v>1.6020599913279623</c:v>
                </c:pt>
                <c:pt idx="40">
                  <c:v>1.6127838567197355</c:v>
                </c:pt>
                <c:pt idx="41">
                  <c:v>1.6232492903979006</c:v>
                </c:pt>
                <c:pt idx="42">
                  <c:v>1.6334684555795864</c:v>
                </c:pt>
                <c:pt idx="43">
                  <c:v>1.6434526764861874</c:v>
                </c:pt>
                <c:pt idx="44">
                  <c:v>1.6532125137753437</c:v>
                </c:pt>
                <c:pt idx="45">
                  <c:v>1.6627578316815741</c:v>
                </c:pt>
                <c:pt idx="46">
                  <c:v>1.6720978579357175</c:v>
                </c:pt>
                <c:pt idx="47">
                  <c:v>1.6812412373755872</c:v>
                </c:pt>
                <c:pt idx="48">
                  <c:v>1.6901960800285136</c:v>
                </c:pt>
                <c:pt idx="49">
                  <c:v>1.6989700043360187</c:v>
                </c:pt>
                <c:pt idx="50">
                  <c:v>1.7075701760979363</c:v>
                </c:pt>
                <c:pt idx="51">
                  <c:v>1.7160033436347992</c:v>
                </c:pt>
                <c:pt idx="52">
                  <c:v>1.7242758696007889</c:v>
                </c:pt>
                <c:pt idx="53">
                  <c:v>1.7323937598229686</c:v>
                </c:pt>
                <c:pt idx="54">
                  <c:v>1.7403626894942439</c:v>
                </c:pt>
                <c:pt idx="55">
                  <c:v>1.7481880270062005</c:v>
                </c:pt>
                <c:pt idx="56">
                  <c:v>1.7558748556724915</c:v>
                </c:pt>
                <c:pt idx="57">
                  <c:v>1.7634279935629373</c:v>
                </c:pt>
                <c:pt idx="58">
                  <c:v>1.7708520116421442</c:v>
                </c:pt>
                <c:pt idx="59">
                  <c:v>1.7781512503836436</c:v>
                </c:pt>
                <c:pt idx="60">
                  <c:v>1.7853298350107671</c:v>
                </c:pt>
                <c:pt idx="61">
                  <c:v>1.7923916894982539</c:v>
                </c:pt>
                <c:pt idx="62">
                  <c:v>1.7993405494535817</c:v>
                </c:pt>
                <c:pt idx="63">
                  <c:v>1.8061799739838871</c:v>
                </c:pt>
                <c:pt idx="64">
                  <c:v>1.8129133566428555</c:v>
                </c:pt>
                <c:pt idx="65">
                  <c:v>1.8195439355418688</c:v>
                </c:pt>
                <c:pt idx="66">
                  <c:v>1.8260748027008264</c:v>
                </c:pt>
                <c:pt idx="67">
                  <c:v>1.8325089127062364</c:v>
                </c:pt>
                <c:pt idx="68">
                  <c:v>1.8388490907372552</c:v>
                </c:pt>
                <c:pt idx="69">
                  <c:v>1.8450980400142569</c:v>
                </c:pt>
                <c:pt idx="70">
                  <c:v>1.8512583487190752</c:v>
                </c:pt>
                <c:pt idx="71">
                  <c:v>1.8573324964312685</c:v>
                </c:pt>
                <c:pt idx="72">
                  <c:v>1.8633228601204559</c:v>
                </c:pt>
                <c:pt idx="73">
                  <c:v>1.8692317197309762</c:v>
                </c:pt>
                <c:pt idx="74">
                  <c:v>1.8750612633917001</c:v>
                </c:pt>
                <c:pt idx="75">
                  <c:v>1.8808135922807914</c:v>
                </c:pt>
                <c:pt idx="76">
                  <c:v>1.8864907251724818</c:v>
                </c:pt>
                <c:pt idx="77">
                  <c:v>1.8920946026904804</c:v>
                </c:pt>
                <c:pt idx="78">
                  <c:v>1.8976270912904414</c:v>
                </c:pt>
                <c:pt idx="79">
                  <c:v>1.9030899869919435</c:v>
                </c:pt>
                <c:pt idx="80">
                  <c:v>1.9084850188786497</c:v>
                </c:pt>
                <c:pt idx="81">
                  <c:v>1.9138138523837167</c:v>
                </c:pt>
                <c:pt idx="82">
                  <c:v>1.919078092376074</c:v>
                </c:pt>
                <c:pt idx="83">
                  <c:v>1.9242792860618816</c:v>
                </c:pt>
                <c:pt idx="84">
                  <c:v>1.9294189257142926</c:v>
                </c:pt>
                <c:pt idx="85">
                  <c:v>1.9344984512435677</c:v>
                </c:pt>
                <c:pt idx="86">
                  <c:v>1.9395192526186185</c:v>
                </c:pt>
                <c:pt idx="87">
                  <c:v>1.9444826721501687</c:v>
                </c:pt>
                <c:pt idx="88">
                  <c:v>1.9493900066449128</c:v>
                </c:pt>
                <c:pt idx="89">
                  <c:v>1.954242509439325</c:v>
                </c:pt>
                <c:pt idx="90">
                  <c:v>1.9590413923210936</c:v>
                </c:pt>
                <c:pt idx="91">
                  <c:v>1.9637878273455553</c:v>
                </c:pt>
                <c:pt idx="92">
                  <c:v>1.968482948553935</c:v>
                </c:pt>
                <c:pt idx="93">
                  <c:v>1.9731278535996986</c:v>
                </c:pt>
                <c:pt idx="94">
                  <c:v>1.9777236052888478</c:v>
                </c:pt>
                <c:pt idx="95">
                  <c:v>1.9822712330395684</c:v>
                </c:pt>
                <c:pt idx="96">
                  <c:v>1.9867717342662448</c:v>
                </c:pt>
                <c:pt idx="97">
                  <c:v>1.9912260756924949</c:v>
                </c:pt>
                <c:pt idx="98">
                  <c:v>1.9956351945975499</c:v>
                </c:pt>
                <c:pt idx="99">
                  <c:v>2</c:v>
                </c:pt>
                <c:pt idx="100">
                  <c:v>2.0043213737826426</c:v>
                </c:pt>
                <c:pt idx="101">
                  <c:v>2.0086001717619175</c:v>
                </c:pt>
                <c:pt idx="102">
                  <c:v>2.012837224705172</c:v>
                </c:pt>
                <c:pt idx="103">
                  <c:v>2.0170333392987803</c:v>
                </c:pt>
                <c:pt idx="104">
                  <c:v>2.0211892990699383</c:v>
                </c:pt>
                <c:pt idx="105">
                  <c:v>2.0253058652647704</c:v>
                </c:pt>
                <c:pt idx="106">
                  <c:v>2.0293837776852097</c:v>
                </c:pt>
                <c:pt idx="107">
                  <c:v>2.0334237554869499</c:v>
                </c:pt>
                <c:pt idx="108">
                  <c:v>2.0374264979406238</c:v>
                </c:pt>
                <c:pt idx="109">
                  <c:v>2.0413926851582249</c:v>
                </c:pt>
                <c:pt idx="110">
                  <c:v>2.0453229787866576</c:v>
                </c:pt>
                <c:pt idx="111">
                  <c:v>2.0492180226701815</c:v>
                </c:pt>
                <c:pt idx="112">
                  <c:v>2.0530784434834195</c:v>
                </c:pt>
                <c:pt idx="113">
                  <c:v>2.0569048513364727</c:v>
                </c:pt>
                <c:pt idx="114">
                  <c:v>2.0606978403536118</c:v>
                </c:pt>
                <c:pt idx="115">
                  <c:v>2.0644579892269186</c:v>
                </c:pt>
                <c:pt idx="116">
                  <c:v>2.0681858617461617</c:v>
                </c:pt>
                <c:pt idx="117">
                  <c:v>2.0718820073061255</c:v>
                </c:pt>
                <c:pt idx="118">
                  <c:v>2.0755469613925306</c:v>
                </c:pt>
                <c:pt idx="119">
                  <c:v>2.0791812460476247</c:v>
                </c:pt>
                <c:pt idx="120">
                  <c:v>2.0827853703164503</c:v>
                </c:pt>
                <c:pt idx="121">
                  <c:v>2.0863598306747484</c:v>
                </c:pt>
                <c:pt idx="122">
                  <c:v>2.0899051114393981</c:v>
                </c:pt>
                <c:pt idx="123">
                  <c:v>2.0934216851622351</c:v>
                </c:pt>
                <c:pt idx="124">
                  <c:v>2.0969100130080562</c:v>
                </c:pt>
                <c:pt idx="125">
                  <c:v>2.1003705451175629</c:v>
                </c:pt>
                <c:pt idx="126">
                  <c:v>2.1038037209559568</c:v>
                </c:pt>
                <c:pt idx="127">
                  <c:v>2.1072099696478683</c:v>
                </c:pt>
                <c:pt idx="128">
                  <c:v>2.1105897102992488</c:v>
                </c:pt>
                <c:pt idx="129">
                  <c:v>2.1139433523068369</c:v>
                </c:pt>
                <c:pt idx="130">
                  <c:v>2.1172712956557644</c:v>
                </c:pt>
                <c:pt idx="131">
                  <c:v>2.12057393120585</c:v>
                </c:pt>
                <c:pt idx="132">
                  <c:v>2.1238516409670858</c:v>
                </c:pt>
                <c:pt idx="133">
                  <c:v>2.1271047983648077</c:v>
                </c:pt>
                <c:pt idx="134">
                  <c:v>2.1303337684950061</c:v>
                </c:pt>
                <c:pt idx="135">
                  <c:v>2.1335389083702174</c:v>
                </c:pt>
                <c:pt idx="136">
                  <c:v>2.1367205671564067</c:v>
                </c:pt>
                <c:pt idx="137">
                  <c:v>2.1398790864012365</c:v>
                </c:pt>
                <c:pt idx="138">
                  <c:v>2.143014800254095</c:v>
                </c:pt>
                <c:pt idx="139">
                  <c:v>2.1461280356782382</c:v>
                </c:pt>
                <c:pt idx="140">
                  <c:v>2.1492191126553797</c:v>
                </c:pt>
                <c:pt idx="141">
                  <c:v>2.1522883443830563</c:v>
                </c:pt>
                <c:pt idx="142">
                  <c:v>2.1553360374650619</c:v>
                </c:pt>
                <c:pt idx="143">
                  <c:v>2.1583624920952498</c:v>
                </c:pt>
                <c:pt idx="144">
                  <c:v>2.1613680022349748</c:v>
                </c:pt>
                <c:pt idx="145">
                  <c:v>2.1643528557844371</c:v>
                </c:pt>
                <c:pt idx="146">
                  <c:v>2.167317334748176</c:v>
                </c:pt>
                <c:pt idx="147">
                  <c:v>2.1702617153949575</c:v>
                </c:pt>
                <c:pt idx="148">
                  <c:v>2.173186268412274</c:v>
                </c:pt>
                <c:pt idx="149">
                  <c:v>2.1760912590556813</c:v>
                </c:pt>
                <c:pt idx="150">
                  <c:v>2.1789769472931693</c:v>
                </c:pt>
                <c:pt idx="151">
                  <c:v>2.1818435879447726</c:v>
                </c:pt>
                <c:pt idx="152">
                  <c:v>2.1846914308175989</c:v>
                </c:pt>
                <c:pt idx="153">
                  <c:v>2.1875207208364631</c:v>
                </c:pt>
                <c:pt idx="154">
                  <c:v>2.1903316981702914</c:v>
                </c:pt>
                <c:pt idx="155">
                  <c:v>2.1931245983544616</c:v>
                </c:pt>
                <c:pt idx="156">
                  <c:v>2.1958996524092336</c:v>
                </c:pt>
                <c:pt idx="157">
                  <c:v>2.1986570869544226</c:v>
                </c:pt>
                <c:pt idx="158">
                  <c:v>2.2013971243204513</c:v>
                </c:pt>
                <c:pt idx="159">
                  <c:v>2.2041199826559246</c:v>
                </c:pt>
                <c:pt idx="160">
                  <c:v>2.2068258760318495</c:v>
                </c:pt>
                <c:pt idx="161">
                  <c:v>2.2095150145426308</c:v>
                </c:pt>
                <c:pt idx="162">
                  <c:v>2.2121876044039577</c:v>
                </c:pt>
                <c:pt idx="163">
                  <c:v>2.214843848047698</c:v>
                </c:pt>
                <c:pt idx="164">
                  <c:v>2.2174839442139063</c:v>
                </c:pt>
                <c:pt idx="165">
                  <c:v>2.220108088040055</c:v>
                </c:pt>
                <c:pt idx="166">
                  <c:v>2.2227164711475833</c:v>
                </c:pt>
                <c:pt idx="167">
                  <c:v>2.2253092817258628</c:v>
                </c:pt>
                <c:pt idx="168">
                  <c:v>2.2278867046136734</c:v>
                </c:pt>
                <c:pt idx="169">
                  <c:v>2.2304489213782741</c:v>
                </c:pt>
                <c:pt idx="170">
                  <c:v>2.2329961103921536</c:v>
                </c:pt>
                <c:pt idx="171">
                  <c:v>2.2355284469075487</c:v>
                </c:pt>
                <c:pt idx="172">
                  <c:v>2.2380461031287955</c:v>
                </c:pt>
                <c:pt idx="173">
                  <c:v>2.2405492482825999</c:v>
                </c:pt>
                <c:pt idx="174">
                  <c:v>2.2430380486862944</c:v>
                </c:pt>
                <c:pt idx="175">
                  <c:v>2.2455126678141499</c:v>
                </c:pt>
                <c:pt idx="176">
                  <c:v>2.2479732663618068</c:v>
                </c:pt>
                <c:pt idx="177">
                  <c:v>2.2504200023088941</c:v>
                </c:pt>
                <c:pt idx="178">
                  <c:v>2.2528530309798933</c:v>
                </c:pt>
                <c:pt idx="179">
                  <c:v>2.255272505103306</c:v>
                </c:pt>
                <c:pt idx="180">
                  <c:v>2.2576785748691846</c:v>
                </c:pt>
                <c:pt idx="181">
                  <c:v>2.2600713879850747</c:v>
                </c:pt>
                <c:pt idx="182">
                  <c:v>2.2624510897304293</c:v>
                </c:pt>
                <c:pt idx="183">
                  <c:v>2.2648178230095364</c:v>
                </c:pt>
                <c:pt idx="184">
                  <c:v>2.2671717284030137</c:v>
                </c:pt>
                <c:pt idx="185">
                  <c:v>2.2695129442179165</c:v>
                </c:pt>
                <c:pt idx="186">
                  <c:v>2.271841606536499</c:v>
                </c:pt>
                <c:pt idx="187">
                  <c:v>2.27415784926368</c:v>
                </c:pt>
                <c:pt idx="188">
                  <c:v>2.2764618041732443</c:v>
                </c:pt>
                <c:pt idx="189">
                  <c:v>2.2787536009528289</c:v>
                </c:pt>
                <c:pt idx="190">
                  <c:v>2.2810333672477277</c:v>
                </c:pt>
                <c:pt idx="191">
                  <c:v>2.2833012287035497</c:v>
                </c:pt>
                <c:pt idx="192">
                  <c:v>2.2855573090077739</c:v>
                </c:pt>
                <c:pt idx="193">
                  <c:v>2.287801729930226</c:v>
                </c:pt>
                <c:pt idx="194">
                  <c:v>2.2900346113625178</c:v>
                </c:pt>
                <c:pt idx="195">
                  <c:v>2.2922560713564759</c:v>
                </c:pt>
                <c:pt idx="196">
                  <c:v>2.2944662261615929</c:v>
                </c:pt>
                <c:pt idx="197">
                  <c:v>2.2966651902615309</c:v>
                </c:pt>
                <c:pt idx="198">
                  <c:v>2.2988530764097068</c:v>
                </c:pt>
                <c:pt idx="199">
                  <c:v>2.3010299956639813</c:v>
                </c:pt>
                <c:pt idx="200">
                  <c:v>2.3031960574204891</c:v>
                </c:pt>
                <c:pt idx="201">
                  <c:v>2.3053513694466239</c:v>
                </c:pt>
                <c:pt idx="202">
                  <c:v>2.307496037913213</c:v>
                </c:pt>
                <c:pt idx="203">
                  <c:v>2.3096301674258988</c:v>
                </c:pt>
                <c:pt idx="204">
                  <c:v>2.3117538610557542</c:v>
                </c:pt>
                <c:pt idx="205">
                  <c:v>2.3138672203691533</c:v>
                </c:pt>
                <c:pt idx="206">
                  <c:v>2.3159703454569178</c:v>
                </c:pt>
                <c:pt idx="207">
                  <c:v>2.3180633349627615</c:v>
                </c:pt>
                <c:pt idx="208">
                  <c:v>2.3201462861110542</c:v>
                </c:pt>
                <c:pt idx="209">
                  <c:v>2.3222192947339191</c:v>
                </c:pt>
                <c:pt idx="210">
                  <c:v>2.3242824552976926</c:v>
                </c:pt>
                <c:pt idx="211">
                  <c:v>2.3263358609287512</c:v>
                </c:pt>
                <c:pt idx="212">
                  <c:v>2.3283796034387376</c:v>
                </c:pt>
                <c:pt idx="213">
                  <c:v>2.330413773349191</c:v>
                </c:pt>
                <c:pt idx="214">
                  <c:v>2.3324384599156054</c:v>
                </c:pt>
                <c:pt idx="215">
                  <c:v>2.3344537511509307</c:v>
                </c:pt>
                <c:pt idx="216">
                  <c:v>2.3364597338485296</c:v>
                </c:pt>
                <c:pt idx="217">
                  <c:v>2.3384564936046046</c:v>
                </c:pt>
                <c:pt idx="218">
                  <c:v>2.3404441148401185</c:v>
                </c:pt>
                <c:pt idx="219">
                  <c:v>2.3424226808222062</c:v>
                </c:pt>
                <c:pt idx="220">
                  <c:v>2.3443922736851106</c:v>
                </c:pt>
                <c:pt idx="221">
                  <c:v>2.3463529744506388</c:v>
                </c:pt>
                <c:pt idx="222">
                  <c:v>2.3483048630481607</c:v>
                </c:pt>
                <c:pt idx="223">
                  <c:v>2.3502480183341627</c:v>
                </c:pt>
                <c:pt idx="224">
                  <c:v>2.3521825181113627</c:v>
                </c:pt>
                <c:pt idx="225">
                  <c:v>2.3541084391474008</c:v>
                </c:pt>
                <c:pt idx="226">
                  <c:v>2.3560258571931225</c:v>
                </c:pt>
                <c:pt idx="227">
                  <c:v>2.357934847000454</c:v>
                </c:pt>
                <c:pt idx="228">
                  <c:v>2.3598354823398879</c:v>
                </c:pt>
                <c:pt idx="229">
                  <c:v>2.3617278360175931</c:v>
                </c:pt>
                <c:pt idx="230">
                  <c:v>2.3636119798921444</c:v>
                </c:pt>
                <c:pt idx="231">
                  <c:v>2.3654879848908998</c:v>
                </c:pt>
                <c:pt idx="232">
                  <c:v>2.3673559210260189</c:v>
                </c:pt>
                <c:pt idx="233">
                  <c:v>2.369215857410143</c:v>
                </c:pt>
                <c:pt idx="234">
                  <c:v>2.3710678622717363</c:v>
                </c:pt>
                <c:pt idx="235">
                  <c:v>2.3729120029701067</c:v>
                </c:pt>
                <c:pt idx="236">
                  <c:v>2.374748346010104</c:v>
                </c:pt>
                <c:pt idx="237">
                  <c:v>2.3765769570565118</c:v>
                </c:pt>
                <c:pt idx="238">
                  <c:v>2.3783979009481375</c:v>
                </c:pt>
                <c:pt idx="239">
                  <c:v>2.3802112417116059</c:v>
                </c:pt>
                <c:pt idx="240">
                  <c:v>2.3820170425748683</c:v>
                </c:pt>
                <c:pt idx="241">
                  <c:v>2.3838153659804311</c:v>
                </c:pt>
                <c:pt idx="242">
                  <c:v>2.3856062735983121</c:v>
                </c:pt>
                <c:pt idx="243">
                  <c:v>2.3873898263387292</c:v>
                </c:pt>
                <c:pt idx="244">
                  <c:v>2.3891660843645326</c:v>
                </c:pt>
                <c:pt idx="245">
                  <c:v>2.3909351071033793</c:v>
                </c:pt>
                <c:pt idx="246">
                  <c:v>2.3926969532596658</c:v>
                </c:pt>
                <c:pt idx="247">
                  <c:v>2.3944516808262164</c:v>
                </c:pt>
                <c:pt idx="248">
                  <c:v>2.3961993470957363</c:v>
                </c:pt>
                <c:pt idx="249">
                  <c:v>2.3979400086720375</c:v>
                </c:pt>
                <c:pt idx="250">
                  <c:v>2.399673721481038</c:v>
                </c:pt>
                <c:pt idx="251">
                  <c:v>2.4014005407815442</c:v>
                </c:pt>
                <c:pt idx="252">
                  <c:v>2.403120521175818</c:v>
                </c:pt>
                <c:pt idx="253">
                  <c:v>2.4048337166199381</c:v>
                </c:pt>
                <c:pt idx="254">
                  <c:v>2.406540180433955</c:v>
                </c:pt>
                <c:pt idx="255">
                  <c:v>2.4082399653118496</c:v>
                </c:pt>
                <c:pt idx="256">
                  <c:v>2.4099331233312946</c:v>
                </c:pt>
                <c:pt idx="257">
                  <c:v>2.4116197059632301</c:v>
                </c:pt>
                <c:pt idx="258">
                  <c:v>2.4132997640812519</c:v>
                </c:pt>
                <c:pt idx="259">
                  <c:v>2.4149733479708178</c:v>
                </c:pt>
                <c:pt idx="260">
                  <c:v>2.4166405073382808</c:v>
                </c:pt>
                <c:pt idx="261">
                  <c:v>2.4183012913197452</c:v>
                </c:pt>
                <c:pt idx="262">
                  <c:v>2.419955748489758</c:v>
                </c:pt>
                <c:pt idx="263">
                  <c:v>2.4216039268698313</c:v>
                </c:pt>
                <c:pt idx="264">
                  <c:v>2.4232458739368079</c:v>
                </c:pt>
                <c:pt idx="265">
                  <c:v>2.424881636631067</c:v>
                </c:pt>
                <c:pt idx="266">
                  <c:v>2.4265112613645754</c:v>
                </c:pt>
                <c:pt idx="267">
                  <c:v>2.428134794028789</c:v>
                </c:pt>
                <c:pt idx="268">
                  <c:v>2.4297522800024081</c:v>
                </c:pt>
                <c:pt idx="269">
                  <c:v>2.4313637641589874</c:v>
                </c:pt>
                <c:pt idx="270">
                  <c:v>2.4329692908744058</c:v>
                </c:pt>
                <c:pt idx="271">
                  <c:v>2.4345689040341987</c:v>
                </c:pt>
                <c:pt idx="272">
                  <c:v>2.436162647040756</c:v>
                </c:pt>
                <c:pt idx="273">
                  <c:v>2.4377505628203879</c:v>
                </c:pt>
                <c:pt idx="274">
                  <c:v>2.4393326938302629</c:v>
                </c:pt>
                <c:pt idx="275">
                  <c:v>2.4409090820652177</c:v>
                </c:pt>
                <c:pt idx="276">
                  <c:v>2.4424797690644486</c:v>
                </c:pt>
                <c:pt idx="277">
                  <c:v>2.4440447959180762</c:v>
                </c:pt>
                <c:pt idx="278">
                  <c:v>2.4456042032735974</c:v>
                </c:pt>
                <c:pt idx="279">
                  <c:v>2.4471580313422194</c:v>
                </c:pt>
                <c:pt idx="280">
                  <c:v>2.4487063199050798</c:v>
                </c:pt>
                <c:pt idx="281">
                  <c:v>2.4502491083193609</c:v>
                </c:pt>
                <c:pt idx="282">
                  <c:v>2.4517864355242902</c:v>
                </c:pt>
                <c:pt idx="283">
                  <c:v>2.4533183400470375</c:v>
                </c:pt>
                <c:pt idx="284">
                  <c:v>2.4548448600085102</c:v>
                </c:pt>
                <c:pt idx="285">
                  <c:v>2.4563660331290431</c:v>
                </c:pt>
                <c:pt idx="286">
                  <c:v>2.4578818967339924</c:v>
                </c:pt>
                <c:pt idx="287">
                  <c:v>2.459392487759231</c:v>
                </c:pt>
                <c:pt idx="288">
                  <c:v>2.4608978427565478</c:v>
                </c:pt>
                <c:pt idx="289">
                  <c:v>2.4623979978989561</c:v>
                </c:pt>
                <c:pt idx="290">
                  <c:v>2.4638929889859074</c:v>
                </c:pt>
                <c:pt idx="291">
                  <c:v>2.4653828514484184</c:v>
                </c:pt>
                <c:pt idx="292">
                  <c:v>2.4668676203541096</c:v>
                </c:pt>
                <c:pt idx="293">
                  <c:v>2.4683473304121573</c:v>
                </c:pt>
                <c:pt idx="294">
                  <c:v>2.469822015978163</c:v>
                </c:pt>
                <c:pt idx="295">
                  <c:v>2.4712917110589387</c:v>
                </c:pt>
                <c:pt idx="296">
                  <c:v>2.4727564493172123</c:v>
                </c:pt>
                <c:pt idx="297">
                  <c:v>2.4742162640762553</c:v>
                </c:pt>
                <c:pt idx="298">
                  <c:v>2.4756711883244296</c:v>
                </c:pt>
                <c:pt idx="299">
                  <c:v>2.4771212547196626</c:v>
                </c:pt>
                <c:pt idx="300">
                  <c:v>2.4785664955938436</c:v>
                </c:pt>
                <c:pt idx="301">
                  <c:v>2.4800069429571505</c:v>
                </c:pt>
                <c:pt idx="302">
                  <c:v>2.4814426285023048</c:v>
                </c:pt>
                <c:pt idx="303">
                  <c:v>2.4828735836087539</c:v>
                </c:pt>
                <c:pt idx="304">
                  <c:v>2.4842998393467859</c:v>
                </c:pt>
                <c:pt idx="305">
                  <c:v>2.4857214264815801</c:v>
                </c:pt>
                <c:pt idx="306">
                  <c:v>2.4871383754771865</c:v>
                </c:pt>
                <c:pt idx="307">
                  <c:v>2.4885507165004443</c:v>
                </c:pt>
                <c:pt idx="308">
                  <c:v>2.4899584794248346</c:v>
                </c:pt>
                <c:pt idx="309">
                  <c:v>2.4913616938342726</c:v>
                </c:pt>
                <c:pt idx="310">
                  <c:v>2.4927603890268375</c:v>
                </c:pt>
                <c:pt idx="311">
                  <c:v>2.4941545940184429</c:v>
                </c:pt>
                <c:pt idx="312">
                  <c:v>2.4955443375464483</c:v>
                </c:pt>
                <c:pt idx="313">
                  <c:v>2.4969296480732148</c:v>
                </c:pt>
                <c:pt idx="314">
                  <c:v>2.4983105537896004</c:v>
                </c:pt>
                <c:pt idx="315">
                  <c:v>2.4996870826184039</c:v>
                </c:pt>
                <c:pt idx="316">
                  <c:v>2.5010592622177517</c:v>
                </c:pt>
                <c:pt idx="317">
                  <c:v>2.5024271199844326</c:v>
                </c:pt>
                <c:pt idx="318">
                  <c:v>2.503790683057181</c:v>
                </c:pt>
                <c:pt idx="319">
                  <c:v>2.5051499783199058</c:v>
                </c:pt>
                <c:pt idx="320">
                  <c:v>2.5065050324048719</c:v>
                </c:pt>
                <c:pt idx="321">
                  <c:v>2.5078558716958308</c:v>
                </c:pt>
                <c:pt idx="322">
                  <c:v>2.509202522331103</c:v>
                </c:pt>
                <c:pt idx="323">
                  <c:v>2.510545010206612</c:v>
                </c:pt>
                <c:pt idx="324">
                  <c:v>2.5118833609788744</c:v>
                </c:pt>
                <c:pt idx="325">
                  <c:v>2.5132176000679389</c:v>
                </c:pt>
                <c:pt idx="326">
                  <c:v>2.514547752660286</c:v>
                </c:pt>
                <c:pt idx="327">
                  <c:v>2.5158738437116792</c:v>
                </c:pt>
                <c:pt idx="328">
                  <c:v>2.5171958979499744</c:v>
                </c:pt>
                <c:pt idx="329">
                  <c:v>2.5185139398778875</c:v>
                </c:pt>
                <c:pt idx="330">
                  <c:v>2.5198279937757189</c:v>
                </c:pt>
                <c:pt idx="331">
                  <c:v>2.5211380837040362</c:v>
                </c:pt>
                <c:pt idx="332">
                  <c:v>2.5224442335063197</c:v>
                </c:pt>
                <c:pt idx="333">
                  <c:v>2.5237464668115646</c:v>
                </c:pt>
                <c:pt idx="334">
                  <c:v>2.5250448070368452</c:v>
                </c:pt>
                <c:pt idx="335">
                  <c:v>2.5263392773898441</c:v>
                </c:pt>
                <c:pt idx="336">
                  <c:v>2.5276299008713385</c:v>
                </c:pt>
                <c:pt idx="337">
                  <c:v>2.5289167002776547</c:v>
                </c:pt>
                <c:pt idx="338">
                  <c:v>2.5301996982030821</c:v>
                </c:pt>
                <c:pt idx="339">
                  <c:v>2.5314789170422549</c:v>
                </c:pt>
                <c:pt idx="340">
                  <c:v>2.5327543789924976</c:v>
                </c:pt>
                <c:pt idx="341">
                  <c:v>2.5340261060561349</c:v>
                </c:pt>
                <c:pt idx="342">
                  <c:v>2.5352941200427703</c:v>
                </c:pt>
                <c:pt idx="343">
                  <c:v>2.53655844257153</c:v>
                </c:pt>
                <c:pt idx="344">
                  <c:v>2.537819095073274</c:v>
                </c:pt>
                <c:pt idx="345">
                  <c:v>2.5390760987927767</c:v>
                </c:pt>
                <c:pt idx="346">
                  <c:v>2.5403294747908736</c:v>
                </c:pt>
                <c:pt idx="347">
                  <c:v>2.5415792439465807</c:v>
                </c:pt>
                <c:pt idx="348">
                  <c:v>2.5428254269591797</c:v>
                </c:pt>
                <c:pt idx="349">
                  <c:v>2.5440680443502757</c:v>
                </c:pt>
                <c:pt idx="350">
                  <c:v>2.5453071164658239</c:v>
                </c:pt>
                <c:pt idx="351">
                  <c:v>2.5465426634781312</c:v>
                </c:pt>
                <c:pt idx="352">
                  <c:v>2.5477747053878224</c:v>
                </c:pt>
                <c:pt idx="353">
                  <c:v>2.5490032620257876</c:v>
                </c:pt>
                <c:pt idx="354">
                  <c:v>2.5502283530550942</c:v>
                </c:pt>
                <c:pt idx="355">
                  <c:v>2.5514499979728753</c:v>
                </c:pt>
                <c:pt idx="356">
                  <c:v>2.5526682161121932</c:v>
                </c:pt>
                <c:pt idx="357">
                  <c:v>2.5538830266438746</c:v>
                </c:pt>
                <c:pt idx="358">
                  <c:v>2.5550944485783194</c:v>
                </c:pt>
                <c:pt idx="359">
                  <c:v>2.5563025007672873</c:v>
                </c:pt>
                <c:pt idx="360">
                  <c:v>2.5575072019056577</c:v>
                </c:pt>
                <c:pt idx="361">
                  <c:v>2.5587085705331658</c:v>
                </c:pt>
                <c:pt idx="362">
                  <c:v>2.5599066250361124</c:v>
                </c:pt>
                <c:pt idx="363">
                  <c:v>2.5611013836490559</c:v>
                </c:pt>
                <c:pt idx="364">
                  <c:v>2.5622928644564746</c:v>
                </c:pt>
                <c:pt idx="365">
                  <c:v>2.5634810853944106</c:v>
                </c:pt>
                <c:pt idx="366">
                  <c:v>2.5646660642520893</c:v>
                </c:pt>
                <c:pt idx="367">
                  <c:v>2.5658478186735176</c:v>
                </c:pt>
                <c:pt idx="368">
                  <c:v>2.5670263661590602</c:v>
                </c:pt>
                <c:pt idx="369">
                  <c:v>2.568201724066995</c:v>
                </c:pt>
                <c:pt idx="370">
                  <c:v>2.5693739096150461</c:v>
                </c:pt>
                <c:pt idx="371">
                  <c:v>2.5705429398818973</c:v>
                </c:pt>
                <c:pt idx="372">
                  <c:v>2.5717088318086878</c:v>
                </c:pt>
                <c:pt idx="373">
                  <c:v>2.5728716022004803</c:v>
                </c:pt>
                <c:pt idx="374">
                  <c:v>2.5740312677277188</c:v>
                </c:pt>
                <c:pt idx="375">
                  <c:v>2.5751878449276608</c:v>
                </c:pt>
                <c:pt idx="376">
                  <c:v>2.576341350205793</c:v>
                </c:pt>
                <c:pt idx="377">
                  <c:v>2.5774917998372255</c:v>
                </c:pt>
                <c:pt idx="378">
                  <c:v>2.5786392099680722</c:v>
                </c:pt>
                <c:pt idx="379">
                  <c:v>2.5797835966168101</c:v>
                </c:pt>
                <c:pt idx="380">
                  <c:v>2.5809249756756194</c:v>
                </c:pt>
                <c:pt idx="381">
                  <c:v>2.5820633629117089</c:v>
                </c:pt>
                <c:pt idx="382">
                  <c:v>2.5831987739686229</c:v>
                </c:pt>
                <c:pt idx="383">
                  <c:v>2.5843312243675309</c:v>
                </c:pt>
                <c:pt idx="384">
                  <c:v>2.5854607295085006</c:v>
                </c:pt>
                <c:pt idx="385">
                  <c:v>2.5865873046717551</c:v>
                </c:pt>
                <c:pt idx="386">
                  <c:v>2.5877109650189114</c:v>
                </c:pt>
                <c:pt idx="387">
                  <c:v>2.5888317255942073</c:v>
                </c:pt>
                <c:pt idx="388">
                  <c:v>2.5899496013257077</c:v>
                </c:pt>
                <c:pt idx="389">
                  <c:v>2.5910646070264991</c:v>
                </c:pt>
                <c:pt idx="390">
                  <c:v>2.5921767573958667</c:v>
                </c:pt>
                <c:pt idx="391">
                  <c:v>2.5932860670204572</c:v>
                </c:pt>
                <c:pt idx="392">
                  <c:v>2.5943925503754266</c:v>
                </c:pt>
                <c:pt idx="393">
                  <c:v>2.5954962218255742</c:v>
                </c:pt>
                <c:pt idx="394">
                  <c:v>2.5965970956264601</c:v>
                </c:pt>
                <c:pt idx="395">
                  <c:v>2.5976951859255122</c:v>
                </c:pt>
                <c:pt idx="396">
                  <c:v>2.5987905067631152</c:v>
                </c:pt>
                <c:pt idx="397">
                  <c:v>2.5998830720736876</c:v>
                </c:pt>
                <c:pt idx="398">
                  <c:v>2.6009728956867484</c:v>
                </c:pt>
                <c:pt idx="399">
                  <c:v>2.6020599913279625</c:v>
                </c:pt>
                <c:pt idx="400">
                  <c:v>2.6031443726201822</c:v>
                </c:pt>
                <c:pt idx="401">
                  <c:v>2.6042260530844699</c:v>
                </c:pt>
                <c:pt idx="402">
                  <c:v>2.6053050461411096</c:v>
                </c:pt>
                <c:pt idx="403">
                  <c:v>2.6063813651106051</c:v>
                </c:pt>
                <c:pt idx="404">
                  <c:v>2.6074550232146687</c:v>
                </c:pt>
                <c:pt idx="405">
                  <c:v>2.6085260335771943</c:v>
                </c:pt>
                <c:pt idx="406">
                  <c:v>2.6095944092252199</c:v>
                </c:pt>
                <c:pt idx="407">
                  <c:v>2.61066016308988</c:v>
                </c:pt>
                <c:pt idx="408">
                  <c:v>2.6117233080073419</c:v>
                </c:pt>
                <c:pt idx="409">
                  <c:v>2.6127838567197355</c:v>
                </c:pt>
                <c:pt idx="410">
                  <c:v>2.6138418218760693</c:v>
                </c:pt>
                <c:pt idx="411">
                  <c:v>2.6148972160331345</c:v>
                </c:pt>
                <c:pt idx="412">
                  <c:v>2.6159500516564012</c:v>
                </c:pt>
                <c:pt idx="413">
                  <c:v>2.6170003411208991</c:v>
                </c:pt>
                <c:pt idx="414">
                  <c:v>2.6180480967120925</c:v>
                </c:pt>
                <c:pt idx="415">
                  <c:v>2.6190933306267428</c:v>
                </c:pt>
                <c:pt idx="416">
                  <c:v>2.6201360549737576</c:v>
                </c:pt>
                <c:pt idx="417">
                  <c:v>2.621176281775035</c:v>
                </c:pt>
                <c:pt idx="418">
                  <c:v>2.6222140229662951</c:v>
                </c:pt>
                <c:pt idx="419">
                  <c:v>2.6232492903979003</c:v>
                </c:pt>
                <c:pt idx="420">
                  <c:v>2.6242820958356683</c:v>
                </c:pt>
                <c:pt idx="421">
                  <c:v>2.6253124509616739</c:v>
                </c:pt>
                <c:pt idx="422">
                  <c:v>2.6263403673750423</c:v>
                </c:pt>
                <c:pt idx="423">
                  <c:v>2.6273658565927325</c:v>
                </c:pt>
                <c:pt idx="424">
                  <c:v>2.6283889300503116</c:v>
                </c:pt>
                <c:pt idx="425">
                  <c:v>2.6294095991027189</c:v>
                </c:pt>
                <c:pt idx="426">
                  <c:v>2.6304278750250241</c:v>
                </c:pt>
                <c:pt idx="427">
                  <c:v>2.6314437690131722</c:v>
                </c:pt>
                <c:pt idx="428">
                  <c:v>2.6324572921847245</c:v>
                </c:pt>
                <c:pt idx="429">
                  <c:v>2.6334684555795866</c:v>
                </c:pt>
                <c:pt idx="430">
                  <c:v>2.6344772701607315</c:v>
                </c:pt>
                <c:pt idx="431">
                  <c:v>2.6354837468149119</c:v>
                </c:pt>
                <c:pt idx="432">
                  <c:v>2.6364878963533656</c:v>
                </c:pt>
                <c:pt idx="433">
                  <c:v>2.6374897295125108</c:v>
                </c:pt>
                <c:pt idx="434">
                  <c:v>2.6384892569546374</c:v>
                </c:pt>
                <c:pt idx="435">
                  <c:v>2.6394864892685859</c:v>
                </c:pt>
                <c:pt idx="436">
                  <c:v>2.6404814369704219</c:v>
                </c:pt>
                <c:pt idx="437">
                  <c:v>2.6414741105040997</c:v>
                </c:pt>
                <c:pt idx="438">
                  <c:v>2.6424645202421213</c:v>
                </c:pt>
                <c:pt idx="439">
                  <c:v>2.6434526764861874</c:v>
                </c:pt>
                <c:pt idx="440">
                  <c:v>2.6444385894678386</c:v>
                </c:pt>
                <c:pt idx="441">
                  <c:v>2.6454222693490919</c:v>
                </c:pt>
                <c:pt idx="442">
                  <c:v>2.6464037262230695</c:v>
                </c:pt>
                <c:pt idx="443">
                  <c:v>2.6473829701146196</c:v>
                </c:pt>
                <c:pt idx="444">
                  <c:v>2.6483600109809315</c:v>
                </c:pt>
                <c:pt idx="445">
                  <c:v>2.6493348587121419</c:v>
                </c:pt>
                <c:pt idx="446">
                  <c:v>2.6503075231319366</c:v>
                </c:pt>
                <c:pt idx="447">
                  <c:v>2.651278013998144</c:v>
                </c:pt>
                <c:pt idx="448">
                  <c:v>2.6522463410033232</c:v>
                </c:pt>
                <c:pt idx="449">
                  <c:v>2.6532125137753435</c:v>
                </c:pt>
                <c:pt idx="450">
                  <c:v>2.6541765418779604</c:v>
                </c:pt>
                <c:pt idx="451">
                  <c:v>2.655138434811382</c:v>
                </c:pt>
                <c:pt idx="452">
                  <c:v>2.6560982020128319</c:v>
                </c:pt>
                <c:pt idx="453">
                  <c:v>2.6570558528571038</c:v>
                </c:pt>
                <c:pt idx="454">
                  <c:v>2.6580113966571126</c:v>
                </c:pt>
                <c:pt idx="455">
                  <c:v>2.6589648426644348</c:v>
                </c:pt>
                <c:pt idx="456">
                  <c:v>2.6599162000698504</c:v>
                </c:pt>
                <c:pt idx="457">
                  <c:v>2.6608654780038692</c:v>
                </c:pt>
                <c:pt idx="458">
                  <c:v>2.661812685537261</c:v>
                </c:pt>
                <c:pt idx="459">
                  <c:v>2.6627578316815739</c:v>
                </c:pt>
                <c:pt idx="460">
                  <c:v>2.663700925389648</c:v>
                </c:pt>
                <c:pt idx="461">
                  <c:v>2.6646419755561257</c:v>
                </c:pt>
                <c:pt idx="462">
                  <c:v>2.6655809910179533</c:v>
                </c:pt>
                <c:pt idx="463">
                  <c:v>2.6665179805548807</c:v>
                </c:pt>
                <c:pt idx="464">
                  <c:v>2.667452952889954</c:v>
                </c:pt>
                <c:pt idx="465">
                  <c:v>2.6683859166900001</c:v>
                </c:pt>
                <c:pt idx="466">
                  <c:v>2.6693168805661123</c:v>
                </c:pt>
                <c:pt idx="467">
                  <c:v>2.6702458530741242</c:v>
                </c:pt>
                <c:pt idx="468">
                  <c:v>2.6711728427150834</c:v>
                </c:pt>
                <c:pt idx="469">
                  <c:v>2.6720978579357175</c:v>
                </c:pt>
                <c:pt idx="470">
                  <c:v>2.6730209071288962</c:v>
                </c:pt>
                <c:pt idx="471">
                  <c:v>2.673941998634088</c:v>
                </c:pt>
                <c:pt idx="472">
                  <c:v>2.6748611407378116</c:v>
                </c:pt>
                <c:pt idx="473">
                  <c:v>2.6757783416740852</c:v>
                </c:pt>
                <c:pt idx="474">
                  <c:v>2.6766936096248664</c:v>
                </c:pt>
                <c:pt idx="475">
                  <c:v>2.6776069527204931</c:v>
                </c:pt>
                <c:pt idx="476">
                  <c:v>2.6785183790401139</c:v>
                </c:pt>
                <c:pt idx="477">
                  <c:v>2.6794278966121188</c:v>
                </c:pt>
                <c:pt idx="478">
                  <c:v>2.6803355134145632</c:v>
                </c:pt>
                <c:pt idx="479">
                  <c:v>2.6812412373755872</c:v>
                </c:pt>
                <c:pt idx="480">
                  <c:v>2.6821450763738319</c:v>
                </c:pt>
                <c:pt idx="481">
                  <c:v>2.6830470382388496</c:v>
                </c:pt>
                <c:pt idx="482">
                  <c:v>2.6839471307515121</c:v>
                </c:pt>
                <c:pt idx="483">
                  <c:v>2.6848453616444123</c:v>
                </c:pt>
                <c:pt idx="484">
                  <c:v>2.6857417386022635</c:v>
                </c:pt>
                <c:pt idx="485">
                  <c:v>2.6866362692622934</c:v>
                </c:pt>
                <c:pt idx="486">
                  <c:v>2.6875289612146345</c:v>
                </c:pt>
                <c:pt idx="487">
                  <c:v>2.6884198220027105</c:v>
                </c:pt>
                <c:pt idx="488">
                  <c:v>2.6893088591236203</c:v>
                </c:pt>
                <c:pt idx="489">
                  <c:v>2.6901960800285138</c:v>
                </c:pt>
                <c:pt idx="490">
                  <c:v>2.6910814921229687</c:v>
                </c:pt>
                <c:pt idx="491">
                  <c:v>2.6919651027673601</c:v>
                </c:pt>
                <c:pt idx="492">
                  <c:v>2.6928469192772302</c:v>
                </c:pt>
                <c:pt idx="493">
                  <c:v>2.6937269489236471</c:v>
                </c:pt>
                <c:pt idx="494">
                  <c:v>2.6946051989335689</c:v>
                </c:pt>
                <c:pt idx="495">
                  <c:v>2.6954816764901977</c:v>
                </c:pt>
                <c:pt idx="496">
                  <c:v>2.6963563887333319</c:v>
                </c:pt>
                <c:pt idx="497">
                  <c:v>2.6972293427597176</c:v>
                </c:pt>
                <c:pt idx="498">
                  <c:v>2.6981005456233897</c:v>
                </c:pt>
                <c:pt idx="499">
                  <c:v>2.6989700043360187</c:v>
                </c:pt>
                <c:pt idx="500">
                  <c:v>2.6998377258672459</c:v>
                </c:pt>
                <c:pt idx="501">
                  <c:v>2.7007037171450192</c:v>
                </c:pt>
                <c:pt idx="502">
                  <c:v>2.7015679850559273</c:v>
                </c:pt>
                <c:pt idx="503">
                  <c:v>2.7024305364455254</c:v>
                </c:pt>
                <c:pt idx="504">
                  <c:v>2.7032913781186614</c:v>
                </c:pt>
                <c:pt idx="505">
                  <c:v>2.7041505168397992</c:v>
                </c:pt>
                <c:pt idx="506">
                  <c:v>2.705007959333336</c:v>
                </c:pt>
                <c:pt idx="507">
                  <c:v>2.7058637122839193</c:v>
                </c:pt>
                <c:pt idx="508">
                  <c:v>2.7067177823367587</c:v>
                </c:pt>
                <c:pt idx="509">
                  <c:v>2.7075701760979363</c:v>
                </c:pt>
                <c:pt idx="510">
                  <c:v>2.7084209001347128</c:v>
                </c:pt>
                <c:pt idx="511">
                  <c:v>2.7092699609758308</c:v>
                </c:pt>
                <c:pt idx="512">
                  <c:v>2.7101173651118162</c:v>
                </c:pt>
                <c:pt idx="513">
                  <c:v>2.7109631189952759</c:v>
                </c:pt>
                <c:pt idx="514">
                  <c:v>2.7118072290411912</c:v>
                </c:pt>
                <c:pt idx="515">
                  <c:v>2.7126497016272113</c:v>
                </c:pt>
                <c:pt idx="516">
                  <c:v>2.7134905430939424</c:v>
                </c:pt>
                <c:pt idx="517">
                  <c:v>2.7143297597452332</c:v>
                </c:pt>
                <c:pt idx="518">
                  <c:v>2.7151673578484576</c:v>
                </c:pt>
                <c:pt idx="519">
                  <c:v>2.716003343634799</c:v>
                </c:pt>
                <c:pt idx="520">
                  <c:v>2.7168377232995247</c:v>
                </c:pt>
                <c:pt idx="521">
                  <c:v>2.7176705030022621</c:v>
                </c:pt>
                <c:pt idx="522">
                  <c:v>2.7185016888672742</c:v>
                </c:pt>
                <c:pt idx="523">
                  <c:v>2.7193312869837265</c:v>
                </c:pt>
                <c:pt idx="524">
                  <c:v>2.720159303405957</c:v>
                </c:pt>
                <c:pt idx="525">
                  <c:v>2.7209857441537393</c:v>
                </c:pt>
                <c:pt idx="526">
                  <c:v>2.7218106152125467</c:v>
                </c:pt>
                <c:pt idx="527">
                  <c:v>2.7226339225338121</c:v>
                </c:pt>
                <c:pt idx="528">
                  <c:v>2.7234556720351857</c:v>
                </c:pt>
                <c:pt idx="529">
                  <c:v>2.7242758696007892</c:v>
                </c:pt>
                <c:pt idx="530">
                  <c:v>2.725094521081469</c:v>
                </c:pt>
                <c:pt idx="531">
                  <c:v>2.7259116322950483</c:v>
                </c:pt>
                <c:pt idx="532">
                  <c:v>2.7267272090265724</c:v>
                </c:pt>
                <c:pt idx="533">
                  <c:v>2.7275412570285562</c:v>
                </c:pt>
                <c:pt idx="534">
                  <c:v>2.7283537820212285</c:v>
                </c:pt>
                <c:pt idx="535">
                  <c:v>2.7291647896927702</c:v>
                </c:pt>
                <c:pt idx="536">
                  <c:v>2.7299742856995555</c:v>
                </c:pt>
                <c:pt idx="537">
                  <c:v>2.7307822756663893</c:v>
                </c:pt>
                <c:pt idx="538">
                  <c:v>2.7315887651867388</c:v>
                </c:pt>
                <c:pt idx="539">
                  <c:v>2.7323937598229686</c:v>
                </c:pt>
                <c:pt idx="540">
                  <c:v>2.7331972651065692</c:v>
                </c:pt>
                <c:pt idx="541">
                  <c:v>2.7339992865383871</c:v>
                </c:pt>
                <c:pt idx="542">
                  <c:v>2.7347998295888472</c:v>
                </c:pt>
                <c:pt idx="543">
                  <c:v>2.7355988996981799</c:v>
                </c:pt>
                <c:pt idx="544">
                  <c:v>2.7363965022766426</c:v>
                </c:pt>
                <c:pt idx="545">
                  <c:v>2.7371926427047373</c:v>
                </c:pt>
                <c:pt idx="546">
                  <c:v>2.7379873263334309</c:v>
                </c:pt>
                <c:pt idx="547">
                  <c:v>2.7387805584843692</c:v>
                </c:pt>
                <c:pt idx="548">
                  <c:v>2.7395723444500919</c:v>
                </c:pt>
                <c:pt idx="549">
                  <c:v>2.7403626894942437</c:v>
                </c:pt>
                <c:pt idx="550">
                  <c:v>2.7411515988517849</c:v>
                </c:pt>
                <c:pt idx="551">
                  <c:v>2.741939077729199</c:v>
                </c:pt>
                <c:pt idx="552">
                  <c:v>2.7427251313046983</c:v>
                </c:pt>
                <c:pt idx="553">
                  <c:v>2.7435097647284299</c:v>
                </c:pt>
                <c:pt idx="554">
                  <c:v>2.7442929831226763</c:v>
                </c:pt>
                <c:pt idx="555">
                  <c:v>2.7450747915820575</c:v>
                </c:pt>
                <c:pt idx="556">
                  <c:v>2.7458551951737289</c:v>
                </c:pt>
                <c:pt idx="557">
                  <c:v>2.7466341989375787</c:v>
                </c:pt>
                <c:pt idx="558">
                  <c:v>2.7474118078864231</c:v>
                </c:pt>
                <c:pt idx="559">
                  <c:v>2.7481880270062002</c:v>
                </c:pt>
                <c:pt idx="560">
                  <c:v>2.7489628612561616</c:v>
                </c:pt>
                <c:pt idx="561">
                  <c:v>2.7497363155690611</c:v>
                </c:pt>
                <c:pt idx="562">
                  <c:v>2.7505083948513462</c:v>
                </c:pt>
                <c:pt idx="563">
                  <c:v>2.7512791039833422</c:v>
                </c:pt>
                <c:pt idx="564">
                  <c:v>2.7520484478194387</c:v>
                </c:pt>
                <c:pt idx="565">
                  <c:v>2.7528164311882715</c:v>
                </c:pt>
                <c:pt idx="566">
                  <c:v>2.7535830588929064</c:v>
                </c:pt>
                <c:pt idx="567">
                  <c:v>2.7543483357110188</c:v>
                </c:pt>
                <c:pt idx="568">
                  <c:v>2.7551122663950713</c:v>
                </c:pt>
                <c:pt idx="569">
                  <c:v>2.7558748556724915</c:v>
                </c:pt>
                <c:pt idx="570">
                  <c:v>2.7566361082458481</c:v>
                </c:pt>
                <c:pt idx="571">
                  <c:v>2.7573960287930244</c:v>
                </c:pt>
                <c:pt idx="572">
                  <c:v>2.7581546219673898</c:v>
                </c:pt>
                <c:pt idx="573">
                  <c:v>2.7589118923979736</c:v>
                </c:pt>
                <c:pt idx="574">
                  <c:v>2.7596678446896306</c:v>
                </c:pt>
                <c:pt idx="575">
                  <c:v>2.7604224834232118</c:v>
                </c:pt>
                <c:pt idx="576">
                  <c:v>2.7611758131557314</c:v>
                </c:pt>
                <c:pt idx="577">
                  <c:v>2.761927838420529</c:v>
                </c:pt>
                <c:pt idx="578">
                  <c:v>2.762678563727436</c:v>
                </c:pt>
                <c:pt idx="579">
                  <c:v>2.7634279935629373</c:v>
                </c:pt>
                <c:pt idx="580">
                  <c:v>2.7641761323903307</c:v>
                </c:pt>
                <c:pt idx="581">
                  <c:v>2.7649229846498886</c:v>
                </c:pt>
                <c:pt idx="582">
                  <c:v>2.7656685547590141</c:v>
                </c:pt>
                <c:pt idx="583">
                  <c:v>2.7664128471123997</c:v>
                </c:pt>
                <c:pt idx="584">
                  <c:v>2.7671558660821804</c:v>
                </c:pt>
                <c:pt idx="585">
                  <c:v>2.7678976160180908</c:v>
                </c:pt>
                <c:pt idx="586">
                  <c:v>2.7686381012476144</c:v>
                </c:pt>
                <c:pt idx="587">
                  <c:v>2.7693773260761385</c:v>
                </c:pt>
                <c:pt idx="588">
                  <c:v>2.7701152947871015</c:v>
                </c:pt>
                <c:pt idx="589">
                  <c:v>2.7708520116421442</c:v>
                </c:pt>
                <c:pt idx="590">
                  <c:v>2.7715874808812555</c:v>
                </c:pt>
                <c:pt idx="591">
                  <c:v>2.77232170672292</c:v>
                </c:pt>
                <c:pt idx="592">
                  <c:v>2.7730546933642626</c:v>
                </c:pt>
                <c:pt idx="593">
                  <c:v>2.7737864449811935</c:v>
                </c:pt>
                <c:pt idx="594">
                  <c:v>2.7745169657285498</c:v>
                </c:pt>
                <c:pt idx="595">
                  <c:v>2.7752462597402365</c:v>
                </c:pt>
                <c:pt idx="596">
                  <c:v>2.775974331129369</c:v>
                </c:pt>
                <c:pt idx="597">
                  <c:v>2.7767011839884108</c:v>
                </c:pt>
                <c:pt idx="598">
                  <c:v>2.7774268223893115</c:v>
                </c:pt>
                <c:pt idx="599">
                  <c:v>2.7781512503836434</c:v>
                </c:pt>
                <c:pt idx="600">
                  <c:v>2.7788744720027396</c:v>
                </c:pt>
                <c:pt idx="601">
                  <c:v>2.7795964912578244</c:v>
                </c:pt>
                <c:pt idx="602">
                  <c:v>2.7803173121401512</c:v>
                </c:pt>
                <c:pt idx="603">
                  <c:v>2.7810369386211318</c:v>
                </c:pt>
                <c:pt idx="604">
                  <c:v>2.781755374652469</c:v>
                </c:pt>
                <c:pt idx="605">
                  <c:v>2.782472624166286</c:v>
                </c:pt>
                <c:pt idx="606">
                  <c:v>2.7831886910752575</c:v>
                </c:pt>
                <c:pt idx="607">
                  <c:v>2.7839035792727351</c:v>
                </c:pt>
                <c:pt idx="608">
                  <c:v>2.7846172926328752</c:v>
                </c:pt>
                <c:pt idx="609">
                  <c:v>2.7853298350107671</c:v>
                </c:pt>
                <c:pt idx="610">
                  <c:v>2.786041210242554</c:v>
                </c:pt>
                <c:pt idx="611">
                  <c:v>2.7867514221455614</c:v>
                </c:pt>
                <c:pt idx="612">
                  <c:v>2.7874604745184151</c:v>
                </c:pt>
                <c:pt idx="613">
                  <c:v>2.7881683711411678</c:v>
                </c:pt>
                <c:pt idx="614">
                  <c:v>2.7888751157754168</c:v>
                </c:pt>
                <c:pt idx="615">
                  <c:v>2.7895807121644256</c:v>
                </c:pt>
                <c:pt idx="616">
                  <c:v>2.7902851640332416</c:v>
                </c:pt>
                <c:pt idx="617">
                  <c:v>2.7909884750888159</c:v>
                </c:pt>
                <c:pt idx="618">
                  <c:v>2.7916906490201181</c:v>
                </c:pt>
                <c:pt idx="619">
                  <c:v>2.7923916894982539</c:v>
                </c:pt>
                <c:pt idx="620">
                  <c:v>2.79309160017658</c:v>
                </c:pt>
                <c:pt idx="621">
                  <c:v>2.7937903846908188</c:v>
                </c:pt>
                <c:pt idx="622">
                  <c:v>2.7944880466591697</c:v>
                </c:pt>
                <c:pt idx="623">
                  <c:v>2.7951845896824241</c:v>
                </c:pt>
                <c:pt idx="624">
                  <c:v>2.7958800173440754</c:v>
                </c:pt>
                <c:pt idx="625">
                  <c:v>2.7965743332104296</c:v>
                </c:pt>
                <c:pt idx="626">
                  <c:v>2.7972675408307164</c:v>
                </c:pt>
                <c:pt idx="627">
                  <c:v>2.7979596437371961</c:v>
                </c:pt>
                <c:pt idx="628">
                  <c:v>2.7986506454452691</c:v>
                </c:pt>
                <c:pt idx="629">
                  <c:v>2.7993405494535817</c:v>
                </c:pt>
                <c:pt idx="630">
                  <c:v>2.8000293592441343</c:v>
                </c:pt>
                <c:pt idx="631">
                  <c:v>2.8007170782823851</c:v>
                </c:pt>
                <c:pt idx="632">
                  <c:v>2.8014037100173552</c:v>
                </c:pt>
                <c:pt idx="633">
                  <c:v>2.8020892578817329</c:v>
                </c:pt>
                <c:pt idx="634">
                  <c:v>2.8027737252919755</c:v>
                </c:pt>
                <c:pt idx="635">
                  <c:v>2.8034571156484138</c:v>
                </c:pt>
                <c:pt idx="636">
                  <c:v>2.8041394323353503</c:v>
                </c:pt>
                <c:pt idx="637">
                  <c:v>2.8048206787211623</c:v>
                </c:pt>
                <c:pt idx="638">
                  <c:v>2.8055008581584002</c:v>
                </c:pt>
                <c:pt idx="639">
                  <c:v>2.8061799739838871</c:v>
                </c:pt>
                <c:pt idx="640">
                  <c:v>2.8068580295188172</c:v>
                </c:pt>
                <c:pt idx="641">
                  <c:v>2.8075350280688531</c:v>
                </c:pt>
                <c:pt idx="642">
                  <c:v>2.8082109729242219</c:v>
                </c:pt>
                <c:pt idx="643">
                  <c:v>2.808885867359812</c:v>
                </c:pt>
                <c:pt idx="644">
                  <c:v>2.8095597146352675</c:v>
                </c:pt>
                <c:pt idx="645">
                  <c:v>2.8102325179950842</c:v>
                </c:pt>
                <c:pt idx="646">
                  <c:v>2.8109042806687006</c:v>
                </c:pt>
                <c:pt idx="647">
                  <c:v>2.8115750058705933</c:v>
                </c:pt>
                <c:pt idx="648">
                  <c:v>2.8122446968003691</c:v>
                </c:pt>
                <c:pt idx="649">
                  <c:v>2.8129133566428557</c:v>
                </c:pt>
                <c:pt idx="650">
                  <c:v>2.8135809885681922</c:v>
                </c:pt>
                <c:pt idx="651">
                  <c:v>2.8142475957319202</c:v>
                </c:pt>
                <c:pt idx="652">
                  <c:v>2.8149131812750738</c:v>
                </c:pt>
                <c:pt idx="653">
                  <c:v>2.8155777483242672</c:v>
                </c:pt>
                <c:pt idx="654">
                  <c:v>2.8162412999917832</c:v>
                </c:pt>
                <c:pt idx="655">
                  <c:v>2.8169038393756605</c:v>
                </c:pt>
                <c:pt idx="656">
                  <c:v>2.8175653695597807</c:v>
                </c:pt>
                <c:pt idx="657">
                  <c:v>2.8182258936139557</c:v>
                </c:pt>
                <c:pt idx="658">
                  <c:v>2.8188854145940097</c:v>
                </c:pt>
                <c:pt idx="659">
                  <c:v>2.8195439355418688</c:v>
                </c:pt>
                <c:pt idx="660">
                  <c:v>2.8202014594856402</c:v>
                </c:pt>
                <c:pt idx="661">
                  <c:v>2.8208579894397001</c:v>
                </c:pt>
                <c:pt idx="662">
                  <c:v>2.8215135284047732</c:v>
                </c:pt>
                <c:pt idx="663">
                  <c:v>2.8221680793680175</c:v>
                </c:pt>
                <c:pt idx="664">
                  <c:v>2.8228216453031045</c:v>
                </c:pt>
                <c:pt idx="665">
                  <c:v>2.823474229170301</c:v>
                </c:pt>
                <c:pt idx="666">
                  <c:v>2.8241258339165491</c:v>
                </c:pt>
                <c:pt idx="667">
                  <c:v>2.8247764624755458</c:v>
                </c:pt>
                <c:pt idx="668">
                  <c:v>2.8254261177678233</c:v>
                </c:pt>
                <c:pt idx="669">
                  <c:v>2.8260748027008264</c:v>
                </c:pt>
                <c:pt idx="670">
                  <c:v>2.8267225201689921</c:v>
                </c:pt>
                <c:pt idx="671">
                  <c:v>2.8273692730538253</c:v>
                </c:pt>
                <c:pt idx="672">
                  <c:v>2.828015064223977</c:v>
                </c:pt>
                <c:pt idx="673">
                  <c:v>2.8286598965353198</c:v>
                </c:pt>
                <c:pt idx="674">
                  <c:v>2.8293037728310249</c:v>
                </c:pt>
                <c:pt idx="675">
                  <c:v>2.8299466959416359</c:v>
                </c:pt>
                <c:pt idx="676">
                  <c:v>2.8305886686851442</c:v>
                </c:pt>
                <c:pt idx="677">
                  <c:v>2.8312296938670634</c:v>
                </c:pt>
                <c:pt idx="678">
                  <c:v>2.8318697742805017</c:v>
                </c:pt>
                <c:pt idx="679">
                  <c:v>2.8325089127062362</c:v>
                </c:pt>
                <c:pt idx="680">
                  <c:v>2.8331471119127851</c:v>
                </c:pt>
                <c:pt idx="681">
                  <c:v>2.8337843746564788</c:v>
                </c:pt>
                <c:pt idx="682">
                  <c:v>2.8344207036815328</c:v>
                </c:pt>
                <c:pt idx="683">
                  <c:v>2.8350561017201161</c:v>
                </c:pt>
                <c:pt idx="684">
                  <c:v>2.8356905714924254</c:v>
                </c:pt>
                <c:pt idx="685">
                  <c:v>2.8363241157067516</c:v>
                </c:pt>
                <c:pt idx="686">
                  <c:v>2.8369567370595505</c:v>
                </c:pt>
                <c:pt idx="687">
                  <c:v>2.8375884382355112</c:v>
                </c:pt>
                <c:pt idx="688">
                  <c:v>2.8382192219076257</c:v>
                </c:pt>
                <c:pt idx="689">
                  <c:v>2.8388490907372552</c:v>
                </c:pt>
                <c:pt idx="690">
                  <c:v>2.8394780473741985</c:v>
                </c:pt>
                <c:pt idx="691">
                  <c:v>2.840106094456758</c:v>
                </c:pt>
                <c:pt idx="692">
                  <c:v>2.8407332346118066</c:v>
                </c:pt>
                <c:pt idx="693">
                  <c:v>2.8413594704548548</c:v>
                </c:pt>
                <c:pt idx="694">
                  <c:v>2.8419848045901137</c:v>
                </c:pt>
                <c:pt idx="695">
                  <c:v>2.842609239610562</c:v>
                </c:pt>
                <c:pt idx="696">
                  <c:v>2.8432327780980096</c:v>
                </c:pt>
                <c:pt idx="697">
                  <c:v>2.8438554226231609</c:v>
                </c:pt>
                <c:pt idx="698">
                  <c:v>2.8444771757456815</c:v>
                </c:pt>
                <c:pt idx="699">
                  <c:v>2.8450980400142569</c:v>
                </c:pt>
                <c:pt idx="700">
                  <c:v>2.8457180179666586</c:v>
                </c:pt>
                <c:pt idx="701">
                  <c:v>2.8463371121298051</c:v>
                </c:pt>
                <c:pt idx="702">
                  <c:v>2.8469553250198238</c:v>
                </c:pt>
                <c:pt idx="703">
                  <c:v>2.847572659142112</c:v>
                </c:pt>
                <c:pt idx="704">
                  <c:v>2.8481891169913989</c:v>
                </c:pt>
                <c:pt idx="705">
                  <c:v>2.8488047010518036</c:v>
                </c:pt>
                <c:pt idx="706">
                  <c:v>2.8494194137968996</c:v>
                </c:pt>
                <c:pt idx="707">
                  <c:v>2.8500332576897689</c:v>
                </c:pt>
                <c:pt idx="708">
                  <c:v>2.8506462351830666</c:v>
                </c:pt>
                <c:pt idx="709">
                  <c:v>2.8512583487190755</c:v>
                </c:pt>
                <c:pt idx="710">
                  <c:v>2.8518696007297661</c:v>
                </c:pt>
                <c:pt idx="711">
                  <c:v>2.8524799936368566</c:v>
                </c:pt>
                <c:pt idx="712">
                  <c:v>2.8530895298518657</c:v>
                </c:pt>
                <c:pt idx="713">
                  <c:v>2.8536982117761744</c:v>
                </c:pt>
                <c:pt idx="714">
                  <c:v>2.8543060418010806</c:v>
                </c:pt>
                <c:pt idx="715">
                  <c:v>2.8549130223078554</c:v>
                </c:pt>
                <c:pt idx="716">
                  <c:v>2.8555191556678001</c:v>
                </c:pt>
                <c:pt idx="717">
                  <c:v>2.8561244442423002</c:v>
                </c:pt>
                <c:pt idx="718">
                  <c:v>2.8567288903828825</c:v>
                </c:pt>
                <c:pt idx="719">
                  <c:v>2.8573324964312685</c:v>
                </c:pt>
                <c:pt idx="720">
                  <c:v>2.8579352647194289</c:v>
                </c:pt>
                <c:pt idx="721">
                  <c:v>2.858537197569639</c:v>
                </c:pt>
                <c:pt idx="722">
                  <c:v>2.859138297294531</c:v>
                </c:pt>
                <c:pt idx="723">
                  <c:v>2.8597385661971471</c:v>
                </c:pt>
                <c:pt idx="724">
                  <c:v>2.8603380065709936</c:v>
                </c:pt>
                <c:pt idx="725">
                  <c:v>2.8609366207000937</c:v>
                </c:pt>
                <c:pt idx="726">
                  <c:v>2.8615344108590377</c:v>
                </c:pt>
                <c:pt idx="727">
                  <c:v>2.8621313793130372</c:v>
                </c:pt>
                <c:pt idx="728">
                  <c:v>2.8627275283179747</c:v>
                </c:pt>
                <c:pt idx="729">
                  <c:v>2.8633228601204559</c:v>
                </c:pt>
                <c:pt idx="730">
                  <c:v>2.8639173769578603</c:v>
                </c:pt>
                <c:pt idx="731">
                  <c:v>2.8645110810583918</c:v>
                </c:pt>
                <c:pt idx="732">
                  <c:v>2.8651039746411278</c:v>
                </c:pt>
                <c:pt idx="733">
                  <c:v>2.8656960599160706</c:v>
                </c:pt>
                <c:pt idx="734">
                  <c:v>2.8662873390841948</c:v>
                </c:pt>
                <c:pt idx="735">
                  <c:v>2.8668778143374989</c:v>
                </c:pt>
                <c:pt idx="736">
                  <c:v>2.8674674878590514</c:v>
                </c:pt>
                <c:pt idx="737">
                  <c:v>2.8680563618230415</c:v>
                </c:pt>
                <c:pt idx="738">
                  <c:v>2.8686444383948255</c:v>
                </c:pt>
                <c:pt idx="739">
                  <c:v>2.8692317197309762</c:v>
                </c:pt>
                <c:pt idx="740">
                  <c:v>2.869818207979328</c:v>
                </c:pt>
                <c:pt idx="741">
                  <c:v>2.8704039052790269</c:v>
                </c:pt>
                <c:pt idx="742">
                  <c:v>2.8709888137605755</c:v>
                </c:pt>
                <c:pt idx="743">
                  <c:v>2.8715729355458786</c:v>
                </c:pt>
                <c:pt idx="744">
                  <c:v>2.8721562727482928</c:v>
                </c:pt>
                <c:pt idx="745">
                  <c:v>2.8727388274726686</c:v>
                </c:pt>
                <c:pt idx="746">
                  <c:v>2.8733206018153989</c:v>
                </c:pt>
                <c:pt idx="747">
                  <c:v>2.8739015978644615</c:v>
                </c:pt>
                <c:pt idx="748">
                  <c:v>2.8744818176994666</c:v>
                </c:pt>
                <c:pt idx="749">
                  <c:v>2.8750612633917001</c:v>
                </c:pt>
                <c:pt idx="750">
                  <c:v>2.8756399370041685</c:v>
                </c:pt>
                <c:pt idx="751">
                  <c:v>2.8762178405916421</c:v>
                </c:pt>
                <c:pt idx="752">
                  <c:v>2.8767949762007006</c:v>
                </c:pt>
                <c:pt idx="753">
                  <c:v>2.8773713458697738</c:v>
                </c:pt>
                <c:pt idx="754">
                  <c:v>2.8779469516291885</c:v>
                </c:pt>
                <c:pt idx="755">
                  <c:v>2.8785217955012063</c:v>
                </c:pt>
                <c:pt idx="756">
                  <c:v>2.8790958795000727</c:v>
                </c:pt>
                <c:pt idx="757">
                  <c:v>2.8796692056320534</c:v>
                </c:pt>
                <c:pt idx="758">
                  <c:v>2.8802417758954801</c:v>
                </c:pt>
                <c:pt idx="759">
                  <c:v>2.8808135922807914</c:v>
                </c:pt>
                <c:pt idx="760">
                  <c:v>2.8813846567705728</c:v>
                </c:pt>
                <c:pt idx="761">
                  <c:v>2.8819549713396007</c:v>
                </c:pt>
                <c:pt idx="762">
                  <c:v>2.8825245379548803</c:v>
                </c:pt>
                <c:pt idx="763">
                  <c:v>2.8830933585756897</c:v>
                </c:pt>
                <c:pt idx="764">
                  <c:v>2.8836614351536176</c:v>
                </c:pt>
                <c:pt idx="765">
                  <c:v>2.8842287696326041</c:v>
                </c:pt>
                <c:pt idx="766">
                  <c:v>2.8847953639489812</c:v>
                </c:pt>
                <c:pt idx="767">
                  <c:v>2.8853612200315122</c:v>
                </c:pt>
                <c:pt idx="768">
                  <c:v>2.885926339801431</c:v>
                </c:pt>
                <c:pt idx="769">
                  <c:v>2.8864907251724818</c:v>
                </c:pt>
                <c:pt idx="770">
                  <c:v>2.8870543780509568</c:v>
                </c:pt>
                <c:pt idx="771">
                  <c:v>2.8876173003357359</c:v>
                </c:pt>
                <c:pt idx="772">
                  <c:v>2.888179493918325</c:v>
                </c:pt>
                <c:pt idx="773">
                  <c:v>2.8887409606828927</c:v>
                </c:pt>
                <c:pt idx="774">
                  <c:v>2.8893017025063101</c:v>
                </c:pt>
                <c:pt idx="775">
                  <c:v>2.8898617212581885</c:v>
                </c:pt>
                <c:pt idx="776">
                  <c:v>2.8904210188009141</c:v>
                </c:pt>
                <c:pt idx="777">
                  <c:v>2.890979596989689</c:v>
                </c:pt>
                <c:pt idx="778">
                  <c:v>2.8915374576725643</c:v>
                </c:pt>
                <c:pt idx="779">
                  <c:v>2.8920946026904804</c:v>
                </c:pt>
                <c:pt idx="780">
                  <c:v>2.8926510338773004</c:v>
                </c:pt>
                <c:pt idx="781">
                  <c:v>2.893206753059848</c:v>
                </c:pt>
                <c:pt idx="782">
                  <c:v>2.8937617620579434</c:v>
                </c:pt>
                <c:pt idx="783">
                  <c:v>2.8943160626844384</c:v>
                </c:pt>
                <c:pt idx="784">
                  <c:v>2.8948696567452528</c:v>
                </c:pt>
                <c:pt idx="785">
                  <c:v>2.8954225460394079</c:v>
                </c:pt>
                <c:pt idx="786">
                  <c:v>2.8959747323590648</c:v>
                </c:pt>
                <c:pt idx="787">
                  <c:v>2.8965262174895554</c:v>
                </c:pt>
                <c:pt idx="788">
                  <c:v>2.8970770032094202</c:v>
                </c:pt>
                <c:pt idx="789">
                  <c:v>2.8976270912904414</c:v>
                </c:pt>
                <c:pt idx="790">
                  <c:v>2.8981764834976764</c:v>
                </c:pt>
                <c:pt idx="791">
                  <c:v>2.8987251815894934</c:v>
                </c:pt>
                <c:pt idx="792">
                  <c:v>2.8992731873176036</c:v>
                </c:pt>
                <c:pt idx="793">
                  <c:v>2.8998205024270964</c:v>
                </c:pt>
                <c:pt idx="794">
                  <c:v>2.9003671286564705</c:v>
                </c:pt>
                <c:pt idx="795">
                  <c:v>2.9009130677376689</c:v>
                </c:pt>
                <c:pt idx="796">
                  <c:v>2.9014583213961123</c:v>
                </c:pt>
                <c:pt idx="797">
                  <c:v>2.9020028913507296</c:v>
                </c:pt>
                <c:pt idx="798">
                  <c:v>2.9025467793139912</c:v>
                </c:pt>
                <c:pt idx="799">
                  <c:v>2.9030899869919438</c:v>
                </c:pt>
                <c:pt idx="800">
                  <c:v>2.9036325160842376</c:v>
                </c:pt>
                <c:pt idx="801">
                  <c:v>2.9041743682841634</c:v>
                </c:pt>
                <c:pt idx="802">
                  <c:v>2.9047155452786808</c:v>
                </c:pt>
                <c:pt idx="803">
                  <c:v>2.9052560487484511</c:v>
                </c:pt>
                <c:pt idx="804">
                  <c:v>2.9057958803678687</c:v>
                </c:pt>
                <c:pt idx="805">
                  <c:v>2.9063350418050908</c:v>
                </c:pt>
                <c:pt idx="806">
                  <c:v>2.9068735347220702</c:v>
                </c:pt>
                <c:pt idx="807">
                  <c:v>2.907411360774586</c:v>
                </c:pt>
                <c:pt idx="808">
                  <c:v>2.9079485216122722</c:v>
                </c:pt>
                <c:pt idx="809">
                  <c:v>2.90848501887865</c:v>
                </c:pt>
                <c:pt idx="810">
                  <c:v>2.909020854211156</c:v>
                </c:pt>
                <c:pt idx="811">
                  <c:v>2.9095560292411755</c:v>
                </c:pt>
                <c:pt idx="812">
                  <c:v>2.910090545594068</c:v>
                </c:pt>
                <c:pt idx="813">
                  <c:v>2.9106244048892012</c:v>
                </c:pt>
                <c:pt idx="814">
                  <c:v>2.9111576087399764</c:v>
                </c:pt>
                <c:pt idx="815">
                  <c:v>2.9116901587538613</c:v>
                </c:pt>
                <c:pt idx="816">
                  <c:v>2.9122220565324155</c:v>
                </c:pt>
                <c:pt idx="817">
                  <c:v>2.9127533036713231</c:v>
                </c:pt>
                <c:pt idx="818">
                  <c:v>2.9132839017604186</c:v>
                </c:pt>
                <c:pt idx="819">
                  <c:v>2.9138138523837167</c:v>
                </c:pt>
                <c:pt idx="820">
                  <c:v>2.9143431571194407</c:v>
                </c:pt>
                <c:pt idx="821">
                  <c:v>2.9148718175400505</c:v>
                </c:pt>
                <c:pt idx="822">
                  <c:v>2.9153998352122699</c:v>
                </c:pt>
                <c:pt idx="823">
                  <c:v>2.9159272116971158</c:v>
                </c:pt>
                <c:pt idx="824">
                  <c:v>2.916453948549925</c:v>
                </c:pt>
                <c:pt idx="825">
                  <c:v>2.9169800473203824</c:v>
                </c:pt>
                <c:pt idx="826">
                  <c:v>2.9175055095525466</c:v>
                </c:pt>
                <c:pt idx="827">
                  <c:v>2.9180303367848803</c:v>
                </c:pt>
                <c:pt idx="828">
                  <c:v>2.9185545305502734</c:v>
                </c:pt>
                <c:pt idx="829">
                  <c:v>2.9190780923760737</c:v>
                </c:pt>
                <c:pt idx="830">
                  <c:v>2.9196010237841108</c:v>
                </c:pt>
                <c:pt idx="831">
                  <c:v>2.920123326290724</c:v>
                </c:pt>
                <c:pt idx="832">
                  <c:v>2.9206450014067875</c:v>
                </c:pt>
                <c:pt idx="833">
                  <c:v>2.9211660506377388</c:v>
                </c:pt>
                <c:pt idx="834">
                  <c:v>2.9216864754836021</c:v>
                </c:pt>
                <c:pt idx="835">
                  <c:v>2.9222062774390163</c:v>
                </c:pt>
                <c:pt idx="836">
                  <c:v>2.92272545799326</c:v>
                </c:pt>
                <c:pt idx="837">
                  <c:v>2.9232440186302764</c:v>
                </c:pt>
                <c:pt idx="838">
                  <c:v>2.9237619608287004</c:v>
                </c:pt>
                <c:pt idx="839">
                  <c:v>2.9242792860618816</c:v>
                </c:pt>
                <c:pt idx="840">
                  <c:v>2.9247959957979122</c:v>
                </c:pt>
                <c:pt idx="841">
                  <c:v>2.9253120914996495</c:v>
                </c:pt>
                <c:pt idx="842">
                  <c:v>2.9258275746247424</c:v>
                </c:pt>
                <c:pt idx="843">
                  <c:v>2.9263424466256551</c:v>
                </c:pt>
                <c:pt idx="844">
                  <c:v>2.9268567089496922</c:v>
                </c:pt>
                <c:pt idx="845">
                  <c:v>2.9273703630390235</c:v>
                </c:pt>
                <c:pt idx="846">
                  <c:v>2.9278834103307068</c:v>
                </c:pt>
                <c:pt idx="847">
                  <c:v>2.9283958522567137</c:v>
                </c:pt>
                <c:pt idx="848">
                  <c:v>2.9289076902439528</c:v>
                </c:pt>
                <c:pt idx="849">
                  <c:v>2.9294189257142929</c:v>
                </c:pt>
                <c:pt idx="850">
                  <c:v>2.929929560084588</c:v>
                </c:pt>
                <c:pt idx="851">
                  <c:v>2.9304395947667001</c:v>
                </c:pt>
                <c:pt idx="852">
                  <c:v>2.9309490311675228</c:v>
                </c:pt>
                <c:pt idx="853">
                  <c:v>2.9314578706890049</c:v>
                </c:pt>
                <c:pt idx="854">
                  <c:v>2.9319661147281728</c:v>
                </c:pt>
                <c:pt idx="855">
                  <c:v>2.932473764677153</c:v>
                </c:pt>
                <c:pt idx="856">
                  <c:v>2.9329808219231981</c:v>
                </c:pt>
                <c:pt idx="857">
                  <c:v>2.9334872878487053</c:v>
                </c:pt>
                <c:pt idx="858">
                  <c:v>2.9339931638312424</c:v>
                </c:pt>
                <c:pt idx="859">
                  <c:v>2.9344984512435679</c:v>
                </c:pt>
                <c:pt idx="860">
                  <c:v>2.935003151453655</c:v>
                </c:pt>
                <c:pt idx="861">
                  <c:v>2.9355072658247128</c:v>
                </c:pt>
                <c:pt idx="862">
                  <c:v>2.9360107957152097</c:v>
                </c:pt>
                <c:pt idx="863">
                  <c:v>2.9365137424788932</c:v>
                </c:pt>
                <c:pt idx="864">
                  <c:v>2.9370161074648142</c:v>
                </c:pt>
                <c:pt idx="865">
                  <c:v>2.9375178920173468</c:v>
                </c:pt>
                <c:pt idx="866">
                  <c:v>2.9380190974762104</c:v>
                </c:pt>
                <c:pt idx="867">
                  <c:v>2.9385197251764921</c:v>
                </c:pt>
                <c:pt idx="868">
                  <c:v>2.9390197764486663</c:v>
                </c:pt>
                <c:pt idx="869">
                  <c:v>2.9395192526186187</c:v>
                </c:pt>
                <c:pt idx="870">
                  <c:v>2.9400181550076634</c:v>
                </c:pt>
                <c:pt idx="871">
                  <c:v>2.9405164849325671</c:v>
                </c:pt>
                <c:pt idx="872">
                  <c:v>2.9410142437055695</c:v>
                </c:pt>
                <c:pt idx="873">
                  <c:v>2.9415114326344032</c:v>
                </c:pt>
                <c:pt idx="874">
                  <c:v>2.9420080530223132</c:v>
                </c:pt>
                <c:pt idx="875">
                  <c:v>2.9425041061680806</c:v>
                </c:pt>
                <c:pt idx="876">
                  <c:v>2.9429995933660407</c:v>
                </c:pt>
                <c:pt idx="877">
                  <c:v>2.9434945159061026</c:v>
                </c:pt>
                <c:pt idx="878">
                  <c:v>2.9439888750737717</c:v>
                </c:pt>
                <c:pt idx="879">
                  <c:v>2.9444826721501687</c:v>
                </c:pt>
                <c:pt idx="880">
                  <c:v>2.9449759084120477</c:v>
                </c:pt>
                <c:pt idx="881">
                  <c:v>2.9454685851318199</c:v>
                </c:pt>
                <c:pt idx="882">
                  <c:v>2.9459607035775686</c:v>
                </c:pt>
                <c:pt idx="883">
                  <c:v>2.9464522650130731</c:v>
                </c:pt>
                <c:pt idx="884">
                  <c:v>2.9469432706978256</c:v>
                </c:pt>
                <c:pt idx="885">
                  <c:v>2.9474337218870508</c:v>
                </c:pt>
                <c:pt idx="886">
                  <c:v>2.9479236198317262</c:v>
                </c:pt>
                <c:pt idx="887">
                  <c:v>2.9484129657786009</c:v>
                </c:pt>
                <c:pt idx="888">
                  <c:v>2.9489017609702137</c:v>
                </c:pt>
                <c:pt idx="889">
                  <c:v>2.9493900066449128</c:v>
                </c:pt>
                <c:pt idx="890">
                  <c:v>2.9498777040368749</c:v>
                </c:pt>
                <c:pt idx="891">
                  <c:v>2.9503648543761232</c:v>
                </c:pt>
                <c:pt idx="892">
                  <c:v>2.9508514588885464</c:v>
                </c:pt>
                <c:pt idx="893">
                  <c:v>2.9513375187959179</c:v>
                </c:pt>
                <c:pt idx="894">
                  <c:v>2.9518230353159121</c:v>
                </c:pt>
                <c:pt idx="895">
                  <c:v>2.9523080096621253</c:v>
                </c:pt>
                <c:pt idx="896">
                  <c:v>2.9527924430440922</c:v>
                </c:pt>
                <c:pt idx="897">
                  <c:v>2.9532763366673045</c:v>
                </c:pt>
                <c:pt idx="898">
                  <c:v>2.9537596917332287</c:v>
                </c:pt>
                <c:pt idx="899">
                  <c:v>2.9542425094393248</c:v>
                </c:pt>
                <c:pt idx="900">
                  <c:v>2.9547247909790628</c:v>
                </c:pt>
                <c:pt idx="901">
                  <c:v>2.9552065375419416</c:v>
                </c:pt>
                <c:pt idx="902">
                  <c:v>2.9556877503135057</c:v>
                </c:pt>
                <c:pt idx="903">
                  <c:v>2.9561684304753633</c:v>
                </c:pt>
                <c:pt idx="904">
                  <c:v>2.9566485792052033</c:v>
                </c:pt>
                <c:pt idx="905">
                  <c:v>2.9571281976768131</c:v>
                </c:pt>
                <c:pt idx="906">
                  <c:v>2.9576072870600951</c:v>
                </c:pt>
                <c:pt idx="907">
                  <c:v>2.958085848521085</c:v>
                </c:pt>
                <c:pt idx="908">
                  <c:v>2.9585638832219674</c:v>
                </c:pt>
                <c:pt idx="909">
                  <c:v>2.9590413923210934</c:v>
                </c:pt>
                <c:pt idx="910">
                  <c:v>2.9595183769729982</c:v>
                </c:pt>
                <c:pt idx="911">
                  <c:v>2.959994838328416</c:v>
                </c:pt>
                <c:pt idx="912">
                  <c:v>2.9604707775342991</c:v>
                </c:pt>
                <c:pt idx="913">
                  <c:v>2.9609461957338312</c:v>
                </c:pt>
                <c:pt idx="914">
                  <c:v>2.9614210940664485</c:v>
                </c:pt>
                <c:pt idx="915">
                  <c:v>2.9618954736678504</c:v>
                </c:pt>
                <c:pt idx="916">
                  <c:v>2.9623693356700209</c:v>
                </c:pt>
                <c:pt idx="917">
                  <c:v>2.9628426812012423</c:v>
                </c:pt>
                <c:pt idx="918">
                  <c:v>2.9633155113861114</c:v>
                </c:pt>
                <c:pt idx="919">
                  <c:v>2.9637878273455551</c:v>
                </c:pt>
                <c:pt idx="920">
                  <c:v>2.9642596301968491</c:v>
                </c:pt>
                <c:pt idx="921">
                  <c:v>2.9647309210536292</c:v>
                </c:pt>
                <c:pt idx="922">
                  <c:v>2.965201701025912</c:v>
                </c:pt>
                <c:pt idx="923">
                  <c:v>2.9656719712201065</c:v>
                </c:pt>
                <c:pt idx="924">
                  <c:v>2.9661417327390325</c:v>
                </c:pt>
                <c:pt idx="925">
                  <c:v>2.9666109866819341</c:v>
                </c:pt>
                <c:pt idx="926">
                  <c:v>2.9670797341444972</c:v>
                </c:pt>
                <c:pt idx="927">
                  <c:v>2.9675479762188619</c:v>
                </c:pt>
                <c:pt idx="928">
                  <c:v>2.9680157139936418</c:v>
                </c:pt>
                <c:pt idx="929">
                  <c:v>2.9684829485539352</c:v>
                </c:pt>
                <c:pt idx="930">
                  <c:v>2.9689496809813427</c:v>
                </c:pt>
                <c:pt idx="931">
                  <c:v>2.9694159123539814</c:v>
                </c:pt>
                <c:pt idx="932">
                  <c:v>2.9698816437465001</c:v>
                </c:pt>
                <c:pt idx="933">
                  <c:v>2.9703468762300935</c:v>
                </c:pt>
                <c:pt idx="934">
                  <c:v>2.9708116108725178</c:v>
                </c:pt>
                <c:pt idx="935">
                  <c:v>2.971275848738105</c:v>
                </c:pt>
                <c:pt idx="936">
                  <c:v>2.9717395908877782</c:v>
                </c:pt>
                <c:pt idx="937">
                  <c:v>2.9722028383790646</c:v>
                </c:pt>
                <c:pt idx="938">
                  <c:v>2.9726655922661109</c:v>
                </c:pt>
                <c:pt idx="939">
                  <c:v>2.9731278535996988</c:v>
                </c:pt>
                <c:pt idx="940">
                  <c:v>2.973589623427257</c:v>
                </c:pt>
                <c:pt idx="941">
                  <c:v>2.9740509027928774</c:v>
                </c:pt>
                <c:pt idx="942">
                  <c:v>2.9745116927373285</c:v>
                </c:pt>
                <c:pt idx="943">
                  <c:v>2.9749719942980688</c:v>
                </c:pt>
                <c:pt idx="944">
                  <c:v>2.975431808509263</c:v>
                </c:pt>
                <c:pt idx="945">
                  <c:v>2.9758911364017928</c:v>
                </c:pt>
                <c:pt idx="946">
                  <c:v>2.9763499790032735</c:v>
                </c:pt>
                <c:pt idx="947">
                  <c:v>2.976808337338066</c:v>
                </c:pt>
                <c:pt idx="948">
                  <c:v>2.9772662124272928</c:v>
                </c:pt>
                <c:pt idx="949">
                  <c:v>2.9777236052888476</c:v>
                </c:pt>
                <c:pt idx="950">
                  <c:v>2.9781805169374138</c:v>
                </c:pt>
                <c:pt idx="951">
                  <c:v>2.9786369483844743</c:v>
                </c:pt>
                <c:pt idx="952">
                  <c:v>2.9790929006383262</c:v>
                </c:pt>
                <c:pt idx="953">
                  <c:v>2.9795483747040952</c:v>
                </c:pt>
                <c:pt idx="954">
                  <c:v>2.9800033715837464</c:v>
                </c:pt>
                <c:pt idx="955">
                  <c:v>2.9804578922761</c:v>
                </c:pt>
                <c:pt idx="956">
                  <c:v>2.9809119377768436</c:v>
                </c:pt>
                <c:pt idx="957">
                  <c:v>2.9813655090785445</c:v>
                </c:pt>
                <c:pt idx="958">
                  <c:v>2.9818186071706636</c:v>
                </c:pt>
                <c:pt idx="959">
                  <c:v>2.9822712330395684</c:v>
                </c:pt>
                <c:pt idx="960">
                  <c:v>2.9827233876685453</c:v>
                </c:pt>
                <c:pt idx="961">
                  <c:v>2.9831750720378132</c:v>
                </c:pt>
                <c:pt idx="962">
                  <c:v>2.9836262871245345</c:v>
                </c:pt>
                <c:pt idx="963">
                  <c:v>2.9840770339028309</c:v>
                </c:pt>
                <c:pt idx="964">
                  <c:v>2.9845273133437926</c:v>
                </c:pt>
                <c:pt idx="965">
                  <c:v>2.9849771264154934</c:v>
                </c:pt>
                <c:pt idx="966">
                  <c:v>2.9854264740830017</c:v>
                </c:pt>
                <c:pt idx="967">
                  <c:v>2.9858753573083936</c:v>
                </c:pt>
                <c:pt idx="968">
                  <c:v>2.9863237770507651</c:v>
                </c:pt>
                <c:pt idx="969">
                  <c:v>2.9867717342662448</c:v>
                </c:pt>
                <c:pt idx="970">
                  <c:v>2.9872192299080047</c:v>
                </c:pt>
                <c:pt idx="971">
                  <c:v>2.9876662649262746</c:v>
                </c:pt>
                <c:pt idx="972">
                  <c:v>2.9881128402683519</c:v>
                </c:pt>
                <c:pt idx="973">
                  <c:v>2.9885589568786157</c:v>
                </c:pt>
                <c:pt idx="974">
                  <c:v>2.989004615698537</c:v>
                </c:pt>
                <c:pt idx="975">
                  <c:v>2.9894498176666917</c:v>
                </c:pt>
                <c:pt idx="976">
                  <c:v>2.989894563718773</c:v>
                </c:pt>
                <c:pt idx="977">
                  <c:v>2.9903388547876015</c:v>
                </c:pt>
                <c:pt idx="978">
                  <c:v>2.9907826918031377</c:v>
                </c:pt>
                <c:pt idx="979">
                  <c:v>2.9912260756924947</c:v>
                </c:pt>
                <c:pt idx="980">
                  <c:v>2.9916690073799486</c:v>
                </c:pt>
                <c:pt idx="981">
                  <c:v>2.9921114877869495</c:v>
                </c:pt>
                <c:pt idx="982">
                  <c:v>2.9925535178321354</c:v>
                </c:pt>
                <c:pt idx="983">
                  <c:v>2.9929950984313414</c:v>
                </c:pt>
                <c:pt idx="984">
                  <c:v>2.9934362304976116</c:v>
                </c:pt>
                <c:pt idx="985">
                  <c:v>2.993876914941211</c:v>
                </c:pt>
                <c:pt idx="986">
                  <c:v>2.9943171526696366</c:v>
                </c:pt>
                <c:pt idx="987">
                  <c:v>2.9947569445876283</c:v>
                </c:pt>
                <c:pt idx="988">
                  <c:v>2.9951962915971793</c:v>
                </c:pt>
                <c:pt idx="989">
                  <c:v>2.9956351945975501</c:v>
                </c:pt>
                <c:pt idx="990">
                  <c:v>2.9960736544852753</c:v>
                </c:pt>
                <c:pt idx="991">
                  <c:v>2.9965116721541785</c:v>
                </c:pt>
                <c:pt idx="992">
                  <c:v>2.996949248495381</c:v>
                </c:pt>
                <c:pt idx="993">
                  <c:v>2.9973863843973132</c:v>
                </c:pt>
                <c:pt idx="994">
                  <c:v>2.9978230807457256</c:v>
                </c:pt>
                <c:pt idx="995">
                  <c:v>2.9982593384236988</c:v>
                </c:pt>
                <c:pt idx="996">
                  <c:v>2.9986951583116559</c:v>
                </c:pt>
                <c:pt idx="997">
                  <c:v>2.999130541287371</c:v>
                </c:pt>
                <c:pt idx="998">
                  <c:v>2.9995654882259823</c:v>
                </c:pt>
                <c:pt idx="999">
                  <c:v>3</c:v>
                </c:pt>
                <c:pt idx="1000">
                  <c:v>3.0004340774793188</c:v>
                </c:pt>
              </c:numCache>
            </c:numRef>
          </c:xVal>
          <c:yVal>
            <c:numRef>
              <c:f>Magic_graph_data1!$C$2:$C$1002</c:f>
              <c:numCache>
                <c:formatCode>General</c:formatCode>
                <c:ptCount val="1001"/>
                <c:pt idx="0">
                  <c:v>0.86646000000000001</c:v>
                </c:pt>
                <c:pt idx="1">
                  <c:v>0.86646000000000001</c:v>
                </c:pt>
                <c:pt idx="2">
                  <c:v>0.86960999999999999</c:v>
                </c:pt>
                <c:pt idx="3">
                  <c:v>0.86960999999999999</c:v>
                </c:pt>
                <c:pt idx="4">
                  <c:v>0.86960999999999999</c:v>
                </c:pt>
                <c:pt idx="5">
                  <c:v>0.86960999999999999</c:v>
                </c:pt>
                <c:pt idx="6">
                  <c:v>0.87014000000000002</c:v>
                </c:pt>
                <c:pt idx="7">
                  <c:v>0.87014000000000002</c:v>
                </c:pt>
                <c:pt idx="8">
                  <c:v>0.87014000000000002</c:v>
                </c:pt>
                <c:pt idx="9">
                  <c:v>0.87119000000000002</c:v>
                </c:pt>
                <c:pt idx="10">
                  <c:v>0.87170999999999998</c:v>
                </c:pt>
                <c:pt idx="11">
                  <c:v>0.87170999999999998</c:v>
                </c:pt>
                <c:pt idx="12">
                  <c:v>0.87170999999999998</c:v>
                </c:pt>
                <c:pt idx="13">
                  <c:v>0.87224000000000002</c:v>
                </c:pt>
                <c:pt idx="14">
                  <c:v>0.87224000000000002</c:v>
                </c:pt>
                <c:pt idx="15">
                  <c:v>0.87224000000000002</c:v>
                </c:pt>
                <c:pt idx="16">
                  <c:v>0.87224000000000002</c:v>
                </c:pt>
                <c:pt idx="17">
                  <c:v>0.87277000000000005</c:v>
                </c:pt>
                <c:pt idx="18">
                  <c:v>0.87277000000000005</c:v>
                </c:pt>
                <c:pt idx="19">
                  <c:v>0.87329000000000001</c:v>
                </c:pt>
                <c:pt idx="20">
                  <c:v>0.87329000000000001</c:v>
                </c:pt>
                <c:pt idx="21">
                  <c:v>0.87329000000000001</c:v>
                </c:pt>
                <c:pt idx="22">
                  <c:v>0.87329000000000001</c:v>
                </c:pt>
                <c:pt idx="23">
                  <c:v>0.87487000000000004</c:v>
                </c:pt>
                <c:pt idx="24">
                  <c:v>0.87802000000000002</c:v>
                </c:pt>
                <c:pt idx="25">
                  <c:v>0.87802000000000002</c:v>
                </c:pt>
                <c:pt idx="26">
                  <c:v>0.87802000000000002</c:v>
                </c:pt>
                <c:pt idx="27">
                  <c:v>0.87802000000000002</c:v>
                </c:pt>
                <c:pt idx="28">
                  <c:v>0.87802000000000002</c:v>
                </c:pt>
                <c:pt idx="29">
                  <c:v>0.87802000000000002</c:v>
                </c:pt>
                <c:pt idx="30">
                  <c:v>0.87802000000000002</c:v>
                </c:pt>
                <c:pt idx="31">
                  <c:v>0.87802000000000002</c:v>
                </c:pt>
                <c:pt idx="32">
                  <c:v>0.87802000000000002</c:v>
                </c:pt>
                <c:pt idx="33">
                  <c:v>0.87802000000000002</c:v>
                </c:pt>
                <c:pt idx="34">
                  <c:v>0.87802000000000002</c:v>
                </c:pt>
                <c:pt idx="35">
                  <c:v>0.87802000000000002</c:v>
                </c:pt>
                <c:pt idx="36">
                  <c:v>0.87802000000000002</c:v>
                </c:pt>
                <c:pt idx="37">
                  <c:v>0.87802000000000002</c:v>
                </c:pt>
                <c:pt idx="38">
                  <c:v>0.87802000000000002</c:v>
                </c:pt>
                <c:pt idx="39">
                  <c:v>0.87802000000000002</c:v>
                </c:pt>
                <c:pt idx="40">
                  <c:v>0.87802000000000002</c:v>
                </c:pt>
                <c:pt idx="41">
                  <c:v>0.87802000000000002</c:v>
                </c:pt>
                <c:pt idx="42">
                  <c:v>0.87802000000000002</c:v>
                </c:pt>
                <c:pt idx="43">
                  <c:v>0.87802000000000002</c:v>
                </c:pt>
                <c:pt idx="44">
                  <c:v>0.87802000000000002</c:v>
                </c:pt>
                <c:pt idx="45">
                  <c:v>0.87802000000000002</c:v>
                </c:pt>
                <c:pt idx="46">
                  <c:v>0.87802000000000002</c:v>
                </c:pt>
                <c:pt idx="47">
                  <c:v>0.87802000000000002</c:v>
                </c:pt>
                <c:pt idx="48">
                  <c:v>0.87802000000000002</c:v>
                </c:pt>
                <c:pt idx="49">
                  <c:v>0.87802000000000002</c:v>
                </c:pt>
                <c:pt idx="50">
                  <c:v>0.87802000000000002</c:v>
                </c:pt>
                <c:pt idx="51">
                  <c:v>0.87802000000000002</c:v>
                </c:pt>
                <c:pt idx="52">
                  <c:v>0.87802000000000002</c:v>
                </c:pt>
                <c:pt idx="53">
                  <c:v>0.87802000000000002</c:v>
                </c:pt>
                <c:pt idx="54">
                  <c:v>0.87802000000000002</c:v>
                </c:pt>
                <c:pt idx="55">
                  <c:v>0.87802000000000002</c:v>
                </c:pt>
                <c:pt idx="56">
                  <c:v>0.87802000000000002</c:v>
                </c:pt>
                <c:pt idx="57">
                  <c:v>0.87907000000000002</c:v>
                </c:pt>
                <c:pt idx="58">
                  <c:v>0.87907000000000002</c:v>
                </c:pt>
                <c:pt idx="59">
                  <c:v>0.87907000000000002</c:v>
                </c:pt>
                <c:pt idx="60">
                  <c:v>0.87907000000000002</c:v>
                </c:pt>
                <c:pt idx="61">
                  <c:v>0.87907000000000002</c:v>
                </c:pt>
                <c:pt idx="62">
                  <c:v>0.87907000000000002</c:v>
                </c:pt>
                <c:pt idx="63">
                  <c:v>0.87907000000000002</c:v>
                </c:pt>
                <c:pt idx="64">
                  <c:v>0.87907000000000002</c:v>
                </c:pt>
                <c:pt idx="65">
                  <c:v>0.87907000000000002</c:v>
                </c:pt>
                <c:pt idx="66">
                  <c:v>0.87907000000000002</c:v>
                </c:pt>
                <c:pt idx="67">
                  <c:v>0.87907000000000002</c:v>
                </c:pt>
                <c:pt idx="68">
                  <c:v>0.87907000000000002</c:v>
                </c:pt>
                <c:pt idx="69">
                  <c:v>0.87907000000000002</c:v>
                </c:pt>
                <c:pt idx="70">
                  <c:v>0.87907000000000002</c:v>
                </c:pt>
                <c:pt idx="71">
                  <c:v>0.87907000000000002</c:v>
                </c:pt>
                <c:pt idx="72">
                  <c:v>0.87907000000000002</c:v>
                </c:pt>
                <c:pt idx="73">
                  <c:v>0.87907000000000002</c:v>
                </c:pt>
                <c:pt idx="74">
                  <c:v>0.87907000000000002</c:v>
                </c:pt>
                <c:pt idx="75">
                  <c:v>0.87907000000000002</c:v>
                </c:pt>
                <c:pt idx="76">
                  <c:v>0.87907000000000002</c:v>
                </c:pt>
                <c:pt idx="77">
                  <c:v>0.87907000000000002</c:v>
                </c:pt>
                <c:pt idx="78">
                  <c:v>0.87907000000000002</c:v>
                </c:pt>
                <c:pt idx="79">
                  <c:v>0.87907000000000002</c:v>
                </c:pt>
                <c:pt idx="80">
                  <c:v>0.87907000000000002</c:v>
                </c:pt>
                <c:pt idx="81">
                  <c:v>0.87907000000000002</c:v>
                </c:pt>
                <c:pt idx="82">
                  <c:v>0.87907000000000002</c:v>
                </c:pt>
                <c:pt idx="83">
                  <c:v>0.87907000000000002</c:v>
                </c:pt>
                <c:pt idx="84">
                  <c:v>0.87907000000000002</c:v>
                </c:pt>
                <c:pt idx="85">
                  <c:v>0.87907000000000002</c:v>
                </c:pt>
                <c:pt idx="86">
                  <c:v>0.87907000000000002</c:v>
                </c:pt>
                <c:pt idx="87">
                  <c:v>0.87907000000000002</c:v>
                </c:pt>
                <c:pt idx="88">
                  <c:v>0.87907000000000002</c:v>
                </c:pt>
                <c:pt idx="89">
                  <c:v>0.87907000000000002</c:v>
                </c:pt>
                <c:pt idx="90">
                  <c:v>0.87907000000000002</c:v>
                </c:pt>
                <c:pt idx="91">
                  <c:v>0.87907000000000002</c:v>
                </c:pt>
                <c:pt idx="92">
                  <c:v>0.87907000000000002</c:v>
                </c:pt>
                <c:pt idx="93">
                  <c:v>0.87907000000000002</c:v>
                </c:pt>
                <c:pt idx="94">
                  <c:v>0.87907000000000002</c:v>
                </c:pt>
                <c:pt idx="95">
                  <c:v>0.87907000000000002</c:v>
                </c:pt>
                <c:pt idx="96">
                  <c:v>0.87907000000000002</c:v>
                </c:pt>
                <c:pt idx="97">
                  <c:v>0.87907000000000002</c:v>
                </c:pt>
                <c:pt idx="98">
                  <c:v>0.87907000000000002</c:v>
                </c:pt>
                <c:pt idx="99">
                  <c:v>0.87907000000000002</c:v>
                </c:pt>
                <c:pt idx="100">
                  <c:v>0.87907000000000002</c:v>
                </c:pt>
                <c:pt idx="101">
                  <c:v>0.87907000000000002</c:v>
                </c:pt>
                <c:pt idx="102">
                  <c:v>0.87907000000000002</c:v>
                </c:pt>
                <c:pt idx="103">
                  <c:v>0.87907000000000002</c:v>
                </c:pt>
                <c:pt idx="104">
                  <c:v>0.87907000000000002</c:v>
                </c:pt>
                <c:pt idx="105">
                  <c:v>0.87907000000000002</c:v>
                </c:pt>
                <c:pt idx="106">
                  <c:v>0.87907000000000002</c:v>
                </c:pt>
                <c:pt idx="107">
                  <c:v>0.87907000000000002</c:v>
                </c:pt>
                <c:pt idx="108">
                  <c:v>0.87907000000000002</c:v>
                </c:pt>
                <c:pt idx="109">
                  <c:v>0.87907000000000002</c:v>
                </c:pt>
                <c:pt idx="110">
                  <c:v>0.87907000000000002</c:v>
                </c:pt>
                <c:pt idx="111">
                  <c:v>0.87907000000000002</c:v>
                </c:pt>
                <c:pt idx="112">
                  <c:v>0.87907000000000002</c:v>
                </c:pt>
                <c:pt idx="113">
                  <c:v>0.87907000000000002</c:v>
                </c:pt>
                <c:pt idx="114">
                  <c:v>0.87907000000000002</c:v>
                </c:pt>
                <c:pt idx="115">
                  <c:v>0.87907000000000002</c:v>
                </c:pt>
                <c:pt idx="116">
                  <c:v>0.87907000000000002</c:v>
                </c:pt>
                <c:pt idx="117">
                  <c:v>0.87907000000000002</c:v>
                </c:pt>
                <c:pt idx="118">
                  <c:v>0.87907000000000002</c:v>
                </c:pt>
                <c:pt idx="119">
                  <c:v>0.87907000000000002</c:v>
                </c:pt>
                <c:pt idx="120">
                  <c:v>0.87907000000000002</c:v>
                </c:pt>
                <c:pt idx="121">
                  <c:v>0.87907000000000002</c:v>
                </c:pt>
                <c:pt idx="122">
                  <c:v>0.87907000000000002</c:v>
                </c:pt>
                <c:pt idx="123">
                  <c:v>0.87907000000000002</c:v>
                </c:pt>
                <c:pt idx="124">
                  <c:v>0.87907000000000002</c:v>
                </c:pt>
                <c:pt idx="125">
                  <c:v>0.87907000000000002</c:v>
                </c:pt>
                <c:pt idx="126">
                  <c:v>0.87907000000000002</c:v>
                </c:pt>
                <c:pt idx="127">
                  <c:v>0.87907000000000002</c:v>
                </c:pt>
                <c:pt idx="128">
                  <c:v>0.87907000000000002</c:v>
                </c:pt>
                <c:pt idx="129">
                  <c:v>0.87907000000000002</c:v>
                </c:pt>
                <c:pt idx="130">
                  <c:v>0.87907000000000002</c:v>
                </c:pt>
                <c:pt idx="131">
                  <c:v>0.87907000000000002</c:v>
                </c:pt>
                <c:pt idx="132">
                  <c:v>0.87907000000000002</c:v>
                </c:pt>
                <c:pt idx="133">
                  <c:v>0.87907000000000002</c:v>
                </c:pt>
                <c:pt idx="134">
                  <c:v>0.87907000000000002</c:v>
                </c:pt>
                <c:pt idx="135">
                  <c:v>0.87907000000000002</c:v>
                </c:pt>
                <c:pt idx="136">
                  <c:v>0.87907000000000002</c:v>
                </c:pt>
                <c:pt idx="137">
                  <c:v>0.87907000000000002</c:v>
                </c:pt>
                <c:pt idx="138">
                  <c:v>0.87907000000000002</c:v>
                </c:pt>
                <c:pt idx="139">
                  <c:v>0.87907000000000002</c:v>
                </c:pt>
                <c:pt idx="140">
                  <c:v>0.87907000000000002</c:v>
                </c:pt>
                <c:pt idx="141">
                  <c:v>0.87907000000000002</c:v>
                </c:pt>
                <c:pt idx="142">
                  <c:v>0.87907000000000002</c:v>
                </c:pt>
                <c:pt idx="143">
                  <c:v>0.87907000000000002</c:v>
                </c:pt>
                <c:pt idx="144">
                  <c:v>0.87907000000000002</c:v>
                </c:pt>
                <c:pt idx="145">
                  <c:v>0.87907000000000002</c:v>
                </c:pt>
                <c:pt idx="146">
                  <c:v>0.87907000000000002</c:v>
                </c:pt>
                <c:pt idx="147">
                  <c:v>0.87907000000000002</c:v>
                </c:pt>
                <c:pt idx="148">
                  <c:v>0.87907000000000002</c:v>
                </c:pt>
                <c:pt idx="149">
                  <c:v>0.87907000000000002</c:v>
                </c:pt>
                <c:pt idx="150">
                  <c:v>0.87907000000000002</c:v>
                </c:pt>
                <c:pt idx="151">
                  <c:v>0.87907000000000002</c:v>
                </c:pt>
                <c:pt idx="152">
                  <c:v>0.87907000000000002</c:v>
                </c:pt>
                <c:pt idx="153">
                  <c:v>0.87907000000000002</c:v>
                </c:pt>
                <c:pt idx="154">
                  <c:v>0.87907000000000002</c:v>
                </c:pt>
                <c:pt idx="155">
                  <c:v>0.87907000000000002</c:v>
                </c:pt>
                <c:pt idx="156">
                  <c:v>0.87907000000000002</c:v>
                </c:pt>
                <c:pt idx="157">
                  <c:v>0.87907000000000002</c:v>
                </c:pt>
                <c:pt idx="158">
                  <c:v>0.87907000000000002</c:v>
                </c:pt>
                <c:pt idx="159">
                  <c:v>0.87907000000000002</c:v>
                </c:pt>
                <c:pt idx="160">
                  <c:v>0.87907000000000002</c:v>
                </c:pt>
                <c:pt idx="161">
                  <c:v>0.87907000000000002</c:v>
                </c:pt>
                <c:pt idx="162">
                  <c:v>0.87907000000000002</c:v>
                </c:pt>
                <c:pt idx="163">
                  <c:v>0.87907000000000002</c:v>
                </c:pt>
                <c:pt idx="164">
                  <c:v>0.88012999999999997</c:v>
                </c:pt>
                <c:pt idx="165">
                  <c:v>0.88012999999999997</c:v>
                </c:pt>
                <c:pt idx="166">
                  <c:v>0.88012999999999997</c:v>
                </c:pt>
                <c:pt idx="167">
                  <c:v>0.88012999999999997</c:v>
                </c:pt>
                <c:pt idx="168">
                  <c:v>0.88012999999999997</c:v>
                </c:pt>
                <c:pt idx="169">
                  <c:v>0.88012999999999997</c:v>
                </c:pt>
                <c:pt idx="170">
                  <c:v>0.88012999999999997</c:v>
                </c:pt>
                <c:pt idx="171">
                  <c:v>0.88012999999999997</c:v>
                </c:pt>
                <c:pt idx="172">
                  <c:v>0.88012999999999997</c:v>
                </c:pt>
                <c:pt idx="173">
                  <c:v>0.88012999999999997</c:v>
                </c:pt>
                <c:pt idx="174">
                  <c:v>0.88012999999999997</c:v>
                </c:pt>
                <c:pt idx="175">
                  <c:v>0.88012999999999997</c:v>
                </c:pt>
                <c:pt idx="176">
                  <c:v>0.88012999999999997</c:v>
                </c:pt>
                <c:pt idx="177">
                  <c:v>0.88012999999999997</c:v>
                </c:pt>
                <c:pt idx="178">
                  <c:v>0.88012999999999997</c:v>
                </c:pt>
                <c:pt idx="179">
                  <c:v>0.88012999999999997</c:v>
                </c:pt>
                <c:pt idx="180">
                  <c:v>0.88012999999999997</c:v>
                </c:pt>
                <c:pt idx="181">
                  <c:v>0.88012999999999997</c:v>
                </c:pt>
                <c:pt idx="182">
                  <c:v>0.88012999999999997</c:v>
                </c:pt>
                <c:pt idx="183">
                  <c:v>0.88012999999999997</c:v>
                </c:pt>
                <c:pt idx="184">
                  <c:v>0.88012999999999997</c:v>
                </c:pt>
                <c:pt idx="185">
                  <c:v>0.88012999999999997</c:v>
                </c:pt>
                <c:pt idx="186">
                  <c:v>0.88012999999999997</c:v>
                </c:pt>
                <c:pt idx="187">
                  <c:v>0.88012999999999997</c:v>
                </c:pt>
                <c:pt idx="188">
                  <c:v>0.88012999999999997</c:v>
                </c:pt>
                <c:pt idx="189">
                  <c:v>0.88012999999999997</c:v>
                </c:pt>
                <c:pt idx="190">
                  <c:v>0.88012999999999997</c:v>
                </c:pt>
                <c:pt idx="191">
                  <c:v>0.88012999999999997</c:v>
                </c:pt>
                <c:pt idx="192">
                  <c:v>0.88012999999999997</c:v>
                </c:pt>
                <c:pt idx="193">
                  <c:v>0.88012999999999997</c:v>
                </c:pt>
                <c:pt idx="194">
                  <c:v>0.88012999999999997</c:v>
                </c:pt>
                <c:pt idx="195">
                  <c:v>0.88012999999999997</c:v>
                </c:pt>
                <c:pt idx="196">
                  <c:v>0.88012999999999997</c:v>
                </c:pt>
                <c:pt idx="197">
                  <c:v>0.88012999999999997</c:v>
                </c:pt>
                <c:pt idx="198">
                  <c:v>0.88012999999999997</c:v>
                </c:pt>
                <c:pt idx="199">
                  <c:v>0.88012999999999997</c:v>
                </c:pt>
                <c:pt idx="200">
                  <c:v>0.88012999999999997</c:v>
                </c:pt>
                <c:pt idx="201">
                  <c:v>0.88012999999999997</c:v>
                </c:pt>
                <c:pt idx="202">
                  <c:v>0.88012999999999997</c:v>
                </c:pt>
                <c:pt idx="203">
                  <c:v>0.88012999999999997</c:v>
                </c:pt>
                <c:pt idx="204">
                  <c:v>0.88012999999999997</c:v>
                </c:pt>
                <c:pt idx="205">
                  <c:v>0.88012999999999997</c:v>
                </c:pt>
                <c:pt idx="206">
                  <c:v>0.88012999999999997</c:v>
                </c:pt>
                <c:pt idx="207">
                  <c:v>0.88012999999999997</c:v>
                </c:pt>
                <c:pt idx="208">
                  <c:v>0.88012999999999997</c:v>
                </c:pt>
                <c:pt idx="209">
                  <c:v>0.88012999999999997</c:v>
                </c:pt>
                <c:pt idx="210">
                  <c:v>0.88012999999999997</c:v>
                </c:pt>
                <c:pt idx="211">
                  <c:v>0.88012999999999997</c:v>
                </c:pt>
                <c:pt idx="212">
                  <c:v>0.88012999999999997</c:v>
                </c:pt>
                <c:pt idx="213">
                  <c:v>0.88012999999999997</c:v>
                </c:pt>
                <c:pt idx="214">
                  <c:v>0.88012999999999997</c:v>
                </c:pt>
                <c:pt idx="215">
                  <c:v>0.88012999999999997</c:v>
                </c:pt>
                <c:pt idx="216">
                  <c:v>0.88012999999999997</c:v>
                </c:pt>
                <c:pt idx="217">
                  <c:v>0.88012999999999997</c:v>
                </c:pt>
                <c:pt idx="218">
                  <c:v>0.88012999999999997</c:v>
                </c:pt>
                <c:pt idx="219">
                  <c:v>0.88012999999999997</c:v>
                </c:pt>
                <c:pt idx="220">
                  <c:v>0.88012999999999997</c:v>
                </c:pt>
                <c:pt idx="221">
                  <c:v>0.88012999999999997</c:v>
                </c:pt>
                <c:pt idx="222">
                  <c:v>0.88012999999999997</c:v>
                </c:pt>
                <c:pt idx="223">
                  <c:v>0.88012999999999997</c:v>
                </c:pt>
                <c:pt idx="224">
                  <c:v>0.88012999999999997</c:v>
                </c:pt>
                <c:pt idx="225">
                  <c:v>0.88012999999999997</c:v>
                </c:pt>
                <c:pt idx="226">
                  <c:v>0.88012999999999997</c:v>
                </c:pt>
                <c:pt idx="227">
                  <c:v>0.88012999999999997</c:v>
                </c:pt>
                <c:pt idx="228">
                  <c:v>0.88012999999999997</c:v>
                </c:pt>
                <c:pt idx="229">
                  <c:v>0.88012999999999997</c:v>
                </c:pt>
                <c:pt idx="230">
                  <c:v>0.88012999999999997</c:v>
                </c:pt>
                <c:pt idx="231">
                  <c:v>0.88012999999999997</c:v>
                </c:pt>
                <c:pt idx="232">
                  <c:v>0.88012999999999997</c:v>
                </c:pt>
                <c:pt idx="233">
                  <c:v>0.88012999999999997</c:v>
                </c:pt>
                <c:pt idx="234">
                  <c:v>0.88012999999999997</c:v>
                </c:pt>
                <c:pt idx="235">
                  <c:v>0.88012999999999997</c:v>
                </c:pt>
                <c:pt idx="236">
                  <c:v>0.88012999999999997</c:v>
                </c:pt>
                <c:pt idx="237">
                  <c:v>0.88012999999999997</c:v>
                </c:pt>
                <c:pt idx="238">
                  <c:v>0.88012999999999997</c:v>
                </c:pt>
                <c:pt idx="239">
                  <c:v>0.88012999999999997</c:v>
                </c:pt>
                <c:pt idx="240">
                  <c:v>0.88012999999999997</c:v>
                </c:pt>
                <c:pt idx="241">
                  <c:v>0.88012999999999997</c:v>
                </c:pt>
                <c:pt idx="242">
                  <c:v>0.88012999999999997</c:v>
                </c:pt>
                <c:pt idx="243">
                  <c:v>0.88012999999999997</c:v>
                </c:pt>
                <c:pt idx="244">
                  <c:v>0.88012999999999997</c:v>
                </c:pt>
                <c:pt idx="245">
                  <c:v>0.88012999999999997</c:v>
                </c:pt>
                <c:pt idx="246">
                  <c:v>0.88012999999999997</c:v>
                </c:pt>
                <c:pt idx="247">
                  <c:v>0.88012999999999997</c:v>
                </c:pt>
                <c:pt idx="248">
                  <c:v>0.88012999999999997</c:v>
                </c:pt>
                <c:pt idx="249">
                  <c:v>0.88012999999999997</c:v>
                </c:pt>
                <c:pt idx="250">
                  <c:v>0.88012999999999997</c:v>
                </c:pt>
                <c:pt idx="251">
                  <c:v>0.88012999999999997</c:v>
                </c:pt>
                <c:pt idx="252">
                  <c:v>0.88012999999999997</c:v>
                </c:pt>
                <c:pt idx="253">
                  <c:v>0.88012999999999997</c:v>
                </c:pt>
                <c:pt idx="254">
                  <c:v>0.88012999999999997</c:v>
                </c:pt>
                <c:pt idx="255">
                  <c:v>0.88012999999999997</c:v>
                </c:pt>
                <c:pt idx="256">
                  <c:v>0.88012999999999997</c:v>
                </c:pt>
                <c:pt idx="257">
                  <c:v>0.88012999999999997</c:v>
                </c:pt>
                <c:pt idx="258">
                  <c:v>0.88012999999999997</c:v>
                </c:pt>
                <c:pt idx="259">
                  <c:v>0.88012999999999997</c:v>
                </c:pt>
                <c:pt idx="260">
                  <c:v>0.88012999999999997</c:v>
                </c:pt>
                <c:pt idx="261">
                  <c:v>0.88012999999999997</c:v>
                </c:pt>
                <c:pt idx="262">
                  <c:v>0.88012999999999997</c:v>
                </c:pt>
                <c:pt idx="263">
                  <c:v>0.88012999999999997</c:v>
                </c:pt>
                <c:pt idx="264">
                  <c:v>0.88012999999999997</c:v>
                </c:pt>
                <c:pt idx="265">
                  <c:v>0.88012999999999997</c:v>
                </c:pt>
                <c:pt idx="266">
                  <c:v>0.88012999999999997</c:v>
                </c:pt>
                <c:pt idx="267">
                  <c:v>0.88012999999999997</c:v>
                </c:pt>
                <c:pt idx="268">
                  <c:v>0.88012999999999997</c:v>
                </c:pt>
                <c:pt idx="269">
                  <c:v>0.88012999999999997</c:v>
                </c:pt>
                <c:pt idx="270">
                  <c:v>0.88012999999999997</c:v>
                </c:pt>
                <c:pt idx="271">
                  <c:v>0.88012999999999997</c:v>
                </c:pt>
                <c:pt idx="272">
                  <c:v>0.88012999999999997</c:v>
                </c:pt>
                <c:pt idx="273">
                  <c:v>0.88012999999999997</c:v>
                </c:pt>
                <c:pt idx="274">
                  <c:v>0.88012999999999997</c:v>
                </c:pt>
                <c:pt idx="275">
                  <c:v>0.88012999999999997</c:v>
                </c:pt>
                <c:pt idx="276">
                  <c:v>0.88012999999999997</c:v>
                </c:pt>
                <c:pt idx="277">
                  <c:v>0.88012999999999997</c:v>
                </c:pt>
                <c:pt idx="278">
                  <c:v>0.88012999999999997</c:v>
                </c:pt>
                <c:pt idx="279">
                  <c:v>0.88012999999999997</c:v>
                </c:pt>
                <c:pt idx="280">
                  <c:v>0.88012999999999997</c:v>
                </c:pt>
                <c:pt idx="281">
                  <c:v>0.88012999999999997</c:v>
                </c:pt>
                <c:pt idx="282">
                  <c:v>0.88012999999999997</c:v>
                </c:pt>
                <c:pt idx="283">
                  <c:v>0.88012999999999997</c:v>
                </c:pt>
                <c:pt idx="284">
                  <c:v>0.88012999999999997</c:v>
                </c:pt>
                <c:pt idx="285">
                  <c:v>0.88012999999999997</c:v>
                </c:pt>
                <c:pt idx="286">
                  <c:v>0.88012999999999997</c:v>
                </c:pt>
                <c:pt idx="287">
                  <c:v>0.88012999999999997</c:v>
                </c:pt>
                <c:pt idx="288">
                  <c:v>0.88012999999999997</c:v>
                </c:pt>
                <c:pt idx="289">
                  <c:v>0.88012999999999997</c:v>
                </c:pt>
                <c:pt idx="290">
                  <c:v>0.88012999999999997</c:v>
                </c:pt>
                <c:pt idx="291">
                  <c:v>0.88012999999999997</c:v>
                </c:pt>
                <c:pt idx="292">
                  <c:v>0.88012999999999997</c:v>
                </c:pt>
                <c:pt idx="293">
                  <c:v>0.88012999999999997</c:v>
                </c:pt>
                <c:pt idx="294">
                  <c:v>0.88012999999999997</c:v>
                </c:pt>
                <c:pt idx="295">
                  <c:v>0.88012999999999997</c:v>
                </c:pt>
                <c:pt idx="296">
                  <c:v>0.88012999999999997</c:v>
                </c:pt>
                <c:pt idx="297">
                  <c:v>0.88012999999999997</c:v>
                </c:pt>
                <c:pt idx="298">
                  <c:v>0.88012999999999997</c:v>
                </c:pt>
                <c:pt idx="299">
                  <c:v>0.88012999999999997</c:v>
                </c:pt>
                <c:pt idx="300">
                  <c:v>0.88012999999999997</c:v>
                </c:pt>
                <c:pt idx="301">
                  <c:v>0.88012999999999997</c:v>
                </c:pt>
                <c:pt idx="302">
                  <c:v>0.88012999999999997</c:v>
                </c:pt>
                <c:pt idx="303">
                  <c:v>0.88012999999999997</c:v>
                </c:pt>
                <c:pt idx="304">
                  <c:v>0.88012999999999997</c:v>
                </c:pt>
                <c:pt idx="305">
                  <c:v>0.88012999999999997</c:v>
                </c:pt>
                <c:pt idx="306">
                  <c:v>0.88012999999999997</c:v>
                </c:pt>
                <c:pt idx="307">
                  <c:v>0.88012999999999997</c:v>
                </c:pt>
                <c:pt idx="308">
                  <c:v>0.88012999999999997</c:v>
                </c:pt>
                <c:pt idx="309">
                  <c:v>0.88012999999999997</c:v>
                </c:pt>
                <c:pt idx="310">
                  <c:v>0.88012999999999997</c:v>
                </c:pt>
                <c:pt idx="311">
                  <c:v>0.88012999999999997</c:v>
                </c:pt>
                <c:pt idx="312">
                  <c:v>0.88012999999999997</c:v>
                </c:pt>
                <c:pt idx="313">
                  <c:v>0.88012999999999997</c:v>
                </c:pt>
                <c:pt idx="314">
                  <c:v>0.88012999999999997</c:v>
                </c:pt>
                <c:pt idx="315">
                  <c:v>0.88012999999999997</c:v>
                </c:pt>
                <c:pt idx="316">
                  <c:v>0.88012999999999997</c:v>
                </c:pt>
                <c:pt idx="317">
                  <c:v>0.88012999999999997</c:v>
                </c:pt>
                <c:pt idx="318">
                  <c:v>0.88012999999999997</c:v>
                </c:pt>
                <c:pt idx="319">
                  <c:v>0.88012999999999997</c:v>
                </c:pt>
                <c:pt idx="320">
                  <c:v>0.88012999999999997</c:v>
                </c:pt>
                <c:pt idx="321">
                  <c:v>0.88012999999999997</c:v>
                </c:pt>
                <c:pt idx="322">
                  <c:v>0.88012999999999997</c:v>
                </c:pt>
                <c:pt idx="323">
                  <c:v>0.88012999999999997</c:v>
                </c:pt>
                <c:pt idx="324">
                  <c:v>0.88012999999999997</c:v>
                </c:pt>
                <c:pt idx="325">
                  <c:v>0.88012999999999997</c:v>
                </c:pt>
                <c:pt idx="326">
                  <c:v>0.88012999999999997</c:v>
                </c:pt>
                <c:pt idx="327">
                  <c:v>0.88012999999999997</c:v>
                </c:pt>
                <c:pt idx="328">
                  <c:v>0.88012999999999997</c:v>
                </c:pt>
                <c:pt idx="329">
                  <c:v>0.88012999999999997</c:v>
                </c:pt>
                <c:pt idx="330">
                  <c:v>0.88012999999999997</c:v>
                </c:pt>
                <c:pt idx="331">
                  <c:v>0.88012999999999997</c:v>
                </c:pt>
                <c:pt idx="332">
                  <c:v>0.88012999999999997</c:v>
                </c:pt>
                <c:pt idx="333">
                  <c:v>0.88012999999999997</c:v>
                </c:pt>
                <c:pt idx="334">
                  <c:v>0.88012999999999997</c:v>
                </c:pt>
                <c:pt idx="335">
                  <c:v>0.88012999999999997</c:v>
                </c:pt>
                <c:pt idx="336">
                  <c:v>0.88012999999999997</c:v>
                </c:pt>
                <c:pt idx="337">
                  <c:v>0.88012999999999997</c:v>
                </c:pt>
                <c:pt idx="338">
                  <c:v>0.88012999999999997</c:v>
                </c:pt>
                <c:pt idx="339">
                  <c:v>0.88012999999999997</c:v>
                </c:pt>
                <c:pt idx="340">
                  <c:v>0.88012999999999997</c:v>
                </c:pt>
                <c:pt idx="341">
                  <c:v>0.88012999999999997</c:v>
                </c:pt>
                <c:pt idx="342">
                  <c:v>0.88012999999999997</c:v>
                </c:pt>
                <c:pt idx="343">
                  <c:v>0.88012999999999997</c:v>
                </c:pt>
                <c:pt idx="344">
                  <c:v>0.88012999999999997</c:v>
                </c:pt>
                <c:pt idx="345">
                  <c:v>0.88012999999999997</c:v>
                </c:pt>
                <c:pt idx="346">
                  <c:v>0.88012999999999997</c:v>
                </c:pt>
                <c:pt idx="347">
                  <c:v>0.88012999999999997</c:v>
                </c:pt>
                <c:pt idx="348">
                  <c:v>0.88012999999999997</c:v>
                </c:pt>
                <c:pt idx="349">
                  <c:v>0.88012999999999997</c:v>
                </c:pt>
                <c:pt idx="350">
                  <c:v>0.88012999999999997</c:v>
                </c:pt>
                <c:pt idx="351">
                  <c:v>0.88012999999999997</c:v>
                </c:pt>
                <c:pt idx="352">
                  <c:v>0.88012999999999997</c:v>
                </c:pt>
                <c:pt idx="353">
                  <c:v>0.88012999999999997</c:v>
                </c:pt>
                <c:pt idx="354">
                  <c:v>0.88012999999999997</c:v>
                </c:pt>
                <c:pt idx="355">
                  <c:v>0.88012999999999997</c:v>
                </c:pt>
                <c:pt idx="356">
                  <c:v>0.88012999999999997</c:v>
                </c:pt>
                <c:pt idx="357">
                  <c:v>0.88012999999999997</c:v>
                </c:pt>
                <c:pt idx="358">
                  <c:v>0.88012999999999997</c:v>
                </c:pt>
                <c:pt idx="359">
                  <c:v>0.88012999999999997</c:v>
                </c:pt>
                <c:pt idx="360">
                  <c:v>0.88012999999999997</c:v>
                </c:pt>
                <c:pt idx="361">
                  <c:v>0.88012999999999997</c:v>
                </c:pt>
                <c:pt idx="362">
                  <c:v>0.88012999999999997</c:v>
                </c:pt>
                <c:pt idx="363">
                  <c:v>0.88012999999999997</c:v>
                </c:pt>
                <c:pt idx="364">
                  <c:v>0.88012999999999997</c:v>
                </c:pt>
                <c:pt idx="365">
                  <c:v>0.88012999999999997</c:v>
                </c:pt>
                <c:pt idx="366">
                  <c:v>0.88012999999999997</c:v>
                </c:pt>
                <c:pt idx="367">
                  <c:v>0.88012999999999997</c:v>
                </c:pt>
                <c:pt idx="368">
                  <c:v>0.88012999999999997</c:v>
                </c:pt>
                <c:pt idx="369">
                  <c:v>0.88012999999999997</c:v>
                </c:pt>
                <c:pt idx="370">
                  <c:v>0.88012999999999997</c:v>
                </c:pt>
                <c:pt idx="371">
                  <c:v>0.88012999999999997</c:v>
                </c:pt>
                <c:pt idx="372">
                  <c:v>0.88012999999999997</c:v>
                </c:pt>
                <c:pt idx="373">
                  <c:v>0.88012999999999997</c:v>
                </c:pt>
                <c:pt idx="374">
                  <c:v>0.88012999999999997</c:v>
                </c:pt>
                <c:pt idx="375">
                  <c:v>0.88012999999999997</c:v>
                </c:pt>
                <c:pt idx="376">
                  <c:v>0.88012999999999997</c:v>
                </c:pt>
                <c:pt idx="377">
                  <c:v>0.88012999999999997</c:v>
                </c:pt>
                <c:pt idx="378">
                  <c:v>0.88012999999999997</c:v>
                </c:pt>
                <c:pt idx="379">
                  <c:v>0.88012999999999997</c:v>
                </c:pt>
                <c:pt idx="380">
                  <c:v>0.88012999999999997</c:v>
                </c:pt>
                <c:pt idx="381">
                  <c:v>0.88012999999999997</c:v>
                </c:pt>
                <c:pt idx="382">
                  <c:v>0.88012999999999997</c:v>
                </c:pt>
                <c:pt idx="383">
                  <c:v>0.88012999999999997</c:v>
                </c:pt>
                <c:pt idx="384">
                  <c:v>0.88012999999999997</c:v>
                </c:pt>
                <c:pt idx="385">
                  <c:v>0.88012999999999997</c:v>
                </c:pt>
                <c:pt idx="386">
                  <c:v>0.88012999999999997</c:v>
                </c:pt>
                <c:pt idx="387">
                  <c:v>0.88012999999999997</c:v>
                </c:pt>
                <c:pt idx="388">
                  <c:v>0.88012999999999997</c:v>
                </c:pt>
                <c:pt idx="389">
                  <c:v>0.88012999999999997</c:v>
                </c:pt>
                <c:pt idx="390">
                  <c:v>0.88012999999999997</c:v>
                </c:pt>
                <c:pt idx="391">
                  <c:v>0.88012999999999997</c:v>
                </c:pt>
                <c:pt idx="392">
                  <c:v>0.88012999999999997</c:v>
                </c:pt>
                <c:pt idx="393">
                  <c:v>0.88012999999999997</c:v>
                </c:pt>
                <c:pt idx="394">
                  <c:v>0.88012999999999997</c:v>
                </c:pt>
                <c:pt idx="395">
                  <c:v>0.88012999999999997</c:v>
                </c:pt>
                <c:pt idx="396">
                  <c:v>0.88012999999999997</c:v>
                </c:pt>
                <c:pt idx="397">
                  <c:v>0.88012999999999997</c:v>
                </c:pt>
                <c:pt idx="398">
                  <c:v>0.88012999999999997</c:v>
                </c:pt>
                <c:pt idx="399">
                  <c:v>0.88012999999999997</c:v>
                </c:pt>
                <c:pt idx="400">
                  <c:v>0.88012999999999997</c:v>
                </c:pt>
                <c:pt idx="401">
                  <c:v>0.88012999999999997</c:v>
                </c:pt>
                <c:pt idx="402">
                  <c:v>0.88012999999999997</c:v>
                </c:pt>
                <c:pt idx="403">
                  <c:v>0.88012999999999997</c:v>
                </c:pt>
                <c:pt idx="404">
                  <c:v>0.88012999999999997</c:v>
                </c:pt>
                <c:pt idx="405">
                  <c:v>0.88012999999999997</c:v>
                </c:pt>
                <c:pt idx="406">
                  <c:v>0.88012999999999997</c:v>
                </c:pt>
                <c:pt idx="407">
                  <c:v>0.88012999999999997</c:v>
                </c:pt>
                <c:pt idx="408">
                  <c:v>0.88012999999999997</c:v>
                </c:pt>
                <c:pt idx="409">
                  <c:v>0.88012999999999997</c:v>
                </c:pt>
                <c:pt idx="410">
                  <c:v>0.88012999999999997</c:v>
                </c:pt>
                <c:pt idx="411">
                  <c:v>0.88012999999999997</c:v>
                </c:pt>
                <c:pt idx="412">
                  <c:v>0.88012999999999997</c:v>
                </c:pt>
                <c:pt idx="413">
                  <c:v>0.88012999999999997</c:v>
                </c:pt>
                <c:pt idx="414">
                  <c:v>0.88012999999999997</c:v>
                </c:pt>
                <c:pt idx="415">
                  <c:v>0.88012999999999997</c:v>
                </c:pt>
                <c:pt idx="416">
                  <c:v>0.88012999999999997</c:v>
                </c:pt>
                <c:pt idx="417">
                  <c:v>0.88012999999999997</c:v>
                </c:pt>
                <c:pt idx="418">
                  <c:v>0.88012999999999997</c:v>
                </c:pt>
                <c:pt idx="419">
                  <c:v>0.88012999999999997</c:v>
                </c:pt>
                <c:pt idx="420">
                  <c:v>0.88012999999999997</c:v>
                </c:pt>
                <c:pt idx="421">
                  <c:v>0.88012999999999997</c:v>
                </c:pt>
                <c:pt idx="422">
                  <c:v>0.88012999999999997</c:v>
                </c:pt>
                <c:pt idx="423">
                  <c:v>0.88012999999999997</c:v>
                </c:pt>
                <c:pt idx="424">
                  <c:v>0.88012999999999997</c:v>
                </c:pt>
                <c:pt idx="425">
                  <c:v>0.88012999999999997</c:v>
                </c:pt>
                <c:pt idx="426">
                  <c:v>0.88012999999999997</c:v>
                </c:pt>
                <c:pt idx="427">
                  <c:v>0.88012999999999997</c:v>
                </c:pt>
                <c:pt idx="428">
                  <c:v>0.88012999999999997</c:v>
                </c:pt>
                <c:pt idx="429">
                  <c:v>0.88012999999999997</c:v>
                </c:pt>
                <c:pt idx="430">
                  <c:v>0.88012999999999997</c:v>
                </c:pt>
                <c:pt idx="431">
                  <c:v>0.88012999999999997</c:v>
                </c:pt>
                <c:pt idx="432">
                  <c:v>0.88012999999999997</c:v>
                </c:pt>
                <c:pt idx="433">
                  <c:v>0.88012999999999997</c:v>
                </c:pt>
                <c:pt idx="434">
                  <c:v>0.88012999999999997</c:v>
                </c:pt>
                <c:pt idx="435">
                  <c:v>0.88012999999999997</c:v>
                </c:pt>
                <c:pt idx="436">
                  <c:v>0.88012999999999997</c:v>
                </c:pt>
                <c:pt idx="437">
                  <c:v>0.88012999999999997</c:v>
                </c:pt>
                <c:pt idx="438">
                  <c:v>0.88012999999999997</c:v>
                </c:pt>
                <c:pt idx="439">
                  <c:v>0.88012999999999997</c:v>
                </c:pt>
                <c:pt idx="440">
                  <c:v>0.88012999999999997</c:v>
                </c:pt>
                <c:pt idx="441">
                  <c:v>0.88012999999999997</c:v>
                </c:pt>
                <c:pt idx="442">
                  <c:v>0.88012999999999997</c:v>
                </c:pt>
                <c:pt idx="443">
                  <c:v>0.88012999999999997</c:v>
                </c:pt>
                <c:pt idx="444">
                  <c:v>0.88012999999999997</c:v>
                </c:pt>
                <c:pt idx="445">
                  <c:v>0.88012999999999997</c:v>
                </c:pt>
                <c:pt idx="446">
                  <c:v>0.88012999999999997</c:v>
                </c:pt>
                <c:pt idx="447">
                  <c:v>0.88012999999999997</c:v>
                </c:pt>
                <c:pt idx="448">
                  <c:v>0.88012999999999997</c:v>
                </c:pt>
                <c:pt idx="449">
                  <c:v>0.88012999999999997</c:v>
                </c:pt>
                <c:pt idx="450">
                  <c:v>0.88012999999999997</c:v>
                </c:pt>
                <c:pt idx="451">
                  <c:v>0.88012999999999997</c:v>
                </c:pt>
                <c:pt idx="452">
                  <c:v>0.88012999999999997</c:v>
                </c:pt>
                <c:pt idx="453">
                  <c:v>0.88012999999999997</c:v>
                </c:pt>
                <c:pt idx="454">
                  <c:v>0.88012999999999997</c:v>
                </c:pt>
                <c:pt idx="455">
                  <c:v>0.88012999999999997</c:v>
                </c:pt>
                <c:pt idx="456">
                  <c:v>0.88012999999999997</c:v>
                </c:pt>
                <c:pt idx="457">
                  <c:v>0.88012999999999997</c:v>
                </c:pt>
                <c:pt idx="458">
                  <c:v>0.88012999999999997</c:v>
                </c:pt>
                <c:pt idx="459">
                  <c:v>0.88012999999999997</c:v>
                </c:pt>
                <c:pt idx="460">
                  <c:v>0.88012999999999997</c:v>
                </c:pt>
                <c:pt idx="461">
                  <c:v>0.88012999999999997</c:v>
                </c:pt>
                <c:pt idx="462">
                  <c:v>0.88012999999999997</c:v>
                </c:pt>
                <c:pt idx="463">
                  <c:v>0.88012999999999997</c:v>
                </c:pt>
                <c:pt idx="464">
                  <c:v>0.88012999999999997</c:v>
                </c:pt>
                <c:pt idx="465">
                  <c:v>0.88012999999999997</c:v>
                </c:pt>
                <c:pt idx="466">
                  <c:v>0.88012999999999997</c:v>
                </c:pt>
                <c:pt idx="467">
                  <c:v>0.88012999999999997</c:v>
                </c:pt>
                <c:pt idx="468">
                  <c:v>0.88012999999999997</c:v>
                </c:pt>
                <c:pt idx="469">
                  <c:v>0.88012999999999997</c:v>
                </c:pt>
                <c:pt idx="470">
                  <c:v>0.88012999999999997</c:v>
                </c:pt>
                <c:pt idx="471">
                  <c:v>0.88012999999999997</c:v>
                </c:pt>
                <c:pt idx="472">
                  <c:v>0.88012999999999997</c:v>
                </c:pt>
                <c:pt idx="473">
                  <c:v>0.88012999999999997</c:v>
                </c:pt>
                <c:pt idx="474">
                  <c:v>0.88012999999999997</c:v>
                </c:pt>
                <c:pt idx="475">
                  <c:v>0.88012999999999997</c:v>
                </c:pt>
                <c:pt idx="476">
                  <c:v>0.88012999999999997</c:v>
                </c:pt>
                <c:pt idx="477">
                  <c:v>0.88012999999999997</c:v>
                </c:pt>
                <c:pt idx="478">
                  <c:v>0.88012999999999997</c:v>
                </c:pt>
                <c:pt idx="479">
                  <c:v>0.88012999999999997</c:v>
                </c:pt>
                <c:pt idx="480">
                  <c:v>0.88012999999999997</c:v>
                </c:pt>
                <c:pt idx="481">
                  <c:v>0.88012999999999997</c:v>
                </c:pt>
                <c:pt idx="482">
                  <c:v>0.88012999999999997</c:v>
                </c:pt>
                <c:pt idx="483">
                  <c:v>0.88012999999999997</c:v>
                </c:pt>
                <c:pt idx="484">
                  <c:v>0.88012999999999997</c:v>
                </c:pt>
                <c:pt idx="485">
                  <c:v>0.88012999999999997</c:v>
                </c:pt>
                <c:pt idx="486">
                  <c:v>0.88012999999999997</c:v>
                </c:pt>
                <c:pt idx="487">
                  <c:v>0.88012999999999997</c:v>
                </c:pt>
                <c:pt idx="488">
                  <c:v>0.88012999999999997</c:v>
                </c:pt>
                <c:pt idx="489">
                  <c:v>0.88012999999999997</c:v>
                </c:pt>
                <c:pt idx="490">
                  <c:v>0.88012999999999997</c:v>
                </c:pt>
                <c:pt idx="491">
                  <c:v>0.88012999999999997</c:v>
                </c:pt>
                <c:pt idx="492">
                  <c:v>0.88012999999999997</c:v>
                </c:pt>
                <c:pt idx="493">
                  <c:v>0.88012999999999997</c:v>
                </c:pt>
                <c:pt idx="494">
                  <c:v>0.88012999999999997</c:v>
                </c:pt>
                <c:pt idx="495">
                  <c:v>0.88012999999999997</c:v>
                </c:pt>
                <c:pt idx="496">
                  <c:v>0.88012999999999997</c:v>
                </c:pt>
                <c:pt idx="497">
                  <c:v>0.88012999999999997</c:v>
                </c:pt>
                <c:pt idx="498">
                  <c:v>0.88012999999999997</c:v>
                </c:pt>
                <c:pt idx="499">
                  <c:v>0.88012999999999997</c:v>
                </c:pt>
                <c:pt idx="500">
                  <c:v>0.88012999999999997</c:v>
                </c:pt>
                <c:pt idx="501">
                  <c:v>0.88012999999999997</c:v>
                </c:pt>
                <c:pt idx="502">
                  <c:v>0.88012999999999997</c:v>
                </c:pt>
                <c:pt idx="503">
                  <c:v>0.88012999999999997</c:v>
                </c:pt>
                <c:pt idx="504">
                  <c:v>0.88012999999999997</c:v>
                </c:pt>
                <c:pt idx="505">
                  <c:v>0.88012999999999997</c:v>
                </c:pt>
                <c:pt idx="506">
                  <c:v>0.88012999999999997</c:v>
                </c:pt>
                <c:pt idx="507">
                  <c:v>0.88012999999999997</c:v>
                </c:pt>
                <c:pt idx="508">
                  <c:v>0.88012999999999997</c:v>
                </c:pt>
                <c:pt idx="509">
                  <c:v>0.88012999999999997</c:v>
                </c:pt>
                <c:pt idx="510">
                  <c:v>0.88012999999999997</c:v>
                </c:pt>
                <c:pt idx="511">
                  <c:v>0.88012999999999997</c:v>
                </c:pt>
                <c:pt idx="512">
                  <c:v>0.88012999999999997</c:v>
                </c:pt>
                <c:pt idx="513">
                  <c:v>0.88012999999999997</c:v>
                </c:pt>
                <c:pt idx="514">
                  <c:v>0.88012999999999997</c:v>
                </c:pt>
                <c:pt idx="515">
                  <c:v>0.88012999999999997</c:v>
                </c:pt>
                <c:pt idx="516">
                  <c:v>0.88012999999999997</c:v>
                </c:pt>
                <c:pt idx="517">
                  <c:v>0.88012999999999997</c:v>
                </c:pt>
                <c:pt idx="518">
                  <c:v>0.88012999999999997</c:v>
                </c:pt>
                <c:pt idx="519">
                  <c:v>0.88012999999999997</c:v>
                </c:pt>
                <c:pt idx="520">
                  <c:v>0.88012999999999997</c:v>
                </c:pt>
                <c:pt idx="521">
                  <c:v>0.88012999999999997</c:v>
                </c:pt>
                <c:pt idx="522">
                  <c:v>0.88012999999999997</c:v>
                </c:pt>
                <c:pt idx="523">
                  <c:v>0.88012999999999997</c:v>
                </c:pt>
                <c:pt idx="524">
                  <c:v>0.88012999999999997</c:v>
                </c:pt>
                <c:pt idx="525">
                  <c:v>0.88012999999999997</c:v>
                </c:pt>
                <c:pt idx="526">
                  <c:v>0.88012999999999997</c:v>
                </c:pt>
                <c:pt idx="527">
                  <c:v>0.88012999999999997</c:v>
                </c:pt>
                <c:pt idx="528">
                  <c:v>0.88012999999999997</c:v>
                </c:pt>
                <c:pt idx="529">
                  <c:v>0.88012999999999997</c:v>
                </c:pt>
                <c:pt idx="530">
                  <c:v>0.88012999999999997</c:v>
                </c:pt>
                <c:pt idx="531">
                  <c:v>0.88012999999999997</c:v>
                </c:pt>
                <c:pt idx="532">
                  <c:v>0.88012999999999997</c:v>
                </c:pt>
                <c:pt idx="533">
                  <c:v>0.88012999999999997</c:v>
                </c:pt>
                <c:pt idx="534">
                  <c:v>0.88012999999999997</c:v>
                </c:pt>
                <c:pt idx="535">
                  <c:v>0.88012999999999997</c:v>
                </c:pt>
                <c:pt idx="536">
                  <c:v>0.88012999999999997</c:v>
                </c:pt>
                <c:pt idx="537">
                  <c:v>0.88012999999999997</c:v>
                </c:pt>
                <c:pt idx="538">
                  <c:v>0.88012999999999997</c:v>
                </c:pt>
                <c:pt idx="539">
                  <c:v>0.88012999999999997</c:v>
                </c:pt>
                <c:pt idx="540">
                  <c:v>0.88012999999999997</c:v>
                </c:pt>
                <c:pt idx="541">
                  <c:v>0.88012999999999997</c:v>
                </c:pt>
                <c:pt idx="542">
                  <c:v>0.88012999999999997</c:v>
                </c:pt>
                <c:pt idx="543">
                  <c:v>0.88012999999999997</c:v>
                </c:pt>
                <c:pt idx="544">
                  <c:v>0.88012999999999997</c:v>
                </c:pt>
                <c:pt idx="545">
                  <c:v>0.88012999999999997</c:v>
                </c:pt>
                <c:pt idx="546">
                  <c:v>0.88012999999999997</c:v>
                </c:pt>
                <c:pt idx="547">
                  <c:v>0.88012999999999997</c:v>
                </c:pt>
                <c:pt idx="548">
                  <c:v>0.88012999999999997</c:v>
                </c:pt>
                <c:pt idx="549">
                  <c:v>0.88012999999999997</c:v>
                </c:pt>
                <c:pt idx="550">
                  <c:v>0.88012999999999997</c:v>
                </c:pt>
                <c:pt idx="551">
                  <c:v>0.88012999999999997</c:v>
                </c:pt>
                <c:pt idx="552">
                  <c:v>0.88012999999999997</c:v>
                </c:pt>
                <c:pt idx="553">
                  <c:v>0.88012999999999997</c:v>
                </c:pt>
                <c:pt idx="554">
                  <c:v>0.88012999999999997</c:v>
                </c:pt>
                <c:pt idx="555">
                  <c:v>0.88012999999999997</c:v>
                </c:pt>
                <c:pt idx="556">
                  <c:v>0.88012999999999997</c:v>
                </c:pt>
                <c:pt idx="557">
                  <c:v>0.88012999999999997</c:v>
                </c:pt>
                <c:pt idx="558">
                  <c:v>0.88012999999999997</c:v>
                </c:pt>
                <c:pt idx="559">
                  <c:v>0.88012999999999997</c:v>
                </c:pt>
                <c:pt idx="560">
                  <c:v>0.88012999999999997</c:v>
                </c:pt>
                <c:pt idx="561">
                  <c:v>0.88012999999999997</c:v>
                </c:pt>
                <c:pt idx="562">
                  <c:v>0.88012999999999997</c:v>
                </c:pt>
                <c:pt idx="563">
                  <c:v>0.88012999999999997</c:v>
                </c:pt>
                <c:pt idx="564">
                  <c:v>0.88012999999999997</c:v>
                </c:pt>
                <c:pt idx="565">
                  <c:v>0.88012999999999997</c:v>
                </c:pt>
                <c:pt idx="566">
                  <c:v>0.88012999999999997</c:v>
                </c:pt>
                <c:pt idx="567">
                  <c:v>0.88012999999999997</c:v>
                </c:pt>
                <c:pt idx="568">
                  <c:v>0.88012999999999997</c:v>
                </c:pt>
                <c:pt idx="569">
                  <c:v>0.88012999999999997</c:v>
                </c:pt>
                <c:pt idx="570">
                  <c:v>0.88012999999999997</c:v>
                </c:pt>
                <c:pt idx="571">
                  <c:v>0.88012999999999997</c:v>
                </c:pt>
                <c:pt idx="572">
                  <c:v>0.88012999999999997</c:v>
                </c:pt>
                <c:pt idx="573">
                  <c:v>0.88012999999999997</c:v>
                </c:pt>
                <c:pt idx="574">
                  <c:v>0.88012999999999997</c:v>
                </c:pt>
                <c:pt idx="575">
                  <c:v>0.88012999999999997</c:v>
                </c:pt>
                <c:pt idx="576">
                  <c:v>0.88012999999999997</c:v>
                </c:pt>
                <c:pt idx="577">
                  <c:v>0.88012999999999997</c:v>
                </c:pt>
                <c:pt idx="578">
                  <c:v>0.88012999999999997</c:v>
                </c:pt>
                <c:pt idx="579">
                  <c:v>0.88012999999999997</c:v>
                </c:pt>
                <c:pt idx="580">
                  <c:v>0.88012999999999997</c:v>
                </c:pt>
                <c:pt idx="581">
                  <c:v>0.88012999999999997</c:v>
                </c:pt>
                <c:pt idx="582">
                  <c:v>0.88012999999999997</c:v>
                </c:pt>
                <c:pt idx="583">
                  <c:v>0.88012999999999997</c:v>
                </c:pt>
                <c:pt idx="584">
                  <c:v>0.88012999999999997</c:v>
                </c:pt>
                <c:pt idx="585">
                  <c:v>0.88012999999999997</c:v>
                </c:pt>
                <c:pt idx="586">
                  <c:v>0.88012999999999997</c:v>
                </c:pt>
                <c:pt idx="587">
                  <c:v>0.88012999999999997</c:v>
                </c:pt>
                <c:pt idx="588">
                  <c:v>0.88012999999999997</c:v>
                </c:pt>
                <c:pt idx="589">
                  <c:v>0.88012999999999997</c:v>
                </c:pt>
                <c:pt idx="590">
                  <c:v>0.88012999999999997</c:v>
                </c:pt>
                <c:pt idx="591">
                  <c:v>0.88012999999999997</c:v>
                </c:pt>
                <c:pt idx="592">
                  <c:v>0.88012999999999997</c:v>
                </c:pt>
                <c:pt idx="593">
                  <c:v>0.88012999999999997</c:v>
                </c:pt>
                <c:pt idx="594">
                  <c:v>0.88012999999999997</c:v>
                </c:pt>
                <c:pt idx="595">
                  <c:v>0.88012999999999997</c:v>
                </c:pt>
                <c:pt idx="596">
                  <c:v>0.88012999999999997</c:v>
                </c:pt>
                <c:pt idx="597">
                  <c:v>0.88012999999999997</c:v>
                </c:pt>
                <c:pt idx="598">
                  <c:v>0.88012999999999997</c:v>
                </c:pt>
                <c:pt idx="599">
                  <c:v>0.88012999999999997</c:v>
                </c:pt>
                <c:pt idx="600">
                  <c:v>0.88012999999999997</c:v>
                </c:pt>
                <c:pt idx="601">
                  <c:v>0.88012999999999997</c:v>
                </c:pt>
                <c:pt idx="602">
                  <c:v>0.88012999999999997</c:v>
                </c:pt>
                <c:pt idx="603">
                  <c:v>0.88012999999999997</c:v>
                </c:pt>
                <c:pt idx="604">
                  <c:v>0.88012999999999997</c:v>
                </c:pt>
                <c:pt idx="605">
                  <c:v>0.88012999999999997</c:v>
                </c:pt>
                <c:pt idx="606">
                  <c:v>0.88012999999999997</c:v>
                </c:pt>
                <c:pt idx="607">
                  <c:v>0.88012999999999997</c:v>
                </c:pt>
                <c:pt idx="608">
                  <c:v>0.88012999999999997</c:v>
                </c:pt>
                <c:pt idx="609">
                  <c:v>0.88012999999999997</c:v>
                </c:pt>
                <c:pt idx="610">
                  <c:v>0.88012999999999997</c:v>
                </c:pt>
                <c:pt idx="611">
                  <c:v>0.88012999999999997</c:v>
                </c:pt>
                <c:pt idx="612">
                  <c:v>0.88012999999999997</c:v>
                </c:pt>
                <c:pt idx="613">
                  <c:v>0.88012999999999997</c:v>
                </c:pt>
                <c:pt idx="614">
                  <c:v>0.88012999999999997</c:v>
                </c:pt>
                <c:pt idx="615">
                  <c:v>0.88012999999999997</c:v>
                </c:pt>
                <c:pt idx="616">
                  <c:v>0.88012999999999997</c:v>
                </c:pt>
                <c:pt idx="617">
                  <c:v>0.88012999999999997</c:v>
                </c:pt>
                <c:pt idx="618">
                  <c:v>0.88012999999999997</c:v>
                </c:pt>
                <c:pt idx="619">
                  <c:v>0.88012999999999997</c:v>
                </c:pt>
                <c:pt idx="620">
                  <c:v>0.88012999999999997</c:v>
                </c:pt>
                <c:pt idx="621">
                  <c:v>0.88012999999999997</c:v>
                </c:pt>
                <c:pt idx="622">
                  <c:v>0.88012999999999997</c:v>
                </c:pt>
                <c:pt idx="623">
                  <c:v>0.88012999999999997</c:v>
                </c:pt>
                <c:pt idx="624">
                  <c:v>0.88012999999999997</c:v>
                </c:pt>
                <c:pt idx="625">
                  <c:v>0.88012999999999997</c:v>
                </c:pt>
                <c:pt idx="626">
                  <c:v>0.88012999999999997</c:v>
                </c:pt>
                <c:pt idx="627">
                  <c:v>0.88012999999999997</c:v>
                </c:pt>
                <c:pt idx="628">
                  <c:v>0.88012999999999997</c:v>
                </c:pt>
                <c:pt idx="629">
                  <c:v>0.88012999999999997</c:v>
                </c:pt>
                <c:pt idx="630">
                  <c:v>0.88012999999999997</c:v>
                </c:pt>
                <c:pt idx="631">
                  <c:v>0.88012999999999997</c:v>
                </c:pt>
                <c:pt idx="632">
                  <c:v>0.88012999999999997</c:v>
                </c:pt>
                <c:pt idx="633">
                  <c:v>0.88012999999999997</c:v>
                </c:pt>
                <c:pt idx="634">
                  <c:v>0.88012999999999997</c:v>
                </c:pt>
                <c:pt idx="635">
                  <c:v>0.88012999999999997</c:v>
                </c:pt>
                <c:pt idx="636">
                  <c:v>0.88012999999999997</c:v>
                </c:pt>
                <c:pt idx="637">
                  <c:v>0.88012999999999997</c:v>
                </c:pt>
                <c:pt idx="638">
                  <c:v>0.88012999999999997</c:v>
                </c:pt>
                <c:pt idx="639">
                  <c:v>0.88012999999999997</c:v>
                </c:pt>
                <c:pt idx="640">
                  <c:v>0.88012999999999997</c:v>
                </c:pt>
                <c:pt idx="641">
                  <c:v>0.88012999999999997</c:v>
                </c:pt>
                <c:pt idx="642">
                  <c:v>0.88012999999999997</c:v>
                </c:pt>
                <c:pt idx="643">
                  <c:v>0.88012999999999997</c:v>
                </c:pt>
                <c:pt idx="644">
                  <c:v>0.88012999999999997</c:v>
                </c:pt>
                <c:pt idx="645">
                  <c:v>0.88012999999999997</c:v>
                </c:pt>
                <c:pt idx="646">
                  <c:v>0.88012999999999997</c:v>
                </c:pt>
                <c:pt idx="647">
                  <c:v>0.88012999999999997</c:v>
                </c:pt>
                <c:pt idx="648">
                  <c:v>0.88012999999999997</c:v>
                </c:pt>
                <c:pt idx="649">
                  <c:v>0.88012999999999997</c:v>
                </c:pt>
                <c:pt idx="650">
                  <c:v>0.88012999999999997</c:v>
                </c:pt>
                <c:pt idx="651">
                  <c:v>0.88012999999999997</c:v>
                </c:pt>
                <c:pt idx="652">
                  <c:v>0.88012999999999997</c:v>
                </c:pt>
                <c:pt idx="653">
                  <c:v>0.88012999999999997</c:v>
                </c:pt>
                <c:pt idx="654">
                  <c:v>0.88012999999999997</c:v>
                </c:pt>
                <c:pt idx="655">
                  <c:v>0.88012999999999997</c:v>
                </c:pt>
                <c:pt idx="656">
                  <c:v>0.88012999999999997</c:v>
                </c:pt>
                <c:pt idx="657">
                  <c:v>0.88012999999999997</c:v>
                </c:pt>
                <c:pt idx="658">
                  <c:v>0.88012999999999997</c:v>
                </c:pt>
                <c:pt idx="659">
                  <c:v>0.88012999999999997</c:v>
                </c:pt>
                <c:pt idx="660">
                  <c:v>0.88012999999999997</c:v>
                </c:pt>
                <c:pt idx="661">
                  <c:v>0.88012999999999997</c:v>
                </c:pt>
                <c:pt idx="662">
                  <c:v>0.88012999999999997</c:v>
                </c:pt>
                <c:pt idx="663">
                  <c:v>0.88012999999999997</c:v>
                </c:pt>
                <c:pt idx="664">
                  <c:v>0.88012999999999997</c:v>
                </c:pt>
                <c:pt idx="665">
                  <c:v>0.88012999999999997</c:v>
                </c:pt>
                <c:pt idx="666">
                  <c:v>0.88012999999999997</c:v>
                </c:pt>
                <c:pt idx="667">
                  <c:v>0.88012999999999997</c:v>
                </c:pt>
                <c:pt idx="668">
                  <c:v>0.88012999999999997</c:v>
                </c:pt>
                <c:pt idx="669">
                  <c:v>0.88012999999999997</c:v>
                </c:pt>
                <c:pt idx="670">
                  <c:v>0.88012999999999997</c:v>
                </c:pt>
                <c:pt idx="671">
                  <c:v>0.88012999999999997</c:v>
                </c:pt>
                <c:pt idx="672">
                  <c:v>0.88012999999999997</c:v>
                </c:pt>
                <c:pt idx="673">
                  <c:v>0.88012999999999997</c:v>
                </c:pt>
                <c:pt idx="674">
                  <c:v>0.88012999999999997</c:v>
                </c:pt>
                <c:pt idx="675">
                  <c:v>0.88012999999999997</c:v>
                </c:pt>
                <c:pt idx="676">
                  <c:v>0.88012999999999997</c:v>
                </c:pt>
                <c:pt idx="677">
                  <c:v>0.88012999999999997</c:v>
                </c:pt>
                <c:pt idx="678">
                  <c:v>0.88012999999999997</c:v>
                </c:pt>
                <c:pt idx="679">
                  <c:v>0.88012999999999997</c:v>
                </c:pt>
                <c:pt idx="680">
                  <c:v>0.88012999999999997</c:v>
                </c:pt>
                <c:pt idx="681">
                  <c:v>0.88012999999999997</c:v>
                </c:pt>
                <c:pt idx="682">
                  <c:v>0.88012999999999997</c:v>
                </c:pt>
                <c:pt idx="683">
                  <c:v>0.88012999999999997</c:v>
                </c:pt>
                <c:pt idx="684">
                  <c:v>0.88012999999999997</c:v>
                </c:pt>
                <c:pt idx="685">
                  <c:v>0.88012999999999997</c:v>
                </c:pt>
                <c:pt idx="686">
                  <c:v>0.88012999999999997</c:v>
                </c:pt>
                <c:pt idx="687">
                  <c:v>0.88012999999999997</c:v>
                </c:pt>
                <c:pt idx="688">
                  <c:v>0.88012999999999997</c:v>
                </c:pt>
                <c:pt idx="689">
                  <c:v>0.88012999999999997</c:v>
                </c:pt>
                <c:pt idx="690">
                  <c:v>0.88012999999999997</c:v>
                </c:pt>
                <c:pt idx="691">
                  <c:v>0.88012999999999997</c:v>
                </c:pt>
                <c:pt idx="692">
                  <c:v>0.88012999999999997</c:v>
                </c:pt>
                <c:pt idx="693">
                  <c:v>0.88012999999999997</c:v>
                </c:pt>
                <c:pt idx="694">
                  <c:v>0.88012999999999997</c:v>
                </c:pt>
                <c:pt idx="695">
                  <c:v>0.88012999999999997</c:v>
                </c:pt>
                <c:pt idx="696">
                  <c:v>0.88012999999999997</c:v>
                </c:pt>
                <c:pt idx="697">
                  <c:v>0.88012999999999997</c:v>
                </c:pt>
                <c:pt idx="698">
                  <c:v>0.88012999999999997</c:v>
                </c:pt>
                <c:pt idx="699">
                  <c:v>0.88012999999999997</c:v>
                </c:pt>
                <c:pt idx="700">
                  <c:v>0.88012999999999997</c:v>
                </c:pt>
                <c:pt idx="701">
                  <c:v>0.88012999999999997</c:v>
                </c:pt>
                <c:pt idx="702">
                  <c:v>0.88012999999999997</c:v>
                </c:pt>
                <c:pt idx="703">
                  <c:v>0.88012999999999997</c:v>
                </c:pt>
                <c:pt idx="704">
                  <c:v>0.88012999999999997</c:v>
                </c:pt>
                <c:pt idx="705">
                  <c:v>0.88012999999999997</c:v>
                </c:pt>
                <c:pt idx="706">
                  <c:v>0.88012999999999997</c:v>
                </c:pt>
                <c:pt idx="707">
                  <c:v>0.88012999999999997</c:v>
                </c:pt>
                <c:pt idx="708">
                  <c:v>0.88012999999999997</c:v>
                </c:pt>
                <c:pt idx="709">
                  <c:v>0.88012999999999997</c:v>
                </c:pt>
                <c:pt idx="710">
                  <c:v>0.88012999999999997</c:v>
                </c:pt>
                <c:pt idx="711">
                  <c:v>0.88012999999999997</c:v>
                </c:pt>
                <c:pt idx="712">
                  <c:v>0.88012999999999997</c:v>
                </c:pt>
                <c:pt idx="713">
                  <c:v>0.88012999999999997</c:v>
                </c:pt>
                <c:pt idx="714">
                  <c:v>0.88012999999999997</c:v>
                </c:pt>
                <c:pt idx="715">
                  <c:v>0.88012999999999997</c:v>
                </c:pt>
                <c:pt idx="716">
                  <c:v>0.88012999999999997</c:v>
                </c:pt>
                <c:pt idx="717">
                  <c:v>0.88012999999999997</c:v>
                </c:pt>
                <c:pt idx="718">
                  <c:v>0.88012999999999997</c:v>
                </c:pt>
                <c:pt idx="719">
                  <c:v>0.88012999999999997</c:v>
                </c:pt>
                <c:pt idx="720">
                  <c:v>0.88012999999999997</c:v>
                </c:pt>
                <c:pt idx="721">
                  <c:v>0.88012999999999997</c:v>
                </c:pt>
                <c:pt idx="722">
                  <c:v>0.88012999999999997</c:v>
                </c:pt>
                <c:pt idx="723">
                  <c:v>0.88012999999999997</c:v>
                </c:pt>
                <c:pt idx="724">
                  <c:v>0.88012999999999997</c:v>
                </c:pt>
                <c:pt idx="725">
                  <c:v>0.88012999999999997</c:v>
                </c:pt>
                <c:pt idx="726">
                  <c:v>0.88012999999999997</c:v>
                </c:pt>
                <c:pt idx="727">
                  <c:v>0.88012999999999997</c:v>
                </c:pt>
                <c:pt idx="728">
                  <c:v>0.88012999999999997</c:v>
                </c:pt>
                <c:pt idx="729">
                  <c:v>0.88012999999999997</c:v>
                </c:pt>
                <c:pt idx="730">
                  <c:v>0.88012999999999997</c:v>
                </c:pt>
                <c:pt idx="731">
                  <c:v>0.88012999999999997</c:v>
                </c:pt>
                <c:pt idx="732">
                  <c:v>0.88012999999999997</c:v>
                </c:pt>
                <c:pt idx="733">
                  <c:v>0.88012999999999997</c:v>
                </c:pt>
                <c:pt idx="734">
                  <c:v>0.88012999999999997</c:v>
                </c:pt>
                <c:pt idx="735">
                  <c:v>0.88012999999999997</c:v>
                </c:pt>
                <c:pt idx="736">
                  <c:v>0.88012999999999997</c:v>
                </c:pt>
                <c:pt idx="737">
                  <c:v>0.88012999999999997</c:v>
                </c:pt>
                <c:pt idx="738">
                  <c:v>0.88012999999999997</c:v>
                </c:pt>
                <c:pt idx="739">
                  <c:v>0.88012999999999997</c:v>
                </c:pt>
                <c:pt idx="740">
                  <c:v>0.88012999999999997</c:v>
                </c:pt>
                <c:pt idx="741">
                  <c:v>0.88012999999999997</c:v>
                </c:pt>
                <c:pt idx="742">
                  <c:v>0.88012999999999997</c:v>
                </c:pt>
                <c:pt idx="743">
                  <c:v>0.88012999999999997</c:v>
                </c:pt>
                <c:pt idx="744">
                  <c:v>0.88012999999999997</c:v>
                </c:pt>
                <c:pt idx="745">
                  <c:v>0.88012999999999997</c:v>
                </c:pt>
                <c:pt idx="746">
                  <c:v>0.88012999999999997</c:v>
                </c:pt>
                <c:pt idx="747">
                  <c:v>0.88012999999999997</c:v>
                </c:pt>
                <c:pt idx="748">
                  <c:v>0.88012999999999997</c:v>
                </c:pt>
                <c:pt idx="749">
                  <c:v>0.88012999999999997</c:v>
                </c:pt>
                <c:pt idx="750">
                  <c:v>0.88012999999999997</c:v>
                </c:pt>
                <c:pt idx="751">
                  <c:v>0.88012999999999997</c:v>
                </c:pt>
                <c:pt idx="752">
                  <c:v>0.88012999999999997</c:v>
                </c:pt>
                <c:pt idx="753">
                  <c:v>0.88012999999999997</c:v>
                </c:pt>
                <c:pt idx="754">
                  <c:v>0.88012999999999997</c:v>
                </c:pt>
                <c:pt idx="755">
                  <c:v>0.88012999999999997</c:v>
                </c:pt>
                <c:pt idx="756">
                  <c:v>0.88012999999999997</c:v>
                </c:pt>
                <c:pt idx="757">
                  <c:v>0.88012999999999997</c:v>
                </c:pt>
                <c:pt idx="758">
                  <c:v>0.88012999999999997</c:v>
                </c:pt>
                <c:pt idx="759">
                  <c:v>0.88012999999999997</c:v>
                </c:pt>
                <c:pt idx="760">
                  <c:v>0.88012999999999997</c:v>
                </c:pt>
                <c:pt idx="761">
                  <c:v>0.88012999999999997</c:v>
                </c:pt>
                <c:pt idx="762">
                  <c:v>0.88012999999999997</c:v>
                </c:pt>
                <c:pt idx="763">
                  <c:v>0.88012999999999997</c:v>
                </c:pt>
                <c:pt idx="764">
                  <c:v>0.88012999999999997</c:v>
                </c:pt>
                <c:pt idx="765">
                  <c:v>0.88012999999999997</c:v>
                </c:pt>
                <c:pt idx="766">
                  <c:v>0.88012999999999997</c:v>
                </c:pt>
                <c:pt idx="767">
                  <c:v>0.88012999999999997</c:v>
                </c:pt>
                <c:pt idx="768">
                  <c:v>0.88012999999999997</c:v>
                </c:pt>
                <c:pt idx="769">
                  <c:v>0.88012999999999997</c:v>
                </c:pt>
                <c:pt idx="770">
                  <c:v>0.88012999999999997</c:v>
                </c:pt>
                <c:pt idx="771">
                  <c:v>0.88012999999999997</c:v>
                </c:pt>
                <c:pt idx="772">
                  <c:v>0.88012999999999997</c:v>
                </c:pt>
                <c:pt idx="773">
                  <c:v>0.88012999999999997</c:v>
                </c:pt>
                <c:pt idx="774">
                  <c:v>0.88012999999999997</c:v>
                </c:pt>
                <c:pt idx="775">
                  <c:v>0.88012999999999997</c:v>
                </c:pt>
                <c:pt idx="776">
                  <c:v>0.88012999999999997</c:v>
                </c:pt>
                <c:pt idx="777">
                  <c:v>0.88012999999999997</c:v>
                </c:pt>
                <c:pt idx="778">
                  <c:v>0.88012999999999997</c:v>
                </c:pt>
                <c:pt idx="779">
                  <c:v>0.88012999999999997</c:v>
                </c:pt>
                <c:pt idx="780">
                  <c:v>0.88012999999999997</c:v>
                </c:pt>
                <c:pt idx="781">
                  <c:v>0.88012999999999997</c:v>
                </c:pt>
                <c:pt idx="782">
                  <c:v>0.88012999999999997</c:v>
                </c:pt>
                <c:pt idx="783">
                  <c:v>0.88012999999999997</c:v>
                </c:pt>
                <c:pt idx="784">
                  <c:v>0.88012999999999997</c:v>
                </c:pt>
                <c:pt idx="785">
                  <c:v>0.88012999999999997</c:v>
                </c:pt>
                <c:pt idx="786">
                  <c:v>0.88012999999999997</c:v>
                </c:pt>
                <c:pt idx="787">
                  <c:v>0.88012999999999997</c:v>
                </c:pt>
                <c:pt idx="788">
                  <c:v>0.88012999999999997</c:v>
                </c:pt>
                <c:pt idx="789">
                  <c:v>0.88012999999999997</c:v>
                </c:pt>
                <c:pt idx="790">
                  <c:v>0.88012999999999997</c:v>
                </c:pt>
                <c:pt idx="791">
                  <c:v>0.88012999999999997</c:v>
                </c:pt>
                <c:pt idx="792">
                  <c:v>0.88012999999999997</c:v>
                </c:pt>
                <c:pt idx="793">
                  <c:v>0.88012999999999997</c:v>
                </c:pt>
                <c:pt idx="794">
                  <c:v>0.88012999999999997</c:v>
                </c:pt>
                <c:pt idx="795">
                  <c:v>0.88012999999999997</c:v>
                </c:pt>
                <c:pt idx="796">
                  <c:v>0.88012999999999997</c:v>
                </c:pt>
                <c:pt idx="797">
                  <c:v>0.88012999999999997</c:v>
                </c:pt>
                <c:pt idx="798">
                  <c:v>0.88012999999999997</c:v>
                </c:pt>
                <c:pt idx="799">
                  <c:v>0.88012999999999997</c:v>
                </c:pt>
                <c:pt idx="800">
                  <c:v>0.88012999999999997</c:v>
                </c:pt>
                <c:pt idx="801">
                  <c:v>0.88012999999999997</c:v>
                </c:pt>
                <c:pt idx="802">
                  <c:v>0.88012999999999997</c:v>
                </c:pt>
                <c:pt idx="803">
                  <c:v>0.88012999999999997</c:v>
                </c:pt>
                <c:pt idx="804">
                  <c:v>0.88012999999999997</c:v>
                </c:pt>
                <c:pt idx="805">
                  <c:v>0.88012999999999997</c:v>
                </c:pt>
                <c:pt idx="806">
                  <c:v>0.88012999999999997</c:v>
                </c:pt>
                <c:pt idx="807">
                  <c:v>0.88012999999999997</c:v>
                </c:pt>
                <c:pt idx="808">
                  <c:v>0.88012999999999997</c:v>
                </c:pt>
                <c:pt idx="809">
                  <c:v>0.88012999999999997</c:v>
                </c:pt>
                <c:pt idx="810">
                  <c:v>0.88012999999999997</c:v>
                </c:pt>
                <c:pt idx="811">
                  <c:v>0.88012999999999997</c:v>
                </c:pt>
                <c:pt idx="812">
                  <c:v>0.88012999999999997</c:v>
                </c:pt>
                <c:pt idx="813">
                  <c:v>0.88012999999999997</c:v>
                </c:pt>
                <c:pt idx="814">
                  <c:v>0.88012999999999997</c:v>
                </c:pt>
                <c:pt idx="815">
                  <c:v>0.88012999999999997</c:v>
                </c:pt>
                <c:pt idx="816">
                  <c:v>0.88012999999999997</c:v>
                </c:pt>
                <c:pt idx="817">
                  <c:v>0.88012999999999997</c:v>
                </c:pt>
                <c:pt idx="818">
                  <c:v>0.88012999999999997</c:v>
                </c:pt>
                <c:pt idx="819">
                  <c:v>0.88012999999999997</c:v>
                </c:pt>
                <c:pt idx="820">
                  <c:v>0.88012999999999997</c:v>
                </c:pt>
                <c:pt idx="821">
                  <c:v>0.88012999999999997</c:v>
                </c:pt>
                <c:pt idx="822">
                  <c:v>0.88012999999999997</c:v>
                </c:pt>
                <c:pt idx="823">
                  <c:v>0.88012999999999997</c:v>
                </c:pt>
                <c:pt idx="824">
                  <c:v>0.88012999999999997</c:v>
                </c:pt>
                <c:pt idx="825">
                  <c:v>0.88012999999999997</c:v>
                </c:pt>
                <c:pt idx="826">
                  <c:v>0.88012999999999997</c:v>
                </c:pt>
                <c:pt idx="827">
                  <c:v>0.88012999999999997</c:v>
                </c:pt>
                <c:pt idx="828">
                  <c:v>0.88012999999999997</c:v>
                </c:pt>
                <c:pt idx="829">
                  <c:v>0.88012999999999997</c:v>
                </c:pt>
                <c:pt idx="830">
                  <c:v>0.88012999999999997</c:v>
                </c:pt>
                <c:pt idx="831">
                  <c:v>0.88012999999999997</c:v>
                </c:pt>
                <c:pt idx="832">
                  <c:v>0.88012999999999997</c:v>
                </c:pt>
                <c:pt idx="833">
                  <c:v>0.88012999999999997</c:v>
                </c:pt>
                <c:pt idx="834">
                  <c:v>0.88012999999999997</c:v>
                </c:pt>
                <c:pt idx="835">
                  <c:v>0.88012999999999997</c:v>
                </c:pt>
                <c:pt idx="836">
                  <c:v>0.88012999999999997</c:v>
                </c:pt>
                <c:pt idx="837">
                  <c:v>0.88012999999999997</c:v>
                </c:pt>
                <c:pt idx="838">
                  <c:v>0.88012999999999997</c:v>
                </c:pt>
                <c:pt idx="839">
                  <c:v>0.88012999999999997</c:v>
                </c:pt>
                <c:pt idx="840">
                  <c:v>0.88012999999999997</c:v>
                </c:pt>
                <c:pt idx="841">
                  <c:v>0.88012999999999997</c:v>
                </c:pt>
                <c:pt idx="842">
                  <c:v>0.88012999999999997</c:v>
                </c:pt>
                <c:pt idx="843">
                  <c:v>0.88012999999999997</c:v>
                </c:pt>
                <c:pt idx="844">
                  <c:v>0.88012999999999997</c:v>
                </c:pt>
                <c:pt idx="845">
                  <c:v>0.88012999999999997</c:v>
                </c:pt>
                <c:pt idx="846">
                  <c:v>0.88012999999999997</c:v>
                </c:pt>
                <c:pt idx="847">
                  <c:v>0.88012999999999997</c:v>
                </c:pt>
                <c:pt idx="848">
                  <c:v>0.88012999999999997</c:v>
                </c:pt>
                <c:pt idx="849">
                  <c:v>0.88012999999999997</c:v>
                </c:pt>
                <c:pt idx="850">
                  <c:v>0.88012999999999997</c:v>
                </c:pt>
                <c:pt idx="851">
                  <c:v>0.88012999999999997</c:v>
                </c:pt>
                <c:pt idx="852">
                  <c:v>0.88012999999999997</c:v>
                </c:pt>
                <c:pt idx="853">
                  <c:v>0.88012999999999997</c:v>
                </c:pt>
                <c:pt idx="854">
                  <c:v>0.88012999999999997</c:v>
                </c:pt>
                <c:pt idx="855">
                  <c:v>0.88012999999999997</c:v>
                </c:pt>
                <c:pt idx="856">
                  <c:v>0.88012999999999997</c:v>
                </c:pt>
                <c:pt idx="857">
                  <c:v>0.88012999999999997</c:v>
                </c:pt>
                <c:pt idx="858">
                  <c:v>0.88012999999999997</c:v>
                </c:pt>
                <c:pt idx="859">
                  <c:v>0.88012999999999997</c:v>
                </c:pt>
                <c:pt idx="860">
                  <c:v>0.88012999999999997</c:v>
                </c:pt>
                <c:pt idx="861">
                  <c:v>0.88012999999999997</c:v>
                </c:pt>
                <c:pt idx="862">
                  <c:v>0.88012999999999997</c:v>
                </c:pt>
                <c:pt idx="863">
                  <c:v>0.88012999999999997</c:v>
                </c:pt>
                <c:pt idx="864">
                  <c:v>0.88012999999999997</c:v>
                </c:pt>
                <c:pt idx="865">
                  <c:v>0.88012999999999997</c:v>
                </c:pt>
                <c:pt idx="866">
                  <c:v>0.88012999999999997</c:v>
                </c:pt>
                <c:pt idx="867">
                  <c:v>0.88012999999999997</c:v>
                </c:pt>
                <c:pt idx="868">
                  <c:v>0.88012999999999997</c:v>
                </c:pt>
                <c:pt idx="869">
                  <c:v>0.88012999999999997</c:v>
                </c:pt>
                <c:pt idx="870">
                  <c:v>0.88012999999999997</c:v>
                </c:pt>
                <c:pt idx="871">
                  <c:v>0.88012999999999997</c:v>
                </c:pt>
                <c:pt idx="872">
                  <c:v>0.88012999999999997</c:v>
                </c:pt>
                <c:pt idx="873">
                  <c:v>0.88012999999999997</c:v>
                </c:pt>
                <c:pt idx="874">
                  <c:v>0.88012999999999997</c:v>
                </c:pt>
                <c:pt idx="875">
                  <c:v>0.88012999999999997</c:v>
                </c:pt>
                <c:pt idx="876">
                  <c:v>0.88012999999999997</c:v>
                </c:pt>
                <c:pt idx="877">
                  <c:v>0.88012999999999997</c:v>
                </c:pt>
                <c:pt idx="878">
                  <c:v>0.88012999999999997</c:v>
                </c:pt>
                <c:pt idx="879">
                  <c:v>0.88012999999999997</c:v>
                </c:pt>
                <c:pt idx="880">
                  <c:v>0.88012999999999997</c:v>
                </c:pt>
                <c:pt idx="881">
                  <c:v>0.88012999999999997</c:v>
                </c:pt>
                <c:pt idx="882">
                  <c:v>0.88012999999999997</c:v>
                </c:pt>
                <c:pt idx="883">
                  <c:v>0.88012999999999997</c:v>
                </c:pt>
                <c:pt idx="884">
                  <c:v>0.88012999999999997</c:v>
                </c:pt>
                <c:pt idx="885">
                  <c:v>0.88012999999999997</c:v>
                </c:pt>
                <c:pt idx="886">
                  <c:v>0.88012999999999997</c:v>
                </c:pt>
                <c:pt idx="887">
                  <c:v>0.88012999999999997</c:v>
                </c:pt>
                <c:pt idx="888">
                  <c:v>0.88012999999999997</c:v>
                </c:pt>
                <c:pt idx="889">
                  <c:v>0.88012999999999997</c:v>
                </c:pt>
                <c:pt idx="890">
                  <c:v>0.88012999999999997</c:v>
                </c:pt>
                <c:pt idx="891">
                  <c:v>0.88012999999999997</c:v>
                </c:pt>
                <c:pt idx="892">
                  <c:v>0.88012999999999997</c:v>
                </c:pt>
                <c:pt idx="893">
                  <c:v>0.88012999999999997</c:v>
                </c:pt>
                <c:pt idx="894">
                  <c:v>0.88012999999999997</c:v>
                </c:pt>
                <c:pt idx="895">
                  <c:v>0.88012999999999997</c:v>
                </c:pt>
                <c:pt idx="896">
                  <c:v>0.88012999999999997</c:v>
                </c:pt>
                <c:pt idx="897">
                  <c:v>0.88012999999999997</c:v>
                </c:pt>
                <c:pt idx="898">
                  <c:v>0.88012999999999997</c:v>
                </c:pt>
                <c:pt idx="899">
                  <c:v>0.88012999999999997</c:v>
                </c:pt>
                <c:pt idx="900">
                  <c:v>0.88012999999999997</c:v>
                </c:pt>
                <c:pt idx="901">
                  <c:v>0.88012999999999997</c:v>
                </c:pt>
                <c:pt idx="902">
                  <c:v>0.88012999999999997</c:v>
                </c:pt>
                <c:pt idx="903">
                  <c:v>0.88012999999999997</c:v>
                </c:pt>
                <c:pt idx="904">
                  <c:v>0.88012999999999997</c:v>
                </c:pt>
                <c:pt idx="905">
                  <c:v>0.88012999999999997</c:v>
                </c:pt>
                <c:pt idx="906">
                  <c:v>0.88012999999999997</c:v>
                </c:pt>
                <c:pt idx="907">
                  <c:v>0.88012999999999997</c:v>
                </c:pt>
                <c:pt idx="908">
                  <c:v>0.88012999999999997</c:v>
                </c:pt>
                <c:pt idx="909">
                  <c:v>0.88012999999999997</c:v>
                </c:pt>
                <c:pt idx="910">
                  <c:v>0.88012999999999997</c:v>
                </c:pt>
                <c:pt idx="911">
                  <c:v>0.88012999999999997</c:v>
                </c:pt>
                <c:pt idx="912">
                  <c:v>0.88012999999999997</c:v>
                </c:pt>
                <c:pt idx="913">
                  <c:v>0.88012999999999997</c:v>
                </c:pt>
                <c:pt idx="914">
                  <c:v>0.88012999999999997</c:v>
                </c:pt>
                <c:pt idx="915">
                  <c:v>0.88012999999999997</c:v>
                </c:pt>
                <c:pt idx="916">
                  <c:v>0.88012999999999997</c:v>
                </c:pt>
                <c:pt idx="917">
                  <c:v>0.88012999999999997</c:v>
                </c:pt>
                <c:pt idx="918">
                  <c:v>0.88012999999999997</c:v>
                </c:pt>
                <c:pt idx="919">
                  <c:v>0.88012999999999997</c:v>
                </c:pt>
                <c:pt idx="920">
                  <c:v>0.88012999999999997</c:v>
                </c:pt>
                <c:pt idx="921">
                  <c:v>0.88012999999999997</c:v>
                </c:pt>
                <c:pt idx="922">
                  <c:v>0.88012999999999997</c:v>
                </c:pt>
                <c:pt idx="923">
                  <c:v>0.88012999999999997</c:v>
                </c:pt>
                <c:pt idx="924">
                  <c:v>0.88012999999999997</c:v>
                </c:pt>
                <c:pt idx="925">
                  <c:v>0.88012999999999997</c:v>
                </c:pt>
                <c:pt idx="926">
                  <c:v>0.88012999999999997</c:v>
                </c:pt>
                <c:pt idx="927">
                  <c:v>0.88012999999999997</c:v>
                </c:pt>
                <c:pt idx="928">
                  <c:v>0.88012999999999997</c:v>
                </c:pt>
                <c:pt idx="929">
                  <c:v>0.88012999999999997</c:v>
                </c:pt>
                <c:pt idx="930">
                  <c:v>0.88012999999999997</c:v>
                </c:pt>
                <c:pt idx="931">
                  <c:v>0.88012999999999997</c:v>
                </c:pt>
                <c:pt idx="932">
                  <c:v>0.88012999999999997</c:v>
                </c:pt>
                <c:pt idx="933">
                  <c:v>0.88012999999999997</c:v>
                </c:pt>
                <c:pt idx="934">
                  <c:v>0.88012999999999997</c:v>
                </c:pt>
                <c:pt idx="935">
                  <c:v>0.88012999999999997</c:v>
                </c:pt>
                <c:pt idx="936">
                  <c:v>0.88012999999999997</c:v>
                </c:pt>
                <c:pt idx="937">
                  <c:v>0.88012999999999997</c:v>
                </c:pt>
                <c:pt idx="938">
                  <c:v>0.88012999999999997</c:v>
                </c:pt>
                <c:pt idx="939">
                  <c:v>0.88012999999999997</c:v>
                </c:pt>
                <c:pt idx="940">
                  <c:v>0.88012999999999997</c:v>
                </c:pt>
                <c:pt idx="941">
                  <c:v>0.88012999999999997</c:v>
                </c:pt>
                <c:pt idx="942">
                  <c:v>0.88012999999999997</c:v>
                </c:pt>
                <c:pt idx="943">
                  <c:v>0.88012999999999997</c:v>
                </c:pt>
                <c:pt idx="944">
                  <c:v>0.88012999999999997</c:v>
                </c:pt>
                <c:pt idx="945">
                  <c:v>0.88012999999999997</c:v>
                </c:pt>
                <c:pt idx="946">
                  <c:v>0.88012999999999997</c:v>
                </c:pt>
                <c:pt idx="947">
                  <c:v>0.88012999999999997</c:v>
                </c:pt>
                <c:pt idx="948">
                  <c:v>0.88012999999999997</c:v>
                </c:pt>
                <c:pt idx="949">
                  <c:v>0.88012999999999997</c:v>
                </c:pt>
                <c:pt idx="950">
                  <c:v>0.88012999999999997</c:v>
                </c:pt>
                <c:pt idx="951">
                  <c:v>0.88012999999999997</c:v>
                </c:pt>
                <c:pt idx="952">
                  <c:v>0.88012999999999997</c:v>
                </c:pt>
                <c:pt idx="953">
                  <c:v>0.88012999999999997</c:v>
                </c:pt>
                <c:pt idx="954">
                  <c:v>0.88012999999999997</c:v>
                </c:pt>
                <c:pt idx="955">
                  <c:v>0.88012999999999997</c:v>
                </c:pt>
                <c:pt idx="956">
                  <c:v>0.88012999999999997</c:v>
                </c:pt>
                <c:pt idx="957">
                  <c:v>0.88012999999999997</c:v>
                </c:pt>
                <c:pt idx="958">
                  <c:v>0.88012999999999997</c:v>
                </c:pt>
                <c:pt idx="959">
                  <c:v>0.88012999999999997</c:v>
                </c:pt>
                <c:pt idx="960">
                  <c:v>0.88012999999999997</c:v>
                </c:pt>
                <c:pt idx="961">
                  <c:v>0.88012999999999997</c:v>
                </c:pt>
                <c:pt idx="962">
                  <c:v>0.88012999999999997</c:v>
                </c:pt>
                <c:pt idx="963">
                  <c:v>0.88012999999999997</c:v>
                </c:pt>
                <c:pt idx="964">
                  <c:v>0.88012999999999997</c:v>
                </c:pt>
                <c:pt idx="965">
                  <c:v>0.88012999999999997</c:v>
                </c:pt>
                <c:pt idx="966">
                  <c:v>0.88012999999999997</c:v>
                </c:pt>
                <c:pt idx="967">
                  <c:v>0.88012999999999997</c:v>
                </c:pt>
                <c:pt idx="968">
                  <c:v>0.88012999999999997</c:v>
                </c:pt>
                <c:pt idx="969">
                  <c:v>0.88012999999999997</c:v>
                </c:pt>
                <c:pt idx="970">
                  <c:v>0.88012999999999997</c:v>
                </c:pt>
                <c:pt idx="971">
                  <c:v>0.88012999999999997</c:v>
                </c:pt>
                <c:pt idx="972">
                  <c:v>0.88012999999999997</c:v>
                </c:pt>
                <c:pt idx="973">
                  <c:v>0.88012999999999997</c:v>
                </c:pt>
                <c:pt idx="974">
                  <c:v>0.88012999999999997</c:v>
                </c:pt>
                <c:pt idx="975">
                  <c:v>0.88012999999999997</c:v>
                </c:pt>
                <c:pt idx="976">
                  <c:v>0.88012999999999997</c:v>
                </c:pt>
                <c:pt idx="977">
                  <c:v>0.88012999999999997</c:v>
                </c:pt>
                <c:pt idx="978">
                  <c:v>0.88012999999999997</c:v>
                </c:pt>
                <c:pt idx="979">
                  <c:v>0.88012999999999997</c:v>
                </c:pt>
                <c:pt idx="980">
                  <c:v>0.88012999999999997</c:v>
                </c:pt>
                <c:pt idx="981">
                  <c:v>0.88012999999999997</c:v>
                </c:pt>
                <c:pt idx="982">
                  <c:v>0.88012999999999997</c:v>
                </c:pt>
                <c:pt idx="983">
                  <c:v>0.88012999999999997</c:v>
                </c:pt>
                <c:pt idx="984">
                  <c:v>0.88012999999999997</c:v>
                </c:pt>
                <c:pt idx="985">
                  <c:v>0.88012999999999997</c:v>
                </c:pt>
                <c:pt idx="986">
                  <c:v>0.88012999999999997</c:v>
                </c:pt>
                <c:pt idx="987">
                  <c:v>0.88012999999999997</c:v>
                </c:pt>
                <c:pt idx="988">
                  <c:v>0.88012999999999997</c:v>
                </c:pt>
                <c:pt idx="989">
                  <c:v>0.88012999999999997</c:v>
                </c:pt>
                <c:pt idx="990">
                  <c:v>0.88012999999999997</c:v>
                </c:pt>
                <c:pt idx="991">
                  <c:v>0.88012999999999997</c:v>
                </c:pt>
                <c:pt idx="992">
                  <c:v>0.88012999999999997</c:v>
                </c:pt>
                <c:pt idx="993">
                  <c:v>0.88012999999999997</c:v>
                </c:pt>
                <c:pt idx="994">
                  <c:v>0.88012999999999997</c:v>
                </c:pt>
                <c:pt idx="995">
                  <c:v>0.88012999999999997</c:v>
                </c:pt>
                <c:pt idx="996">
                  <c:v>0.88012999999999997</c:v>
                </c:pt>
                <c:pt idx="997">
                  <c:v>0.88012999999999997</c:v>
                </c:pt>
                <c:pt idx="998">
                  <c:v>0.88012999999999997</c:v>
                </c:pt>
                <c:pt idx="999">
                  <c:v>0.88012999999999997</c:v>
                </c:pt>
                <c:pt idx="1000">
                  <c:v>0.88012999999999997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ED56-45B8-B246-23C23C976CD1}"/>
            </c:ext>
          </c:extLst>
        </c:ser>
        <c:ser>
          <c:idx val="1"/>
          <c:order val="1"/>
          <c:tx>
            <c:strRef>
              <c:f>Magic_graph_data1!$E$1</c:f>
              <c:strCache>
                <c:ptCount val="1"/>
                <c:pt idx="0">
                  <c:v>test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Magic_graph_data1!$B$2:$B$1002</c:f>
              <c:numCache>
                <c:formatCode>General</c:formatCode>
                <c:ptCount val="1001"/>
                <c:pt idx="0">
                  <c:v>0</c:v>
                </c:pt>
                <c:pt idx="1">
                  <c:v>0.3010299956639812</c:v>
                </c:pt>
                <c:pt idx="2">
                  <c:v>0.47712125471966244</c:v>
                </c:pt>
                <c:pt idx="3">
                  <c:v>0.6020599913279624</c:v>
                </c:pt>
                <c:pt idx="4">
                  <c:v>0.69897000433601886</c:v>
                </c:pt>
                <c:pt idx="5">
                  <c:v>0.77815125038364363</c:v>
                </c:pt>
                <c:pt idx="6">
                  <c:v>0.84509804001425681</c:v>
                </c:pt>
                <c:pt idx="7">
                  <c:v>0.90308998699194354</c:v>
                </c:pt>
                <c:pt idx="8">
                  <c:v>0.95424250943932487</c:v>
                </c:pt>
                <c:pt idx="9">
                  <c:v>1</c:v>
                </c:pt>
                <c:pt idx="10">
                  <c:v>1.0413926851582251</c:v>
                </c:pt>
                <c:pt idx="11">
                  <c:v>1.0791812460476249</c:v>
                </c:pt>
                <c:pt idx="12">
                  <c:v>1.1139433523068367</c:v>
                </c:pt>
                <c:pt idx="13">
                  <c:v>1.146128035678238</c:v>
                </c:pt>
                <c:pt idx="14">
                  <c:v>1.1760912590556813</c:v>
                </c:pt>
                <c:pt idx="15">
                  <c:v>1.2041199826559248</c:v>
                </c:pt>
                <c:pt idx="16">
                  <c:v>1.2304489213782739</c:v>
                </c:pt>
                <c:pt idx="17">
                  <c:v>1.255272505103306</c:v>
                </c:pt>
                <c:pt idx="18">
                  <c:v>1.2787536009528289</c:v>
                </c:pt>
                <c:pt idx="19">
                  <c:v>1.3010299956639813</c:v>
                </c:pt>
                <c:pt idx="20">
                  <c:v>1.3222192947339193</c:v>
                </c:pt>
                <c:pt idx="21">
                  <c:v>1.3424226808222062</c:v>
                </c:pt>
                <c:pt idx="22">
                  <c:v>1.3617278360175928</c:v>
                </c:pt>
                <c:pt idx="23">
                  <c:v>1.3802112417116059</c:v>
                </c:pt>
                <c:pt idx="24">
                  <c:v>1.3979400086720377</c:v>
                </c:pt>
                <c:pt idx="25">
                  <c:v>1.414973347970818</c:v>
                </c:pt>
                <c:pt idx="26">
                  <c:v>1.4313637641589874</c:v>
                </c:pt>
                <c:pt idx="27">
                  <c:v>1.4471580313422192</c:v>
                </c:pt>
                <c:pt idx="28">
                  <c:v>1.4623979978989561</c:v>
                </c:pt>
                <c:pt idx="29">
                  <c:v>1.4771212547196624</c:v>
                </c:pt>
                <c:pt idx="30">
                  <c:v>1.4913616938342726</c:v>
                </c:pt>
                <c:pt idx="31">
                  <c:v>1.505149978319906</c:v>
                </c:pt>
                <c:pt idx="32">
                  <c:v>1.5185139398778875</c:v>
                </c:pt>
                <c:pt idx="33">
                  <c:v>1.5314789170422551</c:v>
                </c:pt>
                <c:pt idx="34">
                  <c:v>1.5440680443502757</c:v>
                </c:pt>
                <c:pt idx="35">
                  <c:v>1.5563025007672873</c:v>
                </c:pt>
                <c:pt idx="36">
                  <c:v>1.568201724066995</c:v>
                </c:pt>
                <c:pt idx="37">
                  <c:v>1.5797835966168101</c:v>
                </c:pt>
                <c:pt idx="38">
                  <c:v>1.5910646070264991</c:v>
                </c:pt>
                <c:pt idx="39">
                  <c:v>1.6020599913279623</c:v>
                </c:pt>
                <c:pt idx="40">
                  <c:v>1.6127838567197355</c:v>
                </c:pt>
                <c:pt idx="41">
                  <c:v>1.6232492903979006</c:v>
                </c:pt>
                <c:pt idx="42">
                  <c:v>1.6334684555795864</c:v>
                </c:pt>
                <c:pt idx="43">
                  <c:v>1.6434526764861874</c:v>
                </c:pt>
                <c:pt idx="44">
                  <c:v>1.6532125137753437</c:v>
                </c:pt>
                <c:pt idx="45">
                  <c:v>1.6627578316815741</c:v>
                </c:pt>
                <c:pt idx="46">
                  <c:v>1.6720978579357175</c:v>
                </c:pt>
                <c:pt idx="47">
                  <c:v>1.6812412373755872</c:v>
                </c:pt>
                <c:pt idx="48">
                  <c:v>1.6901960800285136</c:v>
                </c:pt>
                <c:pt idx="49">
                  <c:v>1.6989700043360187</c:v>
                </c:pt>
                <c:pt idx="50">
                  <c:v>1.7075701760979363</c:v>
                </c:pt>
                <c:pt idx="51">
                  <c:v>1.7160033436347992</c:v>
                </c:pt>
                <c:pt idx="52">
                  <c:v>1.7242758696007889</c:v>
                </c:pt>
                <c:pt idx="53">
                  <c:v>1.7323937598229686</c:v>
                </c:pt>
                <c:pt idx="54">
                  <c:v>1.7403626894942439</c:v>
                </c:pt>
                <c:pt idx="55">
                  <c:v>1.7481880270062005</c:v>
                </c:pt>
                <c:pt idx="56">
                  <c:v>1.7558748556724915</c:v>
                </c:pt>
                <c:pt idx="57">
                  <c:v>1.7634279935629373</c:v>
                </c:pt>
                <c:pt idx="58">
                  <c:v>1.7708520116421442</c:v>
                </c:pt>
                <c:pt idx="59">
                  <c:v>1.7781512503836436</c:v>
                </c:pt>
                <c:pt idx="60">
                  <c:v>1.7853298350107671</c:v>
                </c:pt>
                <c:pt idx="61">
                  <c:v>1.7923916894982539</c:v>
                </c:pt>
                <c:pt idx="62">
                  <c:v>1.7993405494535817</c:v>
                </c:pt>
                <c:pt idx="63">
                  <c:v>1.8061799739838871</c:v>
                </c:pt>
                <c:pt idx="64">
                  <c:v>1.8129133566428555</c:v>
                </c:pt>
                <c:pt idx="65">
                  <c:v>1.8195439355418688</c:v>
                </c:pt>
                <c:pt idx="66">
                  <c:v>1.8260748027008264</c:v>
                </c:pt>
                <c:pt idx="67">
                  <c:v>1.8325089127062364</c:v>
                </c:pt>
                <c:pt idx="68">
                  <c:v>1.8388490907372552</c:v>
                </c:pt>
                <c:pt idx="69">
                  <c:v>1.8450980400142569</c:v>
                </c:pt>
                <c:pt idx="70">
                  <c:v>1.8512583487190752</c:v>
                </c:pt>
                <c:pt idx="71">
                  <c:v>1.8573324964312685</c:v>
                </c:pt>
                <c:pt idx="72">
                  <c:v>1.8633228601204559</c:v>
                </c:pt>
                <c:pt idx="73">
                  <c:v>1.8692317197309762</c:v>
                </c:pt>
                <c:pt idx="74">
                  <c:v>1.8750612633917001</c:v>
                </c:pt>
                <c:pt idx="75">
                  <c:v>1.8808135922807914</c:v>
                </c:pt>
                <c:pt idx="76">
                  <c:v>1.8864907251724818</c:v>
                </c:pt>
                <c:pt idx="77">
                  <c:v>1.8920946026904804</c:v>
                </c:pt>
                <c:pt idx="78">
                  <c:v>1.8976270912904414</c:v>
                </c:pt>
                <c:pt idx="79">
                  <c:v>1.9030899869919435</c:v>
                </c:pt>
                <c:pt idx="80">
                  <c:v>1.9084850188786497</c:v>
                </c:pt>
                <c:pt idx="81">
                  <c:v>1.9138138523837167</c:v>
                </c:pt>
                <c:pt idx="82">
                  <c:v>1.919078092376074</c:v>
                </c:pt>
                <c:pt idx="83">
                  <c:v>1.9242792860618816</c:v>
                </c:pt>
                <c:pt idx="84">
                  <c:v>1.9294189257142926</c:v>
                </c:pt>
                <c:pt idx="85">
                  <c:v>1.9344984512435677</c:v>
                </c:pt>
                <c:pt idx="86">
                  <c:v>1.9395192526186185</c:v>
                </c:pt>
                <c:pt idx="87">
                  <c:v>1.9444826721501687</c:v>
                </c:pt>
                <c:pt idx="88">
                  <c:v>1.9493900066449128</c:v>
                </c:pt>
                <c:pt idx="89">
                  <c:v>1.954242509439325</c:v>
                </c:pt>
                <c:pt idx="90">
                  <c:v>1.9590413923210936</c:v>
                </c:pt>
                <c:pt idx="91">
                  <c:v>1.9637878273455553</c:v>
                </c:pt>
                <c:pt idx="92">
                  <c:v>1.968482948553935</c:v>
                </c:pt>
                <c:pt idx="93">
                  <c:v>1.9731278535996986</c:v>
                </c:pt>
                <c:pt idx="94">
                  <c:v>1.9777236052888478</c:v>
                </c:pt>
                <c:pt idx="95">
                  <c:v>1.9822712330395684</c:v>
                </c:pt>
                <c:pt idx="96">
                  <c:v>1.9867717342662448</c:v>
                </c:pt>
                <c:pt idx="97">
                  <c:v>1.9912260756924949</c:v>
                </c:pt>
                <c:pt idx="98">
                  <c:v>1.9956351945975499</c:v>
                </c:pt>
                <c:pt idx="99">
                  <c:v>2</c:v>
                </c:pt>
                <c:pt idx="100">
                  <c:v>2.0043213737826426</c:v>
                </c:pt>
                <c:pt idx="101">
                  <c:v>2.0086001717619175</c:v>
                </c:pt>
                <c:pt idx="102">
                  <c:v>2.012837224705172</c:v>
                </c:pt>
                <c:pt idx="103">
                  <c:v>2.0170333392987803</c:v>
                </c:pt>
                <c:pt idx="104">
                  <c:v>2.0211892990699383</c:v>
                </c:pt>
                <c:pt idx="105">
                  <c:v>2.0253058652647704</c:v>
                </c:pt>
                <c:pt idx="106">
                  <c:v>2.0293837776852097</c:v>
                </c:pt>
                <c:pt idx="107">
                  <c:v>2.0334237554869499</c:v>
                </c:pt>
                <c:pt idx="108">
                  <c:v>2.0374264979406238</c:v>
                </c:pt>
                <c:pt idx="109">
                  <c:v>2.0413926851582249</c:v>
                </c:pt>
                <c:pt idx="110">
                  <c:v>2.0453229787866576</c:v>
                </c:pt>
                <c:pt idx="111">
                  <c:v>2.0492180226701815</c:v>
                </c:pt>
                <c:pt idx="112">
                  <c:v>2.0530784434834195</c:v>
                </c:pt>
                <c:pt idx="113">
                  <c:v>2.0569048513364727</c:v>
                </c:pt>
                <c:pt idx="114">
                  <c:v>2.0606978403536118</c:v>
                </c:pt>
                <c:pt idx="115">
                  <c:v>2.0644579892269186</c:v>
                </c:pt>
                <c:pt idx="116">
                  <c:v>2.0681858617461617</c:v>
                </c:pt>
                <c:pt idx="117">
                  <c:v>2.0718820073061255</c:v>
                </c:pt>
                <c:pt idx="118">
                  <c:v>2.0755469613925306</c:v>
                </c:pt>
                <c:pt idx="119">
                  <c:v>2.0791812460476247</c:v>
                </c:pt>
                <c:pt idx="120">
                  <c:v>2.0827853703164503</c:v>
                </c:pt>
                <c:pt idx="121">
                  <c:v>2.0863598306747484</c:v>
                </c:pt>
                <c:pt idx="122">
                  <c:v>2.0899051114393981</c:v>
                </c:pt>
                <c:pt idx="123">
                  <c:v>2.0934216851622351</c:v>
                </c:pt>
                <c:pt idx="124">
                  <c:v>2.0969100130080562</c:v>
                </c:pt>
                <c:pt idx="125">
                  <c:v>2.1003705451175629</c:v>
                </c:pt>
                <c:pt idx="126">
                  <c:v>2.1038037209559568</c:v>
                </c:pt>
                <c:pt idx="127">
                  <c:v>2.1072099696478683</c:v>
                </c:pt>
                <c:pt idx="128">
                  <c:v>2.1105897102992488</c:v>
                </c:pt>
                <c:pt idx="129">
                  <c:v>2.1139433523068369</c:v>
                </c:pt>
                <c:pt idx="130">
                  <c:v>2.1172712956557644</c:v>
                </c:pt>
                <c:pt idx="131">
                  <c:v>2.12057393120585</c:v>
                </c:pt>
                <c:pt idx="132">
                  <c:v>2.1238516409670858</c:v>
                </c:pt>
                <c:pt idx="133">
                  <c:v>2.1271047983648077</c:v>
                </c:pt>
                <c:pt idx="134">
                  <c:v>2.1303337684950061</c:v>
                </c:pt>
                <c:pt idx="135">
                  <c:v>2.1335389083702174</c:v>
                </c:pt>
                <c:pt idx="136">
                  <c:v>2.1367205671564067</c:v>
                </c:pt>
                <c:pt idx="137">
                  <c:v>2.1398790864012365</c:v>
                </c:pt>
                <c:pt idx="138">
                  <c:v>2.143014800254095</c:v>
                </c:pt>
                <c:pt idx="139">
                  <c:v>2.1461280356782382</c:v>
                </c:pt>
                <c:pt idx="140">
                  <c:v>2.1492191126553797</c:v>
                </c:pt>
                <c:pt idx="141">
                  <c:v>2.1522883443830563</c:v>
                </c:pt>
                <c:pt idx="142">
                  <c:v>2.1553360374650619</c:v>
                </c:pt>
                <c:pt idx="143">
                  <c:v>2.1583624920952498</c:v>
                </c:pt>
                <c:pt idx="144">
                  <c:v>2.1613680022349748</c:v>
                </c:pt>
                <c:pt idx="145">
                  <c:v>2.1643528557844371</c:v>
                </c:pt>
                <c:pt idx="146">
                  <c:v>2.167317334748176</c:v>
                </c:pt>
                <c:pt idx="147">
                  <c:v>2.1702617153949575</c:v>
                </c:pt>
                <c:pt idx="148">
                  <c:v>2.173186268412274</c:v>
                </c:pt>
                <c:pt idx="149">
                  <c:v>2.1760912590556813</c:v>
                </c:pt>
                <c:pt idx="150">
                  <c:v>2.1789769472931693</c:v>
                </c:pt>
                <c:pt idx="151">
                  <c:v>2.1818435879447726</c:v>
                </c:pt>
                <c:pt idx="152">
                  <c:v>2.1846914308175989</c:v>
                </c:pt>
                <c:pt idx="153">
                  <c:v>2.1875207208364631</c:v>
                </c:pt>
                <c:pt idx="154">
                  <c:v>2.1903316981702914</c:v>
                </c:pt>
                <c:pt idx="155">
                  <c:v>2.1931245983544616</c:v>
                </c:pt>
                <c:pt idx="156">
                  <c:v>2.1958996524092336</c:v>
                </c:pt>
                <c:pt idx="157">
                  <c:v>2.1986570869544226</c:v>
                </c:pt>
                <c:pt idx="158">
                  <c:v>2.2013971243204513</c:v>
                </c:pt>
                <c:pt idx="159">
                  <c:v>2.2041199826559246</c:v>
                </c:pt>
                <c:pt idx="160">
                  <c:v>2.2068258760318495</c:v>
                </c:pt>
                <c:pt idx="161">
                  <c:v>2.2095150145426308</c:v>
                </c:pt>
                <c:pt idx="162">
                  <c:v>2.2121876044039577</c:v>
                </c:pt>
                <c:pt idx="163">
                  <c:v>2.214843848047698</c:v>
                </c:pt>
                <c:pt idx="164">
                  <c:v>2.2174839442139063</c:v>
                </c:pt>
                <c:pt idx="165">
                  <c:v>2.220108088040055</c:v>
                </c:pt>
                <c:pt idx="166">
                  <c:v>2.2227164711475833</c:v>
                </c:pt>
                <c:pt idx="167">
                  <c:v>2.2253092817258628</c:v>
                </c:pt>
                <c:pt idx="168">
                  <c:v>2.2278867046136734</c:v>
                </c:pt>
                <c:pt idx="169">
                  <c:v>2.2304489213782741</c:v>
                </c:pt>
                <c:pt idx="170">
                  <c:v>2.2329961103921536</c:v>
                </c:pt>
                <c:pt idx="171">
                  <c:v>2.2355284469075487</c:v>
                </c:pt>
                <c:pt idx="172">
                  <c:v>2.2380461031287955</c:v>
                </c:pt>
                <c:pt idx="173">
                  <c:v>2.2405492482825999</c:v>
                </c:pt>
                <c:pt idx="174">
                  <c:v>2.2430380486862944</c:v>
                </c:pt>
                <c:pt idx="175">
                  <c:v>2.2455126678141499</c:v>
                </c:pt>
                <c:pt idx="176">
                  <c:v>2.2479732663618068</c:v>
                </c:pt>
                <c:pt idx="177">
                  <c:v>2.2504200023088941</c:v>
                </c:pt>
                <c:pt idx="178">
                  <c:v>2.2528530309798933</c:v>
                </c:pt>
                <c:pt idx="179">
                  <c:v>2.255272505103306</c:v>
                </c:pt>
                <c:pt idx="180">
                  <c:v>2.2576785748691846</c:v>
                </c:pt>
                <c:pt idx="181">
                  <c:v>2.2600713879850747</c:v>
                </c:pt>
                <c:pt idx="182">
                  <c:v>2.2624510897304293</c:v>
                </c:pt>
                <c:pt idx="183">
                  <c:v>2.2648178230095364</c:v>
                </c:pt>
                <c:pt idx="184">
                  <c:v>2.2671717284030137</c:v>
                </c:pt>
                <c:pt idx="185">
                  <c:v>2.2695129442179165</c:v>
                </c:pt>
                <c:pt idx="186">
                  <c:v>2.271841606536499</c:v>
                </c:pt>
                <c:pt idx="187">
                  <c:v>2.27415784926368</c:v>
                </c:pt>
                <c:pt idx="188">
                  <c:v>2.2764618041732443</c:v>
                </c:pt>
                <c:pt idx="189">
                  <c:v>2.2787536009528289</c:v>
                </c:pt>
                <c:pt idx="190">
                  <c:v>2.2810333672477277</c:v>
                </c:pt>
                <c:pt idx="191">
                  <c:v>2.2833012287035497</c:v>
                </c:pt>
                <c:pt idx="192">
                  <c:v>2.2855573090077739</c:v>
                </c:pt>
                <c:pt idx="193">
                  <c:v>2.287801729930226</c:v>
                </c:pt>
                <c:pt idx="194">
                  <c:v>2.2900346113625178</c:v>
                </c:pt>
                <c:pt idx="195">
                  <c:v>2.2922560713564759</c:v>
                </c:pt>
                <c:pt idx="196">
                  <c:v>2.2944662261615929</c:v>
                </c:pt>
                <c:pt idx="197">
                  <c:v>2.2966651902615309</c:v>
                </c:pt>
                <c:pt idx="198">
                  <c:v>2.2988530764097068</c:v>
                </c:pt>
                <c:pt idx="199">
                  <c:v>2.3010299956639813</c:v>
                </c:pt>
                <c:pt idx="200">
                  <c:v>2.3031960574204891</c:v>
                </c:pt>
                <c:pt idx="201">
                  <c:v>2.3053513694466239</c:v>
                </c:pt>
                <c:pt idx="202">
                  <c:v>2.307496037913213</c:v>
                </c:pt>
                <c:pt idx="203">
                  <c:v>2.3096301674258988</c:v>
                </c:pt>
                <c:pt idx="204">
                  <c:v>2.3117538610557542</c:v>
                </c:pt>
                <c:pt idx="205">
                  <c:v>2.3138672203691533</c:v>
                </c:pt>
                <c:pt idx="206">
                  <c:v>2.3159703454569178</c:v>
                </c:pt>
                <c:pt idx="207">
                  <c:v>2.3180633349627615</c:v>
                </c:pt>
                <c:pt idx="208">
                  <c:v>2.3201462861110542</c:v>
                </c:pt>
                <c:pt idx="209">
                  <c:v>2.3222192947339191</c:v>
                </c:pt>
                <c:pt idx="210">
                  <c:v>2.3242824552976926</c:v>
                </c:pt>
                <c:pt idx="211">
                  <c:v>2.3263358609287512</c:v>
                </c:pt>
                <c:pt idx="212">
                  <c:v>2.3283796034387376</c:v>
                </c:pt>
                <c:pt idx="213">
                  <c:v>2.330413773349191</c:v>
                </c:pt>
                <c:pt idx="214">
                  <c:v>2.3324384599156054</c:v>
                </c:pt>
                <c:pt idx="215">
                  <c:v>2.3344537511509307</c:v>
                </c:pt>
                <c:pt idx="216">
                  <c:v>2.3364597338485296</c:v>
                </c:pt>
                <c:pt idx="217">
                  <c:v>2.3384564936046046</c:v>
                </c:pt>
                <c:pt idx="218">
                  <c:v>2.3404441148401185</c:v>
                </c:pt>
                <c:pt idx="219">
                  <c:v>2.3424226808222062</c:v>
                </c:pt>
                <c:pt idx="220">
                  <c:v>2.3443922736851106</c:v>
                </c:pt>
                <c:pt idx="221">
                  <c:v>2.3463529744506388</c:v>
                </c:pt>
                <c:pt idx="222">
                  <c:v>2.3483048630481607</c:v>
                </c:pt>
                <c:pt idx="223">
                  <c:v>2.3502480183341627</c:v>
                </c:pt>
                <c:pt idx="224">
                  <c:v>2.3521825181113627</c:v>
                </c:pt>
                <c:pt idx="225">
                  <c:v>2.3541084391474008</c:v>
                </c:pt>
                <c:pt idx="226">
                  <c:v>2.3560258571931225</c:v>
                </c:pt>
                <c:pt idx="227">
                  <c:v>2.357934847000454</c:v>
                </c:pt>
                <c:pt idx="228">
                  <c:v>2.3598354823398879</c:v>
                </c:pt>
                <c:pt idx="229">
                  <c:v>2.3617278360175931</c:v>
                </c:pt>
                <c:pt idx="230">
                  <c:v>2.3636119798921444</c:v>
                </c:pt>
                <c:pt idx="231">
                  <c:v>2.3654879848908998</c:v>
                </c:pt>
                <c:pt idx="232">
                  <c:v>2.3673559210260189</c:v>
                </c:pt>
                <c:pt idx="233">
                  <c:v>2.369215857410143</c:v>
                </c:pt>
                <c:pt idx="234">
                  <c:v>2.3710678622717363</c:v>
                </c:pt>
                <c:pt idx="235">
                  <c:v>2.3729120029701067</c:v>
                </c:pt>
                <c:pt idx="236">
                  <c:v>2.374748346010104</c:v>
                </c:pt>
                <c:pt idx="237">
                  <c:v>2.3765769570565118</c:v>
                </c:pt>
                <c:pt idx="238">
                  <c:v>2.3783979009481375</c:v>
                </c:pt>
                <c:pt idx="239">
                  <c:v>2.3802112417116059</c:v>
                </c:pt>
                <c:pt idx="240">
                  <c:v>2.3820170425748683</c:v>
                </c:pt>
                <c:pt idx="241">
                  <c:v>2.3838153659804311</c:v>
                </c:pt>
                <c:pt idx="242">
                  <c:v>2.3856062735983121</c:v>
                </c:pt>
                <c:pt idx="243">
                  <c:v>2.3873898263387292</c:v>
                </c:pt>
                <c:pt idx="244">
                  <c:v>2.3891660843645326</c:v>
                </c:pt>
                <c:pt idx="245">
                  <c:v>2.3909351071033793</c:v>
                </c:pt>
                <c:pt idx="246">
                  <c:v>2.3926969532596658</c:v>
                </c:pt>
                <c:pt idx="247">
                  <c:v>2.3944516808262164</c:v>
                </c:pt>
                <c:pt idx="248">
                  <c:v>2.3961993470957363</c:v>
                </c:pt>
                <c:pt idx="249">
                  <c:v>2.3979400086720375</c:v>
                </c:pt>
                <c:pt idx="250">
                  <c:v>2.399673721481038</c:v>
                </c:pt>
                <c:pt idx="251">
                  <c:v>2.4014005407815442</c:v>
                </c:pt>
                <c:pt idx="252">
                  <c:v>2.403120521175818</c:v>
                </c:pt>
                <c:pt idx="253">
                  <c:v>2.4048337166199381</c:v>
                </c:pt>
                <c:pt idx="254">
                  <c:v>2.406540180433955</c:v>
                </c:pt>
                <c:pt idx="255">
                  <c:v>2.4082399653118496</c:v>
                </c:pt>
                <c:pt idx="256">
                  <c:v>2.4099331233312946</c:v>
                </c:pt>
                <c:pt idx="257">
                  <c:v>2.4116197059632301</c:v>
                </c:pt>
                <c:pt idx="258">
                  <c:v>2.4132997640812519</c:v>
                </c:pt>
                <c:pt idx="259">
                  <c:v>2.4149733479708178</c:v>
                </c:pt>
                <c:pt idx="260">
                  <c:v>2.4166405073382808</c:v>
                </c:pt>
                <c:pt idx="261">
                  <c:v>2.4183012913197452</c:v>
                </c:pt>
                <c:pt idx="262">
                  <c:v>2.419955748489758</c:v>
                </c:pt>
                <c:pt idx="263">
                  <c:v>2.4216039268698313</c:v>
                </c:pt>
                <c:pt idx="264">
                  <c:v>2.4232458739368079</c:v>
                </c:pt>
                <c:pt idx="265">
                  <c:v>2.424881636631067</c:v>
                </c:pt>
                <c:pt idx="266">
                  <c:v>2.4265112613645754</c:v>
                </c:pt>
                <c:pt idx="267">
                  <c:v>2.428134794028789</c:v>
                </c:pt>
                <c:pt idx="268">
                  <c:v>2.4297522800024081</c:v>
                </c:pt>
                <c:pt idx="269">
                  <c:v>2.4313637641589874</c:v>
                </c:pt>
                <c:pt idx="270">
                  <c:v>2.4329692908744058</c:v>
                </c:pt>
                <c:pt idx="271">
                  <c:v>2.4345689040341987</c:v>
                </c:pt>
                <c:pt idx="272">
                  <c:v>2.436162647040756</c:v>
                </c:pt>
                <c:pt idx="273">
                  <c:v>2.4377505628203879</c:v>
                </c:pt>
                <c:pt idx="274">
                  <c:v>2.4393326938302629</c:v>
                </c:pt>
                <c:pt idx="275">
                  <c:v>2.4409090820652177</c:v>
                </c:pt>
                <c:pt idx="276">
                  <c:v>2.4424797690644486</c:v>
                </c:pt>
                <c:pt idx="277">
                  <c:v>2.4440447959180762</c:v>
                </c:pt>
                <c:pt idx="278">
                  <c:v>2.4456042032735974</c:v>
                </c:pt>
                <c:pt idx="279">
                  <c:v>2.4471580313422194</c:v>
                </c:pt>
                <c:pt idx="280">
                  <c:v>2.4487063199050798</c:v>
                </c:pt>
                <c:pt idx="281">
                  <c:v>2.4502491083193609</c:v>
                </c:pt>
                <c:pt idx="282">
                  <c:v>2.4517864355242902</c:v>
                </c:pt>
                <c:pt idx="283">
                  <c:v>2.4533183400470375</c:v>
                </c:pt>
                <c:pt idx="284">
                  <c:v>2.4548448600085102</c:v>
                </c:pt>
                <c:pt idx="285">
                  <c:v>2.4563660331290431</c:v>
                </c:pt>
                <c:pt idx="286">
                  <c:v>2.4578818967339924</c:v>
                </c:pt>
                <c:pt idx="287">
                  <c:v>2.459392487759231</c:v>
                </c:pt>
                <c:pt idx="288">
                  <c:v>2.4608978427565478</c:v>
                </c:pt>
                <c:pt idx="289">
                  <c:v>2.4623979978989561</c:v>
                </c:pt>
                <c:pt idx="290">
                  <c:v>2.4638929889859074</c:v>
                </c:pt>
                <c:pt idx="291">
                  <c:v>2.4653828514484184</c:v>
                </c:pt>
                <c:pt idx="292">
                  <c:v>2.4668676203541096</c:v>
                </c:pt>
                <c:pt idx="293">
                  <c:v>2.4683473304121573</c:v>
                </c:pt>
                <c:pt idx="294">
                  <c:v>2.469822015978163</c:v>
                </c:pt>
                <c:pt idx="295">
                  <c:v>2.4712917110589387</c:v>
                </c:pt>
                <c:pt idx="296">
                  <c:v>2.4727564493172123</c:v>
                </c:pt>
                <c:pt idx="297">
                  <c:v>2.4742162640762553</c:v>
                </c:pt>
                <c:pt idx="298">
                  <c:v>2.4756711883244296</c:v>
                </c:pt>
                <c:pt idx="299">
                  <c:v>2.4771212547196626</c:v>
                </c:pt>
                <c:pt idx="300">
                  <c:v>2.4785664955938436</c:v>
                </c:pt>
                <c:pt idx="301">
                  <c:v>2.4800069429571505</c:v>
                </c:pt>
                <c:pt idx="302">
                  <c:v>2.4814426285023048</c:v>
                </c:pt>
                <c:pt idx="303">
                  <c:v>2.4828735836087539</c:v>
                </c:pt>
                <c:pt idx="304">
                  <c:v>2.4842998393467859</c:v>
                </c:pt>
                <c:pt idx="305">
                  <c:v>2.4857214264815801</c:v>
                </c:pt>
                <c:pt idx="306">
                  <c:v>2.4871383754771865</c:v>
                </c:pt>
                <c:pt idx="307">
                  <c:v>2.4885507165004443</c:v>
                </c:pt>
                <c:pt idx="308">
                  <c:v>2.4899584794248346</c:v>
                </c:pt>
                <c:pt idx="309">
                  <c:v>2.4913616938342726</c:v>
                </c:pt>
                <c:pt idx="310">
                  <c:v>2.4927603890268375</c:v>
                </c:pt>
                <c:pt idx="311">
                  <c:v>2.4941545940184429</c:v>
                </c:pt>
                <c:pt idx="312">
                  <c:v>2.4955443375464483</c:v>
                </c:pt>
                <c:pt idx="313">
                  <c:v>2.4969296480732148</c:v>
                </c:pt>
                <c:pt idx="314">
                  <c:v>2.4983105537896004</c:v>
                </c:pt>
                <c:pt idx="315">
                  <c:v>2.4996870826184039</c:v>
                </c:pt>
                <c:pt idx="316">
                  <c:v>2.5010592622177517</c:v>
                </c:pt>
                <c:pt idx="317">
                  <c:v>2.5024271199844326</c:v>
                </c:pt>
                <c:pt idx="318">
                  <c:v>2.503790683057181</c:v>
                </c:pt>
                <c:pt idx="319">
                  <c:v>2.5051499783199058</c:v>
                </c:pt>
                <c:pt idx="320">
                  <c:v>2.5065050324048719</c:v>
                </c:pt>
                <c:pt idx="321">
                  <c:v>2.5078558716958308</c:v>
                </c:pt>
                <c:pt idx="322">
                  <c:v>2.509202522331103</c:v>
                </c:pt>
                <c:pt idx="323">
                  <c:v>2.510545010206612</c:v>
                </c:pt>
                <c:pt idx="324">
                  <c:v>2.5118833609788744</c:v>
                </c:pt>
                <c:pt idx="325">
                  <c:v>2.5132176000679389</c:v>
                </c:pt>
                <c:pt idx="326">
                  <c:v>2.514547752660286</c:v>
                </c:pt>
                <c:pt idx="327">
                  <c:v>2.5158738437116792</c:v>
                </c:pt>
                <c:pt idx="328">
                  <c:v>2.5171958979499744</c:v>
                </c:pt>
                <c:pt idx="329">
                  <c:v>2.5185139398778875</c:v>
                </c:pt>
                <c:pt idx="330">
                  <c:v>2.5198279937757189</c:v>
                </c:pt>
                <c:pt idx="331">
                  <c:v>2.5211380837040362</c:v>
                </c:pt>
                <c:pt idx="332">
                  <c:v>2.5224442335063197</c:v>
                </c:pt>
                <c:pt idx="333">
                  <c:v>2.5237464668115646</c:v>
                </c:pt>
                <c:pt idx="334">
                  <c:v>2.5250448070368452</c:v>
                </c:pt>
                <c:pt idx="335">
                  <c:v>2.5263392773898441</c:v>
                </c:pt>
                <c:pt idx="336">
                  <c:v>2.5276299008713385</c:v>
                </c:pt>
                <c:pt idx="337">
                  <c:v>2.5289167002776547</c:v>
                </c:pt>
                <c:pt idx="338">
                  <c:v>2.5301996982030821</c:v>
                </c:pt>
                <c:pt idx="339">
                  <c:v>2.5314789170422549</c:v>
                </c:pt>
                <c:pt idx="340">
                  <c:v>2.5327543789924976</c:v>
                </c:pt>
                <c:pt idx="341">
                  <c:v>2.5340261060561349</c:v>
                </c:pt>
                <c:pt idx="342">
                  <c:v>2.5352941200427703</c:v>
                </c:pt>
                <c:pt idx="343">
                  <c:v>2.53655844257153</c:v>
                </c:pt>
                <c:pt idx="344">
                  <c:v>2.537819095073274</c:v>
                </c:pt>
                <c:pt idx="345">
                  <c:v>2.5390760987927767</c:v>
                </c:pt>
                <c:pt idx="346">
                  <c:v>2.5403294747908736</c:v>
                </c:pt>
                <c:pt idx="347">
                  <c:v>2.5415792439465807</c:v>
                </c:pt>
                <c:pt idx="348">
                  <c:v>2.5428254269591797</c:v>
                </c:pt>
                <c:pt idx="349">
                  <c:v>2.5440680443502757</c:v>
                </c:pt>
                <c:pt idx="350">
                  <c:v>2.5453071164658239</c:v>
                </c:pt>
                <c:pt idx="351">
                  <c:v>2.5465426634781312</c:v>
                </c:pt>
                <c:pt idx="352">
                  <c:v>2.5477747053878224</c:v>
                </c:pt>
                <c:pt idx="353">
                  <c:v>2.5490032620257876</c:v>
                </c:pt>
                <c:pt idx="354">
                  <c:v>2.5502283530550942</c:v>
                </c:pt>
                <c:pt idx="355">
                  <c:v>2.5514499979728753</c:v>
                </c:pt>
                <c:pt idx="356">
                  <c:v>2.5526682161121932</c:v>
                </c:pt>
                <c:pt idx="357">
                  <c:v>2.5538830266438746</c:v>
                </c:pt>
                <c:pt idx="358">
                  <c:v>2.5550944485783194</c:v>
                </c:pt>
                <c:pt idx="359">
                  <c:v>2.5563025007672873</c:v>
                </c:pt>
                <c:pt idx="360">
                  <c:v>2.5575072019056577</c:v>
                </c:pt>
                <c:pt idx="361">
                  <c:v>2.5587085705331658</c:v>
                </c:pt>
                <c:pt idx="362">
                  <c:v>2.5599066250361124</c:v>
                </c:pt>
                <c:pt idx="363">
                  <c:v>2.5611013836490559</c:v>
                </c:pt>
                <c:pt idx="364">
                  <c:v>2.5622928644564746</c:v>
                </c:pt>
                <c:pt idx="365">
                  <c:v>2.5634810853944106</c:v>
                </c:pt>
                <c:pt idx="366">
                  <c:v>2.5646660642520893</c:v>
                </c:pt>
                <c:pt idx="367">
                  <c:v>2.5658478186735176</c:v>
                </c:pt>
                <c:pt idx="368">
                  <c:v>2.5670263661590602</c:v>
                </c:pt>
                <c:pt idx="369">
                  <c:v>2.568201724066995</c:v>
                </c:pt>
                <c:pt idx="370">
                  <c:v>2.5693739096150461</c:v>
                </c:pt>
                <c:pt idx="371">
                  <c:v>2.5705429398818973</c:v>
                </c:pt>
                <c:pt idx="372">
                  <c:v>2.5717088318086878</c:v>
                </c:pt>
                <c:pt idx="373">
                  <c:v>2.5728716022004803</c:v>
                </c:pt>
                <c:pt idx="374">
                  <c:v>2.5740312677277188</c:v>
                </c:pt>
                <c:pt idx="375">
                  <c:v>2.5751878449276608</c:v>
                </c:pt>
                <c:pt idx="376">
                  <c:v>2.576341350205793</c:v>
                </c:pt>
                <c:pt idx="377">
                  <c:v>2.5774917998372255</c:v>
                </c:pt>
                <c:pt idx="378">
                  <c:v>2.5786392099680722</c:v>
                </c:pt>
                <c:pt idx="379">
                  <c:v>2.5797835966168101</c:v>
                </c:pt>
                <c:pt idx="380">
                  <c:v>2.5809249756756194</c:v>
                </c:pt>
                <c:pt idx="381">
                  <c:v>2.5820633629117089</c:v>
                </c:pt>
                <c:pt idx="382">
                  <c:v>2.5831987739686229</c:v>
                </c:pt>
                <c:pt idx="383">
                  <c:v>2.5843312243675309</c:v>
                </c:pt>
                <c:pt idx="384">
                  <c:v>2.5854607295085006</c:v>
                </c:pt>
                <c:pt idx="385">
                  <c:v>2.5865873046717551</c:v>
                </c:pt>
                <c:pt idx="386">
                  <c:v>2.5877109650189114</c:v>
                </c:pt>
                <c:pt idx="387">
                  <c:v>2.5888317255942073</c:v>
                </c:pt>
                <c:pt idx="388">
                  <c:v>2.5899496013257077</c:v>
                </c:pt>
                <c:pt idx="389">
                  <c:v>2.5910646070264991</c:v>
                </c:pt>
                <c:pt idx="390">
                  <c:v>2.5921767573958667</c:v>
                </c:pt>
                <c:pt idx="391">
                  <c:v>2.5932860670204572</c:v>
                </c:pt>
                <c:pt idx="392">
                  <c:v>2.5943925503754266</c:v>
                </c:pt>
                <c:pt idx="393">
                  <c:v>2.5954962218255742</c:v>
                </c:pt>
                <c:pt idx="394">
                  <c:v>2.5965970956264601</c:v>
                </c:pt>
                <c:pt idx="395">
                  <c:v>2.5976951859255122</c:v>
                </c:pt>
                <c:pt idx="396">
                  <c:v>2.5987905067631152</c:v>
                </c:pt>
                <c:pt idx="397">
                  <c:v>2.5998830720736876</c:v>
                </c:pt>
                <c:pt idx="398">
                  <c:v>2.6009728956867484</c:v>
                </c:pt>
                <c:pt idx="399">
                  <c:v>2.6020599913279625</c:v>
                </c:pt>
                <c:pt idx="400">
                  <c:v>2.6031443726201822</c:v>
                </c:pt>
                <c:pt idx="401">
                  <c:v>2.6042260530844699</c:v>
                </c:pt>
                <c:pt idx="402">
                  <c:v>2.6053050461411096</c:v>
                </c:pt>
                <c:pt idx="403">
                  <c:v>2.6063813651106051</c:v>
                </c:pt>
                <c:pt idx="404">
                  <c:v>2.6074550232146687</c:v>
                </c:pt>
                <c:pt idx="405">
                  <c:v>2.6085260335771943</c:v>
                </c:pt>
                <c:pt idx="406">
                  <c:v>2.6095944092252199</c:v>
                </c:pt>
                <c:pt idx="407">
                  <c:v>2.61066016308988</c:v>
                </c:pt>
                <c:pt idx="408">
                  <c:v>2.6117233080073419</c:v>
                </c:pt>
                <c:pt idx="409">
                  <c:v>2.6127838567197355</c:v>
                </c:pt>
                <c:pt idx="410">
                  <c:v>2.6138418218760693</c:v>
                </c:pt>
                <c:pt idx="411">
                  <c:v>2.6148972160331345</c:v>
                </c:pt>
                <c:pt idx="412">
                  <c:v>2.6159500516564012</c:v>
                </c:pt>
                <c:pt idx="413">
                  <c:v>2.6170003411208991</c:v>
                </c:pt>
                <c:pt idx="414">
                  <c:v>2.6180480967120925</c:v>
                </c:pt>
                <c:pt idx="415">
                  <c:v>2.6190933306267428</c:v>
                </c:pt>
                <c:pt idx="416">
                  <c:v>2.6201360549737576</c:v>
                </c:pt>
                <c:pt idx="417">
                  <c:v>2.621176281775035</c:v>
                </c:pt>
                <c:pt idx="418">
                  <c:v>2.6222140229662951</c:v>
                </c:pt>
                <c:pt idx="419">
                  <c:v>2.6232492903979003</c:v>
                </c:pt>
                <c:pt idx="420">
                  <c:v>2.6242820958356683</c:v>
                </c:pt>
                <c:pt idx="421">
                  <c:v>2.6253124509616739</c:v>
                </c:pt>
                <c:pt idx="422">
                  <c:v>2.6263403673750423</c:v>
                </c:pt>
                <c:pt idx="423">
                  <c:v>2.6273658565927325</c:v>
                </c:pt>
                <c:pt idx="424">
                  <c:v>2.6283889300503116</c:v>
                </c:pt>
                <c:pt idx="425">
                  <c:v>2.6294095991027189</c:v>
                </c:pt>
                <c:pt idx="426">
                  <c:v>2.6304278750250241</c:v>
                </c:pt>
                <c:pt idx="427">
                  <c:v>2.6314437690131722</c:v>
                </c:pt>
                <c:pt idx="428">
                  <c:v>2.6324572921847245</c:v>
                </c:pt>
                <c:pt idx="429">
                  <c:v>2.6334684555795866</c:v>
                </c:pt>
                <c:pt idx="430">
                  <c:v>2.6344772701607315</c:v>
                </c:pt>
                <c:pt idx="431">
                  <c:v>2.6354837468149119</c:v>
                </c:pt>
                <c:pt idx="432">
                  <c:v>2.6364878963533656</c:v>
                </c:pt>
                <c:pt idx="433">
                  <c:v>2.6374897295125108</c:v>
                </c:pt>
                <c:pt idx="434">
                  <c:v>2.6384892569546374</c:v>
                </c:pt>
                <c:pt idx="435">
                  <c:v>2.6394864892685859</c:v>
                </c:pt>
                <c:pt idx="436">
                  <c:v>2.6404814369704219</c:v>
                </c:pt>
                <c:pt idx="437">
                  <c:v>2.6414741105040997</c:v>
                </c:pt>
                <c:pt idx="438">
                  <c:v>2.6424645202421213</c:v>
                </c:pt>
                <c:pt idx="439">
                  <c:v>2.6434526764861874</c:v>
                </c:pt>
                <c:pt idx="440">
                  <c:v>2.6444385894678386</c:v>
                </c:pt>
                <c:pt idx="441">
                  <c:v>2.6454222693490919</c:v>
                </c:pt>
                <c:pt idx="442">
                  <c:v>2.6464037262230695</c:v>
                </c:pt>
                <c:pt idx="443">
                  <c:v>2.6473829701146196</c:v>
                </c:pt>
                <c:pt idx="444">
                  <c:v>2.6483600109809315</c:v>
                </c:pt>
                <c:pt idx="445">
                  <c:v>2.6493348587121419</c:v>
                </c:pt>
                <c:pt idx="446">
                  <c:v>2.6503075231319366</c:v>
                </c:pt>
                <c:pt idx="447">
                  <c:v>2.651278013998144</c:v>
                </c:pt>
                <c:pt idx="448">
                  <c:v>2.6522463410033232</c:v>
                </c:pt>
                <c:pt idx="449">
                  <c:v>2.6532125137753435</c:v>
                </c:pt>
                <c:pt idx="450">
                  <c:v>2.6541765418779604</c:v>
                </c:pt>
                <c:pt idx="451">
                  <c:v>2.655138434811382</c:v>
                </c:pt>
                <c:pt idx="452">
                  <c:v>2.6560982020128319</c:v>
                </c:pt>
                <c:pt idx="453">
                  <c:v>2.6570558528571038</c:v>
                </c:pt>
                <c:pt idx="454">
                  <c:v>2.6580113966571126</c:v>
                </c:pt>
                <c:pt idx="455">
                  <c:v>2.6589648426644348</c:v>
                </c:pt>
                <c:pt idx="456">
                  <c:v>2.6599162000698504</c:v>
                </c:pt>
                <c:pt idx="457">
                  <c:v>2.6608654780038692</c:v>
                </c:pt>
                <c:pt idx="458">
                  <c:v>2.661812685537261</c:v>
                </c:pt>
                <c:pt idx="459">
                  <c:v>2.6627578316815739</c:v>
                </c:pt>
                <c:pt idx="460">
                  <c:v>2.663700925389648</c:v>
                </c:pt>
                <c:pt idx="461">
                  <c:v>2.6646419755561257</c:v>
                </c:pt>
                <c:pt idx="462">
                  <c:v>2.6655809910179533</c:v>
                </c:pt>
                <c:pt idx="463">
                  <c:v>2.6665179805548807</c:v>
                </c:pt>
                <c:pt idx="464">
                  <c:v>2.667452952889954</c:v>
                </c:pt>
                <c:pt idx="465">
                  <c:v>2.6683859166900001</c:v>
                </c:pt>
                <c:pt idx="466">
                  <c:v>2.6693168805661123</c:v>
                </c:pt>
                <c:pt idx="467">
                  <c:v>2.6702458530741242</c:v>
                </c:pt>
                <c:pt idx="468">
                  <c:v>2.6711728427150834</c:v>
                </c:pt>
                <c:pt idx="469">
                  <c:v>2.6720978579357175</c:v>
                </c:pt>
                <c:pt idx="470">
                  <c:v>2.6730209071288962</c:v>
                </c:pt>
                <c:pt idx="471">
                  <c:v>2.673941998634088</c:v>
                </c:pt>
                <c:pt idx="472">
                  <c:v>2.6748611407378116</c:v>
                </c:pt>
                <c:pt idx="473">
                  <c:v>2.6757783416740852</c:v>
                </c:pt>
                <c:pt idx="474">
                  <c:v>2.6766936096248664</c:v>
                </c:pt>
                <c:pt idx="475">
                  <c:v>2.6776069527204931</c:v>
                </c:pt>
                <c:pt idx="476">
                  <c:v>2.6785183790401139</c:v>
                </c:pt>
                <c:pt idx="477">
                  <c:v>2.6794278966121188</c:v>
                </c:pt>
                <c:pt idx="478">
                  <c:v>2.6803355134145632</c:v>
                </c:pt>
                <c:pt idx="479">
                  <c:v>2.6812412373755872</c:v>
                </c:pt>
                <c:pt idx="480">
                  <c:v>2.6821450763738319</c:v>
                </c:pt>
                <c:pt idx="481">
                  <c:v>2.6830470382388496</c:v>
                </c:pt>
                <c:pt idx="482">
                  <c:v>2.6839471307515121</c:v>
                </c:pt>
                <c:pt idx="483">
                  <c:v>2.6848453616444123</c:v>
                </c:pt>
                <c:pt idx="484">
                  <c:v>2.6857417386022635</c:v>
                </c:pt>
                <c:pt idx="485">
                  <c:v>2.6866362692622934</c:v>
                </c:pt>
                <c:pt idx="486">
                  <c:v>2.6875289612146345</c:v>
                </c:pt>
                <c:pt idx="487">
                  <c:v>2.6884198220027105</c:v>
                </c:pt>
                <c:pt idx="488">
                  <c:v>2.6893088591236203</c:v>
                </c:pt>
                <c:pt idx="489">
                  <c:v>2.6901960800285138</c:v>
                </c:pt>
                <c:pt idx="490">
                  <c:v>2.6910814921229687</c:v>
                </c:pt>
                <c:pt idx="491">
                  <c:v>2.6919651027673601</c:v>
                </c:pt>
                <c:pt idx="492">
                  <c:v>2.6928469192772302</c:v>
                </c:pt>
                <c:pt idx="493">
                  <c:v>2.6937269489236471</c:v>
                </c:pt>
                <c:pt idx="494">
                  <c:v>2.6946051989335689</c:v>
                </c:pt>
                <c:pt idx="495">
                  <c:v>2.6954816764901977</c:v>
                </c:pt>
                <c:pt idx="496">
                  <c:v>2.6963563887333319</c:v>
                </c:pt>
                <c:pt idx="497">
                  <c:v>2.6972293427597176</c:v>
                </c:pt>
                <c:pt idx="498">
                  <c:v>2.6981005456233897</c:v>
                </c:pt>
                <c:pt idx="499">
                  <c:v>2.6989700043360187</c:v>
                </c:pt>
                <c:pt idx="500">
                  <c:v>2.6998377258672459</c:v>
                </c:pt>
                <c:pt idx="501">
                  <c:v>2.7007037171450192</c:v>
                </c:pt>
                <c:pt idx="502">
                  <c:v>2.7015679850559273</c:v>
                </c:pt>
                <c:pt idx="503">
                  <c:v>2.7024305364455254</c:v>
                </c:pt>
                <c:pt idx="504">
                  <c:v>2.7032913781186614</c:v>
                </c:pt>
                <c:pt idx="505">
                  <c:v>2.7041505168397992</c:v>
                </c:pt>
                <c:pt idx="506">
                  <c:v>2.705007959333336</c:v>
                </c:pt>
                <c:pt idx="507">
                  <c:v>2.7058637122839193</c:v>
                </c:pt>
                <c:pt idx="508">
                  <c:v>2.7067177823367587</c:v>
                </c:pt>
                <c:pt idx="509">
                  <c:v>2.7075701760979363</c:v>
                </c:pt>
                <c:pt idx="510">
                  <c:v>2.7084209001347128</c:v>
                </c:pt>
                <c:pt idx="511">
                  <c:v>2.7092699609758308</c:v>
                </c:pt>
                <c:pt idx="512">
                  <c:v>2.7101173651118162</c:v>
                </c:pt>
                <c:pt idx="513">
                  <c:v>2.7109631189952759</c:v>
                </c:pt>
                <c:pt idx="514">
                  <c:v>2.7118072290411912</c:v>
                </c:pt>
                <c:pt idx="515">
                  <c:v>2.7126497016272113</c:v>
                </c:pt>
                <c:pt idx="516">
                  <c:v>2.7134905430939424</c:v>
                </c:pt>
                <c:pt idx="517">
                  <c:v>2.7143297597452332</c:v>
                </c:pt>
                <c:pt idx="518">
                  <c:v>2.7151673578484576</c:v>
                </c:pt>
                <c:pt idx="519">
                  <c:v>2.716003343634799</c:v>
                </c:pt>
                <c:pt idx="520">
                  <c:v>2.7168377232995247</c:v>
                </c:pt>
                <c:pt idx="521">
                  <c:v>2.7176705030022621</c:v>
                </c:pt>
                <c:pt idx="522">
                  <c:v>2.7185016888672742</c:v>
                </c:pt>
                <c:pt idx="523">
                  <c:v>2.7193312869837265</c:v>
                </c:pt>
                <c:pt idx="524">
                  <c:v>2.720159303405957</c:v>
                </c:pt>
                <c:pt idx="525">
                  <c:v>2.7209857441537393</c:v>
                </c:pt>
                <c:pt idx="526">
                  <c:v>2.7218106152125467</c:v>
                </c:pt>
                <c:pt idx="527">
                  <c:v>2.7226339225338121</c:v>
                </c:pt>
                <c:pt idx="528">
                  <c:v>2.7234556720351857</c:v>
                </c:pt>
                <c:pt idx="529">
                  <c:v>2.7242758696007892</c:v>
                </c:pt>
                <c:pt idx="530">
                  <c:v>2.725094521081469</c:v>
                </c:pt>
                <c:pt idx="531">
                  <c:v>2.7259116322950483</c:v>
                </c:pt>
                <c:pt idx="532">
                  <c:v>2.7267272090265724</c:v>
                </c:pt>
                <c:pt idx="533">
                  <c:v>2.7275412570285562</c:v>
                </c:pt>
                <c:pt idx="534">
                  <c:v>2.7283537820212285</c:v>
                </c:pt>
                <c:pt idx="535">
                  <c:v>2.7291647896927702</c:v>
                </c:pt>
                <c:pt idx="536">
                  <c:v>2.7299742856995555</c:v>
                </c:pt>
                <c:pt idx="537">
                  <c:v>2.7307822756663893</c:v>
                </c:pt>
                <c:pt idx="538">
                  <c:v>2.7315887651867388</c:v>
                </c:pt>
                <c:pt idx="539">
                  <c:v>2.7323937598229686</c:v>
                </c:pt>
                <c:pt idx="540">
                  <c:v>2.7331972651065692</c:v>
                </c:pt>
                <c:pt idx="541">
                  <c:v>2.7339992865383871</c:v>
                </c:pt>
                <c:pt idx="542">
                  <c:v>2.7347998295888472</c:v>
                </c:pt>
                <c:pt idx="543">
                  <c:v>2.7355988996981799</c:v>
                </c:pt>
                <c:pt idx="544">
                  <c:v>2.7363965022766426</c:v>
                </c:pt>
                <c:pt idx="545">
                  <c:v>2.7371926427047373</c:v>
                </c:pt>
                <c:pt idx="546">
                  <c:v>2.7379873263334309</c:v>
                </c:pt>
                <c:pt idx="547">
                  <c:v>2.7387805584843692</c:v>
                </c:pt>
                <c:pt idx="548">
                  <c:v>2.7395723444500919</c:v>
                </c:pt>
                <c:pt idx="549">
                  <c:v>2.7403626894942437</c:v>
                </c:pt>
                <c:pt idx="550">
                  <c:v>2.7411515988517849</c:v>
                </c:pt>
                <c:pt idx="551">
                  <c:v>2.741939077729199</c:v>
                </c:pt>
                <c:pt idx="552">
                  <c:v>2.7427251313046983</c:v>
                </c:pt>
                <c:pt idx="553">
                  <c:v>2.7435097647284299</c:v>
                </c:pt>
                <c:pt idx="554">
                  <c:v>2.7442929831226763</c:v>
                </c:pt>
                <c:pt idx="555">
                  <c:v>2.7450747915820575</c:v>
                </c:pt>
                <c:pt idx="556">
                  <c:v>2.7458551951737289</c:v>
                </c:pt>
                <c:pt idx="557">
                  <c:v>2.7466341989375787</c:v>
                </c:pt>
                <c:pt idx="558">
                  <c:v>2.7474118078864231</c:v>
                </c:pt>
                <c:pt idx="559">
                  <c:v>2.7481880270062002</c:v>
                </c:pt>
                <c:pt idx="560">
                  <c:v>2.7489628612561616</c:v>
                </c:pt>
                <c:pt idx="561">
                  <c:v>2.7497363155690611</c:v>
                </c:pt>
                <c:pt idx="562">
                  <c:v>2.7505083948513462</c:v>
                </c:pt>
                <c:pt idx="563">
                  <c:v>2.7512791039833422</c:v>
                </c:pt>
                <c:pt idx="564">
                  <c:v>2.7520484478194387</c:v>
                </c:pt>
                <c:pt idx="565">
                  <c:v>2.7528164311882715</c:v>
                </c:pt>
                <c:pt idx="566">
                  <c:v>2.7535830588929064</c:v>
                </c:pt>
                <c:pt idx="567">
                  <c:v>2.7543483357110188</c:v>
                </c:pt>
                <c:pt idx="568">
                  <c:v>2.7551122663950713</c:v>
                </c:pt>
                <c:pt idx="569">
                  <c:v>2.7558748556724915</c:v>
                </c:pt>
                <c:pt idx="570">
                  <c:v>2.7566361082458481</c:v>
                </c:pt>
                <c:pt idx="571">
                  <c:v>2.7573960287930244</c:v>
                </c:pt>
                <c:pt idx="572">
                  <c:v>2.7581546219673898</c:v>
                </c:pt>
                <c:pt idx="573">
                  <c:v>2.7589118923979736</c:v>
                </c:pt>
                <c:pt idx="574">
                  <c:v>2.7596678446896306</c:v>
                </c:pt>
                <c:pt idx="575">
                  <c:v>2.7604224834232118</c:v>
                </c:pt>
                <c:pt idx="576">
                  <c:v>2.7611758131557314</c:v>
                </c:pt>
                <c:pt idx="577">
                  <c:v>2.761927838420529</c:v>
                </c:pt>
                <c:pt idx="578">
                  <c:v>2.762678563727436</c:v>
                </c:pt>
                <c:pt idx="579">
                  <c:v>2.7634279935629373</c:v>
                </c:pt>
                <c:pt idx="580">
                  <c:v>2.7641761323903307</c:v>
                </c:pt>
                <c:pt idx="581">
                  <c:v>2.7649229846498886</c:v>
                </c:pt>
                <c:pt idx="582">
                  <c:v>2.7656685547590141</c:v>
                </c:pt>
                <c:pt idx="583">
                  <c:v>2.7664128471123997</c:v>
                </c:pt>
                <c:pt idx="584">
                  <c:v>2.7671558660821804</c:v>
                </c:pt>
                <c:pt idx="585">
                  <c:v>2.7678976160180908</c:v>
                </c:pt>
                <c:pt idx="586">
                  <c:v>2.7686381012476144</c:v>
                </c:pt>
                <c:pt idx="587">
                  <c:v>2.7693773260761385</c:v>
                </c:pt>
                <c:pt idx="588">
                  <c:v>2.7701152947871015</c:v>
                </c:pt>
                <c:pt idx="589">
                  <c:v>2.7708520116421442</c:v>
                </c:pt>
                <c:pt idx="590">
                  <c:v>2.7715874808812555</c:v>
                </c:pt>
                <c:pt idx="591">
                  <c:v>2.77232170672292</c:v>
                </c:pt>
                <c:pt idx="592">
                  <c:v>2.7730546933642626</c:v>
                </c:pt>
                <c:pt idx="593">
                  <c:v>2.7737864449811935</c:v>
                </c:pt>
                <c:pt idx="594">
                  <c:v>2.7745169657285498</c:v>
                </c:pt>
                <c:pt idx="595">
                  <c:v>2.7752462597402365</c:v>
                </c:pt>
                <c:pt idx="596">
                  <c:v>2.775974331129369</c:v>
                </c:pt>
                <c:pt idx="597">
                  <c:v>2.7767011839884108</c:v>
                </c:pt>
                <c:pt idx="598">
                  <c:v>2.7774268223893115</c:v>
                </c:pt>
                <c:pt idx="599">
                  <c:v>2.7781512503836434</c:v>
                </c:pt>
                <c:pt idx="600">
                  <c:v>2.7788744720027396</c:v>
                </c:pt>
                <c:pt idx="601">
                  <c:v>2.7795964912578244</c:v>
                </c:pt>
                <c:pt idx="602">
                  <c:v>2.7803173121401512</c:v>
                </c:pt>
                <c:pt idx="603">
                  <c:v>2.7810369386211318</c:v>
                </c:pt>
                <c:pt idx="604">
                  <c:v>2.781755374652469</c:v>
                </c:pt>
                <c:pt idx="605">
                  <c:v>2.782472624166286</c:v>
                </c:pt>
                <c:pt idx="606">
                  <c:v>2.7831886910752575</c:v>
                </c:pt>
                <c:pt idx="607">
                  <c:v>2.7839035792727351</c:v>
                </c:pt>
                <c:pt idx="608">
                  <c:v>2.7846172926328752</c:v>
                </c:pt>
                <c:pt idx="609">
                  <c:v>2.7853298350107671</c:v>
                </c:pt>
                <c:pt idx="610">
                  <c:v>2.786041210242554</c:v>
                </c:pt>
                <c:pt idx="611">
                  <c:v>2.7867514221455614</c:v>
                </c:pt>
                <c:pt idx="612">
                  <c:v>2.7874604745184151</c:v>
                </c:pt>
                <c:pt idx="613">
                  <c:v>2.7881683711411678</c:v>
                </c:pt>
                <c:pt idx="614">
                  <c:v>2.7888751157754168</c:v>
                </c:pt>
                <c:pt idx="615">
                  <c:v>2.7895807121644256</c:v>
                </c:pt>
                <c:pt idx="616">
                  <c:v>2.7902851640332416</c:v>
                </c:pt>
                <c:pt idx="617">
                  <c:v>2.7909884750888159</c:v>
                </c:pt>
                <c:pt idx="618">
                  <c:v>2.7916906490201181</c:v>
                </c:pt>
                <c:pt idx="619">
                  <c:v>2.7923916894982539</c:v>
                </c:pt>
                <c:pt idx="620">
                  <c:v>2.79309160017658</c:v>
                </c:pt>
                <c:pt idx="621">
                  <c:v>2.7937903846908188</c:v>
                </c:pt>
                <c:pt idx="622">
                  <c:v>2.7944880466591697</c:v>
                </c:pt>
                <c:pt idx="623">
                  <c:v>2.7951845896824241</c:v>
                </c:pt>
                <c:pt idx="624">
                  <c:v>2.7958800173440754</c:v>
                </c:pt>
                <c:pt idx="625">
                  <c:v>2.7965743332104296</c:v>
                </c:pt>
                <c:pt idx="626">
                  <c:v>2.7972675408307164</c:v>
                </c:pt>
                <c:pt idx="627">
                  <c:v>2.7979596437371961</c:v>
                </c:pt>
                <c:pt idx="628">
                  <c:v>2.7986506454452691</c:v>
                </c:pt>
                <c:pt idx="629">
                  <c:v>2.7993405494535817</c:v>
                </c:pt>
                <c:pt idx="630">
                  <c:v>2.8000293592441343</c:v>
                </c:pt>
                <c:pt idx="631">
                  <c:v>2.8007170782823851</c:v>
                </c:pt>
                <c:pt idx="632">
                  <c:v>2.8014037100173552</c:v>
                </c:pt>
                <c:pt idx="633">
                  <c:v>2.8020892578817329</c:v>
                </c:pt>
                <c:pt idx="634">
                  <c:v>2.8027737252919755</c:v>
                </c:pt>
                <c:pt idx="635">
                  <c:v>2.8034571156484138</c:v>
                </c:pt>
                <c:pt idx="636">
                  <c:v>2.8041394323353503</c:v>
                </c:pt>
                <c:pt idx="637">
                  <c:v>2.8048206787211623</c:v>
                </c:pt>
                <c:pt idx="638">
                  <c:v>2.8055008581584002</c:v>
                </c:pt>
                <c:pt idx="639">
                  <c:v>2.8061799739838871</c:v>
                </c:pt>
                <c:pt idx="640">
                  <c:v>2.8068580295188172</c:v>
                </c:pt>
                <c:pt idx="641">
                  <c:v>2.8075350280688531</c:v>
                </c:pt>
                <c:pt idx="642">
                  <c:v>2.8082109729242219</c:v>
                </c:pt>
                <c:pt idx="643">
                  <c:v>2.808885867359812</c:v>
                </c:pt>
                <c:pt idx="644">
                  <c:v>2.8095597146352675</c:v>
                </c:pt>
                <c:pt idx="645">
                  <c:v>2.8102325179950842</c:v>
                </c:pt>
                <c:pt idx="646">
                  <c:v>2.8109042806687006</c:v>
                </c:pt>
                <c:pt idx="647">
                  <c:v>2.8115750058705933</c:v>
                </c:pt>
                <c:pt idx="648">
                  <c:v>2.8122446968003691</c:v>
                </c:pt>
                <c:pt idx="649">
                  <c:v>2.8129133566428557</c:v>
                </c:pt>
                <c:pt idx="650">
                  <c:v>2.8135809885681922</c:v>
                </c:pt>
                <c:pt idx="651">
                  <c:v>2.8142475957319202</c:v>
                </c:pt>
                <c:pt idx="652">
                  <c:v>2.8149131812750738</c:v>
                </c:pt>
                <c:pt idx="653">
                  <c:v>2.8155777483242672</c:v>
                </c:pt>
                <c:pt idx="654">
                  <c:v>2.8162412999917832</c:v>
                </c:pt>
                <c:pt idx="655">
                  <c:v>2.8169038393756605</c:v>
                </c:pt>
                <c:pt idx="656">
                  <c:v>2.8175653695597807</c:v>
                </c:pt>
                <c:pt idx="657">
                  <c:v>2.8182258936139557</c:v>
                </c:pt>
                <c:pt idx="658">
                  <c:v>2.8188854145940097</c:v>
                </c:pt>
                <c:pt idx="659">
                  <c:v>2.8195439355418688</c:v>
                </c:pt>
                <c:pt idx="660">
                  <c:v>2.8202014594856402</c:v>
                </c:pt>
                <c:pt idx="661">
                  <c:v>2.8208579894397001</c:v>
                </c:pt>
                <c:pt idx="662">
                  <c:v>2.8215135284047732</c:v>
                </c:pt>
                <c:pt idx="663">
                  <c:v>2.8221680793680175</c:v>
                </c:pt>
                <c:pt idx="664">
                  <c:v>2.8228216453031045</c:v>
                </c:pt>
                <c:pt idx="665">
                  <c:v>2.823474229170301</c:v>
                </c:pt>
                <c:pt idx="666">
                  <c:v>2.8241258339165491</c:v>
                </c:pt>
                <c:pt idx="667">
                  <c:v>2.8247764624755458</c:v>
                </c:pt>
                <c:pt idx="668">
                  <c:v>2.8254261177678233</c:v>
                </c:pt>
                <c:pt idx="669">
                  <c:v>2.8260748027008264</c:v>
                </c:pt>
                <c:pt idx="670">
                  <c:v>2.8267225201689921</c:v>
                </c:pt>
                <c:pt idx="671">
                  <c:v>2.8273692730538253</c:v>
                </c:pt>
                <c:pt idx="672">
                  <c:v>2.828015064223977</c:v>
                </c:pt>
                <c:pt idx="673">
                  <c:v>2.8286598965353198</c:v>
                </c:pt>
                <c:pt idx="674">
                  <c:v>2.8293037728310249</c:v>
                </c:pt>
                <c:pt idx="675">
                  <c:v>2.8299466959416359</c:v>
                </c:pt>
                <c:pt idx="676">
                  <c:v>2.8305886686851442</c:v>
                </c:pt>
                <c:pt idx="677">
                  <c:v>2.8312296938670634</c:v>
                </c:pt>
                <c:pt idx="678">
                  <c:v>2.8318697742805017</c:v>
                </c:pt>
                <c:pt idx="679">
                  <c:v>2.8325089127062362</c:v>
                </c:pt>
                <c:pt idx="680">
                  <c:v>2.8331471119127851</c:v>
                </c:pt>
                <c:pt idx="681">
                  <c:v>2.8337843746564788</c:v>
                </c:pt>
                <c:pt idx="682">
                  <c:v>2.8344207036815328</c:v>
                </c:pt>
                <c:pt idx="683">
                  <c:v>2.8350561017201161</c:v>
                </c:pt>
                <c:pt idx="684">
                  <c:v>2.8356905714924254</c:v>
                </c:pt>
                <c:pt idx="685">
                  <c:v>2.8363241157067516</c:v>
                </c:pt>
                <c:pt idx="686">
                  <c:v>2.8369567370595505</c:v>
                </c:pt>
                <c:pt idx="687">
                  <c:v>2.8375884382355112</c:v>
                </c:pt>
                <c:pt idx="688">
                  <c:v>2.8382192219076257</c:v>
                </c:pt>
                <c:pt idx="689">
                  <c:v>2.8388490907372552</c:v>
                </c:pt>
                <c:pt idx="690">
                  <c:v>2.8394780473741985</c:v>
                </c:pt>
                <c:pt idx="691">
                  <c:v>2.840106094456758</c:v>
                </c:pt>
                <c:pt idx="692">
                  <c:v>2.8407332346118066</c:v>
                </c:pt>
                <c:pt idx="693">
                  <c:v>2.8413594704548548</c:v>
                </c:pt>
                <c:pt idx="694">
                  <c:v>2.8419848045901137</c:v>
                </c:pt>
                <c:pt idx="695">
                  <c:v>2.842609239610562</c:v>
                </c:pt>
                <c:pt idx="696">
                  <c:v>2.8432327780980096</c:v>
                </c:pt>
                <c:pt idx="697">
                  <c:v>2.8438554226231609</c:v>
                </c:pt>
                <c:pt idx="698">
                  <c:v>2.8444771757456815</c:v>
                </c:pt>
                <c:pt idx="699">
                  <c:v>2.8450980400142569</c:v>
                </c:pt>
                <c:pt idx="700">
                  <c:v>2.8457180179666586</c:v>
                </c:pt>
                <c:pt idx="701">
                  <c:v>2.8463371121298051</c:v>
                </c:pt>
                <c:pt idx="702">
                  <c:v>2.8469553250198238</c:v>
                </c:pt>
                <c:pt idx="703">
                  <c:v>2.847572659142112</c:v>
                </c:pt>
                <c:pt idx="704">
                  <c:v>2.8481891169913989</c:v>
                </c:pt>
                <c:pt idx="705">
                  <c:v>2.8488047010518036</c:v>
                </c:pt>
                <c:pt idx="706">
                  <c:v>2.8494194137968996</c:v>
                </c:pt>
                <c:pt idx="707">
                  <c:v>2.8500332576897689</c:v>
                </c:pt>
                <c:pt idx="708">
                  <c:v>2.8506462351830666</c:v>
                </c:pt>
                <c:pt idx="709">
                  <c:v>2.8512583487190755</c:v>
                </c:pt>
                <c:pt idx="710">
                  <c:v>2.8518696007297661</c:v>
                </c:pt>
                <c:pt idx="711">
                  <c:v>2.8524799936368566</c:v>
                </c:pt>
                <c:pt idx="712">
                  <c:v>2.8530895298518657</c:v>
                </c:pt>
                <c:pt idx="713">
                  <c:v>2.8536982117761744</c:v>
                </c:pt>
                <c:pt idx="714">
                  <c:v>2.8543060418010806</c:v>
                </c:pt>
                <c:pt idx="715">
                  <c:v>2.8549130223078554</c:v>
                </c:pt>
                <c:pt idx="716">
                  <c:v>2.8555191556678001</c:v>
                </c:pt>
                <c:pt idx="717">
                  <c:v>2.8561244442423002</c:v>
                </c:pt>
                <c:pt idx="718">
                  <c:v>2.8567288903828825</c:v>
                </c:pt>
                <c:pt idx="719">
                  <c:v>2.8573324964312685</c:v>
                </c:pt>
                <c:pt idx="720">
                  <c:v>2.8579352647194289</c:v>
                </c:pt>
                <c:pt idx="721">
                  <c:v>2.858537197569639</c:v>
                </c:pt>
                <c:pt idx="722">
                  <c:v>2.859138297294531</c:v>
                </c:pt>
                <c:pt idx="723">
                  <c:v>2.8597385661971471</c:v>
                </c:pt>
                <c:pt idx="724">
                  <c:v>2.8603380065709936</c:v>
                </c:pt>
                <c:pt idx="725">
                  <c:v>2.8609366207000937</c:v>
                </c:pt>
                <c:pt idx="726">
                  <c:v>2.8615344108590377</c:v>
                </c:pt>
                <c:pt idx="727">
                  <c:v>2.8621313793130372</c:v>
                </c:pt>
                <c:pt idx="728">
                  <c:v>2.8627275283179747</c:v>
                </c:pt>
                <c:pt idx="729">
                  <c:v>2.8633228601204559</c:v>
                </c:pt>
                <c:pt idx="730">
                  <c:v>2.8639173769578603</c:v>
                </c:pt>
                <c:pt idx="731">
                  <c:v>2.8645110810583918</c:v>
                </c:pt>
                <c:pt idx="732">
                  <c:v>2.8651039746411278</c:v>
                </c:pt>
                <c:pt idx="733">
                  <c:v>2.8656960599160706</c:v>
                </c:pt>
                <c:pt idx="734">
                  <c:v>2.8662873390841948</c:v>
                </c:pt>
                <c:pt idx="735">
                  <c:v>2.8668778143374989</c:v>
                </c:pt>
                <c:pt idx="736">
                  <c:v>2.8674674878590514</c:v>
                </c:pt>
                <c:pt idx="737">
                  <c:v>2.8680563618230415</c:v>
                </c:pt>
                <c:pt idx="738">
                  <c:v>2.8686444383948255</c:v>
                </c:pt>
                <c:pt idx="739">
                  <c:v>2.8692317197309762</c:v>
                </c:pt>
                <c:pt idx="740">
                  <c:v>2.869818207979328</c:v>
                </c:pt>
                <c:pt idx="741">
                  <c:v>2.8704039052790269</c:v>
                </c:pt>
                <c:pt idx="742">
                  <c:v>2.8709888137605755</c:v>
                </c:pt>
                <c:pt idx="743">
                  <c:v>2.8715729355458786</c:v>
                </c:pt>
                <c:pt idx="744">
                  <c:v>2.8721562727482928</c:v>
                </c:pt>
                <c:pt idx="745">
                  <c:v>2.8727388274726686</c:v>
                </c:pt>
                <c:pt idx="746">
                  <c:v>2.8733206018153989</c:v>
                </c:pt>
                <c:pt idx="747">
                  <c:v>2.8739015978644615</c:v>
                </c:pt>
                <c:pt idx="748">
                  <c:v>2.8744818176994666</c:v>
                </c:pt>
                <c:pt idx="749">
                  <c:v>2.8750612633917001</c:v>
                </c:pt>
                <c:pt idx="750">
                  <c:v>2.8756399370041685</c:v>
                </c:pt>
                <c:pt idx="751">
                  <c:v>2.8762178405916421</c:v>
                </c:pt>
                <c:pt idx="752">
                  <c:v>2.8767949762007006</c:v>
                </c:pt>
                <c:pt idx="753">
                  <c:v>2.8773713458697738</c:v>
                </c:pt>
                <c:pt idx="754">
                  <c:v>2.8779469516291885</c:v>
                </c:pt>
                <c:pt idx="755">
                  <c:v>2.8785217955012063</c:v>
                </c:pt>
                <c:pt idx="756">
                  <c:v>2.8790958795000727</c:v>
                </c:pt>
                <c:pt idx="757">
                  <c:v>2.8796692056320534</c:v>
                </c:pt>
                <c:pt idx="758">
                  <c:v>2.8802417758954801</c:v>
                </c:pt>
                <c:pt idx="759">
                  <c:v>2.8808135922807914</c:v>
                </c:pt>
                <c:pt idx="760">
                  <c:v>2.8813846567705728</c:v>
                </c:pt>
                <c:pt idx="761">
                  <c:v>2.8819549713396007</c:v>
                </c:pt>
                <c:pt idx="762">
                  <c:v>2.8825245379548803</c:v>
                </c:pt>
                <c:pt idx="763">
                  <c:v>2.8830933585756897</c:v>
                </c:pt>
                <c:pt idx="764">
                  <c:v>2.8836614351536176</c:v>
                </c:pt>
                <c:pt idx="765">
                  <c:v>2.8842287696326041</c:v>
                </c:pt>
                <c:pt idx="766">
                  <c:v>2.8847953639489812</c:v>
                </c:pt>
                <c:pt idx="767">
                  <c:v>2.8853612200315122</c:v>
                </c:pt>
                <c:pt idx="768">
                  <c:v>2.885926339801431</c:v>
                </c:pt>
                <c:pt idx="769">
                  <c:v>2.8864907251724818</c:v>
                </c:pt>
                <c:pt idx="770">
                  <c:v>2.8870543780509568</c:v>
                </c:pt>
                <c:pt idx="771">
                  <c:v>2.8876173003357359</c:v>
                </c:pt>
                <c:pt idx="772">
                  <c:v>2.888179493918325</c:v>
                </c:pt>
                <c:pt idx="773">
                  <c:v>2.8887409606828927</c:v>
                </c:pt>
                <c:pt idx="774">
                  <c:v>2.8893017025063101</c:v>
                </c:pt>
                <c:pt idx="775">
                  <c:v>2.8898617212581885</c:v>
                </c:pt>
                <c:pt idx="776">
                  <c:v>2.8904210188009141</c:v>
                </c:pt>
                <c:pt idx="777">
                  <c:v>2.890979596989689</c:v>
                </c:pt>
                <c:pt idx="778">
                  <c:v>2.8915374576725643</c:v>
                </c:pt>
                <c:pt idx="779">
                  <c:v>2.8920946026904804</c:v>
                </c:pt>
                <c:pt idx="780">
                  <c:v>2.8926510338773004</c:v>
                </c:pt>
                <c:pt idx="781">
                  <c:v>2.893206753059848</c:v>
                </c:pt>
                <c:pt idx="782">
                  <c:v>2.8937617620579434</c:v>
                </c:pt>
                <c:pt idx="783">
                  <c:v>2.8943160626844384</c:v>
                </c:pt>
                <c:pt idx="784">
                  <c:v>2.8948696567452528</c:v>
                </c:pt>
                <c:pt idx="785">
                  <c:v>2.8954225460394079</c:v>
                </c:pt>
                <c:pt idx="786">
                  <c:v>2.8959747323590648</c:v>
                </c:pt>
                <c:pt idx="787">
                  <c:v>2.8965262174895554</c:v>
                </c:pt>
                <c:pt idx="788">
                  <c:v>2.8970770032094202</c:v>
                </c:pt>
                <c:pt idx="789">
                  <c:v>2.8976270912904414</c:v>
                </c:pt>
                <c:pt idx="790">
                  <c:v>2.8981764834976764</c:v>
                </c:pt>
                <c:pt idx="791">
                  <c:v>2.8987251815894934</c:v>
                </c:pt>
                <c:pt idx="792">
                  <c:v>2.8992731873176036</c:v>
                </c:pt>
                <c:pt idx="793">
                  <c:v>2.8998205024270964</c:v>
                </c:pt>
                <c:pt idx="794">
                  <c:v>2.9003671286564705</c:v>
                </c:pt>
                <c:pt idx="795">
                  <c:v>2.9009130677376689</c:v>
                </c:pt>
                <c:pt idx="796">
                  <c:v>2.9014583213961123</c:v>
                </c:pt>
                <c:pt idx="797">
                  <c:v>2.9020028913507296</c:v>
                </c:pt>
                <c:pt idx="798">
                  <c:v>2.9025467793139912</c:v>
                </c:pt>
                <c:pt idx="799">
                  <c:v>2.9030899869919438</c:v>
                </c:pt>
                <c:pt idx="800">
                  <c:v>2.9036325160842376</c:v>
                </c:pt>
                <c:pt idx="801">
                  <c:v>2.9041743682841634</c:v>
                </c:pt>
                <c:pt idx="802">
                  <c:v>2.9047155452786808</c:v>
                </c:pt>
                <c:pt idx="803">
                  <c:v>2.9052560487484511</c:v>
                </c:pt>
                <c:pt idx="804">
                  <c:v>2.9057958803678687</c:v>
                </c:pt>
                <c:pt idx="805">
                  <c:v>2.9063350418050908</c:v>
                </c:pt>
                <c:pt idx="806">
                  <c:v>2.9068735347220702</c:v>
                </c:pt>
                <c:pt idx="807">
                  <c:v>2.907411360774586</c:v>
                </c:pt>
                <c:pt idx="808">
                  <c:v>2.9079485216122722</c:v>
                </c:pt>
                <c:pt idx="809">
                  <c:v>2.90848501887865</c:v>
                </c:pt>
                <c:pt idx="810">
                  <c:v>2.909020854211156</c:v>
                </c:pt>
                <c:pt idx="811">
                  <c:v>2.9095560292411755</c:v>
                </c:pt>
                <c:pt idx="812">
                  <c:v>2.910090545594068</c:v>
                </c:pt>
                <c:pt idx="813">
                  <c:v>2.9106244048892012</c:v>
                </c:pt>
                <c:pt idx="814">
                  <c:v>2.9111576087399764</c:v>
                </c:pt>
                <c:pt idx="815">
                  <c:v>2.9116901587538613</c:v>
                </c:pt>
                <c:pt idx="816">
                  <c:v>2.9122220565324155</c:v>
                </c:pt>
                <c:pt idx="817">
                  <c:v>2.9127533036713231</c:v>
                </c:pt>
                <c:pt idx="818">
                  <c:v>2.9132839017604186</c:v>
                </c:pt>
                <c:pt idx="819">
                  <c:v>2.9138138523837167</c:v>
                </c:pt>
                <c:pt idx="820">
                  <c:v>2.9143431571194407</c:v>
                </c:pt>
                <c:pt idx="821">
                  <c:v>2.9148718175400505</c:v>
                </c:pt>
                <c:pt idx="822">
                  <c:v>2.9153998352122699</c:v>
                </c:pt>
                <c:pt idx="823">
                  <c:v>2.9159272116971158</c:v>
                </c:pt>
                <c:pt idx="824">
                  <c:v>2.916453948549925</c:v>
                </c:pt>
                <c:pt idx="825">
                  <c:v>2.9169800473203824</c:v>
                </c:pt>
                <c:pt idx="826">
                  <c:v>2.9175055095525466</c:v>
                </c:pt>
                <c:pt idx="827">
                  <c:v>2.9180303367848803</c:v>
                </c:pt>
                <c:pt idx="828">
                  <c:v>2.9185545305502734</c:v>
                </c:pt>
                <c:pt idx="829">
                  <c:v>2.9190780923760737</c:v>
                </c:pt>
                <c:pt idx="830">
                  <c:v>2.9196010237841108</c:v>
                </c:pt>
                <c:pt idx="831">
                  <c:v>2.920123326290724</c:v>
                </c:pt>
                <c:pt idx="832">
                  <c:v>2.9206450014067875</c:v>
                </c:pt>
                <c:pt idx="833">
                  <c:v>2.9211660506377388</c:v>
                </c:pt>
                <c:pt idx="834">
                  <c:v>2.9216864754836021</c:v>
                </c:pt>
                <c:pt idx="835">
                  <c:v>2.9222062774390163</c:v>
                </c:pt>
                <c:pt idx="836">
                  <c:v>2.92272545799326</c:v>
                </c:pt>
                <c:pt idx="837">
                  <c:v>2.9232440186302764</c:v>
                </c:pt>
                <c:pt idx="838">
                  <c:v>2.9237619608287004</c:v>
                </c:pt>
                <c:pt idx="839">
                  <c:v>2.9242792860618816</c:v>
                </c:pt>
                <c:pt idx="840">
                  <c:v>2.9247959957979122</c:v>
                </c:pt>
                <c:pt idx="841">
                  <c:v>2.9253120914996495</c:v>
                </c:pt>
                <c:pt idx="842">
                  <c:v>2.9258275746247424</c:v>
                </c:pt>
                <c:pt idx="843">
                  <c:v>2.9263424466256551</c:v>
                </c:pt>
                <c:pt idx="844">
                  <c:v>2.9268567089496922</c:v>
                </c:pt>
                <c:pt idx="845">
                  <c:v>2.9273703630390235</c:v>
                </c:pt>
                <c:pt idx="846">
                  <c:v>2.9278834103307068</c:v>
                </c:pt>
                <c:pt idx="847">
                  <c:v>2.9283958522567137</c:v>
                </c:pt>
                <c:pt idx="848">
                  <c:v>2.9289076902439528</c:v>
                </c:pt>
                <c:pt idx="849">
                  <c:v>2.9294189257142929</c:v>
                </c:pt>
                <c:pt idx="850">
                  <c:v>2.929929560084588</c:v>
                </c:pt>
                <c:pt idx="851">
                  <c:v>2.9304395947667001</c:v>
                </c:pt>
                <c:pt idx="852">
                  <c:v>2.9309490311675228</c:v>
                </c:pt>
                <c:pt idx="853">
                  <c:v>2.9314578706890049</c:v>
                </c:pt>
                <c:pt idx="854">
                  <c:v>2.9319661147281728</c:v>
                </c:pt>
                <c:pt idx="855">
                  <c:v>2.932473764677153</c:v>
                </c:pt>
                <c:pt idx="856">
                  <c:v>2.9329808219231981</c:v>
                </c:pt>
                <c:pt idx="857">
                  <c:v>2.9334872878487053</c:v>
                </c:pt>
                <c:pt idx="858">
                  <c:v>2.9339931638312424</c:v>
                </c:pt>
                <c:pt idx="859">
                  <c:v>2.9344984512435679</c:v>
                </c:pt>
                <c:pt idx="860">
                  <c:v>2.935003151453655</c:v>
                </c:pt>
                <c:pt idx="861">
                  <c:v>2.9355072658247128</c:v>
                </c:pt>
                <c:pt idx="862">
                  <c:v>2.9360107957152097</c:v>
                </c:pt>
                <c:pt idx="863">
                  <c:v>2.9365137424788932</c:v>
                </c:pt>
                <c:pt idx="864">
                  <c:v>2.9370161074648142</c:v>
                </c:pt>
                <c:pt idx="865">
                  <c:v>2.9375178920173468</c:v>
                </c:pt>
                <c:pt idx="866">
                  <c:v>2.9380190974762104</c:v>
                </c:pt>
                <c:pt idx="867">
                  <c:v>2.9385197251764921</c:v>
                </c:pt>
                <c:pt idx="868">
                  <c:v>2.9390197764486663</c:v>
                </c:pt>
                <c:pt idx="869">
                  <c:v>2.9395192526186187</c:v>
                </c:pt>
                <c:pt idx="870">
                  <c:v>2.9400181550076634</c:v>
                </c:pt>
                <c:pt idx="871">
                  <c:v>2.9405164849325671</c:v>
                </c:pt>
                <c:pt idx="872">
                  <c:v>2.9410142437055695</c:v>
                </c:pt>
                <c:pt idx="873">
                  <c:v>2.9415114326344032</c:v>
                </c:pt>
                <c:pt idx="874">
                  <c:v>2.9420080530223132</c:v>
                </c:pt>
                <c:pt idx="875">
                  <c:v>2.9425041061680806</c:v>
                </c:pt>
                <c:pt idx="876">
                  <c:v>2.9429995933660407</c:v>
                </c:pt>
                <c:pt idx="877">
                  <c:v>2.9434945159061026</c:v>
                </c:pt>
                <c:pt idx="878">
                  <c:v>2.9439888750737717</c:v>
                </c:pt>
                <c:pt idx="879">
                  <c:v>2.9444826721501687</c:v>
                </c:pt>
                <c:pt idx="880">
                  <c:v>2.9449759084120477</c:v>
                </c:pt>
                <c:pt idx="881">
                  <c:v>2.9454685851318199</c:v>
                </c:pt>
                <c:pt idx="882">
                  <c:v>2.9459607035775686</c:v>
                </c:pt>
                <c:pt idx="883">
                  <c:v>2.9464522650130731</c:v>
                </c:pt>
                <c:pt idx="884">
                  <c:v>2.9469432706978256</c:v>
                </c:pt>
                <c:pt idx="885">
                  <c:v>2.9474337218870508</c:v>
                </c:pt>
                <c:pt idx="886">
                  <c:v>2.9479236198317262</c:v>
                </c:pt>
                <c:pt idx="887">
                  <c:v>2.9484129657786009</c:v>
                </c:pt>
                <c:pt idx="888">
                  <c:v>2.9489017609702137</c:v>
                </c:pt>
                <c:pt idx="889">
                  <c:v>2.9493900066449128</c:v>
                </c:pt>
                <c:pt idx="890">
                  <c:v>2.9498777040368749</c:v>
                </c:pt>
                <c:pt idx="891">
                  <c:v>2.9503648543761232</c:v>
                </c:pt>
                <c:pt idx="892">
                  <c:v>2.9508514588885464</c:v>
                </c:pt>
                <c:pt idx="893">
                  <c:v>2.9513375187959179</c:v>
                </c:pt>
                <c:pt idx="894">
                  <c:v>2.9518230353159121</c:v>
                </c:pt>
                <c:pt idx="895">
                  <c:v>2.9523080096621253</c:v>
                </c:pt>
                <c:pt idx="896">
                  <c:v>2.9527924430440922</c:v>
                </c:pt>
                <c:pt idx="897">
                  <c:v>2.9532763366673045</c:v>
                </c:pt>
                <c:pt idx="898">
                  <c:v>2.9537596917332287</c:v>
                </c:pt>
                <c:pt idx="899">
                  <c:v>2.9542425094393248</c:v>
                </c:pt>
                <c:pt idx="900">
                  <c:v>2.9547247909790628</c:v>
                </c:pt>
                <c:pt idx="901">
                  <c:v>2.9552065375419416</c:v>
                </c:pt>
                <c:pt idx="902">
                  <c:v>2.9556877503135057</c:v>
                </c:pt>
                <c:pt idx="903">
                  <c:v>2.9561684304753633</c:v>
                </c:pt>
                <c:pt idx="904">
                  <c:v>2.9566485792052033</c:v>
                </c:pt>
                <c:pt idx="905">
                  <c:v>2.9571281976768131</c:v>
                </c:pt>
                <c:pt idx="906">
                  <c:v>2.9576072870600951</c:v>
                </c:pt>
                <c:pt idx="907">
                  <c:v>2.958085848521085</c:v>
                </c:pt>
                <c:pt idx="908">
                  <c:v>2.9585638832219674</c:v>
                </c:pt>
                <c:pt idx="909">
                  <c:v>2.9590413923210934</c:v>
                </c:pt>
                <c:pt idx="910">
                  <c:v>2.9595183769729982</c:v>
                </c:pt>
                <c:pt idx="911">
                  <c:v>2.959994838328416</c:v>
                </c:pt>
                <c:pt idx="912">
                  <c:v>2.9604707775342991</c:v>
                </c:pt>
                <c:pt idx="913">
                  <c:v>2.9609461957338312</c:v>
                </c:pt>
                <c:pt idx="914">
                  <c:v>2.9614210940664485</c:v>
                </c:pt>
                <c:pt idx="915">
                  <c:v>2.9618954736678504</c:v>
                </c:pt>
                <c:pt idx="916">
                  <c:v>2.9623693356700209</c:v>
                </c:pt>
                <c:pt idx="917">
                  <c:v>2.9628426812012423</c:v>
                </c:pt>
                <c:pt idx="918">
                  <c:v>2.9633155113861114</c:v>
                </c:pt>
                <c:pt idx="919">
                  <c:v>2.9637878273455551</c:v>
                </c:pt>
                <c:pt idx="920">
                  <c:v>2.9642596301968491</c:v>
                </c:pt>
                <c:pt idx="921">
                  <c:v>2.9647309210536292</c:v>
                </c:pt>
                <c:pt idx="922">
                  <c:v>2.965201701025912</c:v>
                </c:pt>
                <c:pt idx="923">
                  <c:v>2.9656719712201065</c:v>
                </c:pt>
                <c:pt idx="924">
                  <c:v>2.9661417327390325</c:v>
                </c:pt>
                <c:pt idx="925">
                  <c:v>2.9666109866819341</c:v>
                </c:pt>
                <c:pt idx="926">
                  <c:v>2.9670797341444972</c:v>
                </c:pt>
                <c:pt idx="927">
                  <c:v>2.9675479762188619</c:v>
                </c:pt>
                <c:pt idx="928">
                  <c:v>2.9680157139936418</c:v>
                </c:pt>
                <c:pt idx="929">
                  <c:v>2.9684829485539352</c:v>
                </c:pt>
                <c:pt idx="930">
                  <c:v>2.9689496809813427</c:v>
                </c:pt>
                <c:pt idx="931">
                  <c:v>2.9694159123539814</c:v>
                </c:pt>
                <c:pt idx="932">
                  <c:v>2.9698816437465001</c:v>
                </c:pt>
                <c:pt idx="933">
                  <c:v>2.9703468762300935</c:v>
                </c:pt>
                <c:pt idx="934">
                  <c:v>2.9708116108725178</c:v>
                </c:pt>
                <c:pt idx="935">
                  <c:v>2.971275848738105</c:v>
                </c:pt>
                <c:pt idx="936">
                  <c:v>2.9717395908877782</c:v>
                </c:pt>
                <c:pt idx="937">
                  <c:v>2.9722028383790646</c:v>
                </c:pt>
                <c:pt idx="938">
                  <c:v>2.9726655922661109</c:v>
                </c:pt>
                <c:pt idx="939">
                  <c:v>2.9731278535996988</c:v>
                </c:pt>
                <c:pt idx="940">
                  <c:v>2.973589623427257</c:v>
                </c:pt>
                <c:pt idx="941">
                  <c:v>2.9740509027928774</c:v>
                </c:pt>
                <c:pt idx="942">
                  <c:v>2.9745116927373285</c:v>
                </c:pt>
                <c:pt idx="943">
                  <c:v>2.9749719942980688</c:v>
                </c:pt>
                <c:pt idx="944">
                  <c:v>2.975431808509263</c:v>
                </c:pt>
                <c:pt idx="945">
                  <c:v>2.9758911364017928</c:v>
                </c:pt>
                <c:pt idx="946">
                  <c:v>2.9763499790032735</c:v>
                </c:pt>
                <c:pt idx="947">
                  <c:v>2.976808337338066</c:v>
                </c:pt>
                <c:pt idx="948">
                  <c:v>2.9772662124272928</c:v>
                </c:pt>
                <c:pt idx="949">
                  <c:v>2.9777236052888476</c:v>
                </c:pt>
                <c:pt idx="950">
                  <c:v>2.9781805169374138</c:v>
                </c:pt>
                <c:pt idx="951">
                  <c:v>2.9786369483844743</c:v>
                </c:pt>
                <c:pt idx="952">
                  <c:v>2.9790929006383262</c:v>
                </c:pt>
                <c:pt idx="953">
                  <c:v>2.9795483747040952</c:v>
                </c:pt>
                <c:pt idx="954">
                  <c:v>2.9800033715837464</c:v>
                </c:pt>
                <c:pt idx="955">
                  <c:v>2.9804578922761</c:v>
                </c:pt>
                <c:pt idx="956">
                  <c:v>2.9809119377768436</c:v>
                </c:pt>
                <c:pt idx="957">
                  <c:v>2.9813655090785445</c:v>
                </c:pt>
                <c:pt idx="958">
                  <c:v>2.9818186071706636</c:v>
                </c:pt>
                <c:pt idx="959">
                  <c:v>2.9822712330395684</c:v>
                </c:pt>
                <c:pt idx="960">
                  <c:v>2.9827233876685453</c:v>
                </c:pt>
                <c:pt idx="961">
                  <c:v>2.9831750720378132</c:v>
                </c:pt>
                <c:pt idx="962">
                  <c:v>2.9836262871245345</c:v>
                </c:pt>
                <c:pt idx="963">
                  <c:v>2.9840770339028309</c:v>
                </c:pt>
                <c:pt idx="964">
                  <c:v>2.9845273133437926</c:v>
                </c:pt>
                <c:pt idx="965">
                  <c:v>2.9849771264154934</c:v>
                </c:pt>
                <c:pt idx="966">
                  <c:v>2.9854264740830017</c:v>
                </c:pt>
                <c:pt idx="967">
                  <c:v>2.9858753573083936</c:v>
                </c:pt>
                <c:pt idx="968">
                  <c:v>2.9863237770507651</c:v>
                </c:pt>
                <c:pt idx="969">
                  <c:v>2.9867717342662448</c:v>
                </c:pt>
                <c:pt idx="970">
                  <c:v>2.9872192299080047</c:v>
                </c:pt>
                <c:pt idx="971">
                  <c:v>2.9876662649262746</c:v>
                </c:pt>
                <c:pt idx="972">
                  <c:v>2.9881128402683519</c:v>
                </c:pt>
                <c:pt idx="973">
                  <c:v>2.9885589568786157</c:v>
                </c:pt>
                <c:pt idx="974">
                  <c:v>2.989004615698537</c:v>
                </c:pt>
                <c:pt idx="975">
                  <c:v>2.9894498176666917</c:v>
                </c:pt>
                <c:pt idx="976">
                  <c:v>2.989894563718773</c:v>
                </c:pt>
                <c:pt idx="977">
                  <c:v>2.9903388547876015</c:v>
                </c:pt>
                <c:pt idx="978">
                  <c:v>2.9907826918031377</c:v>
                </c:pt>
                <c:pt idx="979">
                  <c:v>2.9912260756924947</c:v>
                </c:pt>
                <c:pt idx="980">
                  <c:v>2.9916690073799486</c:v>
                </c:pt>
                <c:pt idx="981">
                  <c:v>2.9921114877869495</c:v>
                </c:pt>
                <c:pt idx="982">
                  <c:v>2.9925535178321354</c:v>
                </c:pt>
                <c:pt idx="983">
                  <c:v>2.9929950984313414</c:v>
                </c:pt>
                <c:pt idx="984">
                  <c:v>2.9934362304976116</c:v>
                </c:pt>
                <c:pt idx="985">
                  <c:v>2.993876914941211</c:v>
                </c:pt>
                <c:pt idx="986">
                  <c:v>2.9943171526696366</c:v>
                </c:pt>
                <c:pt idx="987">
                  <c:v>2.9947569445876283</c:v>
                </c:pt>
                <c:pt idx="988">
                  <c:v>2.9951962915971793</c:v>
                </c:pt>
                <c:pt idx="989">
                  <c:v>2.9956351945975501</c:v>
                </c:pt>
                <c:pt idx="990">
                  <c:v>2.9960736544852753</c:v>
                </c:pt>
                <c:pt idx="991">
                  <c:v>2.9965116721541785</c:v>
                </c:pt>
                <c:pt idx="992">
                  <c:v>2.996949248495381</c:v>
                </c:pt>
                <c:pt idx="993">
                  <c:v>2.9973863843973132</c:v>
                </c:pt>
                <c:pt idx="994">
                  <c:v>2.9978230807457256</c:v>
                </c:pt>
                <c:pt idx="995">
                  <c:v>2.9982593384236988</c:v>
                </c:pt>
                <c:pt idx="996">
                  <c:v>2.9986951583116559</c:v>
                </c:pt>
                <c:pt idx="997">
                  <c:v>2.999130541287371</c:v>
                </c:pt>
                <c:pt idx="998">
                  <c:v>2.9995654882259823</c:v>
                </c:pt>
                <c:pt idx="999">
                  <c:v>3</c:v>
                </c:pt>
                <c:pt idx="1000">
                  <c:v>3.0004340774793188</c:v>
                </c:pt>
              </c:numCache>
            </c:numRef>
          </c:xVal>
          <c:yVal>
            <c:numRef>
              <c:f>Magic_graph_data1!$E$2:$E$1002</c:f>
              <c:numCache>
                <c:formatCode>General</c:formatCode>
                <c:ptCount val="1001"/>
                <c:pt idx="0">
                  <c:v>0.88170000000000004</c:v>
                </c:pt>
                <c:pt idx="1">
                  <c:v>0.88170000000000004</c:v>
                </c:pt>
                <c:pt idx="2">
                  <c:v>0.87224000000000002</c:v>
                </c:pt>
                <c:pt idx="3">
                  <c:v>0.87224000000000002</c:v>
                </c:pt>
                <c:pt idx="4">
                  <c:v>0.87224000000000002</c:v>
                </c:pt>
                <c:pt idx="5">
                  <c:v>0.87224000000000002</c:v>
                </c:pt>
                <c:pt idx="6">
                  <c:v>0.87065999999999999</c:v>
                </c:pt>
                <c:pt idx="7">
                  <c:v>0.87065999999999999</c:v>
                </c:pt>
                <c:pt idx="8">
                  <c:v>0.87065999999999999</c:v>
                </c:pt>
                <c:pt idx="9">
                  <c:v>0.87434000000000001</c:v>
                </c:pt>
                <c:pt idx="10">
                  <c:v>0.87487000000000004</c:v>
                </c:pt>
                <c:pt idx="11">
                  <c:v>0.87487000000000004</c:v>
                </c:pt>
                <c:pt idx="12">
                  <c:v>0.87487000000000004</c:v>
                </c:pt>
                <c:pt idx="13">
                  <c:v>0.87224000000000002</c:v>
                </c:pt>
                <c:pt idx="14">
                  <c:v>0.87224000000000002</c:v>
                </c:pt>
                <c:pt idx="15">
                  <c:v>0.87224000000000002</c:v>
                </c:pt>
                <c:pt idx="16">
                  <c:v>0.87224000000000002</c:v>
                </c:pt>
                <c:pt idx="17">
                  <c:v>0.86856</c:v>
                </c:pt>
                <c:pt idx="18">
                  <c:v>0.86856</c:v>
                </c:pt>
                <c:pt idx="19">
                  <c:v>0.87170999999999998</c:v>
                </c:pt>
                <c:pt idx="20">
                  <c:v>0.87170999999999998</c:v>
                </c:pt>
                <c:pt idx="21">
                  <c:v>0.87170999999999998</c:v>
                </c:pt>
                <c:pt idx="22">
                  <c:v>0.87170999999999998</c:v>
                </c:pt>
                <c:pt idx="23">
                  <c:v>0.86751</c:v>
                </c:pt>
                <c:pt idx="24">
                  <c:v>0.87592000000000003</c:v>
                </c:pt>
                <c:pt idx="25">
                  <c:v>0.87592000000000003</c:v>
                </c:pt>
                <c:pt idx="26">
                  <c:v>0.87592000000000003</c:v>
                </c:pt>
                <c:pt idx="27">
                  <c:v>0.87592000000000003</c:v>
                </c:pt>
                <c:pt idx="28">
                  <c:v>0.87592000000000003</c:v>
                </c:pt>
                <c:pt idx="29">
                  <c:v>0.87592000000000003</c:v>
                </c:pt>
                <c:pt idx="30">
                  <c:v>0.87592000000000003</c:v>
                </c:pt>
                <c:pt idx="31">
                  <c:v>0.87592000000000003</c:v>
                </c:pt>
                <c:pt idx="32">
                  <c:v>0.87592000000000003</c:v>
                </c:pt>
                <c:pt idx="33">
                  <c:v>0.87592000000000003</c:v>
                </c:pt>
                <c:pt idx="34">
                  <c:v>0.87592000000000003</c:v>
                </c:pt>
                <c:pt idx="35">
                  <c:v>0.87592000000000003</c:v>
                </c:pt>
                <c:pt idx="36">
                  <c:v>0.87592000000000003</c:v>
                </c:pt>
                <c:pt idx="37">
                  <c:v>0.87592000000000003</c:v>
                </c:pt>
                <c:pt idx="38">
                  <c:v>0.87592000000000003</c:v>
                </c:pt>
                <c:pt idx="39">
                  <c:v>0.87592000000000003</c:v>
                </c:pt>
                <c:pt idx="40">
                  <c:v>0.87592000000000003</c:v>
                </c:pt>
                <c:pt idx="41">
                  <c:v>0.87592000000000003</c:v>
                </c:pt>
                <c:pt idx="42">
                  <c:v>0.87592000000000003</c:v>
                </c:pt>
                <c:pt idx="43">
                  <c:v>0.87592000000000003</c:v>
                </c:pt>
                <c:pt idx="44">
                  <c:v>0.87592000000000003</c:v>
                </c:pt>
                <c:pt idx="45">
                  <c:v>0.87592000000000003</c:v>
                </c:pt>
                <c:pt idx="46">
                  <c:v>0.87592000000000003</c:v>
                </c:pt>
                <c:pt idx="47">
                  <c:v>0.87592000000000003</c:v>
                </c:pt>
                <c:pt idx="48">
                  <c:v>0.87592000000000003</c:v>
                </c:pt>
                <c:pt idx="49">
                  <c:v>0.87592000000000003</c:v>
                </c:pt>
                <c:pt idx="50">
                  <c:v>0.87592000000000003</c:v>
                </c:pt>
                <c:pt idx="51">
                  <c:v>0.87592000000000003</c:v>
                </c:pt>
                <c:pt idx="52">
                  <c:v>0.87592000000000003</c:v>
                </c:pt>
                <c:pt idx="53">
                  <c:v>0.87592000000000003</c:v>
                </c:pt>
                <c:pt idx="54">
                  <c:v>0.87592000000000003</c:v>
                </c:pt>
                <c:pt idx="55">
                  <c:v>0.87592000000000003</c:v>
                </c:pt>
                <c:pt idx="56">
                  <c:v>0.87592000000000003</c:v>
                </c:pt>
                <c:pt idx="57">
                  <c:v>0.87802000000000002</c:v>
                </c:pt>
                <c:pt idx="58">
                  <c:v>0.87802000000000002</c:v>
                </c:pt>
                <c:pt idx="59">
                  <c:v>0.87802000000000002</c:v>
                </c:pt>
                <c:pt idx="60">
                  <c:v>0.87802000000000002</c:v>
                </c:pt>
                <c:pt idx="61">
                  <c:v>0.87802000000000002</c:v>
                </c:pt>
                <c:pt idx="62">
                  <c:v>0.87802000000000002</c:v>
                </c:pt>
                <c:pt idx="63">
                  <c:v>0.87802000000000002</c:v>
                </c:pt>
                <c:pt idx="64">
                  <c:v>0.87802000000000002</c:v>
                </c:pt>
                <c:pt idx="65">
                  <c:v>0.87802000000000002</c:v>
                </c:pt>
                <c:pt idx="66">
                  <c:v>0.87802000000000002</c:v>
                </c:pt>
                <c:pt idx="67">
                  <c:v>0.87802000000000002</c:v>
                </c:pt>
                <c:pt idx="68">
                  <c:v>0.87802000000000002</c:v>
                </c:pt>
                <c:pt idx="69">
                  <c:v>0.87802000000000002</c:v>
                </c:pt>
                <c:pt idx="70">
                  <c:v>0.87802000000000002</c:v>
                </c:pt>
                <c:pt idx="71">
                  <c:v>0.87802000000000002</c:v>
                </c:pt>
                <c:pt idx="72">
                  <c:v>0.87802000000000002</c:v>
                </c:pt>
                <c:pt idx="73">
                  <c:v>0.87802000000000002</c:v>
                </c:pt>
                <c:pt idx="74">
                  <c:v>0.87802000000000002</c:v>
                </c:pt>
                <c:pt idx="75">
                  <c:v>0.87802000000000002</c:v>
                </c:pt>
                <c:pt idx="76">
                  <c:v>0.87802000000000002</c:v>
                </c:pt>
                <c:pt idx="77">
                  <c:v>0.87802000000000002</c:v>
                </c:pt>
                <c:pt idx="78">
                  <c:v>0.87802000000000002</c:v>
                </c:pt>
                <c:pt idx="79">
                  <c:v>0.87802000000000002</c:v>
                </c:pt>
                <c:pt idx="80">
                  <c:v>0.87802000000000002</c:v>
                </c:pt>
                <c:pt idx="81">
                  <c:v>0.87802000000000002</c:v>
                </c:pt>
                <c:pt idx="82">
                  <c:v>0.87802000000000002</c:v>
                </c:pt>
                <c:pt idx="83">
                  <c:v>0.87802000000000002</c:v>
                </c:pt>
                <c:pt idx="84">
                  <c:v>0.87802000000000002</c:v>
                </c:pt>
                <c:pt idx="85">
                  <c:v>0.87802000000000002</c:v>
                </c:pt>
                <c:pt idx="86">
                  <c:v>0.87802000000000002</c:v>
                </c:pt>
                <c:pt idx="87">
                  <c:v>0.87802000000000002</c:v>
                </c:pt>
                <c:pt idx="88">
                  <c:v>0.87802000000000002</c:v>
                </c:pt>
                <c:pt idx="89">
                  <c:v>0.87802000000000002</c:v>
                </c:pt>
                <c:pt idx="90">
                  <c:v>0.87802000000000002</c:v>
                </c:pt>
                <c:pt idx="91">
                  <c:v>0.87802000000000002</c:v>
                </c:pt>
                <c:pt idx="92">
                  <c:v>0.87802000000000002</c:v>
                </c:pt>
                <c:pt idx="93">
                  <c:v>0.87802000000000002</c:v>
                </c:pt>
                <c:pt idx="94">
                  <c:v>0.87802000000000002</c:v>
                </c:pt>
                <c:pt idx="95">
                  <c:v>0.87802000000000002</c:v>
                </c:pt>
                <c:pt idx="96">
                  <c:v>0.87802000000000002</c:v>
                </c:pt>
                <c:pt idx="97">
                  <c:v>0.87802000000000002</c:v>
                </c:pt>
                <c:pt idx="98">
                  <c:v>0.87802000000000002</c:v>
                </c:pt>
                <c:pt idx="99">
                  <c:v>0.87802000000000002</c:v>
                </c:pt>
                <c:pt idx="100">
                  <c:v>0.87802000000000002</c:v>
                </c:pt>
                <c:pt idx="101">
                  <c:v>0.87802000000000002</c:v>
                </c:pt>
                <c:pt idx="102">
                  <c:v>0.87802000000000002</c:v>
                </c:pt>
                <c:pt idx="103">
                  <c:v>0.87802000000000002</c:v>
                </c:pt>
                <c:pt idx="104">
                  <c:v>0.87802000000000002</c:v>
                </c:pt>
                <c:pt idx="105">
                  <c:v>0.87802000000000002</c:v>
                </c:pt>
                <c:pt idx="106">
                  <c:v>0.87802000000000002</c:v>
                </c:pt>
                <c:pt idx="107">
                  <c:v>0.87802000000000002</c:v>
                </c:pt>
                <c:pt idx="108">
                  <c:v>0.87802000000000002</c:v>
                </c:pt>
                <c:pt idx="109">
                  <c:v>0.87802000000000002</c:v>
                </c:pt>
                <c:pt idx="110">
                  <c:v>0.87802000000000002</c:v>
                </c:pt>
                <c:pt idx="111">
                  <c:v>0.87802000000000002</c:v>
                </c:pt>
                <c:pt idx="112">
                  <c:v>0.87802000000000002</c:v>
                </c:pt>
                <c:pt idx="113">
                  <c:v>0.87802000000000002</c:v>
                </c:pt>
                <c:pt idx="114">
                  <c:v>0.87802000000000002</c:v>
                </c:pt>
                <c:pt idx="115">
                  <c:v>0.87802000000000002</c:v>
                </c:pt>
                <c:pt idx="116">
                  <c:v>0.87802000000000002</c:v>
                </c:pt>
                <c:pt idx="117">
                  <c:v>0.87802000000000002</c:v>
                </c:pt>
                <c:pt idx="118">
                  <c:v>0.87802000000000002</c:v>
                </c:pt>
                <c:pt idx="119">
                  <c:v>0.87802000000000002</c:v>
                </c:pt>
                <c:pt idx="120">
                  <c:v>0.87802000000000002</c:v>
                </c:pt>
                <c:pt idx="121">
                  <c:v>0.87802000000000002</c:v>
                </c:pt>
                <c:pt idx="122">
                  <c:v>0.87802000000000002</c:v>
                </c:pt>
                <c:pt idx="123">
                  <c:v>0.87802000000000002</c:v>
                </c:pt>
                <c:pt idx="124">
                  <c:v>0.87802000000000002</c:v>
                </c:pt>
                <c:pt idx="125">
                  <c:v>0.87802000000000002</c:v>
                </c:pt>
                <c:pt idx="126">
                  <c:v>0.87802000000000002</c:v>
                </c:pt>
                <c:pt idx="127">
                  <c:v>0.87802000000000002</c:v>
                </c:pt>
                <c:pt idx="128">
                  <c:v>0.87802000000000002</c:v>
                </c:pt>
                <c:pt idx="129">
                  <c:v>0.87802000000000002</c:v>
                </c:pt>
                <c:pt idx="130">
                  <c:v>0.87802000000000002</c:v>
                </c:pt>
                <c:pt idx="131">
                  <c:v>0.87802000000000002</c:v>
                </c:pt>
                <c:pt idx="132">
                  <c:v>0.87802000000000002</c:v>
                </c:pt>
                <c:pt idx="133">
                  <c:v>0.87802000000000002</c:v>
                </c:pt>
                <c:pt idx="134">
                  <c:v>0.87802000000000002</c:v>
                </c:pt>
                <c:pt idx="135">
                  <c:v>0.87802000000000002</c:v>
                </c:pt>
                <c:pt idx="136">
                  <c:v>0.87802000000000002</c:v>
                </c:pt>
                <c:pt idx="137">
                  <c:v>0.87802000000000002</c:v>
                </c:pt>
                <c:pt idx="138">
                  <c:v>0.87802000000000002</c:v>
                </c:pt>
                <c:pt idx="139">
                  <c:v>0.87802000000000002</c:v>
                </c:pt>
                <c:pt idx="140">
                  <c:v>0.87802000000000002</c:v>
                </c:pt>
                <c:pt idx="141">
                  <c:v>0.87802000000000002</c:v>
                </c:pt>
                <c:pt idx="142">
                  <c:v>0.87802000000000002</c:v>
                </c:pt>
                <c:pt idx="143">
                  <c:v>0.87802000000000002</c:v>
                </c:pt>
                <c:pt idx="144">
                  <c:v>0.87802000000000002</c:v>
                </c:pt>
                <c:pt idx="145">
                  <c:v>0.87802000000000002</c:v>
                </c:pt>
                <c:pt idx="146">
                  <c:v>0.87802000000000002</c:v>
                </c:pt>
                <c:pt idx="147">
                  <c:v>0.87802000000000002</c:v>
                </c:pt>
                <c:pt idx="148">
                  <c:v>0.87802000000000002</c:v>
                </c:pt>
                <c:pt idx="149">
                  <c:v>0.87802000000000002</c:v>
                </c:pt>
                <c:pt idx="150">
                  <c:v>0.87802000000000002</c:v>
                </c:pt>
                <c:pt idx="151">
                  <c:v>0.87802000000000002</c:v>
                </c:pt>
                <c:pt idx="152">
                  <c:v>0.87802000000000002</c:v>
                </c:pt>
                <c:pt idx="153">
                  <c:v>0.87802000000000002</c:v>
                </c:pt>
                <c:pt idx="154">
                  <c:v>0.87802000000000002</c:v>
                </c:pt>
                <c:pt idx="155">
                  <c:v>0.87802000000000002</c:v>
                </c:pt>
                <c:pt idx="156">
                  <c:v>0.87802000000000002</c:v>
                </c:pt>
                <c:pt idx="157">
                  <c:v>0.87802000000000002</c:v>
                </c:pt>
                <c:pt idx="158">
                  <c:v>0.87802000000000002</c:v>
                </c:pt>
                <c:pt idx="159">
                  <c:v>0.87802000000000002</c:v>
                </c:pt>
                <c:pt idx="160">
                  <c:v>0.87802000000000002</c:v>
                </c:pt>
                <c:pt idx="161">
                  <c:v>0.87802000000000002</c:v>
                </c:pt>
                <c:pt idx="162">
                  <c:v>0.87802000000000002</c:v>
                </c:pt>
                <c:pt idx="163">
                  <c:v>0.87802000000000002</c:v>
                </c:pt>
                <c:pt idx="164">
                  <c:v>0.87749999999999995</c:v>
                </c:pt>
                <c:pt idx="165">
                  <c:v>0.87749999999999995</c:v>
                </c:pt>
                <c:pt idx="166">
                  <c:v>0.87749999999999995</c:v>
                </c:pt>
                <c:pt idx="167">
                  <c:v>0.87749999999999995</c:v>
                </c:pt>
                <c:pt idx="168">
                  <c:v>0.87749999999999995</c:v>
                </c:pt>
                <c:pt idx="169">
                  <c:v>0.87749999999999995</c:v>
                </c:pt>
                <c:pt idx="170">
                  <c:v>0.87749999999999995</c:v>
                </c:pt>
                <c:pt idx="171">
                  <c:v>0.87749999999999995</c:v>
                </c:pt>
                <c:pt idx="172">
                  <c:v>0.87749999999999995</c:v>
                </c:pt>
                <c:pt idx="173">
                  <c:v>0.87749999999999995</c:v>
                </c:pt>
                <c:pt idx="174">
                  <c:v>0.87749999999999995</c:v>
                </c:pt>
                <c:pt idx="175">
                  <c:v>0.87749999999999995</c:v>
                </c:pt>
                <c:pt idx="176">
                  <c:v>0.87749999999999995</c:v>
                </c:pt>
                <c:pt idx="177">
                  <c:v>0.87749999999999995</c:v>
                </c:pt>
                <c:pt idx="178">
                  <c:v>0.87749999999999995</c:v>
                </c:pt>
                <c:pt idx="179">
                  <c:v>0.87749999999999995</c:v>
                </c:pt>
                <c:pt idx="180">
                  <c:v>0.87749999999999995</c:v>
                </c:pt>
                <c:pt idx="181">
                  <c:v>0.87749999999999995</c:v>
                </c:pt>
                <c:pt idx="182">
                  <c:v>0.87749999999999995</c:v>
                </c:pt>
                <c:pt idx="183">
                  <c:v>0.87749999999999995</c:v>
                </c:pt>
                <c:pt idx="184">
                  <c:v>0.87749999999999995</c:v>
                </c:pt>
                <c:pt idx="185">
                  <c:v>0.87749999999999995</c:v>
                </c:pt>
                <c:pt idx="186">
                  <c:v>0.87749999999999995</c:v>
                </c:pt>
                <c:pt idx="187">
                  <c:v>0.87749999999999995</c:v>
                </c:pt>
                <c:pt idx="188">
                  <c:v>0.87749999999999995</c:v>
                </c:pt>
                <c:pt idx="189">
                  <c:v>0.87749999999999995</c:v>
                </c:pt>
                <c:pt idx="190">
                  <c:v>0.87749999999999995</c:v>
                </c:pt>
                <c:pt idx="191">
                  <c:v>0.87749999999999995</c:v>
                </c:pt>
                <c:pt idx="192">
                  <c:v>0.87749999999999995</c:v>
                </c:pt>
                <c:pt idx="193">
                  <c:v>0.87749999999999995</c:v>
                </c:pt>
                <c:pt idx="194">
                  <c:v>0.87749999999999995</c:v>
                </c:pt>
                <c:pt idx="195">
                  <c:v>0.87749999999999995</c:v>
                </c:pt>
                <c:pt idx="196">
                  <c:v>0.87749999999999995</c:v>
                </c:pt>
                <c:pt idx="197">
                  <c:v>0.87749999999999995</c:v>
                </c:pt>
                <c:pt idx="198">
                  <c:v>0.87749999999999995</c:v>
                </c:pt>
                <c:pt idx="199">
                  <c:v>0.87749999999999995</c:v>
                </c:pt>
                <c:pt idx="200">
                  <c:v>0.87749999999999995</c:v>
                </c:pt>
                <c:pt idx="201">
                  <c:v>0.87749999999999995</c:v>
                </c:pt>
                <c:pt idx="202">
                  <c:v>0.87749999999999995</c:v>
                </c:pt>
                <c:pt idx="203">
                  <c:v>0.87749999999999995</c:v>
                </c:pt>
                <c:pt idx="204">
                  <c:v>0.87749999999999995</c:v>
                </c:pt>
                <c:pt idx="205">
                  <c:v>0.87749999999999995</c:v>
                </c:pt>
                <c:pt idx="206">
                  <c:v>0.87749999999999995</c:v>
                </c:pt>
                <c:pt idx="207">
                  <c:v>0.87749999999999995</c:v>
                </c:pt>
                <c:pt idx="208">
                  <c:v>0.87749999999999995</c:v>
                </c:pt>
                <c:pt idx="209">
                  <c:v>0.87749999999999995</c:v>
                </c:pt>
                <c:pt idx="210">
                  <c:v>0.87749999999999995</c:v>
                </c:pt>
                <c:pt idx="211">
                  <c:v>0.87749999999999995</c:v>
                </c:pt>
                <c:pt idx="212">
                  <c:v>0.87749999999999995</c:v>
                </c:pt>
                <c:pt idx="213">
                  <c:v>0.87749999999999995</c:v>
                </c:pt>
                <c:pt idx="214">
                  <c:v>0.87749999999999995</c:v>
                </c:pt>
                <c:pt idx="215">
                  <c:v>0.87749999999999995</c:v>
                </c:pt>
                <c:pt idx="216">
                  <c:v>0.87749999999999995</c:v>
                </c:pt>
                <c:pt idx="217">
                  <c:v>0.87749999999999995</c:v>
                </c:pt>
                <c:pt idx="218">
                  <c:v>0.87749999999999995</c:v>
                </c:pt>
                <c:pt idx="219">
                  <c:v>0.87749999999999995</c:v>
                </c:pt>
                <c:pt idx="220">
                  <c:v>0.87749999999999995</c:v>
                </c:pt>
                <c:pt idx="221">
                  <c:v>0.87749999999999995</c:v>
                </c:pt>
                <c:pt idx="222">
                  <c:v>0.87749999999999995</c:v>
                </c:pt>
                <c:pt idx="223">
                  <c:v>0.87749999999999995</c:v>
                </c:pt>
                <c:pt idx="224">
                  <c:v>0.87749999999999995</c:v>
                </c:pt>
                <c:pt idx="225">
                  <c:v>0.87749999999999995</c:v>
                </c:pt>
                <c:pt idx="226">
                  <c:v>0.87749999999999995</c:v>
                </c:pt>
                <c:pt idx="227">
                  <c:v>0.87749999999999995</c:v>
                </c:pt>
                <c:pt idx="228">
                  <c:v>0.87749999999999995</c:v>
                </c:pt>
                <c:pt idx="229">
                  <c:v>0.87749999999999995</c:v>
                </c:pt>
                <c:pt idx="230">
                  <c:v>0.87749999999999995</c:v>
                </c:pt>
                <c:pt idx="231">
                  <c:v>0.87749999999999995</c:v>
                </c:pt>
                <c:pt idx="232">
                  <c:v>0.87749999999999995</c:v>
                </c:pt>
                <c:pt idx="233">
                  <c:v>0.87749999999999995</c:v>
                </c:pt>
                <c:pt idx="234">
                  <c:v>0.87749999999999995</c:v>
                </c:pt>
                <c:pt idx="235">
                  <c:v>0.87749999999999995</c:v>
                </c:pt>
                <c:pt idx="236">
                  <c:v>0.87749999999999995</c:v>
                </c:pt>
                <c:pt idx="237">
                  <c:v>0.87749999999999995</c:v>
                </c:pt>
                <c:pt idx="238">
                  <c:v>0.87749999999999995</c:v>
                </c:pt>
                <c:pt idx="239">
                  <c:v>0.87749999999999995</c:v>
                </c:pt>
                <c:pt idx="240">
                  <c:v>0.87749999999999995</c:v>
                </c:pt>
                <c:pt idx="241">
                  <c:v>0.87749999999999995</c:v>
                </c:pt>
                <c:pt idx="242">
                  <c:v>0.87749999999999995</c:v>
                </c:pt>
                <c:pt idx="243">
                  <c:v>0.87749999999999995</c:v>
                </c:pt>
                <c:pt idx="244">
                  <c:v>0.87749999999999995</c:v>
                </c:pt>
                <c:pt idx="245">
                  <c:v>0.87749999999999995</c:v>
                </c:pt>
                <c:pt idx="246">
                  <c:v>0.87749999999999995</c:v>
                </c:pt>
                <c:pt idx="247">
                  <c:v>0.87749999999999995</c:v>
                </c:pt>
                <c:pt idx="248">
                  <c:v>0.87749999999999995</c:v>
                </c:pt>
                <c:pt idx="249">
                  <c:v>0.87749999999999995</c:v>
                </c:pt>
                <c:pt idx="250">
                  <c:v>0.87749999999999995</c:v>
                </c:pt>
                <c:pt idx="251">
                  <c:v>0.87749999999999995</c:v>
                </c:pt>
                <c:pt idx="252">
                  <c:v>0.87749999999999995</c:v>
                </c:pt>
                <c:pt idx="253">
                  <c:v>0.87749999999999995</c:v>
                </c:pt>
                <c:pt idx="254">
                  <c:v>0.87749999999999995</c:v>
                </c:pt>
                <c:pt idx="255">
                  <c:v>0.87749999999999995</c:v>
                </c:pt>
                <c:pt idx="256">
                  <c:v>0.87749999999999995</c:v>
                </c:pt>
                <c:pt idx="257">
                  <c:v>0.87749999999999995</c:v>
                </c:pt>
                <c:pt idx="258">
                  <c:v>0.87749999999999995</c:v>
                </c:pt>
                <c:pt idx="259">
                  <c:v>0.87749999999999995</c:v>
                </c:pt>
                <c:pt idx="260">
                  <c:v>0.87749999999999995</c:v>
                </c:pt>
                <c:pt idx="261">
                  <c:v>0.87749999999999995</c:v>
                </c:pt>
                <c:pt idx="262">
                  <c:v>0.87749999999999995</c:v>
                </c:pt>
                <c:pt idx="263">
                  <c:v>0.87749999999999995</c:v>
                </c:pt>
                <c:pt idx="264">
                  <c:v>0.87749999999999995</c:v>
                </c:pt>
                <c:pt idx="265">
                  <c:v>0.87749999999999995</c:v>
                </c:pt>
                <c:pt idx="266">
                  <c:v>0.87749999999999995</c:v>
                </c:pt>
                <c:pt idx="267">
                  <c:v>0.87749999999999995</c:v>
                </c:pt>
                <c:pt idx="268">
                  <c:v>0.87749999999999995</c:v>
                </c:pt>
                <c:pt idx="269">
                  <c:v>0.87749999999999995</c:v>
                </c:pt>
                <c:pt idx="270">
                  <c:v>0.87749999999999995</c:v>
                </c:pt>
                <c:pt idx="271">
                  <c:v>0.87749999999999995</c:v>
                </c:pt>
                <c:pt idx="272">
                  <c:v>0.87749999999999995</c:v>
                </c:pt>
                <c:pt idx="273">
                  <c:v>0.87749999999999995</c:v>
                </c:pt>
                <c:pt idx="274">
                  <c:v>0.87749999999999995</c:v>
                </c:pt>
                <c:pt idx="275">
                  <c:v>0.87749999999999995</c:v>
                </c:pt>
                <c:pt idx="276">
                  <c:v>0.87749999999999995</c:v>
                </c:pt>
                <c:pt idx="277">
                  <c:v>0.87749999999999995</c:v>
                </c:pt>
                <c:pt idx="278">
                  <c:v>0.87749999999999995</c:v>
                </c:pt>
                <c:pt idx="279">
                  <c:v>0.87749999999999995</c:v>
                </c:pt>
                <c:pt idx="280">
                  <c:v>0.87749999999999995</c:v>
                </c:pt>
                <c:pt idx="281">
                  <c:v>0.87749999999999995</c:v>
                </c:pt>
                <c:pt idx="282">
                  <c:v>0.87749999999999995</c:v>
                </c:pt>
                <c:pt idx="283">
                  <c:v>0.87749999999999995</c:v>
                </c:pt>
                <c:pt idx="284">
                  <c:v>0.87749999999999995</c:v>
                </c:pt>
                <c:pt idx="285">
                  <c:v>0.87749999999999995</c:v>
                </c:pt>
                <c:pt idx="286">
                  <c:v>0.87749999999999995</c:v>
                </c:pt>
                <c:pt idx="287">
                  <c:v>0.87749999999999995</c:v>
                </c:pt>
                <c:pt idx="288">
                  <c:v>0.87749999999999995</c:v>
                </c:pt>
                <c:pt idx="289">
                  <c:v>0.87749999999999995</c:v>
                </c:pt>
                <c:pt idx="290">
                  <c:v>0.87749999999999995</c:v>
                </c:pt>
                <c:pt idx="291">
                  <c:v>0.87749999999999995</c:v>
                </c:pt>
                <c:pt idx="292">
                  <c:v>0.87749999999999995</c:v>
                </c:pt>
                <c:pt idx="293">
                  <c:v>0.87749999999999995</c:v>
                </c:pt>
                <c:pt idx="294">
                  <c:v>0.87749999999999995</c:v>
                </c:pt>
                <c:pt idx="295">
                  <c:v>0.87749999999999995</c:v>
                </c:pt>
                <c:pt idx="296">
                  <c:v>0.87749999999999995</c:v>
                </c:pt>
                <c:pt idx="297">
                  <c:v>0.87749999999999995</c:v>
                </c:pt>
                <c:pt idx="298">
                  <c:v>0.87749999999999995</c:v>
                </c:pt>
                <c:pt idx="299">
                  <c:v>0.87749999999999995</c:v>
                </c:pt>
                <c:pt idx="300">
                  <c:v>0.87749999999999995</c:v>
                </c:pt>
                <c:pt idx="301">
                  <c:v>0.87749999999999995</c:v>
                </c:pt>
                <c:pt idx="302">
                  <c:v>0.87749999999999995</c:v>
                </c:pt>
                <c:pt idx="303">
                  <c:v>0.87749999999999995</c:v>
                </c:pt>
                <c:pt idx="304">
                  <c:v>0.87749999999999995</c:v>
                </c:pt>
                <c:pt idx="305">
                  <c:v>0.87749999999999995</c:v>
                </c:pt>
                <c:pt idx="306">
                  <c:v>0.87749999999999995</c:v>
                </c:pt>
                <c:pt idx="307">
                  <c:v>0.87749999999999995</c:v>
                </c:pt>
                <c:pt idx="308">
                  <c:v>0.87749999999999995</c:v>
                </c:pt>
                <c:pt idx="309">
                  <c:v>0.87749999999999995</c:v>
                </c:pt>
                <c:pt idx="310">
                  <c:v>0.87749999999999995</c:v>
                </c:pt>
                <c:pt idx="311">
                  <c:v>0.87749999999999995</c:v>
                </c:pt>
                <c:pt idx="312">
                  <c:v>0.87749999999999995</c:v>
                </c:pt>
                <c:pt idx="313">
                  <c:v>0.87749999999999995</c:v>
                </c:pt>
                <c:pt idx="314">
                  <c:v>0.87749999999999995</c:v>
                </c:pt>
                <c:pt idx="315">
                  <c:v>0.87749999999999995</c:v>
                </c:pt>
                <c:pt idx="316">
                  <c:v>0.87749999999999995</c:v>
                </c:pt>
                <c:pt idx="317">
                  <c:v>0.87749999999999995</c:v>
                </c:pt>
                <c:pt idx="318">
                  <c:v>0.87749999999999995</c:v>
                </c:pt>
                <c:pt idx="319">
                  <c:v>0.87749999999999995</c:v>
                </c:pt>
                <c:pt idx="320">
                  <c:v>0.87749999999999995</c:v>
                </c:pt>
                <c:pt idx="321">
                  <c:v>0.87749999999999995</c:v>
                </c:pt>
                <c:pt idx="322">
                  <c:v>0.87749999999999995</c:v>
                </c:pt>
                <c:pt idx="323">
                  <c:v>0.87749999999999995</c:v>
                </c:pt>
                <c:pt idx="324">
                  <c:v>0.87749999999999995</c:v>
                </c:pt>
                <c:pt idx="325">
                  <c:v>0.87749999999999995</c:v>
                </c:pt>
                <c:pt idx="326">
                  <c:v>0.87749999999999995</c:v>
                </c:pt>
                <c:pt idx="327">
                  <c:v>0.87749999999999995</c:v>
                </c:pt>
                <c:pt idx="328">
                  <c:v>0.87749999999999995</c:v>
                </c:pt>
                <c:pt idx="329">
                  <c:v>0.87749999999999995</c:v>
                </c:pt>
                <c:pt idx="330">
                  <c:v>0.87749999999999995</c:v>
                </c:pt>
                <c:pt idx="331">
                  <c:v>0.87749999999999995</c:v>
                </c:pt>
                <c:pt idx="332">
                  <c:v>0.87749999999999995</c:v>
                </c:pt>
                <c:pt idx="333">
                  <c:v>0.87749999999999995</c:v>
                </c:pt>
                <c:pt idx="334">
                  <c:v>0.87749999999999995</c:v>
                </c:pt>
                <c:pt idx="335">
                  <c:v>0.87749999999999995</c:v>
                </c:pt>
                <c:pt idx="336">
                  <c:v>0.87749999999999995</c:v>
                </c:pt>
                <c:pt idx="337">
                  <c:v>0.87749999999999995</c:v>
                </c:pt>
                <c:pt idx="338">
                  <c:v>0.87749999999999995</c:v>
                </c:pt>
                <c:pt idx="339">
                  <c:v>0.87749999999999995</c:v>
                </c:pt>
                <c:pt idx="340">
                  <c:v>0.87749999999999995</c:v>
                </c:pt>
                <c:pt idx="341">
                  <c:v>0.87749999999999995</c:v>
                </c:pt>
                <c:pt idx="342">
                  <c:v>0.87749999999999995</c:v>
                </c:pt>
                <c:pt idx="343">
                  <c:v>0.87749999999999995</c:v>
                </c:pt>
                <c:pt idx="344">
                  <c:v>0.87749999999999995</c:v>
                </c:pt>
                <c:pt idx="345">
                  <c:v>0.87749999999999995</c:v>
                </c:pt>
                <c:pt idx="346">
                  <c:v>0.87749999999999995</c:v>
                </c:pt>
                <c:pt idx="347">
                  <c:v>0.87749999999999995</c:v>
                </c:pt>
                <c:pt idx="348">
                  <c:v>0.87749999999999995</c:v>
                </c:pt>
                <c:pt idx="349">
                  <c:v>0.87749999999999995</c:v>
                </c:pt>
                <c:pt idx="350">
                  <c:v>0.87749999999999995</c:v>
                </c:pt>
                <c:pt idx="351">
                  <c:v>0.87749999999999995</c:v>
                </c:pt>
                <c:pt idx="352">
                  <c:v>0.87749999999999995</c:v>
                </c:pt>
                <c:pt idx="353">
                  <c:v>0.87749999999999995</c:v>
                </c:pt>
                <c:pt idx="354">
                  <c:v>0.87749999999999995</c:v>
                </c:pt>
                <c:pt idx="355">
                  <c:v>0.87749999999999995</c:v>
                </c:pt>
                <c:pt idx="356">
                  <c:v>0.87749999999999995</c:v>
                </c:pt>
                <c:pt idx="357">
                  <c:v>0.87749999999999995</c:v>
                </c:pt>
                <c:pt idx="358">
                  <c:v>0.87749999999999995</c:v>
                </c:pt>
                <c:pt idx="359">
                  <c:v>0.87749999999999995</c:v>
                </c:pt>
                <c:pt idx="360">
                  <c:v>0.87749999999999995</c:v>
                </c:pt>
                <c:pt idx="361">
                  <c:v>0.87749999999999995</c:v>
                </c:pt>
                <c:pt idx="362">
                  <c:v>0.87749999999999995</c:v>
                </c:pt>
                <c:pt idx="363">
                  <c:v>0.87749999999999995</c:v>
                </c:pt>
                <c:pt idx="364">
                  <c:v>0.87749999999999995</c:v>
                </c:pt>
                <c:pt idx="365">
                  <c:v>0.87749999999999995</c:v>
                </c:pt>
                <c:pt idx="366">
                  <c:v>0.87749999999999995</c:v>
                </c:pt>
                <c:pt idx="367">
                  <c:v>0.87749999999999995</c:v>
                </c:pt>
                <c:pt idx="368">
                  <c:v>0.87749999999999995</c:v>
                </c:pt>
                <c:pt idx="369">
                  <c:v>0.87749999999999995</c:v>
                </c:pt>
                <c:pt idx="370">
                  <c:v>0.87749999999999995</c:v>
                </c:pt>
                <c:pt idx="371">
                  <c:v>0.87749999999999995</c:v>
                </c:pt>
                <c:pt idx="372">
                  <c:v>0.87749999999999995</c:v>
                </c:pt>
                <c:pt idx="373">
                  <c:v>0.87749999999999995</c:v>
                </c:pt>
                <c:pt idx="374">
                  <c:v>0.87749999999999995</c:v>
                </c:pt>
                <c:pt idx="375">
                  <c:v>0.87749999999999995</c:v>
                </c:pt>
                <c:pt idx="376">
                  <c:v>0.87749999999999995</c:v>
                </c:pt>
                <c:pt idx="377">
                  <c:v>0.87749999999999995</c:v>
                </c:pt>
                <c:pt idx="378">
                  <c:v>0.87749999999999995</c:v>
                </c:pt>
                <c:pt idx="379">
                  <c:v>0.87749999999999995</c:v>
                </c:pt>
                <c:pt idx="380">
                  <c:v>0.87749999999999995</c:v>
                </c:pt>
                <c:pt idx="381">
                  <c:v>0.87749999999999995</c:v>
                </c:pt>
                <c:pt idx="382">
                  <c:v>0.87749999999999995</c:v>
                </c:pt>
                <c:pt idx="383">
                  <c:v>0.87749999999999995</c:v>
                </c:pt>
                <c:pt idx="384">
                  <c:v>0.87749999999999995</c:v>
                </c:pt>
                <c:pt idx="385">
                  <c:v>0.87749999999999995</c:v>
                </c:pt>
                <c:pt idx="386">
                  <c:v>0.87749999999999995</c:v>
                </c:pt>
                <c:pt idx="387">
                  <c:v>0.87749999999999995</c:v>
                </c:pt>
                <c:pt idx="388">
                  <c:v>0.87749999999999995</c:v>
                </c:pt>
                <c:pt idx="389">
                  <c:v>0.87749999999999995</c:v>
                </c:pt>
                <c:pt idx="390">
                  <c:v>0.87749999999999995</c:v>
                </c:pt>
                <c:pt idx="391">
                  <c:v>0.87749999999999995</c:v>
                </c:pt>
                <c:pt idx="392">
                  <c:v>0.87749999999999995</c:v>
                </c:pt>
                <c:pt idx="393">
                  <c:v>0.87749999999999995</c:v>
                </c:pt>
                <c:pt idx="394">
                  <c:v>0.87749999999999995</c:v>
                </c:pt>
                <c:pt idx="395">
                  <c:v>0.87749999999999995</c:v>
                </c:pt>
                <c:pt idx="396">
                  <c:v>0.87749999999999995</c:v>
                </c:pt>
                <c:pt idx="397">
                  <c:v>0.87749999999999995</c:v>
                </c:pt>
                <c:pt idx="398">
                  <c:v>0.87749999999999995</c:v>
                </c:pt>
                <c:pt idx="399">
                  <c:v>0.87749999999999995</c:v>
                </c:pt>
                <c:pt idx="400">
                  <c:v>0.87749999999999995</c:v>
                </c:pt>
                <c:pt idx="401">
                  <c:v>0.87749999999999995</c:v>
                </c:pt>
                <c:pt idx="402">
                  <c:v>0.87749999999999995</c:v>
                </c:pt>
                <c:pt idx="403">
                  <c:v>0.87749999999999995</c:v>
                </c:pt>
                <c:pt idx="404">
                  <c:v>0.87749999999999995</c:v>
                </c:pt>
                <c:pt idx="405">
                  <c:v>0.87749999999999995</c:v>
                </c:pt>
                <c:pt idx="406">
                  <c:v>0.87749999999999995</c:v>
                </c:pt>
                <c:pt idx="407">
                  <c:v>0.87749999999999995</c:v>
                </c:pt>
                <c:pt idx="408">
                  <c:v>0.87749999999999995</c:v>
                </c:pt>
                <c:pt idx="409">
                  <c:v>0.87749999999999995</c:v>
                </c:pt>
                <c:pt idx="410">
                  <c:v>0.87749999999999995</c:v>
                </c:pt>
                <c:pt idx="411">
                  <c:v>0.87749999999999995</c:v>
                </c:pt>
                <c:pt idx="412">
                  <c:v>0.87749999999999995</c:v>
                </c:pt>
                <c:pt idx="413">
                  <c:v>0.87749999999999995</c:v>
                </c:pt>
                <c:pt idx="414">
                  <c:v>0.87749999999999995</c:v>
                </c:pt>
                <c:pt idx="415">
                  <c:v>0.87749999999999995</c:v>
                </c:pt>
                <c:pt idx="416">
                  <c:v>0.87749999999999995</c:v>
                </c:pt>
                <c:pt idx="417">
                  <c:v>0.87749999999999995</c:v>
                </c:pt>
                <c:pt idx="418">
                  <c:v>0.87749999999999995</c:v>
                </c:pt>
                <c:pt idx="419">
                  <c:v>0.87749999999999995</c:v>
                </c:pt>
                <c:pt idx="420">
                  <c:v>0.87749999999999995</c:v>
                </c:pt>
                <c:pt idx="421">
                  <c:v>0.87749999999999995</c:v>
                </c:pt>
                <c:pt idx="422">
                  <c:v>0.87749999999999995</c:v>
                </c:pt>
                <c:pt idx="423">
                  <c:v>0.87749999999999995</c:v>
                </c:pt>
                <c:pt idx="424">
                  <c:v>0.87749999999999995</c:v>
                </c:pt>
                <c:pt idx="425">
                  <c:v>0.87749999999999995</c:v>
                </c:pt>
                <c:pt idx="426">
                  <c:v>0.87749999999999995</c:v>
                </c:pt>
                <c:pt idx="427">
                  <c:v>0.87749999999999995</c:v>
                </c:pt>
                <c:pt idx="428">
                  <c:v>0.87749999999999995</c:v>
                </c:pt>
                <c:pt idx="429">
                  <c:v>0.87749999999999995</c:v>
                </c:pt>
                <c:pt idx="430">
                  <c:v>0.87749999999999995</c:v>
                </c:pt>
                <c:pt idx="431">
                  <c:v>0.87749999999999995</c:v>
                </c:pt>
                <c:pt idx="432">
                  <c:v>0.87749999999999995</c:v>
                </c:pt>
                <c:pt idx="433">
                  <c:v>0.87749999999999995</c:v>
                </c:pt>
                <c:pt idx="434">
                  <c:v>0.87749999999999995</c:v>
                </c:pt>
                <c:pt idx="435">
                  <c:v>0.87749999999999995</c:v>
                </c:pt>
                <c:pt idx="436">
                  <c:v>0.87749999999999995</c:v>
                </c:pt>
                <c:pt idx="437">
                  <c:v>0.87749999999999995</c:v>
                </c:pt>
                <c:pt idx="438">
                  <c:v>0.87749999999999995</c:v>
                </c:pt>
                <c:pt idx="439">
                  <c:v>0.87749999999999995</c:v>
                </c:pt>
                <c:pt idx="440">
                  <c:v>0.87749999999999995</c:v>
                </c:pt>
                <c:pt idx="441">
                  <c:v>0.87749999999999995</c:v>
                </c:pt>
                <c:pt idx="442">
                  <c:v>0.87749999999999995</c:v>
                </c:pt>
                <c:pt idx="443">
                  <c:v>0.87749999999999995</c:v>
                </c:pt>
                <c:pt idx="444">
                  <c:v>0.87749999999999995</c:v>
                </c:pt>
                <c:pt idx="445">
                  <c:v>0.87749999999999995</c:v>
                </c:pt>
                <c:pt idx="446">
                  <c:v>0.87749999999999995</c:v>
                </c:pt>
                <c:pt idx="447">
                  <c:v>0.87749999999999995</c:v>
                </c:pt>
                <c:pt idx="448">
                  <c:v>0.87749999999999995</c:v>
                </c:pt>
                <c:pt idx="449">
                  <c:v>0.87749999999999995</c:v>
                </c:pt>
                <c:pt idx="450">
                  <c:v>0.87749999999999995</c:v>
                </c:pt>
                <c:pt idx="451">
                  <c:v>0.87749999999999995</c:v>
                </c:pt>
                <c:pt idx="452">
                  <c:v>0.87749999999999995</c:v>
                </c:pt>
                <c:pt idx="453">
                  <c:v>0.87749999999999995</c:v>
                </c:pt>
                <c:pt idx="454">
                  <c:v>0.87749999999999995</c:v>
                </c:pt>
                <c:pt idx="455">
                  <c:v>0.87749999999999995</c:v>
                </c:pt>
                <c:pt idx="456">
                  <c:v>0.87749999999999995</c:v>
                </c:pt>
                <c:pt idx="457">
                  <c:v>0.87749999999999995</c:v>
                </c:pt>
                <c:pt idx="458">
                  <c:v>0.87749999999999995</c:v>
                </c:pt>
                <c:pt idx="459">
                  <c:v>0.87749999999999995</c:v>
                </c:pt>
                <c:pt idx="460">
                  <c:v>0.87749999999999995</c:v>
                </c:pt>
                <c:pt idx="461">
                  <c:v>0.87749999999999995</c:v>
                </c:pt>
                <c:pt idx="462">
                  <c:v>0.87749999999999995</c:v>
                </c:pt>
                <c:pt idx="463">
                  <c:v>0.87749999999999995</c:v>
                </c:pt>
                <c:pt idx="464">
                  <c:v>0.87749999999999995</c:v>
                </c:pt>
                <c:pt idx="465">
                  <c:v>0.87749999999999995</c:v>
                </c:pt>
                <c:pt idx="466">
                  <c:v>0.87749999999999995</c:v>
                </c:pt>
                <c:pt idx="467">
                  <c:v>0.87749999999999995</c:v>
                </c:pt>
                <c:pt idx="468">
                  <c:v>0.87749999999999995</c:v>
                </c:pt>
                <c:pt idx="469">
                  <c:v>0.87749999999999995</c:v>
                </c:pt>
                <c:pt idx="470">
                  <c:v>0.87749999999999995</c:v>
                </c:pt>
                <c:pt idx="471">
                  <c:v>0.87749999999999995</c:v>
                </c:pt>
                <c:pt idx="472">
                  <c:v>0.87749999999999995</c:v>
                </c:pt>
                <c:pt idx="473">
                  <c:v>0.87749999999999995</c:v>
                </c:pt>
                <c:pt idx="474">
                  <c:v>0.87749999999999995</c:v>
                </c:pt>
                <c:pt idx="475">
                  <c:v>0.87749999999999995</c:v>
                </c:pt>
                <c:pt idx="476">
                  <c:v>0.87749999999999995</c:v>
                </c:pt>
                <c:pt idx="477">
                  <c:v>0.87749999999999995</c:v>
                </c:pt>
                <c:pt idx="478">
                  <c:v>0.87749999999999995</c:v>
                </c:pt>
                <c:pt idx="479">
                  <c:v>0.87749999999999995</c:v>
                </c:pt>
                <c:pt idx="480">
                  <c:v>0.87749999999999995</c:v>
                </c:pt>
                <c:pt idx="481">
                  <c:v>0.87749999999999995</c:v>
                </c:pt>
                <c:pt idx="482">
                  <c:v>0.87749999999999995</c:v>
                </c:pt>
                <c:pt idx="483">
                  <c:v>0.87749999999999995</c:v>
                </c:pt>
                <c:pt idx="484">
                  <c:v>0.87749999999999995</c:v>
                </c:pt>
                <c:pt idx="485">
                  <c:v>0.87749999999999995</c:v>
                </c:pt>
                <c:pt idx="486">
                  <c:v>0.87749999999999995</c:v>
                </c:pt>
                <c:pt idx="487">
                  <c:v>0.87749999999999995</c:v>
                </c:pt>
                <c:pt idx="488">
                  <c:v>0.87749999999999995</c:v>
                </c:pt>
                <c:pt idx="489">
                  <c:v>0.87749999999999995</c:v>
                </c:pt>
                <c:pt idx="490">
                  <c:v>0.87749999999999995</c:v>
                </c:pt>
                <c:pt idx="491">
                  <c:v>0.87749999999999995</c:v>
                </c:pt>
                <c:pt idx="492">
                  <c:v>0.87749999999999995</c:v>
                </c:pt>
                <c:pt idx="493">
                  <c:v>0.87749999999999995</c:v>
                </c:pt>
                <c:pt idx="494">
                  <c:v>0.87749999999999995</c:v>
                </c:pt>
                <c:pt idx="495">
                  <c:v>0.87749999999999995</c:v>
                </c:pt>
                <c:pt idx="496">
                  <c:v>0.87749999999999995</c:v>
                </c:pt>
                <c:pt idx="497">
                  <c:v>0.87749999999999995</c:v>
                </c:pt>
                <c:pt idx="498">
                  <c:v>0.87749999999999995</c:v>
                </c:pt>
                <c:pt idx="499">
                  <c:v>0.87749999999999995</c:v>
                </c:pt>
                <c:pt idx="500">
                  <c:v>0.87749999999999995</c:v>
                </c:pt>
                <c:pt idx="501">
                  <c:v>0.87749999999999995</c:v>
                </c:pt>
                <c:pt idx="502">
                  <c:v>0.87749999999999995</c:v>
                </c:pt>
                <c:pt idx="503">
                  <c:v>0.87749999999999995</c:v>
                </c:pt>
                <c:pt idx="504">
                  <c:v>0.87749999999999995</c:v>
                </c:pt>
                <c:pt idx="505">
                  <c:v>0.87749999999999995</c:v>
                </c:pt>
                <c:pt idx="506">
                  <c:v>0.87749999999999995</c:v>
                </c:pt>
                <c:pt idx="507">
                  <c:v>0.87749999999999995</c:v>
                </c:pt>
                <c:pt idx="508">
                  <c:v>0.87749999999999995</c:v>
                </c:pt>
                <c:pt idx="509">
                  <c:v>0.87749999999999995</c:v>
                </c:pt>
                <c:pt idx="510">
                  <c:v>0.87749999999999995</c:v>
                </c:pt>
                <c:pt idx="511">
                  <c:v>0.87749999999999995</c:v>
                </c:pt>
                <c:pt idx="512">
                  <c:v>0.87749999999999995</c:v>
                </c:pt>
                <c:pt idx="513">
                  <c:v>0.87749999999999995</c:v>
                </c:pt>
                <c:pt idx="514">
                  <c:v>0.87749999999999995</c:v>
                </c:pt>
                <c:pt idx="515">
                  <c:v>0.87749999999999995</c:v>
                </c:pt>
                <c:pt idx="516">
                  <c:v>0.87749999999999995</c:v>
                </c:pt>
                <c:pt idx="517">
                  <c:v>0.87749999999999995</c:v>
                </c:pt>
                <c:pt idx="518">
                  <c:v>0.87749999999999995</c:v>
                </c:pt>
                <c:pt idx="519">
                  <c:v>0.87749999999999995</c:v>
                </c:pt>
                <c:pt idx="520">
                  <c:v>0.87749999999999995</c:v>
                </c:pt>
                <c:pt idx="521">
                  <c:v>0.87749999999999995</c:v>
                </c:pt>
                <c:pt idx="522">
                  <c:v>0.87749999999999995</c:v>
                </c:pt>
                <c:pt idx="523">
                  <c:v>0.87749999999999995</c:v>
                </c:pt>
                <c:pt idx="524">
                  <c:v>0.87749999999999995</c:v>
                </c:pt>
                <c:pt idx="525">
                  <c:v>0.87749999999999995</c:v>
                </c:pt>
                <c:pt idx="526">
                  <c:v>0.87749999999999995</c:v>
                </c:pt>
                <c:pt idx="527">
                  <c:v>0.87749999999999995</c:v>
                </c:pt>
                <c:pt idx="528">
                  <c:v>0.87749999999999995</c:v>
                </c:pt>
                <c:pt idx="529">
                  <c:v>0.87749999999999995</c:v>
                </c:pt>
                <c:pt idx="530">
                  <c:v>0.87749999999999995</c:v>
                </c:pt>
                <c:pt idx="531">
                  <c:v>0.87749999999999995</c:v>
                </c:pt>
                <c:pt idx="532">
                  <c:v>0.87749999999999995</c:v>
                </c:pt>
                <c:pt idx="533">
                  <c:v>0.87749999999999995</c:v>
                </c:pt>
                <c:pt idx="534">
                  <c:v>0.87749999999999995</c:v>
                </c:pt>
                <c:pt idx="535">
                  <c:v>0.87749999999999995</c:v>
                </c:pt>
                <c:pt idx="536">
                  <c:v>0.87749999999999995</c:v>
                </c:pt>
                <c:pt idx="537">
                  <c:v>0.87749999999999995</c:v>
                </c:pt>
                <c:pt idx="538">
                  <c:v>0.87749999999999995</c:v>
                </c:pt>
                <c:pt idx="539">
                  <c:v>0.87749999999999995</c:v>
                </c:pt>
                <c:pt idx="540">
                  <c:v>0.87749999999999995</c:v>
                </c:pt>
                <c:pt idx="541">
                  <c:v>0.87749999999999995</c:v>
                </c:pt>
                <c:pt idx="542">
                  <c:v>0.87749999999999995</c:v>
                </c:pt>
                <c:pt idx="543">
                  <c:v>0.87749999999999995</c:v>
                </c:pt>
                <c:pt idx="544">
                  <c:v>0.87749999999999995</c:v>
                </c:pt>
                <c:pt idx="545">
                  <c:v>0.87749999999999995</c:v>
                </c:pt>
                <c:pt idx="546">
                  <c:v>0.87749999999999995</c:v>
                </c:pt>
                <c:pt idx="547">
                  <c:v>0.87749999999999995</c:v>
                </c:pt>
                <c:pt idx="548">
                  <c:v>0.87749999999999995</c:v>
                </c:pt>
                <c:pt idx="549">
                  <c:v>0.87749999999999995</c:v>
                </c:pt>
                <c:pt idx="550">
                  <c:v>0.87749999999999995</c:v>
                </c:pt>
                <c:pt idx="551">
                  <c:v>0.87749999999999995</c:v>
                </c:pt>
                <c:pt idx="552">
                  <c:v>0.87749999999999995</c:v>
                </c:pt>
                <c:pt idx="553">
                  <c:v>0.87749999999999995</c:v>
                </c:pt>
                <c:pt idx="554">
                  <c:v>0.87749999999999995</c:v>
                </c:pt>
                <c:pt idx="555">
                  <c:v>0.87749999999999995</c:v>
                </c:pt>
                <c:pt idx="556">
                  <c:v>0.87749999999999995</c:v>
                </c:pt>
                <c:pt idx="557">
                  <c:v>0.87749999999999995</c:v>
                </c:pt>
                <c:pt idx="558">
                  <c:v>0.87749999999999995</c:v>
                </c:pt>
                <c:pt idx="559">
                  <c:v>0.87749999999999995</c:v>
                </c:pt>
                <c:pt idx="560">
                  <c:v>0.87749999999999995</c:v>
                </c:pt>
                <c:pt idx="561">
                  <c:v>0.87749999999999995</c:v>
                </c:pt>
                <c:pt idx="562">
                  <c:v>0.87749999999999995</c:v>
                </c:pt>
                <c:pt idx="563">
                  <c:v>0.87749999999999995</c:v>
                </c:pt>
                <c:pt idx="564">
                  <c:v>0.87749999999999995</c:v>
                </c:pt>
                <c:pt idx="565">
                  <c:v>0.87749999999999995</c:v>
                </c:pt>
                <c:pt idx="566">
                  <c:v>0.87749999999999995</c:v>
                </c:pt>
                <c:pt idx="567">
                  <c:v>0.87749999999999995</c:v>
                </c:pt>
                <c:pt idx="568">
                  <c:v>0.87749999999999995</c:v>
                </c:pt>
                <c:pt idx="569">
                  <c:v>0.87749999999999995</c:v>
                </c:pt>
                <c:pt idx="570">
                  <c:v>0.87749999999999995</c:v>
                </c:pt>
                <c:pt idx="571">
                  <c:v>0.87749999999999995</c:v>
                </c:pt>
                <c:pt idx="572">
                  <c:v>0.87749999999999995</c:v>
                </c:pt>
                <c:pt idx="573">
                  <c:v>0.87749999999999995</c:v>
                </c:pt>
                <c:pt idx="574">
                  <c:v>0.87749999999999995</c:v>
                </c:pt>
                <c:pt idx="575">
                  <c:v>0.87749999999999995</c:v>
                </c:pt>
                <c:pt idx="576">
                  <c:v>0.87749999999999995</c:v>
                </c:pt>
                <c:pt idx="577">
                  <c:v>0.87749999999999995</c:v>
                </c:pt>
                <c:pt idx="578">
                  <c:v>0.87749999999999995</c:v>
                </c:pt>
                <c:pt idx="579">
                  <c:v>0.87749999999999995</c:v>
                </c:pt>
                <c:pt idx="580">
                  <c:v>0.87749999999999995</c:v>
                </c:pt>
                <c:pt idx="581">
                  <c:v>0.87749999999999995</c:v>
                </c:pt>
                <c:pt idx="582">
                  <c:v>0.87749999999999995</c:v>
                </c:pt>
                <c:pt idx="583">
                  <c:v>0.87749999999999995</c:v>
                </c:pt>
                <c:pt idx="584">
                  <c:v>0.87749999999999995</c:v>
                </c:pt>
                <c:pt idx="585">
                  <c:v>0.87749999999999995</c:v>
                </c:pt>
                <c:pt idx="586">
                  <c:v>0.87749999999999995</c:v>
                </c:pt>
                <c:pt idx="587">
                  <c:v>0.87749999999999995</c:v>
                </c:pt>
                <c:pt idx="588">
                  <c:v>0.87749999999999995</c:v>
                </c:pt>
                <c:pt idx="589">
                  <c:v>0.87749999999999995</c:v>
                </c:pt>
                <c:pt idx="590">
                  <c:v>0.87749999999999995</c:v>
                </c:pt>
                <c:pt idx="591">
                  <c:v>0.87749999999999995</c:v>
                </c:pt>
                <c:pt idx="592">
                  <c:v>0.87749999999999995</c:v>
                </c:pt>
                <c:pt idx="593">
                  <c:v>0.87749999999999995</c:v>
                </c:pt>
                <c:pt idx="594">
                  <c:v>0.87749999999999995</c:v>
                </c:pt>
                <c:pt idx="595">
                  <c:v>0.87749999999999995</c:v>
                </c:pt>
                <c:pt idx="596">
                  <c:v>0.87749999999999995</c:v>
                </c:pt>
                <c:pt idx="597">
                  <c:v>0.87749999999999995</c:v>
                </c:pt>
                <c:pt idx="598">
                  <c:v>0.87749999999999995</c:v>
                </c:pt>
                <c:pt idx="599">
                  <c:v>0.87749999999999995</c:v>
                </c:pt>
                <c:pt idx="600">
                  <c:v>0.87749999999999995</c:v>
                </c:pt>
                <c:pt idx="601">
                  <c:v>0.87749999999999995</c:v>
                </c:pt>
                <c:pt idx="602">
                  <c:v>0.87749999999999995</c:v>
                </c:pt>
                <c:pt idx="603">
                  <c:v>0.87749999999999995</c:v>
                </c:pt>
                <c:pt idx="604">
                  <c:v>0.87749999999999995</c:v>
                </c:pt>
                <c:pt idx="605">
                  <c:v>0.87749999999999995</c:v>
                </c:pt>
                <c:pt idx="606">
                  <c:v>0.87749999999999995</c:v>
                </c:pt>
                <c:pt idx="607">
                  <c:v>0.87749999999999995</c:v>
                </c:pt>
                <c:pt idx="608">
                  <c:v>0.87749999999999995</c:v>
                </c:pt>
                <c:pt idx="609">
                  <c:v>0.87749999999999995</c:v>
                </c:pt>
                <c:pt idx="610">
                  <c:v>0.87749999999999995</c:v>
                </c:pt>
                <c:pt idx="611">
                  <c:v>0.87749999999999995</c:v>
                </c:pt>
                <c:pt idx="612">
                  <c:v>0.87749999999999995</c:v>
                </c:pt>
                <c:pt idx="613">
                  <c:v>0.87749999999999995</c:v>
                </c:pt>
                <c:pt idx="614">
                  <c:v>0.87749999999999995</c:v>
                </c:pt>
                <c:pt idx="615">
                  <c:v>0.87749999999999995</c:v>
                </c:pt>
                <c:pt idx="616">
                  <c:v>0.87749999999999995</c:v>
                </c:pt>
                <c:pt idx="617">
                  <c:v>0.87749999999999995</c:v>
                </c:pt>
                <c:pt idx="618">
                  <c:v>0.87749999999999995</c:v>
                </c:pt>
                <c:pt idx="619">
                  <c:v>0.87749999999999995</c:v>
                </c:pt>
                <c:pt idx="620">
                  <c:v>0.87749999999999995</c:v>
                </c:pt>
                <c:pt idx="621">
                  <c:v>0.87749999999999995</c:v>
                </c:pt>
                <c:pt idx="622">
                  <c:v>0.87749999999999995</c:v>
                </c:pt>
                <c:pt idx="623">
                  <c:v>0.87749999999999995</c:v>
                </c:pt>
                <c:pt idx="624">
                  <c:v>0.87749999999999995</c:v>
                </c:pt>
                <c:pt idx="625">
                  <c:v>0.87749999999999995</c:v>
                </c:pt>
                <c:pt idx="626">
                  <c:v>0.87749999999999995</c:v>
                </c:pt>
                <c:pt idx="627">
                  <c:v>0.87749999999999995</c:v>
                </c:pt>
                <c:pt idx="628">
                  <c:v>0.87749999999999995</c:v>
                </c:pt>
                <c:pt idx="629">
                  <c:v>0.87749999999999995</c:v>
                </c:pt>
                <c:pt idx="630">
                  <c:v>0.87749999999999995</c:v>
                </c:pt>
                <c:pt idx="631">
                  <c:v>0.87749999999999995</c:v>
                </c:pt>
                <c:pt idx="632">
                  <c:v>0.87749999999999995</c:v>
                </c:pt>
                <c:pt idx="633">
                  <c:v>0.87749999999999995</c:v>
                </c:pt>
                <c:pt idx="634">
                  <c:v>0.87749999999999995</c:v>
                </c:pt>
                <c:pt idx="635">
                  <c:v>0.87749999999999995</c:v>
                </c:pt>
                <c:pt idx="636">
                  <c:v>0.87749999999999995</c:v>
                </c:pt>
                <c:pt idx="637">
                  <c:v>0.87749999999999995</c:v>
                </c:pt>
                <c:pt idx="638">
                  <c:v>0.87749999999999995</c:v>
                </c:pt>
                <c:pt idx="639">
                  <c:v>0.87749999999999995</c:v>
                </c:pt>
                <c:pt idx="640">
                  <c:v>0.87749999999999995</c:v>
                </c:pt>
                <c:pt idx="641">
                  <c:v>0.87749999999999995</c:v>
                </c:pt>
                <c:pt idx="642">
                  <c:v>0.87749999999999995</c:v>
                </c:pt>
                <c:pt idx="643">
                  <c:v>0.87749999999999995</c:v>
                </c:pt>
                <c:pt idx="644">
                  <c:v>0.87749999999999995</c:v>
                </c:pt>
                <c:pt idx="645">
                  <c:v>0.87749999999999995</c:v>
                </c:pt>
                <c:pt idx="646">
                  <c:v>0.87749999999999995</c:v>
                </c:pt>
                <c:pt idx="647">
                  <c:v>0.87749999999999995</c:v>
                </c:pt>
                <c:pt idx="648">
                  <c:v>0.87749999999999995</c:v>
                </c:pt>
                <c:pt idx="649">
                  <c:v>0.87749999999999995</c:v>
                </c:pt>
                <c:pt idx="650">
                  <c:v>0.87749999999999995</c:v>
                </c:pt>
                <c:pt idx="651">
                  <c:v>0.87749999999999995</c:v>
                </c:pt>
                <c:pt idx="652">
                  <c:v>0.87749999999999995</c:v>
                </c:pt>
                <c:pt idx="653">
                  <c:v>0.87749999999999995</c:v>
                </c:pt>
                <c:pt idx="654">
                  <c:v>0.87749999999999995</c:v>
                </c:pt>
                <c:pt idx="655">
                  <c:v>0.87749999999999995</c:v>
                </c:pt>
                <c:pt idx="656">
                  <c:v>0.87749999999999995</c:v>
                </c:pt>
                <c:pt idx="657">
                  <c:v>0.87749999999999995</c:v>
                </c:pt>
                <c:pt idx="658">
                  <c:v>0.87749999999999995</c:v>
                </c:pt>
                <c:pt idx="659">
                  <c:v>0.87749999999999995</c:v>
                </c:pt>
                <c:pt idx="660">
                  <c:v>0.87749999999999995</c:v>
                </c:pt>
                <c:pt idx="661">
                  <c:v>0.87749999999999995</c:v>
                </c:pt>
                <c:pt idx="662">
                  <c:v>0.87749999999999995</c:v>
                </c:pt>
                <c:pt idx="663">
                  <c:v>0.87749999999999995</c:v>
                </c:pt>
                <c:pt idx="664">
                  <c:v>0.87749999999999995</c:v>
                </c:pt>
                <c:pt idx="665">
                  <c:v>0.87749999999999995</c:v>
                </c:pt>
                <c:pt idx="666">
                  <c:v>0.87749999999999995</c:v>
                </c:pt>
                <c:pt idx="667">
                  <c:v>0.87749999999999995</c:v>
                </c:pt>
                <c:pt idx="668">
                  <c:v>0.87749999999999995</c:v>
                </c:pt>
                <c:pt idx="669">
                  <c:v>0.87749999999999995</c:v>
                </c:pt>
                <c:pt idx="670">
                  <c:v>0.87749999999999995</c:v>
                </c:pt>
                <c:pt idx="671">
                  <c:v>0.87749999999999995</c:v>
                </c:pt>
                <c:pt idx="672">
                  <c:v>0.87749999999999995</c:v>
                </c:pt>
                <c:pt idx="673">
                  <c:v>0.87749999999999995</c:v>
                </c:pt>
                <c:pt idx="674">
                  <c:v>0.87749999999999995</c:v>
                </c:pt>
                <c:pt idx="675">
                  <c:v>0.87749999999999995</c:v>
                </c:pt>
                <c:pt idx="676">
                  <c:v>0.87749999999999995</c:v>
                </c:pt>
                <c:pt idx="677">
                  <c:v>0.87749999999999995</c:v>
                </c:pt>
                <c:pt idx="678">
                  <c:v>0.87749999999999995</c:v>
                </c:pt>
                <c:pt idx="679">
                  <c:v>0.87749999999999995</c:v>
                </c:pt>
                <c:pt idx="680">
                  <c:v>0.87749999999999995</c:v>
                </c:pt>
                <c:pt idx="681">
                  <c:v>0.87749999999999995</c:v>
                </c:pt>
                <c:pt idx="682">
                  <c:v>0.87749999999999995</c:v>
                </c:pt>
                <c:pt idx="683">
                  <c:v>0.87749999999999995</c:v>
                </c:pt>
                <c:pt idx="684">
                  <c:v>0.87749999999999995</c:v>
                </c:pt>
                <c:pt idx="685">
                  <c:v>0.87749999999999995</c:v>
                </c:pt>
                <c:pt idx="686">
                  <c:v>0.87749999999999995</c:v>
                </c:pt>
                <c:pt idx="687">
                  <c:v>0.87749999999999995</c:v>
                </c:pt>
                <c:pt idx="688">
                  <c:v>0.87749999999999995</c:v>
                </c:pt>
                <c:pt idx="689">
                  <c:v>0.87749999999999995</c:v>
                </c:pt>
                <c:pt idx="690">
                  <c:v>0.87749999999999995</c:v>
                </c:pt>
                <c:pt idx="691">
                  <c:v>0.87749999999999995</c:v>
                </c:pt>
                <c:pt idx="692">
                  <c:v>0.87749999999999995</c:v>
                </c:pt>
                <c:pt idx="693">
                  <c:v>0.87749999999999995</c:v>
                </c:pt>
                <c:pt idx="694">
                  <c:v>0.87749999999999995</c:v>
                </c:pt>
                <c:pt idx="695">
                  <c:v>0.87749999999999995</c:v>
                </c:pt>
                <c:pt idx="696">
                  <c:v>0.87749999999999995</c:v>
                </c:pt>
                <c:pt idx="697">
                  <c:v>0.87749999999999995</c:v>
                </c:pt>
                <c:pt idx="698">
                  <c:v>0.87749999999999995</c:v>
                </c:pt>
                <c:pt idx="699">
                  <c:v>0.87749999999999995</c:v>
                </c:pt>
                <c:pt idx="700">
                  <c:v>0.87749999999999995</c:v>
                </c:pt>
                <c:pt idx="701">
                  <c:v>0.87749999999999995</c:v>
                </c:pt>
                <c:pt idx="702">
                  <c:v>0.87749999999999995</c:v>
                </c:pt>
                <c:pt idx="703">
                  <c:v>0.87749999999999995</c:v>
                </c:pt>
                <c:pt idx="704">
                  <c:v>0.87749999999999995</c:v>
                </c:pt>
                <c:pt idx="705">
                  <c:v>0.87749999999999995</c:v>
                </c:pt>
                <c:pt idx="706">
                  <c:v>0.87749999999999995</c:v>
                </c:pt>
                <c:pt idx="707">
                  <c:v>0.87749999999999995</c:v>
                </c:pt>
                <c:pt idx="708">
                  <c:v>0.87749999999999995</c:v>
                </c:pt>
                <c:pt idx="709">
                  <c:v>0.87749999999999995</c:v>
                </c:pt>
                <c:pt idx="710">
                  <c:v>0.87749999999999995</c:v>
                </c:pt>
                <c:pt idx="711">
                  <c:v>0.87749999999999995</c:v>
                </c:pt>
                <c:pt idx="712">
                  <c:v>0.87749999999999995</c:v>
                </c:pt>
                <c:pt idx="713">
                  <c:v>0.87749999999999995</c:v>
                </c:pt>
                <c:pt idx="714">
                  <c:v>0.87749999999999995</c:v>
                </c:pt>
                <c:pt idx="715">
                  <c:v>0.87749999999999995</c:v>
                </c:pt>
                <c:pt idx="716">
                  <c:v>0.87749999999999995</c:v>
                </c:pt>
                <c:pt idx="717">
                  <c:v>0.87749999999999995</c:v>
                </c:pt>
                <c:pt idx="718">
                  <c:v>0.87749999999999995</c:v>
                </c:pt>
                <c:pt idx="719">
                  <c:v>0.87749999999999995</c:v>
                </c:pt>
                <c:pt idx="720">
                  <c:v>0.87749999999999995</c:v>
                </c:pt>
                <c:pt idx="721">
                  <c:v>0.87749999999999995</c:v>
                </c:pt>
                <c:pt idx="722">
                  <c:v>0.87749999999999995</c:v>
                </c:pt>
                <c:pt idx="723">
                  <c:v>0.87749999999999995</c:v>
                </c:pt>
                <c:pt idx="724">
                  <c:v>0.87749999999999995</c:v>
                </c:pt>
                <c:pt idx="725">
                  <c:v>0.87749999999999995</c:v>
                </c:pt>
                <c:pt idx="726">
                  <c:v>0.87749999999999995</c:v>
                </c:pt>
                <c:pt idx="727">
                  <c:v>0.87749999999999995</c:v>
                </c:pt>
                <c:pt idx="728">
                  <c:v>0.87749999999999995</c:v>
                </c:pt>
                <c:pt idx="729">
                  <c:v>0.87749999999999995</c:v>
                </c:pt>
                <c:pt idx="730">
                  <c:v>0.87749999999999995</c:v>
                </c:pt>
                <c:pt idx="731">
                  <c:v>0.87749999999999995</c:v>
                </c:pt>
                <c:pt idx="732">
                  <c:v>0.87749999999999995</c:v>
                </c:pt>
                <c:pt idx="733">
                  <c:v>0.87749999999999995</c:v>
                </c:pt>
                <c:pt idx="734">
                  <c:v>0.87749999999999995</c:v>
                </c:pt>
                <c:pt idx="735">
                  <c:v>0.87749999999999995</c:v>
                </c:pt>
                <c:pt idx="736">
                  <c:v>0.87749999999999995</c:v>
                </c:pt>
                <c:pt idx="737">
                  <c:v>0.87749999999999995</c:v>
                </c:pt>
                <c:pt idx="738">
                  <c:v>0.87749999999999995</c:v>
                </c:pt>
                <c:pt idx="739">
                  <c:v>0.87749999999999995</c:v>
                </c:pt>
                <c:pt idx="740">
                  <c:v>0.87749999999999995</c:v>
                </c:pt>
                <c:pt idx="741">
                  <c:v>0.87749999999999995</c:v>
                </c:pt>
                <c:pt idx="742">
                  <c:v>0.87749999999999995</c:v>
                </c:pt>
                <c:pt idx="743">
                  <c:v>0.87749999999999995</c:v>
                </c:pt>
                <c:pt idx="744">
                  <c:v>0.87749999999999995</c:v>
                </c:pt>
                <c:pt idx="745">
                  <c:v>0.87749999999999995</c:v>
                </c:pt>
                <c:pt idx="746">
                  <c:v>0.87749999999999995</c:v>
                </c:pt>
                <c:pt idx="747">
                  <c:v>0.87749999999999995</c:v>
                </c:pt>
                <c:pt idx="748">
                  <c:v>0.87749999999999995</c:v>
                </c:pt>
                <c:pt idx="749">
                  <c:v>0.87749999999999995</c:v>
                </c:pt>
                <c:pt idx="750">
                  <c:v>0.87749999999999995</c:v>
                </c:pt>
                <c:pt idx="751">
                  <c:v>0.87749999999999995</c:v>
                </c:pt>
                <c:pt idx="752">
                  <c:v>0.87749999999999995</c:v>
                </c:pt>
                <c:pt idx="753">
                  <c:v>0.87749999999999995</c:v>
                </c:pt>
                <c:pt idx="754">
                  <c:v>0.87749999999999995</c:v>
                </c:pt>
                <c:pt idx="755">
                  <c:v>0.87749999999999995</c:v>
                </c:pt>
                <c:pt idx="756">
                  <c:v>0.87749999999999995</c:v>
                </c:pt>
                <c:pt idx="757">
                  <c:v>0.87749999999999995</c:v>
                </c:pt>
                <c:pt idx="758">
                  <c:v>0.87749999999999995</c:v>
                </c:pt>
                <c:pt idx="759">
                  <c:v>0.87749999999999995</c:v>
                </c:pt>
                <c:pt idx="760">
                  <c:v>0.87749999999999995</c:v>
                </c:pt>
                <c:pt idx="761">
                  <c:v>0.87749999999999995</c:v>
                </c:pt>
                <c:pt idx="762">
                  <c:v>0.87749999999999995</c:v>
                </c:pt>
                <c:pt idx="763">
                  <c:v>0.87749999999999995</c:v>
                </c:pt>
                <c:pt idx="764">
                  <c:v>0.87749999999999995</c:v>
                </c:pt>
                <c:pt idx="765">
                  <c:v>0.87749999999999995</c:v>
                </c:pt>
                <c:pt idx="766">
                  <c:v>0.87749999999999995</c:v>
                </c:pt>
                <c:pt idx="767">
                  <c:v>0.87749999999999995</c:v>
                </c:pt>
                <c:pt idx="768">
                  <c:v>0.87749999999999995</c:v>
                </c:pt>
                <c:pt idx="769">
                  <c:v>0.87749999999999995</c:v>
                </c:pt>
                <c:pt idx="770">
                  <c:v>0.87749999999999995</c:v>
                </c:pt>
                <c:pt idx="771">
                  <c:v>0.87749999999999995</c:v>
                </c:pt>
                <c:pt idx="772">
                  <c:v>0.87749999999999995</c:v>
                </c:pt>
                <c:pt idx="773">
                  <c:v>0.87749999999999995</c:v>
                </c:pt>
                <c:pt idx="774">
                  <c:v>0.87749999999999995</c:v>
                </c:pt>
                <c:pt idx="775">
                  <c:v>0.87749999999999995</c:v>
                </c:pt>
                <c:pt idx="776">
                  <c:v>0.87749999999999995</c:v>
                </c:pt>
                <c:pt idx="777">
                  <c:v>0.87749999999999995</c:v>
                </c:pt>
                <c:pt idx="778">
                  <c:v>0.87749999999999995</c:v>
                </c:pt>
                <c:pt idx="779">
                  <c:v>0.87749999999999995</c:v>
                </c:pt>
                <c:pt idx="780">
                  <c:v>0.87749999999999995</c:v>
                </c:pt>
                <c:pt idx="781">
                  <c:v>0.87749999999999995</c:v>
                </c:pt>
                <c:pt idx="782">
                  <c:v>0.87749999999999995</c:v>
                </c:pt>
                <c:pt idx="783">
                  <c:v>0.87749999999999995</c:v>
                </c:pt>
                <c:pt idx="784">
                  <c:v>0.87749999999999995</c:v>
                </c:pt>
                <c:pt idx="785">
                  <c:v>0.87749999999999995</c:v>
                </c:pt>
                <c:pt idx="786">
                  <c:v>0.87749999999999995</c:v>
                </c:pt>
                <c:pt idx="787">
                  <c:v>0.87749999999999995</c:v>
                </c:pt>
                <c:pt idx="788">
                  <c:v>0.87749999999999995</c:v>
                </c:pt>
                <c:pt idx="789">
                  <c:v>0.87749999999999995</c:v>
                </c:pt>
                <c:pt idx="790">
                  <c:v>0.87749999999999995</c:v>
                </c:pt>
                <c:pt idx="791">
                  <c:v>0.87749999999999995</c:v>
                </c:pt>
                <c:pt idx="792">
                  <c:v>0.87749999999999995</c:v>
                </c:pt>
                <c:pt idx="793">
                  <c:v>0.87749999999999995</c:v>
                </c:pt>
                <c:pt idx="794">
                  <c:v>0.87749999999999995</c:v>
                </c:pt>
                <c:pt idx="795">
                  <c:v>0.87749999999999995</c:v>
                </c:pt>
                <c:pt idx="796">
                  <c:v>0.87749999999999995</c:v>
                </c:pt>
                <c:pt idx="797">
                  <c:v>0.87749999999999995</c:v>
                </c:pt>
                <c:pt idx="798">
                  <c:v>0.87749999999999995</c:v>
                </c:pt>
                <c:pt idx="799">
                  <c:v>0.87749999999999995</c:v>
                </c:pt>
                <c:pt idx="800">
                  <c:v>0.87749999999999995</c:v>
                </c:pt>
                <c:pt idx="801">
                  <c:v>0.87749999999999995</c:v>
                </c:pt>
                <c:pt idx="802">
                  <c:v>0.87749999999999995</c:v>
                </c:pt>
                <c:pt idx="803">
                  <c:v>0.87749999999999995</c:v>
                </c:pt>
                <c:pt idx="804">
                  <c:v>0.87749999999999995</c:v>
                </c:pt>
                <c:pt idx="805">
                  <c:v>0.87749999999999995</c:v>
                </c:pt>
                <c:pt idx="806">
                  <c:v>0.87749999999999995</c:v>
                </c:pt>
                <c:pt idx="807">
                  <c:v>0.87749999999999995</c:v>
                </c:pt>
                <c:pt idx="808">
                  <c:v>0.87749999999999995</c:v>
                </c:pt>
                <c:pt idx="809">
                  <c:v>0.87749999999999995</c:v>
                </c:pt>
                <c:pt idx="810">
                  <c:v>0.87749999999999995</c:v>
                </c:pt>
                <c:pt idx="811">
                  <c:v>0.87749999999999995</c:v>
                </c:pt>
                <c:pt idx="812">
                  <c:v>0.87749999999999995</c:v>
                </c:pt>
                <c:pt idx="813">
                  <c:v>0.87749999999999995</c:v>
                </c:pt>
                <c:pt idx="814">
                  <c:v>0.87749999999999995</c:v>
                </c:pt>
                <c:pt idx="815">
                  <c:v>0.87749999999999995</c:v>
                </c:pt>
                <c:pt idx="816">
                  <c:v>0.87749999999999995</c:v>
                </c:pt>
                <c:pt idx="817">
                  <c:v>0.87749999999999995</c:v>
                </c:pt>
                <c:pt idx="818">
                  <c:v>0.87749999999999995</c:v>
                </c:pt>
                <c:pt idx="819">
                  <c:v>0.87749999999999995</c:v>
                </c:pt>
                <c:pt idx="820">
                  <c:v>0.87749999999999995</c:v>
                </c:pt>
                <c:pt idx="821">
                  <c:v>0.87749999999999995</c:v>
                </c:pt>
                <c:pt idx="822">
                  <c:v>0.87749999999999995</c:v>
                </c:pt>
                <c:pt idx="823">
                  <c:v>0.87749999999999995</c:v>
                </c:pt>
                <c:pt idx="824">
                  <c:v>0.87749999999999995</c:v>
                </c:pt>
                <c:pt idx="825">
                  <c:v>0.87749999999999995</c:v>
                </c:pt>
                <c:pt idx="826">
                  <c:v>0.87749999999999995</c:v>
                </c:pt>
                <c:pt idx="827">
                  <c:v>0.87749999999999995</c:v>
                </c:pt>
                <c:pt idx="828">
                  <c:v>0.87749999999999995</c:v>
                </c:pt>
                <c:pt idx="829">
                  <c:v>0.87749999999999995</c:v>
                </c:pt>
                <c:pt idx="830">
                  <c:v>0.87749999999999995</c:v>
                </c:pt>
                <c:pt idx="831">
                  <c:v>0.87749999999999995</c:v>
                </c:pt>
                <c:pt idx="832">
                  <c:v>0.87749999999999995</c:v>
                </c:pt>
                <c:pt idx="833">
                  <c:v>0.87749999999999995</c:v>
                </c:pt>
                <c:pt idx="834">
                  <c:v>0.87749999999999995</c:v>
                </c:pt>
                <c:pt idx="835">
                  <c:v>0.87749999999999995</c:v>
                </c:pt>
                <c:pt idx="836">
                  <c:v>0.87749999999999995</c:v>
                </c:pt>
                <c:pt idx="837">
                  <c:v>0.87749999999999995</c:v>
                </c:pt>
                <c:pt idx="838">
                  <c:v>0.87749999999999995</c:v>
                </c:pt>
                <c:pt idx="839">
                  <c:v>0.87749999999999995</c:v>
                </c:pt>
                <c:pt idx="840">
                  <c:v>0.87749999999999995</c:v>
                </c:pt>
                <c:pt idx="841">
                  <c:v>0.87749999999999995</c:v>
                </c:pt>
                <c:pt idx="842">
                  <c:v>0.87749999999999995</c:v>
                </c:pt>
                <c:pt idx="843">
                  <c:v>0.87749999999999995</c:v>
                </c:pt>
                <c:pt idx="844">
                  <c:v>0.87749999999999995</c:v>
                </c:pt>
                <c:pt idx="845">
                  <c:v>0.87749999999999995</c:v>
                </c:pt>
                <c:pt idx="846">
                  <c:v>0.87749999999999995</c:v>
                </c:pt>
                <c:pt idx="847">
                  <c:v>0.87749999999999995</c:v>
                </c:pt>
                <c:pt idx="848">
                  <c:v>0.87749999999999995</c:v>
                </c:pt>
                <c:pt idx="849">
                  <c:v>0.87749999999999995</c:v>
                </c:pt>
                <c:pt idx="850">
                  <c:v>0.87749999999999995</c:v>
                </c:pt>
                <c:pt idx="851">
                  <c:v>0.87749999999999995</c:v>
                </c:pt>
                <c:pt idx="852">
                  <c:v>0.87749999999999995</c:v>
                </c:pt>
                <c:pt idx="853">
                  <c:v>0.87749999999999995</c:v>
                </c:pt>
                <c:pt idx="854">
                  <c:v>0.87749999999999995</c:v>
                </c:pt>
                <c:pt idx="855">
                  <c:v>0.87749999999999995</c:v>
                </c:pt>
                <c:pt idx="856">
                  <c:v>0.87749999999999995</c:v>
                </c:pt>
                <c:pt idx="857">
                  <c:v>0.87749999999999995</c:v>
                </c:pt>
                <c:pt idx="858">
                  <c:v>0.87749999999999995</c:v>
                </c:pt>
                <c:pt idx="859">
                  <c:v>0.87749999999999995</c:v>
                </c:pt>
                <c:pt idx="860">
                  <c:v>0.87749999999999995</c:v>
                </c:pt>
                <c:pt idx="861">
                  <c:v>0.87749999999999995</c:v>
                </c:pt>
                <c:pt idx="862">
                  <c:v>0.87749999999999995</c:v>
                </c:pt>
                <c:pt idx="863">
                  <c:v>0.87749999999999995</c:v>
                </c:pt>
                <c:pt idx="864">
                  <c:v>0.87749999999999995</c:v>
                </c:pt>
                <c:pt idx="865">
                  <c:v>0.87749999999999995</c:v>
                </c:pt>
                <c:pt idx="866">
                  <c:v>0.87749999999999995</c:v>
                </c:pt>
                <c:pt idx="867">
                  <c:v>0.87749999999999995</c:v>
                </c:pt>
                <c:pt idx="868">
                  <c:v>0.87749999999999995</c:v>
                </c:pt>
                <c:pt idx="869">
                  <c:v>0.87749999999999995</c:v>
                </c:pt>
                <c:pt idx="870">
                  <c:v>0.87749999999999995</c:v>
                </c:pt>
                <c:pt idx="871">
                  <c:v>0.87749999999999995</c:v>
                </c:pt>
                <c:pt idx="872">
                  <c:v>0.87749999999999995</c:v>
                </c:pt>
                <c:pt idx="873">
                  <c:v>0.87749999999999995</c:v>
                </c:pt>
                <c:pt idx="874">
                  <c:v>0.87749999999999995</c:v>
                </c:pt>
                <c:pt idx="875">
                  <c:v>0.87749999999999995</c:v>
                </c:pt>
                <c:pt idx="876">
                  <c:v>0.87749999999999995</c:v>
                </c:pt>
                <c:pt idx="877">
                  <c:v>0.87749999999999995</c:v>
                </c:pt>
                <c:pt idx="878">
                  <c:v>0.87749999999999995</c:v>
                </c:pt>
                <c:pt idx="879">
                  <c:v>0.87749999999999995</c:v>
                </c:pt>
                <c:pt idx="880">
                  <c:v>0.87749999999999995</c:v>
                </c:pt>
                <c:pt idx="881">
                  <c:v>0.87749999999999995</c:v>
                </c:pt>
                <c:pt idx="882">
                  <c:v>0.87749999999999995</c:v>
                </c:pt>
                <c:pt idx="883">
                  <c:v>0.87749999999999995</c:v>
                </c:pt>
                <c:pt idx="884">
                  <c:v>0.87749999999999995</c:v>
                </c:pt>
                <c:pt idx="885">
                  <c:v>0.87749999999999995</c:v>
                </c:pt>
                <c:pt idx="886">
                  <c:v>0.87749999999999995</c:v>
                </c:pt>
                <c:pt idx="887">
                  <c:v>0.87749999999999995</c:v>
                </c:pt>
                <c:pt idx="888">
                  <c:v>0.87749999999999995</c:v>
                </c:pt>
                <c:pt idx="889">
                  <c:v>0.87749999999999995</c:v>
                </c:pt>
                <c:pt idx="890">
                  <c:v>0.87749999999999995</c:v>
                </c:pt>
                <c:pt idx="891">
                  <c:v>0.87749999999999995</c:v>
                </c:pt>
                <c:pt idx="892">
                  <c:v>0.87749999999999995</c:v>
                </c:pt>
                <c:pt idx="893">
                  <c:v>0.87749999999999995</c:v>
                </c:pt>
                <c:pt idx="894">
                  <c:v>0.87749999999999995</c:v>
                </c:pt>
                <c:pt idx="895">
                  <c:v>0.87749999999999995</c:v>
                </c:pt>
                <c:pt idx="896">
                  <c:v>0.87749999999999995</c:v>
                </c:pt>
                <c:pt idx="897">
                  <c:v>0.87749999999999995</c:v>
                </c:pt>
                <c:pt idx="898">
                  <c:v>0.87749999999999995</c:v>
                </c:pt>
                <c:pt idx="899">
                  <c:v>0.87749999999999995</c:v>
                </c:pt>
                <c:pt idx="900">
                  <c:v>0.87749999999999995</c:v>
                </c:pt>
                <c:pt idx="901">
                  <c:v>0.87749999999999995</c:v>
                </c:pt>
                <c:pt idx="902">
                  <c:v>0.87749999999999995</c:v>
                </c:pt>
                <c:pt idx="903">
                  <c:v>0.87749999999999995</c:v>
                </c:pt>
                <c:pt idx="904">
                  <c:v>0.87749999999999995</c:v>
                </c:pt>
                <c:pt idx="905">
                  <c:v>0.87749999999999995</c:v>
                </c:pt>
                <c:pt idx="906">
                  <c:v>0.87749999999999995</c:v>
                </c:pt>
                <c:pt idx="907">
                  <c:v>0.87749999999999995</c:v>
                </c:pt>
                <c:pt idx="908">
                  <c:v>0.87749999999999995</c:v>
                </c:pt>
                <c:pt idx="909">
                  <c:v>0.87749999999999995</c:v>
                </c:pt>
                <c:pt idx="910">
                  <c:v>0.87749999999999995</c:v>
                </c:pt>
                <c:pt idx="911">
                  <c:v>0.87749999999999995</c:v>
                </c:pt>
                <c:pt idx="912">
                  <c:v>0.87749999999999995</c:v>
                </c:pt>
                <c:pt idx="913">
                  <c:v>0.87749999999999995</c:v>
                </c:pt>
                <c:pt idx="914">
                  <c:v>0.87749999999999995</c:v>
                </c:pt>
                <c:pt idx="915">
                  <c:v>0.87749999999999995</c:v>
                </c:pt>
                <c:pt idx="916">
                  <c:v>0.87749999999999995</c:v>
                </c:pt>
                <c:pt idx="917">
                  <c:v>0.87749999999999995</c:v>
                </c:pt>
                <c:pt idx="918">
                  <c:v>0.87749999999999995</c:v>
                </c:pt>
                <c:pt idx="919">
                  <c:v>0.87749999999999995</c:v>
                </c:pt>
                <c:pt idx="920">
                  <c:v>0.87749999999999995</c:v>
                </c:pt>
                <c:pt idx="921">
                  <c:v>0.87749999999999995</c:v>
                </c:pt>
                <c:pt idx="922">
                  <c:v>0.87749999999999995</c:v>
                </c:pt>
                <c:pt idx="923">
                  <c:v>0.87749999999999995</c:v>
                </c:pt>
                <c:pt idx="924">
                  <c:v>0.87749999999999995</c:v>
                </c:pt>
                <c:pt idx="925">
                  <c:v>0.87749999999999995</c:v>
                </c:pt>
                <c:pt idx="926">
                  <c:v>0.87749999999999995</c:v>
                </c:pt>
                <c:pt idx="927">
                  <c:v>0.87749999999999995</c:v>
                </c:pt>
                <c:pt idx="928">
                  <c:v>0.87749999999999995</c:v>
                </c:pt>
                <c:pt idx="929">
                  <c:v>0.87749999999999995</c:v>
                </c:pt>
                <c:pt idx="930">
                  <c:v>0.87749999999999995</c:v>
                </c:pt>
                <c:pt idx="931">
                  <c:v>0.87749999999999995</c:v>
                </c:pt>
                <c:pt idx="932">
                  <c:v>0.87749999999999995</c:v>
                </c:pt>
                <c:pt idx="933">
                  <c:v>0.87749999999999995</c:v>
                </c:pt>
                <c:pt idx="934">
                  <c:v>0.87749999999999995</c:v>
                </c:pt>
                <c:pt idx="935">
                  <c:v>0.87749999999999995</c:v>
                </c:pt>
                <c:pt idx="936">
                  <c:v>0.87749999999999995</c:v>
                </c:pt>
                <c:pt idx="937">
                  <c:v>0.87749999999999995</c:v>
                </c:pt>
                <c:pt idx="938">
                  <c:v>0.87749999999999995</c:v>
                </c:pt>
                <c:pt idx="939">
                  <c:v>0.87749999999999995</c:v>
                </c:pt>
                <c:pt idx="940">
                  <c:v>0.87749999999999995</c:v>
                </c:pt>
                <c:pt idx="941">
                  <c:v>0.87749999999999995</c:v>
                </c:pt>
                <c:pt idx="942">
                  <c:v>0.87749999999999995</c:v>
                </c:pt>
                <c:pt idx="943">
                  <c:v>0.87749999999999995</c:v>
                </c:pt>
                <c:pt idx="944">
                  <c:v>0.87749999999999995</c:v>
                </c:pt>
                <c:pt idx="945">
                  <c:v>0.87749999999999995</c:v>
                </c:pt>
                <c:pt idx="946">
                  <c:v>0.87749999999999995</c:v>
                </c:pt>
                <c:pt idx="947">
                  <c:v>0.87749999999999995</c:v>
                </c:pt>
                <c:pt idx="948">
                  <c:v>0.87749999999999995</c:v>
                </c:pt>
                <c:pt idx="949">
                  <c:v>0.87749999999999995</c:v>
                </c:pt>
                <c:pt idx="950">
                  <c:v>0.87749999999999995</c:v>
                </c:pt>
                <c:pt idx="951">
                  <c:v>0.87749999999999995</c:v>
                </c:pt>
                <c:pt idx="952">
                  <c:v>0.87749999999999995</c:v>
                </c:pt>
                <c:pt idx="953">
                  <c:v>0.87749999999999995</c:v>
                </c:pt>
                <c:pt idx="954">
                  <c:v>0.87749999999999995</c:v>
                </c:pt>
                <c:pt idx="955">
                  <c:v>0.87749999999999995</c:v>
                </c:pt>
                <c:pt idx="956">
                  <c:v>0.87749999999999995</c:v>
                </c:pt>
                <c:pt idx="957">
                  <c:v>0.87749999999999995</c:v>
                </c:pt>
                <c:pt idx="958">
                  <c:v>0.87749999999999995</c:v>
                </c:pt>
                <c:pt idx="959">
                  <c:v>0.87749999999999995</c:v>
                </c:pt>
                <c:pt idx="960">
                  <c:v>0.87749999999999995</c:v>
                </c:pt>
                <c:pt idx="961">
                  <c:v>0.87749999999999995</c:v>
                </c:pt>
                <c:pt idx="962">
                  <c:v>0.87749999999999995</c:v>
                </c:pt>
                <c:pt idx="963">
                  <c:v>0.87749999999999995</c:v>
                </c:pt>
                <c:pt idx="964">
                  <c:v>0.87749999999999995</c:v>
                </c:pt>
                <c:pt idx="965">
                  <c:v>0.87749999999999995</c:v>
                </c:pt>
                <c:pt idx="966">
                  <c:v>0.87749999999999995</c:v>
                </c:pt>
                <c:pt idx="967">
                  <c:v>0.87749999999999995</c:v>
                </c:pt>
                <c:pt idx="968">
                  <c:v>0.87749999999999995</c:v>
                </c:pt>
                <c:pt idx="969">
                  <c:v>0.87749999999999995</c:v>
                </c:pt>
                <c:pt idx="970">
                  <c:v>0.87749999999999995</c:v>
                </c:pt>
                <c:pt idx="971">
                  <c:v>0.87749999999999995</c:v>
                </c:pt>
                <c:pt idx="972">
                  <c:v>0.87749999999999995</c:v>
                </c:pt>
                <c:pt idx="973">
                  <c:v>0.87749999999999995</c:v>
                </c:pt>
                <c:pt idx="974">
                  <c:v>0.87749999999999995</c:v>
                </c:pt>
                <c:pt idx="975">
                  <c:v>0.87749999999999995</c:v>
                </c:pt>
                <c:pt idx="976">
                  <c:v>0.87749999999999995</c:v>
                </c:pt>
                <c:pt idx="977">
                  <c:v>0.87749999999999995</c:v>
                </c:pt>
                <c:pt idx="978">
                  <c:v>0.87749999999999995</c:v>
                </c:pt>
                <c:pt idx="979">
                  <c:v>0.87749999999999995</c:v>
                </c:pt>
                <c:pt idx="980">
                  <c:v>0.87749999999999995</c:v>
                </c:pt>
                <c:pt idx="981">
                  <c:v>0.87749999999999995</c:v>
                </c:pt>
                <c:pt idx="982">
                  <c:v>0.87749999999999995</c:v>
                </c:pt>
                <c:pt idx="983">
                  <c:v>0.87749999999999995</c:v>
                </c:pt>
                <c:pt idx="984">
                  <c:v>0.87749999999999995</c:v>
                </c:pt>
                <c:pt idx="985">
                  <c:v>0.87749999999999995</c:v>
                </c:pt>
                <c:pt idx="986">
                  <c:v>0.87749999999999995</c:v>
                </c:pt>
                <c:pt idx="987">
                  <c:v>0.87749999999999995</c:v>
                </c:pt>
                <c:pt idx="988">
                  <c:v>0.87749999999999995</c:v>
                </c:pt>
                <c:pt idx="989">
                  <c:v>0.87749999999999995</c:v>
                </c:pt>
                <c:pt idx="990">
                  <c:v>0.87749999999999995</c:v>
                </c:pt>
                <c:pt idx="991">
                  <c:v>0.87749999999999995</c:v>
                </c:pt>
                <c:pt idx="992">
                  <c:v>0.87749999999999995</c:v>
                </c:pt>
                <c:pt idx="993">
                  <c:v>0.87749999999999995</c:v>
                </c:pt>
                <c:pt idx="994">
                  <c:v>0.87749999999999995</c:v>
                </c:pt>
                <c:pt idx="995">
                  <c:v>0.87749999999999995</c:v>
                </c:pt>
                <c:pt idx="996">
                  <c:v>0.87749999999999995</c:v>
                </c:pt>
                <c:pt idx="997">
                  <c:v>0.87749999999999995</c:v>
                </c:pt>
                <c:pt idx="998">
                  <c:v>0.87749999999999995</c:v>
                </c:pt>
                <c:pt idx="999">
                  <c:v>0.87749999999999995</c:v>
                </c:pt>
                <c:pt idx="1000">
                  <c:v>0.87749999999999995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ED56-45B8-B246-23C23C976C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54596623"/>
        <c:axId val="554597039"/>
      </c:scatterChart>
      <c:valAx>
        <c:axId val="554596623"/>
        <c:scaling>
          <c:orientation val="minMax"/>
          <c:max val="3.2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/>
                    </a:solidFill>
                  </a:rPr>
                  <a:t>Number of Generation</a:t>
                </a:r>
                <a:endParaRPr lang="ja-JP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&quot;10&quot;\^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54597039"/>
        <c:crosses val="autoZero"/>
        <c:crossBetween val="midCat"/>
        <c:majorUnit val="1"/>
      </c:valAx>
      <c:valAx>
        <c:axId val="5545970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/>
                    </a:solidFill>
                  </a:rPr>
                  <a:t>Accuracy</a:t>
                </a:r>
                <a:endParaRPr lang="ja-JP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54596623"/>
        <c:crosses val="autoZero"/>
        <c:crossBetween val="midCat"/>
        <c:majorUnit val="5.000000000000001E-3"/>
      </c:valAx>
    </c:plotArea>
    <c:legend>
      <c:legendPos val="b"/>
      <c:layout>
        <c:manualLayout>
          <c:xMode val="edge"/>
          <c:yMode val="edge"/>
          <c:x val="0.66491594268925591"/>
          <c:y val="0.54056655880557092"/>
          <c:w val="0.27766783079445839"/>
          <c:h val="0.21122734847386437"/>
        </c:manualLayout>
      </c:layout>
      <c:overlay val="1"/>
      <c:spPr>
        <a:solidFill>
          <a:schemeClr val="bg1"/>
        </a:solidFill>
        <a:ln w="1905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txPr>
    <a:bodyPr/>
    <a:lstStyle/>
    <a:p>
      <a:pPr>
        <a:defRPr sz="2800"/>
      </a:pPr>
      <a:endParaRPr lang="ja-JP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smoothMarker"/>
        <c:varyColors val="0"/>
        <c:ser>
          <c:idx val="0"/>
          <c:order val="0"/>
          <c:tx>
            <c:strRef>
              <c:f>Magic_graph_data1!$D$1</c:f>
              <c:strCache>
                <c:ptCount val="1"/>
                <c:pt idx="0">
                  <c:v>validation</c:v>
                </c:pt>
              </c:strCache>
            </c:strRef>
          </c:tx>
          <c:spPr>
            <a:ln w="381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xVal>
            <c:numRef>
              <c:f>Magic_graph_data1!$B$2:$B$1002</c:f>
              <c:numCache>
                <c:formatCode>General</c:formatCode>
                <c:ptCount val="1001"/>
                <c:pt idx="0">
                  <c:v>0</c:v>
                </c:pt>
                <c:pt idx="1">
                  <c:v>0.3010299956639812</c:v>
                </c:pt>
                <c:pt idx="2">
                  <c:v>0.47712125471966244</c:v>
                </c:pt>
                <c:pt idx="3">
                  <c:v>0.6020599913279624</c:v>
                </c:pt>
                <c:pt idx="4">
                  <c:v>0.69897000433601886</c:v>
                </c:pt>
                <c:pt idx="5">
                  <c:v>0.77815125038364363</c:v>
                </c:pt>
                <c:pt idx="6">
                  <c:v>0.84509804001425681</c:v>
                </c:pt>
                <c:pt idx="7">
                  <c:v>0.90308998699194354</c:v>
                </c:pt>
                <c:pt idx="8">
                  <c:v>0.95424250943932487</c:v>
                </c:pt>
                <c:pt idx="9">
                  <c:v>1</c:v>
                </c:pt>
                <c:pt idx="10">
                  <c:v>1.0413926851582251</c:v>
                </c:pt>
                <c:pt idx="11">
                  <c:v>1.0791812460476249</c:v>
                </c:pt>
                <c:pt idx="12">
                  <c:v>1.1139433523068367</c:v>
                </c:pt>
                <c:pt idx="13">
                  <c:v>1.146128035678238</c:v>
                </c:pt>
                <c:pt idx="14">
                  <c:v>1.1760912590556813</c:v>
                </c:pt>
                <c:pt idx="15">
                  <c:v>1.2041199826559248</c:v>
                </c:pt>
                <c:pt idx="16">
                  <c:v>1.2304489213782739</c:v>
                </c:pt>
                <c:pt idx="17">
                  <c:v>1.255272505103306</c:v>
                </c:pt>
                <c:pt idx="18">
                  <c:v>1.2787536009528289</c:v>
                </c:pt>
                <c:pt idx="19">
                  <c:v>1.3010299956639813</c:v>
                </c:pt>
                <c:pt idx="20">
                  <c:v>1.3222192947339193</c:v>
                </c:pt>
                <c:pt idx="21">
                  <c:v>1.3424226808222062</c:v>
                </c:pt>
                <c:pt idx="22">
                  <c:v>1.3617278360175928</c:v>
                </c:pt>
                <c:pt idx="23">
                  <c:v>1.3802112417116059</c:v>
                </c:pt>
                <c:pt idx="24">
                  <c:v>1.3979400086720377</c:v>
                </c:pt>
                <c:pt idx="25">
                  <c:v>1.414973347970818</c:v>
                </c:pt>
                <c:pt idx="26">
                  <c:v>1.4313637641589874</c:v>
                </c:pt>
                <c:pt idx="27">
                  <c:v>1.4471580313422192</c:v>
                </c:pt>
                <c:pt idx="28">
                  <c:v>1.4623979978989561</c:v>
                </c:pt>
                <c:pt idx="29">
                  <c:v>1.4771212547196624</c:v>
                </c:pt>
                <c:pt idx="30">
                  <c:v>1.4913616938342726</c:v>
                </c:pt>
                <c:pt idx="31">
                  <c:v>1.505149978319906</c:v>
                </c:pt>
                <c:pt idx="32">
                  <c:v>1.5185139398778875</c:v>
                </c:pt>
                <c:pt idx="33">
                  <c:v>1.5314789170422551</c:v>
                </c:pt>
                <c:pt idx="34">
                  <c:v>1.5440680443502757</c:v>
                </c:pt>
                <c:pt idx="35">
                  <c:v>1.5563025007672873</c:v>
                </c:pt>
                <c:pt idx="36">
                  <c:v>1.568201724066995</c:v>
                </c:pt>
                <c:pt idx="37">
                  <c:v>1.5797835966168101</c:v>
                </c:pt>
                <c:pt idx="38">
                  <c:v>1.5910646070264991</c:v>
                </c:pt>
                <c:pt idx="39">
                  <c:v>1.6020599913279623</c:v>
                </c:pt>
                <c:pt idx="40">
                  <c:v>1.6127838567197355</c:v>
                </c:pt>
                <c:pt idx="41">
                  <c:v>1.6232492903979006</c:v>
                </c:pt>
                <c:pt idx="42">
                  <c:v>1.6334684555795864</c:v>
                </c:pt>
                <c:pt idx="43">
                  <c:v>1.6434526764861874</c:v>
                </c:pt>
                <c:pt idx="44">
                  <c:v>1.6532125137753437</c:v>
                </c:pt>
                <c:pt idx="45">
                  <c:v>1.6627578316815741</c:v>
                </c:pt>
                <c:pt idx="46">
                  <c:v>1.6720978579357175</c:v>
                </c:pt>
                <c:pt idx="47">
                  <c:v>1.6812412373755872</c:v>
                </c:pt>
                <c:pt idx="48">
                  <c:v>1.6901960800285136</c:v>
                </c:pt>
                <c:pt idx="49">
                  <c:v>1.6989700043360187</c:v>
                </c:pt>
                <c:pt idx="50">
                  <c:v>1.7075701760979363</c:v>
                </c:pt>
                <c:pt idx="51">
                  <c:v>1.7160033436347992</c:v>
                </c:pt>
                <c:pt idx="52">
                  <c:v>1.7242758696007889</c:v>
                </c:pt>
                <c:pt idx="53">
                  <c:v>1.7323937598229686</c:v>
                </c:pt>
                <c:pt idx="54">
                  <c:v>1.7403626894942439</c:v>
                </c:pt>
                <c:pt idx="55">
                  <c:v>1.7481880270062005</c:v>
                </c:pt>
                <c:pt idx="56">
                  <c:v>1.7558748556724915</c:v>
                </c:pt>
                <c:pt idx="57">
                  <c:v>1.7634279935629373</c:v>
                </c:pt>
                <c:pt idx="58">
                  <c:v>1.7708520116421442</c:v>
                </c:pt>
                <c:pt idx="59">
                  <c:v>1.7781512503836436</c:v>
                </c:pt>
                <c:pt idx="60">
                  <c:v>1.7853298350107671</c:v>
                </c:pt>
                <c:pt idx="61">
                  <c:v>1.7923916894982539</c:v>
                </c:pt>
                <c:pt idx="62">
                  <c:v>1.7993405494535817</c:v>
                </c:pt>
                <c:pt idx="63">
                  <c:v>1.8061799739838871</c:v>
                </c:pt>
                <c:pt idx="64">
                  <c:v>1.8129133566428555</c:v>
                </c:pt>
                <c:pt idx="65">
                  <c:v>1.8195439355418688</c:v>
                </c:pt>
                <c:pt idx="66">
                  <c:v>1.8260748027008264</c:v>
                </c:pt>
                <c:pt idx="67">
                  <c:v>1.8325089127062364</c:v>
                </c:pt>
                <c:pt idx="68">
                  <c:v>1.8388490907372552</c:v>
                </c:pt>
                <c:pt idx="69">
                  <c:v>1.8450980400142569</c:v>
                </c:pt>
                <c:pt idx="70">
                  <c:v>1.8512583487190752</c:v>
                </c:pt>
                <c:pt idx="71">
                  <c:v>1.8573324964312685</c:v>
                </c:pt>
                <c:pt idx="72">
                  <c:v>1.8633228601204559</c:v>
                </c:pt>
                <c:pt idx="73">
                  <c:v>1.8692317197309762</c:v>
                </c:pt>
                <c:pt idx="74">
                  <c:v>1.8750612633917001</c:v>
                </c:pt>
                <c:pt idx="75">
                  <c:v>1.8808135922807914</c:v>
                </c:pt>
                <c:pt idx="76">
                  <c:v>1.8864907251724818</c:v>
                </c:pt>
                <c:pt idx="77">
                  <c:v>1.8920946026904804</c:v>
                </c:pt>
                <c:pt idx="78">
                  <c:v>1.8976270912904414</c:v>
                </c:pt>
                <c:pt idx="79">
                  <c:v>1.9030899869919435</c:v>
                </c:pt>
                <c:pt idx="80">
                  <c:v>1.9084850188786497</c:v>
                </c:pt>
                <c:pt idx="81">
                  <c:v>1.9138138523837167</c:v>
                </c:pt>
                <c:pt idx="82">
                  <c:v>1.919078092376074</c:v>
                </c:pt>
                <c:pt idx="83">
                  <c:v>1.9242792860618816</c:v>
                </c:pt>
                <c:pt idx="84">
                  <c:v>1.9294189257142926</c:v>
                </c:pt>
                <c:pt idx="85">
                  <c:v>1.9344984512435677</c:v>
                </c:pt>
                <c:pt idx="86">
                  <c:v>1.9395192526186185</c:v>
                </c:pt>
                <c:pt idx="87">
                  <c:v>1.9444826721501687</c:v>
                </c:pt>
                <c:pt idx="88">
                  <c:v>1.9493900066449128</c:v>
                </c:pt>
                <c:pt idx="89">
                  <c:v>1.954242509439325</c:v>
                </c:pt>
                <c:pt idx="90">
                  <c:v>1.9590413923210936</c:v>
                </c:pt>
                <c:pt idx="91">
                  <c:v>1.9637878273455553</c:v>
                </c:pt>
                <c:pt idx="92">
                  <c:v>1.968482948553935</c:v>
                </c:pt>
                <c:pt idx="93">
                  <c:v>1.9731278535996986</c:v>
                </c:pt>
                <c:pt idx="94">
                  <c:v>1.9777236052888478</c:v>
                </c:pt>
                <c:pt idx="95">
                  <c:v>1.9822712330395684</c:v>
                </c:pt>
                <c:pt idx="96">
                  <c:v>1.9867717342662448</c:v>
                </c:pt>
                <c:pt idx="97">
                  <c:v>1.9912260756924949</c:v>
                </c:pt>
                <c:pt idx="98">
                  <c:v>1.9956351945975499</c:v>
                </c:pt>
                <c:pt idx="99">
                  <c:v>2</c:v>
                </c:pt>
                <c:pt idx="100">
                  <c:v>2.0043213737826426</c:v>
                </c:pt>
                <c:pt idx="101">
                  <c:v>2.0086001717619175</c:v>
                </c:pt>
                <c:pt idx="102">
                  <c:v>2.012837224705172</c:v>
                </c:pt>
                <c:pt idx="103">
                  <c:v>2.0170333392987803</c:v>
                </c:pt>
                <c:pt idx="104">
                  <c:v>2.0211892990699383</c:v>
                </c:pt>
                <c:pt idx="105">
                  <c:v>2.0253058652647704</c:v>
                </c:pt>
                <c:pt idx="106">
                  <c:v>2.0293837776852097</c:v>
                </c:pt>
                <c:pt idx="107">
                  <c:v>2.0334237554869499</c:v>
                </c:pt>
                <c:pt idx="108">
                  <c:v>2.0374264979406238</c:v>
                </c:pt>
                <c:pt idx="109">
                  <c:v>2.0413926851582249</c:v>
                </c:pt>
                <c:pt idx="110">
                  <c:v>2.0453229787866576</c:v>
                </c:pt>
                <c:pt idx="111">
                  <c:v>2.0492180226701815</c:v>
                </c:pt>
                <c:pt idx="112">
                  <c:v>2.0530784434834195</c:v>
                </c:pt>
                <c:pt idx="113">
                  <c:v>2.0569048513364727</c:v>
                </c:pt>
                <c:pt idx="114">
                  <c:v>2.0606978403536118</c:v>
                </c:pt>
                <c:pt idx="115">
                  <c:v>2.0644579892269186</c:v>
                </c:pt>
                <c:pt idx="116">
                  <c:v>2.0681858617461617</c:v>
                </c:pt>
                <c:pt idx="117">
                  <c:v>2.0718820073061255</c:v>
                </c:pt>
                <c:pt idx="118">
                  <c:v>2.0755469613925306</c:v>
                </c:pt>
                <c:pt idx="119">
                  <c:v>2.0791812460476247</c:v>
                </c:pt>
                <c:pt idx="120">
                  <c:v>2.0827853703164503</c:v>
                </c:pt>
                <c:pt idx="121">
                  <c:v>2.0863598306747484</c:v>
                </c:pt>
                <c:pt idx="122">
                  <c:v>2.0899051114393981</c:v>
                </c:pt>
                <c:pt idx="123">
                  <c:v>2.0934216851622351</c:v>
                </c:pt>
                <c:pt idx="124">
                  <c:v>2.0969100130080562</c:v>
                </c:pt>
                <c:pt idx="125">
                  <c:v>2.1003705451175629</c:v>
                </c:pt>
                <c:pt idx="126">
                  <c:v>2.1038037209559568</c:v>
                </c:pt>
                <c:pt idx="127">
                  <c:v>2.1072099696478683</c:v>
                </c:pt>
                <c:pt idx="128">
                  <c:v>2.1105897102992488</c:v>
                </c:pt>
                <c:pt idx="129">
                  <c:v>2.1139433523068369</c:v>
                </c:pt>
                <c:pt idx="130">
                  <c:v>2.1172712956557644</c:v>
                </c:pt>
                <c:pt idx="131">
                  <c:v>2.12057393120585</c:v>
                </c:pt>
                <c:pt idx="132">
                  <c:v>2.1238516409670858</c:v>
                </c:pt>
                <c:pt idx="133">
                  <c:v>2.1271047983648077</c:v>
                </c:pt>
                <c:pt idx="134">
                  <c:v>2.1303337684950061</c:v>
                </c:pt>
                <c:pt idx="135">
                  <c:v>2.1335389083702174</c:v>
                </c:pt>
                <c:pt idx="136">
                  <c:v>2.1367205671564067</c:v>
                </c:pt>
                <c:pt idx="137">
                  <c:v>2.1398790864012365</c:v>
                </c:pt>
                <c:pt idx="138">
                  <c:v>2.143014800254095</c:v>
                </c:pt>
                <c:pt idx="139">
                  <c:v>2.1461280356782382</c:v>
                </c:pt>
                <c:pt idx="140">
                  <c:v>2.1492191126553797</c:v>
                </c:pt>
                <c:pt idx="141">
                  <c:v>2.1522883443830563</c:v>
                </c:pt>
                <c:pt idx="142">
                  <c:v>2.1553360374650619</c:v>
                </c:pt>
                <c:pt idx="143">
                  <c:v>2.1583624920952498</c:v>
                </c:pt>
                <c:pt idx="144">
                  <c:v>2.1613680022349748</c:v>
                </c:pt>
                <c:pt idx="145">
                  <c:v>2.1643528557844371</c:v>
                </c:pt>
                <c:pt idx="146">
                  <c:v>2.167317334748176</c:v>
                </c:pt>
                <c:pt idx="147">
                  <c:v>2.1702617153949575</c:v>
                </c:pt>
                <c:pt idx="148">
                  <c:v>2.173186268412274</c:v>
                </c:pt>
                <c:pt idx="149">
                  <c:v>2.1760912590556813</c:v>
                </c:pt>
                <c:pt idx="150">
                  <c:v>2.1789769472931693</c:v>
                </c:pt>
                <c:pt idx="151">
                  <c:v>2.1818435879447726</c:v>
                </c:pt>
                <c:pt idx="152">
                  <c:v>2.1846914308175989</c:v>
                </c:pt>
                <c:pt idx="153">
                  <c:v>2.1875207208364631</c:v>
                </c:pt>
                <c:pt idx="154">
                  <c:v>2.1903316981702914</c:v>
                </c:pt>
                <c:pt idx="155">
                  <c:v>2.1931245983544616</c:v>
                </c:pt>
                <c:pt idx="156">
                  <c:v>2.1958996524092336</c:v>
                </c:pt>
                <c:pt idx="157">
                  <c:v>2.1986570869544226</c:v>
                </c:pt>
                <c:pt idx="158">
                  <c:v>2.2013971243204513</c:v>
                </c:pt>
                <c:pt idx="159">
                  <c:v>2.2041199826559246</c:v>
                </c:pt>
                <c:pt idx="160">
                  <c:v>2.2068258760318495</c:v>
                </c:pt>
                <c:pt idx="161">
                  <c:v>2.2095150145426308</c:v>
                </c:pt>
                <c:pt idx="162">
                  <c:v>2.2121876044039577</c:v>
                </c:pt>
                <c:pt idx="163">
                  <c:v>2.214843848047698</c:v>
                </c:pt>
                <c:pt idx="164">
                  <c:v>2.2174839442139063</c:v>
                </c:pt>
                <c:pt idx="165">
                  <c:v>2.220108088040055</c:v>
                </c:pt>
                <c:pt idx="166">
                  <c:v>2.2227164711475833</c:v>
                </c:pt>
                <c:pt idx="167">
                  <c:v>2.2253092817258628</c:v>
                </c:pt>
                <c:pt idx="168">
                  <c:v>2.2278867046136734</c:v>
                </c:pt>
                <c:pt idx="169">
                  <c:v>2.2304489213782741</c:v>
                </c:pt>
                <c:pt idx="170">
                  <c:v>2.2329961103921536</c:v>
                </c:pt>
                <c:pt idx="171">
                  <c:v>2.2355284469075487</c:v>
                </c:pt>
                <c:pt idx="172">
                  <c:v>2.2380461031287955</c:v>
                </c:pt>
                <c:pt idx="173">
                  <c:v>2.2405492482825999</c:v>
                </c:pt>
                <c:pt idx="174">
                  <c:v>2.2430380486862944</c:v>
                </c:pt>
                <c:pt idx="175">
                  <c:v>2.2455126678141499</c:v>
                </c:pt>
                <c:pt idx="176">
                  <c:v>2.2479732663618068</c:v>
                </c:pt>
                <c:pt idx="177">
                  <c:v>2.2504200023088941</c:v>
                </c:pt>
                <c:pt idx="178">
                  <c:v>2.2528530309798933</c:v>
                </c:pt>
                <c:pt idx="179">
                  <c:v>2.255272505103306</c:v>
                </c:pt>
                <c:pt idx="180">
                  <c:v>2.2576785748691846</c:v>
                </c:pt>
                <c:pt idx="181">
                  <c:v>2.2600713879850747</c:v>
                </c:pt>
                <c:pt idx="182">
                  <c:v>2.2624510897304293</c:v>
                </c:pt>
                <c:pt idx="183">
                  <c:v>2.2648178230095364</c:v>
                </c:pt>
                <c:pt idx="184">
                  <c:v>2.2671717284030137</c:v>
                </c:pt>
                <c:pt idx="185">
                  <c:v>2.2695129442179165</c:v>
                </c:pt>
                <c:pt idx="186">
                  <c:v>2.271841606536499</c:v>
                </c:pt>
                <c:pt idx="187">
                  <c:v>2.27415784926368</c:v>
                </c:pt>
                <c:pt idx="188">
                  <c:v>2.2764618041732443</c:v>
                </c:pt>
                <c:pt idx="189">
                  <c:v>2.2787536009528289</c:v>
                </c:pt>
                <c:pt idx="190">
                  <c:v>2.2810333672477277</c:v>
                </c:pt>
                <c:pt idx="191">
                  <c:v>2.2833012287035497</c:v>
                </c:pt>
                <c:pt idx="192">
                  <c:v>2.2855573090077739</c:v>
                </c:pt>
                <c:pt idx="193">
                  <c:v>2.287801729930226</c:v>
                </c:pt>
                <c:pt idx="194">
                  <c:v>2.2900346113625178</c:v>
                </c:pt>
                <c:pt idx="195">
                  <c:v>2.2922560713564759</c:v>
                </c:pt>
                <c:pt idx="196">
                  <c:v>2.2944662261615929</c:v>
                </c:pt>
                <c:pt idx="197">
                  <c:v>2.2966651902615309</c:v>
                </c:pt>
                <c:pt idx="198">
                  <c:v>2.2988530764097068</c:v>
                </c:pt>
                <c:pt idx="199">
                  <c:v>2.3010299956639813</c:v>
                </c:pt>
                <c:pt idx="200">
                  <c:v>2.3031960574204891</c:v>
                </c:pt>
                <c:pt idx="201">
                  <c:v>2.3053513694466239</c:v>
                </c:pt>
                <c:pt idx="202">
                  <c:v>2.307496037913213</c:v>
                </c:pt>
                <c:pt idx="203">
                  <c:v>2.3096301674258988</c:v>
                </c:pt>
                <c:pt idx="204">
                  <c:v>2.3117538610557542</c:v>
                </c:pt>
                <c:pt idx="205">
                  <c:v>2.3138672203691533</c:v>
                </c:pt>
                <c:pt idx="206">
                  <c:v>2.3159703454569178</c:v>
                </c:pt>
                <c:pt idx="207">
                  <c:v>2.3180633349627615</c:v>
                </c:pt>
                <c:pt idx="208">
                  <c:v>2.3201462861110542</c:v>
                </c:pt>
                <c:pt idx="209">
                  <c:v>2.3222192947339191</c:v>
                </c:pt>
                <c:pt idx="210">
                  <c:v>2.3242824552976926</c:v>
                </c:pt>
                <c:pt idx="211">
                  <c:v>2.3263358609287512</c:v>
                </c:pt>
                <c:pt idx="212">
                  <c:v>2.3283796034387376</c:v>
                </c:pt>
                <c:pt idx="213">
                  <c:v>2.330413773349191</c:v>
                </c:pt>
                <c:pt idx="214">
                  <c:v>2.3324384599156054</c:v>
                </c:pt>
                <c:pt idx="215">
                  <c:v>2.3344537511509307</c:v>
                </c:pt>
                <c:pt idx="216">
                  <c:v>2.3364597338485296</c:v>
                </c:pt>
                <c:pt idx="217">
                  <c:v>2.3384564936046046</c:v>
                </c:pt>
                <c:pt idx="218">
                  <c:v>2.3404441148401185</c:v>
                </c:pt>
                <c:pt idx="219">
                  <c:v>2.3424226808222062</c:v>
                </c:pt>
                <c:pt idx="220">
                  <c:v>2.3443922736851106</c:v>
                </c:pt>
                <c:pt idx="221">
                  <c:v>2.3463529744506388</c:v>
                </c:pt>
                <c:pt idx="222">
                  <c:v>2.3483048630481607</c:v>
                </c:pt>
                <c:pt idx="223">
                  <c:v>2.3502480183341627</c:v>
                </c:pt>
                <c:pt idx="224">
                  <c:v>2.3521825181113627</c:v>
                </c:pt>
                <c:pt idx="225">
                  <c:v>2.3541084391474008</c:v>
                </c:pt>
                <c:pt idx="226">
                  <c:v>2.3560258571931225</c:v>
                </c:pt>
                <c:pt idx="227">
                  <c:v>2.357934847000454</c:v>
                </c:pt>
                <c:pt idx="228">
                  <c:v>2.3598354823398879</c:v>
                </c:pt>
                <c:pt idx="229">
                  <c:v>2.3617278360175931</c:v>
                </c:pt>
                <c:pt idx="230">
                  <c:v>2.3636119798921444</c:v>
                </c:pt>
                <c:pt idx="231">
                  <c:v>2.3654879848908998</c:v>
                </c:pt>
                <c:pt idx="232">
                  <c:v>2.3673559210260189</c:v>
                </c:pt>
                <c:pt idx="233">
                  <c:v>2.369215857410143</c:v>
                </c:pt>
                <c:pt idx="234">
                  <c:v>2.3710678622717363</c:v>
                </c:pt>
                <c:pt idx="235">
                  <c:v>2.3729120029701067</c:v>
                </c:pt>
                <c:pt idx="236">
                  <c:v>2.374748346010104</c:v>
                </c:pt>
                <c:pt idx="237">
                  <c:v>2.3765769570565118</c:v>
                </c:pt>
                <c:pt idx="238">
                  <c:v>2.3783979009481375</c:v>
                </c:pt>
                <c:pt idx="239">
                  <c:v>2.3802112417116059</c:v>
                </c:pt>
                <c:pt idx="240">
                  <c:v>2.3820170425748683</c:v>
                </c:pt>
                <c:pt idx="241">
                  <c:v>2.3838153659804311</c:v>
                </c:pt>
                <c:pt idx="242">
                  <c:v>2.3856062735983121</c:v>
                </c:pt>
                <c:pt idx="243">
                  <c:v>2.3873898263387292</c:v>
                </c:pt>
                <c:pt idx="244">
                  <c:v>2.3891660843645326</c:v>
                </c:pt>
                <c:pt idx="245">
                  <c:v>2.3909351071033793</c:v>
                </c:pt>
                <c:pt idx="246">
                  <c:v>2.3926969532596658</c:v>
                </c:pt>
                <c:pt idx="247">
                  <c:v>2.3944516808262164</c:v>
                </c:pt>
                <c:pt idx="248">
                  <c:v>2.3961993470957363</c:v>
                </c:pt>
                <c:pt idx="249">
                  <c:v>2.3979400086720375</c:v>
                </c:pt>
                <c:pt idx="250">
                  <c:v>2.399673721481038</c:v>
                </c:pt>
                <c:pt idx="251">
                  <c:v>2.4014005407815442</c:v>
                </c:pt>
                <c:pt idx="252">
                  <c:v>2.403120521175818</c:v>
                </c:pt>
                <c:pt idx="253">
                  <c:v>2.4048337166199381</c:v>
                </c:pt>
                <c:pt idx="254">
                  <c:v>2.406540180433955</c:v>
                </c:pt>
                <c:pt idx="255">
                  <c:v>2.4082399653118496</c:v>
                </c:pt>
                <c:pt idx="256">
                  <c:v>2.4099331233312946</c:v>
                </c:pt>
                <c:pt idx="257">
                  <c:v>2.4116197059632301</c:v>
                </c:pt>
                <c:pt idx="258">
                  <c:v>2.4132997640812519</c:v>
                </c:pt>
                <c:pt idx="259">
                  <c:v>2.4149733479708178</c:v>
                </c:pt>
                <c:pt idx="260">
                  <c:v>2.4166405073382808</c:v>
                </c:pt>
                <c:pt idx="261">
                  <c:v>2.4183012913197452</c:v>
                </c:pt>
                <c:pt idx="262">
                  <c:v>2.419955748489758</c:v>
                </c:pt>
                <c:pt idx="263">
                  <c:v>2.4216039268698313</c:v>
                </c:pt>
                <c:pt idx="264">
                  <c:v>2.4232458739368079</c:v>
                </c:pt>
                <c:pt idx="265">
                  <c:v>2.424881636631067</c:v>
                </c:pt>
                <c:pt idx="266">
                  <c:v>2.4265112613645754</c:v>
                </c:pt>
                <c:pt idx="267">
                  <c:v>2.428134794028789</c:v>
                </c:pt>
                <c:pt idx="268">
                  <c:v>2.4297522800024081</c:v>
                </c:pt>
                <c:pt idx="269">
                  <c:v>2.4313637641589874</c:v>
                </c:pt>
                <c:pt idx="270">
                  <c:v>2.4329692908744058</c:v>
                </c:pt>
                <c:pt idx="271">
                  <c:v>2.4345689040341987</c:v>
                </c:pt>
                <c:pt idx="272">
                  <c:v>2.436162647040756</c:v>
                </c:pt>
                <c:pt idx="273">
                  <c:v>2.4377505628203879</c:v>
                </c:pt>
                <c:pt idx="274">
                  <c:v>2.4393326938302629</c:v>
                </c:pt>
                <c:pt idx="275">
                  <c:v>2.4409090820652177</c:v>
                </c:pt>
                <c:pt idx="276">
                  <c:v>2.4424797690644486</c:v>
                </c:pt>
                <c:pt idx="277">
                  <c:v>2.4440447959180762</c:v>
                </c:pt>
                <c:pt idx="278">
                  <c:v>2.4456042032735974</c:v>
                </c:pt>
                <c:pt idx="279">
                  <c:v>2.4471580313422194</c:v>
                </c:pt>
                <c:pt idx="280">
                  <c:v>2.4487063199050798</c:v>
                </c:pt>
                <c:pt idx="281">
                  <c:v>2.4502491083193609</c:v>
                </c:pt>
                <c:pt idx="282">
                  <c:v>2.4517864355242902</c:v>
                </c:pt>
                <c:pt idx="283">
                  <c:v>2.4533183400470375</c:v>
                </c:pt>
                <c:pt idx="284">
                  <c:v>2.4548448600085102</c:v>
                </c:pt>
                <c:pt idx="285">
                  <c:v>2.4563660331290431</c:v>
                </c:pt>
                <c:pt idx="286">
                  <c:v>2.4578818967339924</c:v>
                </c:pt>
                <c:pt idx="287">
                  <c:v>2.459392487759231</c:v>
                </c:pt>
                <c:pt idx="288">
                  <c:v>2.4608978427565478</c:v>
                </c:pt>
                <c:pt idx="289">
                  <c:v>2.4623979978989561</c:v>
                </c:pt>
                <c:pt idx="290">
                  <c:v>2.4638929889859074</c:v>
                </c:pt>
                <c:pt idx="291">
                  <c:v>2.4653828514484184</c:v>
                </c:pt>
                <c:pt idx="292">
                  <c:v>2.4668676203541096</c:v>
                </c:pt>
                <c:pt idx="293">
                  <c:v>2.4683473304121573</c:v>
                </c:pt>
                <c:pt idx="294">
                  <c:v>2.469822015978163</c:v>
                </c:pt>
                <c:pt idx="295">
                  <c:v>2.4712917110589387</c:v>
                </c:pt>
                <c:pt idx="296">
                  <c:v>2.4727564493172123</c:v>
                </c:pt>
                <c:pt idx="297">
                  <c:v>2.4742162640762553</c:v>
                </c:pt>
                <c:pt idx="298">
                  <c:v>2.4756711883244296</c:v>
                </c:pt>
                <c:pt idx="299">
                  <c:v>2.4771212547196626</c:v>
                </c:pt>
                <c:pt idx="300">
                  <c:v>2.4785664955938436</c:v>
                </c:pt>
                <c:pt idx="301">
                  <c:v>2.4800069429571505</c:v>
                </c:pt>
                <c:pt idx="302">
                  <c:v>2.4814426285023048</c:v>
                </c:pt>
                <c:pt idx="303">
                  <c:v>2.4828735836087539</c:v>
                </c:pt>
                <c:pt idx="304">
                  <c:v>2.4842998393467859</c:v>
                </c:pt>
                <c:pt idx="305">
                  <c:v>2.4857214264815801</c:v>
                </c:pt>
                <c:pt idx="306">
                  <c:v>2.4871383754771865</c:v>
                </c:pt>
                <c:pt idx="307">
                  <c:v>2.4885507165004443</c:v>
                </c:pt>
                <c:pt idx="308">
                  <c:v>2.4899584794248346</c:v>
                </c:pt>
                <c:pt idx="309">
                  <c:v>2.4913616938342726</c:v>
                </c:pt>
                <c:pt idx="310">
                  <c:v>2.4927603890268375</c:v>
                </c:pt>
                <c:pt idx="311">
                  <c:v>2.4941545940184429</c:v>
                </c:pt>
                <c:pt idx="312">
                  <c:v>2.4955443375464483</c:v>
                </c:pt>
                <c:pt idx="313">
                  <c:v>2.4969296480732148</c:v>
                </c:pt>
                <c:pt idx="314">
                  <c:v>2.4983105537896004</c:v>
                </c:pt>
                <c:pt idx="315">
                  <c:v>2.4996870826184039</c:v>
                </c:pt>
                <c:pt idx="316">
                  <c:v>2.5010592622177517</c:v>
                </c:pt>
                <c:pt idx="317">
                  <c:v>2.5024271199844326</c:v>
                </c:pt>
                <c:pt idx="318">
                  <c:v>2.503790683057181</c:v>
                </c:pt>
                <c:pt idx="319">
                  <c:v>2.5051499783199058</c:v>
                </c:pt>
                <c:pt idx="320">
                  <c:v>2.5065050324048719</c:v>
                </c:pt>
                <c:pt idx="321">
                  <c:v>2.5078558716958308</c:v>
                </c:pt>
                <c:pt idx="322">
                  <c:v>2.509202522331103</c:v>
                </c:pt>
                <c:pt idx="323">
                  <c:v>2.510545010206612</c:v>
                </c:pt>
                <c:pt idx="324">
                  <c:v>2.5118833609788744</c:v>
                </c:pt>
                <c:pt idx="325">
                  <c:v>2.5132176000679389</c:v>
                </c:pt>
                <c:pt idx="326">
                  <c:v>2.514547752660286</c:v>
                </c:pt>
                <c:pt idx="327">
                  <c:v>2.5158738437116792</c:v>
                </c:pt>
                <c:pt idx="328">
                  <c:v>2.5171958979499744</c:v>
                </c:pt>
                <c:pt idx="329">
                  <c:v>2.5185139398778875</c:v>
                </c:pt>
                <c:pt idx="330">
                  <c:v>2.5198279937757189</c:v>
                </c:pt>
                <c:pt idx="331">
                  <c:v>2.5211380837040362</c:v>
                </c:pt>
                <c:pt idx="332">
                  <c:v>2.5224442335063197</c:v>
                </c:pt>
                <c:pt idx="333">
                  <c:v>2.5237464668115646</c:v>
                </c:pt>
                <c:pt idx="334">
                  <c:v>2.5250448070368452</c:v>
                </c:pt>
                <c:pt idx="335">
                  <c:v>2.5263392773898441</c:v>
                </c:pt>
                <c:pt idx="336">
                  <c:v>2.5276299008713385</c:v>
                </c:pt>
                <c:pt idx="337">
                  <c:v>2.5289167002776547</c:v>
                </c:pt>
                <c:pt idx="338">
                  <c:v>2.5301996982030821</c:v>
                </c:pt>
                <c:pt idx="339">
                  <c:v>2.5314789170422549</c:v>
                </c:pt>
                <c:pt idx="340">
                  <c:v>2.5327543789924976</c:v>
                </c:pt>
                <c:pt idx="341">
                  <c:v>2.5340261060561349</c:v>
                </c:pt>
                <c:pt idx="342">
                  <c:v>2.5352941200427703</c:v>
                </c:pt>
                <c:pt idx="343">
                  <c:v>2.53655844257153</c:v>
                </c:pt>
                <c:pt idx="344">
                  <c:v>2.537819095073274</c:v>
                </c:pt>
                <c:pt idx="345">
                  <c:v>2.5390760987927767</c:v>
                </c:pt>
                <c:pt idx="346">
                  <c:v>2.5403294747908736</c:v>
                </c:pt>
                <c:pt idx="347">
                  <c:v>2.5415792439465807</c:v>
                </c:pt>
                <c:pt idx="348">
                  <c:v>2.5428254269591797</c:v>
                </c:pt>
                <c:pt idx="349">
                  <c:v>2.5440680443502757</c:v>
                </c:pt>
                <c:pt idx="350">
                  <c:v>2.5453071164658239</c:v>
                </c:pt>
                <c:pt idx="351">
                  <c:v>2.5465426634781312</c:v>
                </c:pt>
                <c:pt idx="352">
                  <c:v>2.5477747053878224</c:v>
                </c:pt>
                <c:pt idx="353">
                  <c:v>2.5490032620257876</c:v>
                </c:pt>
                <c:pt idx="354">
                  <c:v>2.5502283530550942</c:v>
                </c:pt>
                <c:pt idx="355">
                  <c:v>2.5514499979728753</c:v>
                </c:pt>
                <c:pt idx="356">
                  <c:v>2.5526682161121932</c:v>
                </c:pt>
                <c:pt idx="357">
                  <c:v>2.5538830266438746</c:v>
                </c:pt>
                <c:pt idx="358">
                  <c:v>2.5550944485783194</c:v>
                </c:pt>
                <c:pt idx="359">
                  <c:v>2.5563025007672873</c:v>
                </c:pt>
                <c:pt idx="360">
                  <c:v>2.5575072019056577</c:v>
                </c:pt>
                <c:pt idx="361">
                  <c:v>2.5587085705331658</c:v>
                </c:pt>
                <c:pt idx="362">
                  <c:v>2.5599066250361124</c:v>
                </c:pt>
                <c:pt idx="363">
                  <c:v>2.5611013836490559</c:v>
                </c:pt>
                <c:pt idx="364">
                  <c:v>2.5622928644564746</c:v>
                </c:pt>
                <c:pt idx="365">
                  <c:v>2.5634810853944106</c:v>
                </c:pt>
                <c:pt idx="366">
                  <c:v>2.5646660642520893</c:v>
                </c:pt>
                <c:pt idx="367">
                  <c:v>2.5658478186735176</c:v>
                </c:pt>
                <c:pt idx="368">
                  <c:v>2.5670263661590602</c:v>
                </c:pt>
                <c:pt idx="369">
                  <c:v>2.568201724066995</c:v>
                </c:pt>
                <c:pt idx="370">
                  <c:v>2.5693739096150461</c:v>
                </c:pt>
                <c:pt idx="371">
                  <c:v>2.5705429398818973</c:v>
                </c:pt>
                <c:pt idx="372">
                  <c:v>2.5717088318086878</c:v>
                </c:pt>
                <c:pt idx="373">
                  <c:v>2.5728716022004803</c:v>
                </c:pt>
                <c:pt idx="374">
                  <c:v>2.5740312677277188</c:v>
                </c:pt>
                <c:pt idx="375">
                  <c:v>2.5751878449276608</c:v>
                </c:pt>
                <c:pt idx="376">
                  <c:v>2.576341350205793</c:v>
                </c:pt>
                <c:pt idx="377">
                  <c:v>2.5774917998372255</c:v>
                </c:pt>
                <c:pt idx="378">
                  <c:v>2.5786392099680722</c:v>
                </c:pt>
                <c:pt idx="379">
                  <c:v>2.5797835966168101</c:v>
                </c:pt>
                <c:pt idx="380">
                  <c:v>2.5809249756756194</c:v>
                </c:pt>
                <c:pt idx="381">
                  <c:v>2.5820633629117089</c:v>
                </c:pt>
                <c:pt idx="382">
                  <c:v>2.5831987739686229</c:v>
                </c:pt>
                <c:pt idx="383">
                  <c:v>2.5843312243675309</c:v>
                </c:pt>
                <c:pt idx="384">
                  <c:v>2.5854607295085006</c:v>
                </c:pt>
                <c:pt idx="385">
                  <c:v>2.5865873046717551</c:v>
                </c:pt>
                <c:pt idx="386">
                  <c:v>2.5877109650189114</c:v>
                </c:pt>
                <c:pt idx="387">
                  <c:v>2.5888317255942073</c:v>
                </c:pt>
                <c:pt idx="388">
                  <c:v>2.5899496013257077</c:v>
                </c:pt>
                <c:pt idx="389">
                  <c:v>2.5910646070264991</c:v>
                </c:pt>
                <c:pt idx="390">
                  <c:v>2.5921767573958667</c:v>
                </c:pt>
                <c:pt idx="391">
                  <c:v>2.5932860670204572</c:v>
                </c:pt>
                <c:pt idx="392">
                  <c:v>2.5943925503754266</c:v>
                </c:pt>
                <c:pt idx="393">
                  <c:v>2.5954962218255742</c:v>
                </c:pt>
                <c:pt idx="394">
                  <c:v>2.5965970956264601</c:v>
                </c:pt>
                <c:pt idx="395">
                  <c:v>2.5976951859255122</c:v>
                </c:pt>
                <c:pt idx="396">
                  <c:v>2.5987905067631152</c:v>
                </c:pt>
                <c:pt idx="397">
                  <c:v>2.5998830720736876</c:v>
                </c:pt>
                <c:pt idx="398">
                  <c:v>2.6009728956867484</c:v>
                </c:pt>
                <c:pt idx="399">
                  <c:v>2.6020599913279625</c:v>
                </c:pt>
                <c:pt idx="400">
                  <c:v>2.6031443726201822</c:v>
                </c:pt>
                <c:pt idx="401">
                  <c:v>2.6042260530844699</c:v>
                </c:pt>
                <c:pt idx="402">
                  <c:v>2.6053050461411096</c:v>
                </c:pt>
                <c:pt idx="403">
                  <c:v>2.6063813651106051</c:v>
                </c:pt>
                <c:pt idx="404">
                  <c:v>2.6074550232146687</c:v>
                </c:pt>
                <c:pt idx="405">
                  <c:v>2.6085260335771943</c:v>
                </c:pt>
                <c:pt idx="406">
                  <c:v>2.6095944092252199</c:v>
                </c:pt>
                <c:pt idx="407">
                  <c:v>2.61066016308988</c:v>
                </c:pt>
                <c:pt idx="408">
                  <c:v>2.6117233080073419</c:v>
                </c:pt>
                <c:pt idx="409">
                  <c:v>2.6127838567197355</c:v>
                </c:pt>
                <c:pt idx="410">
                  <c:v>2.6138418218760693</c:v>
                </c:pt>
                <c:pt idx="411">
                  <c:v>2.6148972160331345</c:v>
                </c:pt>
                <c:pt idx="412">
                  <c:v>2.6159500516564012</c:v>
                </c:pt>
                <c:pt idx="413">
                  <c:v>2.6170003411208991</c:v>
                </c:pt>
                <c:pt idx="414">
                  <c:v>2.6180480967120925</c:v>
                </c:pt>
                <c:pt idx="415">
                  <c:v>2.6190933306267428</c:v>
                </c:pt>
                <c:pt idx="416">
                  <c:v>2.6201360549737576</c:v>
                </c:pt>
                <c:pt idx="417">
                  <c:v>2.621176281775035</c:v>
                </c:pt>
                <c:pt idx="418">
                  <c:v>2.6222140229662951</c:v>
                </c:pt>
                <c:pt idx="419">
                  <c:v>2.6232492903979003</c:v>
                </c:pt>
                <c:pt idx="420">
                  <c:v>2.6242820958356683</c:v>
                </c:pt>
                <c:pt idx="421">
                  <c:v>2.6253124509616739</c:v>
                </c:pt>
                <c:pt idx="422">
                  <c:v>2.6263403673750423</c:v>
                </c:pt>
                <c:pt idx="423">
                  <c:v>2.6273658565927325</c:v>
                </c:pt>
                <c:pt idx="424">
                  <c:v>2.6283889300503116</c:v>
                </c:pt>
                <c:pt idx="425">
                  <c:v>2.6294095991027189</c:v>
                </c:pt>
                <c:pt idx="426">
                  <c:v>2.6304278750250241</c:v>
                </c:pt>
                <c:pt idx="427">
                  <c:v>2.6314437690131722</c:v>
                </c:pt>
                <c:pt idx="428">
                  <c:v>2.6324572921847245</c:v>
                </c:pt>
                <c:pt idx="429">
                  <c:v>2.6334684555795866</c:v>
                </c:pt>
                <c:pt idx="430">
                  <c:v>2.6344772701607315</c:v>
                </c:pt>
                <c:pt idx="431">
                  <c:v>2.6354837468149119</c:v>
                </c:pt>
                <c:pt idx="432">
                  <c:v>2.6364878963533656</c:v>
                </c:pt>
                <c:pt idx="433">
                  <c:v>2.6374897295125108</c:v>
                </c:pt>
                <c:pt idx="434">
                  <c:v>2.6384892569546374</c:v>
                </c:pt>
                <c:pt idx="435">
                  <c:v>2.6394864892685859</c:v>
                </c:pt>
                <c:pt idx="436">
                  <c:v>2.6404814369704219</c:v>
                </c:pt>
                <c:pt idx="437">
                  <c:v>2.6414741105040997</c:v>
                </c:pt>
                <c:pt idx="438">
                  <c:v>2.6424645202421213</c:v>
                </c:pt>
                <c:pt idx="439">
                  <c:v>2.6434526764861874</c:v>
                </c:pt>
                <c:pt idx="440">
                  <c:v>2.6444385894678386</c:v>
                </c:pt>
                <c:pt idx="441">
                  <c:v>2.6454222693490919</c:v>
                </c:pt>
                <c:pt idx="442">
                  <c:v>2.6464037262230695</c:v>
                </c:pt>
                <c:pt idx="443">
                  <c:v>2.6473829701146196</c:v>
                </c:pt>
                <c:pt idx="444">
                  <c:v>2.6483600109809315</c:v>
                </c:pt>
                <c:pt idx="445">
                  <c:v>2.6493348587121419</c:v>
                </c:pt>
                <c:pt idx="446">
                  <c:v>2.6503075231319366</c:v>
                </c:pt>
                <c:pt idx="447">
                  <c:v>2.651278013998144</c:v>
                </c:pt>
                <c:pt idx="448">
                  <c:v>2.6522463410033232</c:v>
                </c:pt>
                <c:pt idx="449">
                  <c:v>2.6532125137753435</c:v>
                </c:pt>
                <c:pt idx="450">
                  <c:v>2.6541765418779604</c:v>
                </c:pt>
                <c:pt idx="451">
                  <c:v>2.655138434811382</c:v>
                </c:pt>
                <c:pt idx="452">
                  <c:v>2.6560982020128319</c:v>
                </c:pt>
                <c:pt idx="453">
                  <c:v>2.6570558528571038</c:v>
                </c:pt>
                <c:pt idx="454">
                  <c:v>2.6580113966571126</c:v>
                </c:pt>
                <c:pt idx="455">
                  <c:v>2.6589648426644348</c:v>
                </c:pt>
                <c:pt idx="456">
                  <c:v>2.6599162000698504</c:v>
                </c:pt>
                <c:pt idx="457">
                  <c:v>2.6608654780038692</c:v>
                </c:pt>
                <c:pt idx="458">
                  <c:v>2.661812685537261</c:v>
                </c:pt>
                <c:pt idx="459">
                  <c:v>2.6627578316815739</c:v>
                </c:pt>
                <c:pt idx="460">
                  <c:v>2.663700925389648</c:v>
                </c:pt>
                <c:pt idx="461">
                  <c:v>2.6646419755561257</c:v>
                </c:pt>
                <c:pt idx="462">
                  <c:v>2.6655809910179533</c:v>
                </c:pt>
                <c:pt idx="463">
                  <c:v>2.6665179805548807</c:v>
                </c:pt>
                <c:pt idx="464">
                  <c:v>2.667452952889954</c:v>
                </c:pt>
                <c:pt idx="465">
                  <c:v>2.6683859166900001</c:v>
                </c:pt>
                <c:pt idx="466">
                  <c:v>2.6693168805661123</c:v>
                </c:pt>
                <c:pt idx="467">
                  <c:v>2.6702458530741242</c:v>
                </c:pt>
                <c:pt idx="468">
                  <c:v>2.6711728427150834</c:v>
                </c:pt>
                <c:pt idx="469">
                  <c:v>2.6720978579357175</c:v>
                </c:pt>
                <c:pt idx="470">
                  <c:v>2.6730209071288962</c:v>
                </c:pt>
                <c:pt idx="471">
                  <c:v>2.673941998634088</c:v>
                </c:pt>
                <c:pt idx="472">
                  <c:v>2.6748611407378116</c:v>
                </c:pt>
                <c:pt idx="473">
                  <c:v>2.6757783416740852</c:v>
                </c:pt>
                <c:pt idx="474">
                  <c:v>2.6766936096248664</c:v>
                </c:pt>
                <c:pt idx="475">
                  <c:v>2.6776069527204931</c:v>
                </c:pt>
                <c:pt idx="476">
                  <c:v>2.6785183790401139</c:v>
                </c:pt>
                <c:pt idx="477">
                  <c:v>2.6794278966121188</c:v>
                </c:pt>
                <c:pt idx="478">
                  <c:v>2.6803355134145632</c:v>
                </c:pt>
                <c:pt idx="479">
                  <c:v>2.6812412373755872</c:v>
                </c:pt>
                <c:pt idx="480">
                  <c:v>2.6821450763738319</c:v>
                </c:pt>
                <c:pt idx="481">
                  <c:v>2.6830470382388496</c:v>
                </c:pt>
                <c:pt idx="482">
                  <c:v>2.6839471307515121</c:v>
                </c:pt>
                <c:pt idx="483">
                  <c:v>2.6848453616444123</c:v>
                </c:pt>
                <c:pt idx="484">
                  <c:v>2.6857417386022635</c:v>
                </c:pt>
                <c:pt idx="485">
                  <c:v>2.6866362692622934</c:v>
                </c:pt>
                <c:pt idx="486">
                  <c:v>2.6875289612146345</c:v>
                </c:pt>
                <c:pt idx="487">
                  <c:v>2.6884198220027105</c:v>
                </c:pt>
                <c:pt idx="488">
                  <c:v>2.6893088591236203</c:v>
                </c:pt>
                <c:pt idx="489">
                  <c:v>2.6901960800285138</c:v>
                </c:pt>
                <c:pt idx="490">
                  <c:v>2.6910814921229687</c:v>
                </c:pt>
                <c:pt idx="491">
                  <c:v>2.6919651027673601</c:v>
                </c:pt>
                <c:pt idx="492">
                  <c:v>2.6928469192772302</c:v>
                </c:pt>
                <c:pt idx="493">
                  <c:v>2.6937269489236471</c:v>
                </c:pt>
                <c:pt idx="494">
                  <c:v>2.6946051989335689</c:v>
                </c:pt>
                <c:pt idx="495">
                  <c:v>2.6954816764901977</c:v>
                </c:pt>
                <c:pt idx="496">
                  <c:v>2.6963563887333319</c:v>
                </c:pt>
                <c:pt idx="497">
                  <c:v>2.6972293427597176</c:v>
                </c:pt>
                <c:pt idx="498">
                  <c:v>2.6981005456233897</c:v>
                </c:pt>
                <c:pt idx="499">
                  <c:v>2.6989700043360187</c:v>
                </c:pt>
                <c:pt idx="500">
                  <c:v>2.6998377258672459</c:v>
                </c:pt>
                <c:pt idx="501">
                  <c:v>2.7007037171450192</c:v>
                </c:pt>
                <c:pt idx="502">
                  <c:v>2.7015679850559273</c:v>
                </c:pt>
                <c:pt idx="503">
                  <c:v>2.7024305364455254</c:v>
                </c:pt>
                <c:pt idx="504">
                  <c:v>2.7032913781186614</c:v>
                </c:pt>
                <c:pt idx="505">
                  <c:v>2.7041505168397992</c:v>
                </c:pt>
                <c:pt idx="506">
                  <c:v>2.705007959333336</c:v>
                </c:pt>
                <c:pt idx="507">
                  <c:v>2.7058637122839193</c:v>
                </c:pt>
                <c:pt idx="508">
                  <c:v>2.7067177823367587</c:v>
                </c:pt>
                <c:pt idx="509">
                  <c:v>2.7075701760979363</c:v>
                </c:pt>
                <c:pt idx="510">
                  <c:v>2.7084209001347128</c:v>
                </c:pt>
                <c:pt idx="511">
                  <c:v>2.7092699609758308</c:v>
                </c:pt>
                <c:pt idx="512">
                  <c:v>2.7101173651118162</c:v>
                </c:pt>
                <c:pt idx="513">
                  <c:v>2.7109631189952759</c:v>
                </c:pt>
                <c:pt idx="514">
                  <c:v>2.7118072290411912</c:v>
                </c:pt>
                <c:pt idx="515">
                  <c:v>2.7126497016272113</c:v>
                </c:pt>
                <c:pt idx="516">
                  <c:v>2.7134905430939424</c:v>
                </c:pt>
                <c:pt idx="517">
                  <c:v>2.7143297597452332</c:v>
                </c:pt>
                <c:pt idx="518">
                  <c:v>2.7151673578484576</c:v>
                </c:pt>
                <c:pt idx="519">
                  <c:v>2.716003343634799</c:v>
                </c:pt>
                <c:pt idx="520">
                  <c:v>2.7168377232995247</c:v>
                </c:pt>
                <c:pt idx="521">
                  <c:v>2.7176705030022621</c:v>
                </c:pt>
                <c:pt idx="522">
                  <c:v>2.7185016888672742</c:v>
                </c:pt>
                <c:pt idx="523">
                  <c:v>2.7193312869837265</c:v>
                </c:pt>
                <c:pt idx="524">
                  <c:v>2.720159303405957</c:v>
                </c:pt>
                <c:pt idx="525">
                  <c:v>2.7209857441537393</c:v>
                </c:pt>
                <c:pt idx="526">
                  <c:v>2.7218106152125467</c:v>
                </c:pt>
                <c:pt idx="527">
                  <c:v>2.7226339225338121</c:v>
                </c:pt>
                <c:pt idx="528">
                  <c:v>2.7234556720351857</c:v>
                </c:pt>
                <c:pt idx="529">
                  <c:v>2.7242758696007892</c:v>
                </c:pt>
                <c:pt idx="530">
                  <c:v>2.725094521081469</c:v>
                </c:pt>
                <c:pt idx="531">
                  <c:v>2.7259116322950483</c:v>
                </c:pt>
                <c:pt idx="532">
                  <c:v>2.7267272090265724</c:v>
                </c:pt>
                <c:pt idx="533">
                  <c:v>2.7275412570285562</c:v>
                </c:pt>
                <c:pt idx="534">
                  <c:v>2.7283537820212285</c:v>
                </c:pt>
                <c:pt idx="535">
                  <c:v>2.7291647896927702</c:v>
                </c:pt>
                <c:pt idx="536">
                  <c:v>2.7299742856995555</c:v>
                </c:pt>
                <c:pt idx="537">
                  <c:v>2.7307822756663893</c:v>
                </c:pt>
                <c:pt idx="538">
                  <c:v>2.7315887651867388</c:v>
                </c:pt>
                <c:pt idx="539">
                  <c:v>2.7323937598229686</c:v>
                </c:pt>
                <c:pt idx="540">
                  <c:v>2.7331972651065692</c:v>
                </c:pt>
                <c:pt idx="541">
                  <c:v>2.7339992865383871</c:v>
                </c:pt>
                <c:pt idx="542">
                  <c:v>2.7347998295888472</c:v>
                </c:pt>
                <c:pt idx="543">
                  <c:v>2.7355988996981799</c:v>
                </c:pt>
                <c:pt idx="544">
                  <c:v>2.7363965022766426</c:v>
                </c:pt>
                <c:pt idx="545">
                  <c:v>2.7371926427047373</c:v>
                </c:pt>
                <c:pt idx="546">
                  <c:v>2.7379873263334309</c:v>
                </c:pt>
                <c:pt idx="547">
                  <c:v>2.7387805584843692</c:v>
                </c:pt>
                <c:pt idx="548">
                  <c:v>2.7395723444500919</c:v>
                </c:pt>
                <c:pt idx="549">
                  <c:v>2.7403626894942437</c:v>
                </c:pt>
                <c:pt idx="550">
                  <c:v>2.7411515988517849</c:v>
                </c:pt>
                <c:pt idx="551">
                  <c:v>2.741939077729199</c:v>
                </c:pt>
                <c:pt idx="552">
                  <c:v>2.7427251313046983</c:v>
                </c:pt>
                <c:pt idx="553">
                  <c:v>2.7435097647284299</c:v>
                </c:pt>
                <c:pt idx="554">
                  <c:v>2.7442929831226763</c:v>
                </c:pt>
                <c:pt idx="555">
                  <c:v>2.7450747915820575</c:v>
                </c:pt>
                <c:pt idx="556">
                  <c:v>2.7458551951737289</c:v>
                </c:pt>
                <c:pt idx="557">
                  <c:v>2.7466341989375787</c:v>
                </c:pt>
                <c:pt idx="558">
                  <c:v>2.7474118078864231</c:v>
                </c:pt>
                <c:pt idx="559">
                  <c:v>2.7481880270062002</c:v>
                </c:pt>
                <c:pt idx="560">
                  <c:v>2.7489628612561616</c:v>
                </c:pt>
                <c:pt idx="561">
                  <c:v>2.7497363155690611</c:v>
                </c:pt>
                <c:pt idx="562">
                  <c:v>2.7505083948513462</c:v>
                </c:pt>
                <c:pt idx="563">
                  <c:v>2.7512791039833422</c:v>
                </c:pt>
                <c:pt idx="564">
                  <c:v>2.7520484478194387</c:v>
                </c:pt>
                <c:pt idx="565">
                  <c:v>2.7528164311882715</c:v>
                </c:pt>
                <c:pt idx="566">
                  <c:v>2.7535830588929064</c:v>
                </c:pt>
                <c:pt idx="567">
                  <c:v>2.7543483357110188</c:v>
                </c:pt>
                <c:pt idx="568">
                  <c:v>2.7551122663950713</c:v>
                </c:pt>
                <c:pt idx="569">
                  <c:v>2.7558748556724915</c:v>
                </c:pt>
                <c:pt idx="570">
                  <c:v>2.7566361082458481</c:v>
                </c:pt>
                <c:pt idx="571">
                  <c:v>2.7573960287930244</c:v>
                </c:pt>
                <c:pt idx="572">
                  <c:v>2.7581546219673898</c:v>
                </c:pt>
                <c:pt idx="573">
                  <c:v>2.7589118923979736</c:v>
                </c:pt>
                <c:pt idx="574">
                  <c:v>2.7596678446896306</c:v>
                </c:pt>
                <c:pt idx="575">
                  <c:v>2.7604224834232118</c:v>
                </c:pt>
                <c:pt idx="576">
                  <c:v>2.7611758131557314</c:v>
                </c:pt>
                <c:pt idx="577">
                  <c:v>2.761927838420529</c:v>
                </c:pt>
                <c:pt idx="578">
                  <c:v>2.762678563727436</c:v>
                </c:pt>
                <c:pt idx="579">
                  <c:v>2.7634279935629373</c:v>
                </c:pt>
                <c:pt idx="580">
                  <c:v>2.7641761323903307</c:v>
                </c:pt>
                <c:pt idx="581">
                  <c:v>2.7649229846498886</c:v>
                </c:pt>
                <c:pt idx="582">
                  <c:v>2.7656685547590141</c:v>
                </c:pt>
                <c:pt idx="583">
                  <c:v>2.7664128471123997</c:v>
                </c:pt>
                <c:pt idx="584">
                  <c:v>2.7671558660821804</c:v>
                </c:pt>
                <c:pt idx="585">
                  <c:v>2.7678976160180908</c:v>
                </c:pt>
                <c:pt idx="586">
                  <c:v>2.7686381012476144</c:v>
                </c:pt>
                <c:pt idx="587">
                  <c:v>2.7693773260761385</c:v>
                </c:pt>
                <c:pt idx="588">
                  <c:v>2.7701152947871015</c:v>
                </c:pt>
                <c:pt idx="589">
                  <c:v>2.7708520116421442</c:v>
                </c:pt>
                <c:pt idx="590">
                  <c:v>2.7715874808812555</c:v>
                </c:pt>
                <c:pt idx="591">
                  <c:v>2.77232170672292</c:v>
                </c:pt>
                <c:pt idx="592">
                  <c:v>2.7730546933642626</c:v>
                </c:pt>
                <c:pt idx="593">
                  <c:v>2.7737864449811935</c:v>
                </c:pt>
                <c:pt idx="594">
                  <c:v>2.7745169657285498</c:v>
                </c:pt>
                <c:pt idx="595">
                  <c:v>2.7752462597402365</c:v>
                </c:pt>
                <c:pt idx="596">
                  <c:v>2.775974331129369</c:v>
                </c:pt>
                <c:pt idx="597">
                  <c:v>2.7767011839884108</c:v>
                </c:pt>
                <c:pt idx="598">
                  <c:v>2.7774268223893115</c:v>
                </c:pt>
                <c:pt idx="599">
                  <c:v>2.7781512503836434</c:v>
                </c:pt>
                <c:pt idx="600">
                  <c:v>2.7788744720027396</c:v>
                </c:pt>
                <c:pt idx="601">
                  <c:v>2.7795964912578244</c:v>
                </c:pt>
                <c:pt idx="602">
                  <c:v>2.7803173121401512</c:v>
                </c:pt>
                <c:pt idx="603">
                  <c:v>2.7810369386211318</c:v>
                </c:pt>
                <c:pt idx="604">
                  <c:v>2.781755374652469</c:v>
                </c:pt>
                <c:pt idx="605">
                  <c:v>2.782472624166286</c:v>
                </c:pt>
                <c:pt idx="606">
                  <c:v>2.7831886910752575</c:v>
                </c:pt>
                <c:pt idx="607">
                  <c:v>2.7839035792727351</c:v>
                </c:pt>
                <c:pt idx="608">
                  <c:v>2.7846172926328752</c:v>
                </c:pt>
                <c:pt idx="609">
                  <c:v>2.7853298350107671</c:v>
                </c:pt>
                <c:pt idx="610">
                  <c:v>2.786041210242554</c:v>
                </c:pt>
                <c:pt idx="611">
                  <c:v>2.7867514221455614</c:v>
                </c:pt>
                <c:pt idx="612">
                  <c:v>2.7874604745184151</c:v>
                </c:pt>
                <c:pt idx="613">
                  <c:v>2.7881683711411678</c:v>
                </c:pt>
                <c:pt idx="614">
                  <c:v>2.7888751157754168</c:v>
                </c:pt>
                <c:pt idx="615">
                  <c:v>2.7895807121644256</c:v>
                </c:pt>
                <c:pt idx="616">
                  <c:v>2.7902851640332416</c:v>
                </c:pt>
                <c:pt idx="617">
                  <c:v>2.7909884750888159</c:v>
                </c:pt>
                <c:pt idx="618">
                  <c:v>2.7916906490201181</c:v>
                </c:pt>
                <c:pt idx="619">
                  <c:v>2.7923916894982539</c:v>
                </c:pt>
                <c:pt idx="620">
                  <c:v>2.79309160017658</c:v>
                </c:pt>
                <c:pt idx="621">
                  <c:v>2.7937903846908188</c:v>
                </c:pt>
                <c:pt idx="622">
                  <c:v>2.7944880466591697</c:v>
                </c:pt>
                <c:pt idx="623">
                  <c:v>2.7951845896824241</c:v>
                </c:pt>
                <c:pt idx="624">
                  <c:v>2.7958800173440754</c:v>
                </c:pt>
                <c:pt idx="625">
                  <c:v>2.7965743332104296</c:v>
                </c:pt>
                <c:pt idx="626">
                  <c:v>2.7972675408307164</c:v>
                </c:pt>
                <c:pt idx="627">
                  <c:v>2.7979596437371961</c:v>
                </c:pt>
                <c:pt idx="628">
                  <c:v>2.7986506454452691</c:v>
                </c:pt>
                <c:pt idx="629">
                  <c:v>2.7993405494535817</c:v>
                </c:pt>
                <c:pt idx="630">
                  <c:v>2.8000293592441343</c:v>
                </c:pt>
                <c:pt idx="631">
                  <c:v>2.8007170782823851</c:v>
                </c:pt>
                <c:pt idx="632">
                  <c:v>2.8014037100173552</c:v>
                </c:pt>
                <c:pt idx="633">
                  <c:v>2.8020892578817329</c:v>
                </c:pt>
                <c:pt idx="634">
                  <c:v>2.8027737252919755</c:v>
                </c:pt>
                <c:pt idx="635">
                  <c:v>2.8034571156484138</c:v>
                </c:pt>
                <c:pt idx="636">
                  <c:v>2.8041394323353503</c:v>
                </c:pt>
                <c:pt idx="637">
                  <c:v>2.8048206787211623</c:v>
                </c:pt>
                <c:pt idx="638">
                  <c:v>2.8055008581584002</c:v>
                </c:pt>
                <c:pt idx="639">
                  <c:v>2.8061799739838871</c:v>
                </c:pt>
                <c:pt idx="640">
                  <c:v>2.8068580295188172</c:v>
                </c:pt>
                <c:pt idx="641">
                  <c:v>2.8075350280688531</c:v>
                </c:pt>
                <c:pt idx="642">
                  <c:v>2.8082109729242219</c:v>
                </c:pt>
                <c:pt idx="643">
                  <c:v>2.808885867359812</c:v>
                </c:pt>
                <c:pt idx="644">
                  <c:v>2.8095597146352675</c:v>
                </c:pt>
                <c:pt idx="645">
                  <c:v>2.8102325179950842</c:v>
                </c:pt>
                <c:pt idx="646">
                  <c:v>2.8109042806687006</c:v>
                </c:pt>
                <c:pt idx="647">
                  <c:v>2.8115750058705933</c:v>
                </c:pt>
                <c:pt idx="648">
                  <c:v>2.8122446968003691</c:v>
                </c:pt>
                <c:pt idx="649">
                  <c:v>2.8129133566428557</c:v>
                </c:pt>
                <c:pt idx="650">
                  <c:v>2.8135809885681922</c:v>
                </c:pt>
                <c:pt idx="651">
                  <c:v>2.8142475957319202</c:v>
                </c:pt>
                <c:pt idx="652">
                  <c:v>2.8149131812750738</c:v>
                </c:pt>
                <c:pt idx="653">
                  <c:v>2.8155777483242672</c:v>
                </c:pt>
                <c:pt idx="654">
                  <c:v>2.8162412999917832</c:v>
                </c:pt>
                <c:pt idx="655">
                  <c:v>2.8169038393756605</c:v>
                </c:pt>
                <c:pt idx="656">
                  <c:v>2.8175653695597807</c:v>
                </c:pt>
                <c:pt idx="657">
                  <c:v>2.8182258936139557</c:v>
                </c:pt>
                <c:pt idx="658">
                  <c:v>2.8188854145940097</c:v>
                </c:pt>
                <c:pt idx="659">
                  <c:v>2.8195439355418688</c:v>
                </c:pt>
                <c:pt idx="660">
                  <c:v>2.8202014594856402</c:v>
                </c:pt>
                <c:pt idx="661">
                  <c:v>2.8208579894397001</c:v>
                </c:pt>
                <c:pt idx="662">
                  <c:v>2.8215135284047732</c:v>
                </c:pt>
                <c:pt idx="663">
                  <c:v>2.8221680793680175</c:v>
                </c:pt>
                <c:pt idx="664">
                  <c:v>2.8228216453031045</c:v>
                </c:pt>
                <c:pt idx="665">
                  <c:v>2.823474229170301</c:v>
                </c:pt>
                <c:pt idx="666">
                  <c:v>2.8241258339165491</c:v>
                </c:pt>
                <c:pt idx="667">
                  <c:v>2.8247764624755458</c:v>
                </c:pt>
                <c:pt idx="668">
                  <c:v>2.8254261177678233</c:v>
                </c:pt>
                <c:pt idx="669">
                  <c:v>2.8260748027008264</c:v>
                </c:pt>
                <c:pt idx="670">
                  <c:v>2.8267225201689921</c:v>
                </c:pt>
                <c:pt idx="671">
                  <c:v>2.8273692730538253</c:v>
                </c:pt>
                <c:pt idx="672">
                  <c:v>2.828015064223977</c:v>
                </c:pt>
                <c:pt idx="673">
                  <c:v>2.8286598965353198</c:v>
                </c:pt>
                <c:pt idx="674">
                  <c:v>2.8293037728310249</c:v>
                </c:pt>
                <c:pt idx="675">
                  <c:v>2.8299466959416359</c:v>
                </c:pt>
                <c:pt idx="676">
                  <c:v>2.8305886686851442</c:v>
                </c:pt>
                <c:pt idx="677">
                  <c:v>2.8312296938670634</c:v>
                </c:pt>
                <c:pt idx="678">
                  <c:v>2.8318697742805017</c:v>
                </c:pt>
                <c:pt idx="679">
                  <c:v>2.8325089127062362</c:v>
                </c:pt>
                <c:pt idx="680">
                  <c:v>2.8331471119127851</c:v>
                </c:pt>
                <c:pt idx="681">
                  <c:v>2.8337843746564788</c:v>
                </c:pt>
                <c:pt idx="682">
                  <c:v>2.8344207036815328</c:v>
                </c:pt>
                <c:pt idx="683">
                  <c:v>2.8350561017201161</c:v>
                </c:pt>
                <c:pt idx="684">
                  <c:v>2.8356905714924254</c:v>
                </c:pt>
                <c:pt idx="685">
                  <c:v>2.8363241157067516</c:v>
                </c:pt>
                <c:pt idx="686">
                  <c:v>2.8369567370595505</c:v>
                </c:pt>
                <c:pt idx="687">
                  <c:v>2.8375884382355112</c:v>
                </c:pt>
                <c:pt idx="688">
                  <c:v>2.8382192219076257</c:v>
                </c:pt>
                <c:pt idx="689">
                  <c:v>2.8388490907372552</c:v>
                </c:pt>
                <c:pt idx="690">
                  <c:v>2.8394780473741985</c:v>
                </c:pt>
                <c:pt idx="691">
                  <c:v>2.840106094456758</c:v>
                </c:pt>
                <c:pt idx="692">
                  <c:v>2.8407332346118066</c:v>
                </c:pt>
                <c:pt idx="693">
                  <c:v>2.8413594704548548</c:v>
                </c:pt>
                <c:pt idx="694">
                  <c:v>2.8419848045901137</c:v>
                </c:pt>
                <c:pt idx="695">
                  <c:v>2.842609239610562</c:v>
                </c:pt>
                <c:pt idx="696">
                  <c:v>2.8432327780980096</c:v>
                </c:pt>
                <c:pt idx="697">
                  <c:v>2.8438554226231609</c:v>
                </c:pt>
                <c:pt idx="698">
                  <c:v>2.8444771757456815</c:v>
                </c:pt>
                <c:pt idx="699">
                  <c:v>2.8450980400142569</c:v>
                </c:pt>
                <c:pt idx="700">
                  <c:v>2.8457180179666586</c:v>
                </c:pt>
                <c:pt idx="701">
                  <c:v>2.8463371121298051</c:v>
                </c:pt>
                <c:pt idx="702">
                  <c:v>2.8469553250198238</c:v>
                </c:pt>
                <c:pt idx="703">
                  <c:v>2.847572659142112</c:v>
                </c:pt>
                <c:pt idx="704">
                  <c:v>2.8481891169913989</c:v>
                </c:pt>
                <c:pt idx="705">
                  <c:v>2.8488047010518036</c:v>
                </c:pt>
                <c:pt idx="706">
                  <c:v>2.8494194137968996</c:v>
                </c:pt>
                <c:pt idx="707">
                  <c:v>2.8500332576897689</c:v>
                </c:pt>
                <c:pt idx="708">
                  <c:v>2.8506462351830666</c:v>
                </c:pt>
                <c:pt idx="709">
                  <c:v>2.8512583487190755</c:v>
                </c:pt>
                <c:pt idx="710">
                  <c:v>2.8518696007297661</c:v>
                </c:pt>
                <c:pt idx="711">
                  <c:v>2.8524799936368566</c:v>
                </c:pt>
                <c:pt idx="712">
                  <c:v>2.8530895298518657</c:v>
                </c:pt>
                <c:pt idx="713">
                  <c:v>2.8536982117761744</c:v>
                </c:pt>
                <c:pt idx="714">
                  <c:v>2.8543060418010806</c:v>
                </c:pt>
                <c:pt idx="715">
                  <c:v>2.8549130223078554</c:v>
                </c:pt>
                <c:pt idx="716">
                  <c:v>2.8555191556678001</c:v>
                </c:pt>
                <c:pt idx="717">
                  <c:v>2.8561244442423002</c:v>
                </c:pt>
                <c:pt idx="718">
                  <c:v>2.8567288903828825</c:v>
                </c:pt>
                <c:pt idx="719">
                  <c:v>2.8573324964312685</c:v>
                </c:pt>
                <c:pt idx="720">
                  <c:v>2.8579352647194289</c:v>
                </c:pt>
                <c:pt idx="721">
                  <c:v>2.858537197569639</c:v>
                </c:pt>
                <c:pt idx="722">
                  <c:v>2.859138297294531</c:v>
                </c:pt>
                <c:pt idx="723">
                  <c:v>2.8597385661971471</c:v>
                </c:pt>
                <c:pt idx="724">
                  <c:v>2.8603380065709936</c:v>
                </c:pt>
                <c:pt idx="725">
                  <c:v>2.8609366207000937</c:v>
                </c:pt>
                <c:pt idx="726">
                  <c:v>2.8615344108590377</c:v>
                </c:pt>
                <c:pt idx="727">
                  <c:v>2.8621313793130372</c:v>
                </c:pt>
                <c:pt idx="728">
                  <c:v>2.8627275283179747</c:v>
                </c:pt>
                <c:pt idx="729">
                  <c:v>2.8633228601204559</c:v>
                </c:pt>
                <c:pt idx="730">
                  <c:v>2.8639173769578603</c:v>
                </c:pt>
                <c:pt idx="731">
                  <c:v>2.8645110810583918</c:v>
                </c:pt>
                <c:pt idx="732">
                  <c:v>2.8651039746411278</c:v>
                </c:pt>
                <c:pt idx="733">
                  <c:v>2.8656960599160706</c:v>
                </c:pt>
                <c:pt idx="734">
                  <c:v>2.8662873390841948</c:v>
                </c:pt>
                <c:pt idx="735">
                  <c:v>2.8668778143374989</c:v>
                </c:pt>
                <c:pt idx="736">
                  <c:v>2.8674674878590514</c:v>
                </c:pt>
                <c:pt idx="737">
                  <c:v>2.8680563618230415</c:v>
                </c:pt>
                <c:pt idx="738">
                  <c:v>2.8686444383948255</c:v>
                </c:pt>
                <c:pt idx="739">
                  <c:v>2.8692317197309762</c:v>
                </c:pt>
                <c:pt idx="740">
                  <c:v>2.869818207979328</c:v>
                </c:pt>
                <c:pt idx="741">
                  <c:v>2.8704039052790269</c:v>
                </c:pt>
                <c:pt idx="742">
                  <c:v>2.8709888137605755</c:v>
                </c:pt>
                <c:pt idx="743">
                  <c:v>2.8715729355458786</c:v>
                </c:pt>
                <c:pt idx="744">
                  <c:v>2.8721562727482928</c:v>
                </c:pt>
                <c:pt idx="745">
                  <c:v>2.8727388274726686</c:v>
                </c:pt>
                <c:pt idx="746">
                  <c:v>2.8733206018153989</c:v>
                </c:pt>
                <c:pt idx="747">
                  <c:v>2.8739015978644615</c:v>
                </c:pt>
                <c:pt idx="748">
                  <c:v>2.8744818176994666</c:v>
                </c:pt>
                <c:pt idx="749">
                  <c:v>2.8750612633917001</c:v>
                </c:pt>
                <c:pt idx="750">
                  <c:v>2.8756399370041685</c:v>
                </c:pt>
                <c:pt idx="751">
                  <c:v>2.8762178405916421</c:v>
                </c:pt>
                <c:pt idx="752">
                  <c:v>2.8767949762007006</c:v>
                </c:pt>
                <c:pt idx="753">
                  <c:v>2.8773713458697738</c:v>
                </c:pt>
                <c:pt idx="754">
                  <c:v>2.8779469516291885</c:v>
                </c:pt>
                <c:pt idx="755">
                  <c:v>2.8785217955012063</c:v>
                </c:pt>
                <c:pt idx="756">
                  <c:v>2.8790958795000727</c:v>
                </c:pt>
                <c:pt idx="757">
                  <c:v>2.8796692056320534</c:v>
                </c:pt>
                <c:pt idx="758">
                  <c:v>2.8802417758954801</c:v>
                </c:pt>
                <c:pt idx="759">
                  <c:v>2.8808135922807914</c:v>
                </c:pt>
                <c:pt idx="760">
                  <c:v>2.8813846567705728</c:v>
                </c:pt>
                <c:pt idx="761">
                  <c:v>2.8819549713396007</c:v>
                </c:pt>
                <c:pt idx="762">
                  <c:v>2.8825245379548803</c:v>
                </c:pt>
                <c:pt idx="763">
                  <c:v>2.8830933585756897</c:v>
                </c:pt>
                <c:pt idx="764">
                  <c:v>2.8836614351536176</c:v>
                </c:pt>
                <c:pt idx="765">
                  <c:v>2.8842287696326041</c:v>
                </c:pt>
                <c:pt idx="766">
                  <c:v>2.8847953639489812</c:v>
                </c:pt>
                <c:pt idx="767">
                  <c:v>2.8853612200315122</c:v>
                </c:pt>
                <c:pt idx="768">
                  <c:v>2.885926339801431</c:v>
                </c:pt>
                <c:pt idx="769">
                  <c:v>2.8864907251724818</c:v>
                </c:pt>
                <c:pt idx="770">
                  <c:v>2.8870543780509568</c:v>
                </c:pt>
                <c:pt idx="771">
                  <c:v>2.8876173003357359</c:v>
                </c:pt>
                <c:pt idx="772">
                  <c:v>2.888179493918325</c:v>
                </c:pt>
                <c:pt idx="773">
                  <c:v>2.8887409606828927</c:v>
                </c:pt>
                <c:pt idx="774">
                  <c:v>2.8893017025063101</c:v>
                </c:pt>
                <c:pt idx="775">
                  <c:v>2.8898617212581885</c:v>
                </c:pt>
                <c:pt idx="776">
                  <c:v>2.8904210188009141</c:v>
                </c:pt>
                <c:pt idx="777">
                  <c:v>2.890979596989689</c:v>
                </c:pt>
                <c:pt idx="778">
                  <c:v>2.8915374576725643</c:v>
                </c:pt>
                <c:pt idx="779">
                  <c:v>2.8920946026904804</c:v>
                </c:pt>
                <c:pt idx="780">
                  <c:v>2.8926510338773004</c:v>
                </c:pt>
                <c:pt idx="781">
                  <c:v>2.893206753059848</c:v>
                </c:pt>
                <c:pt idx="782">
                  <c:v>2.8937617620579434</c:v>
                </c:pt>
                <c:pt idx="783">
                  <c:v>2.8943160626844384</c:v>
                </c:pt>
                <c:pt idx="784">
                  <c:v>2.8948696567452528</c:v>
                </c:pt>
                <c:pt idx="785">
                  <c:v>2.8954225460394079</c:v>
                </c:pt>
                <c:pt idx="786">
                  <c:v>2.8959747323590648</c:v>
                </c:pt>
                <c:pt idx="787">
                  <c:v>2.8965262174895554</c:v>
                </c:pt>
                <c:pt idx="788">
                  <c:v>2.8970770032094202</c:v>
                </c:pt>
                <c:pt idx="789">
                  <c:v>2.8976270912904414</c:v>
                </c:pt>
                <c:pt idx="790">
                  <c:v>2.8981764834976764</c:v>
                </c:pt>
                <c:pt idx="791">
                  <c:v>2.8987251815894934</c:v>
                </c:pt>
                <c:pt idx="792">
                  <c:v>2.8992731873176036</c:v>
                </c:pt>
                <c:pt idx="793">
                  <c:v>2.8998205024270964</c:v>
                </c:pt>
                <c:pt idx="794">
                  <c:v>2.9003671286564705</c:v>
                </c:pt>
                <c:pt idx="795">
                  <c:v>2.9009130677376689</c:v>
                </c:pt>
                <c:pt idx="796">
                  <c:v>2.9014583213961123</c:v>
                </c:pt>
                <c:pt idx="797">
                  <c:v>2.9020028913507296</c:v>
                </c:pt>
                <c:pt idx="798">
                  <c:v>2.9025467793139912</c:v>
                </c:pt>
                <c:pt idx="799">
                  <c:v>2.9030899869919438</c:v>
                </c:pt>
                <c:pt idx="800">
                  <c:v>2.9036325160842376</c:v>
                </c:pt>
                <c:pt idx="801">
                  <c:v>2.9041743682841634</c:v>
                </c:pt>
                <c:pt idx="802">
                  <c:v>2.9047155452786808</c:v>
                </c:pt>
                <c:pt idx="803">
                  <c:v>2.9052560487484511</c:v>
                </c:pt>
                <c:pt idx="804">
                  <c:v>2.9057958803678687</c:v>
                </c:pt>
                <c:pt idx="805">
                  <c:v>2.9063350418050908</c:v>
                </c:pt>
                <c:pt idx="806">
                  <c:v>2.9068735347220702</c:v>
                </c:pt>
                <c:pt idx="807">
                  <c:v>2.907411360774586</c:v>
                </c:pt>
                <c:pt idx="808">
                  <c:v>2.9079485216122722</c:v>
                </c:pt>
                <c:pt idx="809">
                  <c:v>2.90848501887865</c:v>
                </c:pt>
                <c:pt idx="810">
                  <c:v>2.909020854211156</c:v>
                </c:pt>
                <c:pt idx="811">
                  <c:v>2.9095560292411755</c:v>
                </c:pt>
                <c:pt idx="812">
                  <c:v>2.910090545594068</c:v>
                </c:pt>
                <c:pt idx="813">
                  <c:v>2.9106244048892012</c:v>
                </c:pt>
                <c:pt idx="814">
                  <c:v>2.9111576087399764</c:v>
                </c:pt>
                <c:pt idx="815">
                  <c:v>2.9116901587538613</c:v>
                </c:pt>
                <c:pt idx="816">
                  <c:v>2.9122220565324155</c:v>
                </c:pt>
                <c:pt idx="817">
                  <c:v>2.9127533036713231</c:v>
                </c:pt>
                <c:pt idx="818">
                  <c:v>2.9132839017604186</c:v>
                </c:pt>
                <c:pt idx="819">
                  <c:v>2.9138138523837167</c:v>
                </c:pt>
                <c:pt idx="820">
                  <c:v>2.9143431571194407</c:v>
                </c:pt>
                <c:pt idx="821">
                  <c:v>2.9148718175400505</c:v>
                </c:pt>
                <c:pt idx="822">
                  <c:v>2.9153998352122699</c:v>
                </c:pt>
                <c:pt idx="823">
                  <c:v>2.9159272116971158</c:v>
                </c:pt>
                <c:pt idx="824">
                  <c:v>2.916453948549925</c:v>
                </c:pt>
                <c:pt idx="825">
                  <c:v>2.9169800473203824</c:v>
                </c:pt>
                <c:pt idx="826">
                  <c:v>2.9175055095525466</c:v>
                </c:pt>
                <c:pt idx="827">
                  <c:v>2.9180303367848803</c:v>
                </c:pt>
                <c:pt idx="828">
                  <c:v>2.9185545305502734</c:v>
                </c:pt>
                <c:pt idx="829">
                  <c:v>2.9190780923760737</c:v>
                </c:pt>
                <c:pt idx="830">
                  <c:v>2.9196010237841108</c:v>
                </c:pt>
                <c:pt idx="831">
                  <c:v>2.920123326290724</c:v>
                </c:pt>
                <c:pt idx="832">
                  <c:v>2.9206450014067875</c:v>
                </c:pt>
                <c:pt idx="833">
                  <c:v>2.9211660506377388</c:v>
                </c:pt>
                <c:pt idx="834">
                  <c:v>2.9216864754836021</c:v>
                </c:pt>
                <c:pt idx="835">
                  <c:v>2.9222062774390163</c:v>
                </c:pt>
                <c:pt idx="836">
                  <c:v>2.92272545799326</c:v>
                </c:pt>
                <c:pt idx="837">
                  <c:v>2.9232440186302764</c:v>
                </c:pt>
                <c:pt idx="838">
                  <c:v>2.9237619608287004</c:v>
                </c:pt>
                <c:pt idx="839">
                  <c:v>2.9242792860618816</c:v>
                </c:pt>
                <c:pt idx="840">
                  <c:v>2.9247959957979122</c:v>
                </c:pt>
                <c:pt idx="841">
                  <c:v>2.9253120914996495</c:v>
                </c:pt>
                <c:pt idx="842">
                  <c:v>2.9258275746247424</c:v>
                </c:pt>
                <c:pt idx="843">
                  <c:v>2.9263424466256551</c:v>
                </c:pt>
                <c:pt idx="844">
                  <c:v>2.9268567089496922</c:v>
                </c:pt>
                <c:pt idx="845">
                  <c:v>2.9273703630390235</c:v>
                </c:pt>
                <c:pt idx="846">
                  <c:v>2.9278834103307068</c:v>
                </c:pt>
                <c:pt idx="847">
                  <c:v>2.9283958522567137</c:v>
                </c:pt>
                <c:pt idx="848">
                  <c:v>2.9289076902439528</c:v>
                </c:pt>
                <c:pt idx="849">
                  <c:v>2.9294189257142929</c:v>
                </c:pt>
                <c:pt idx="850">
                  <c:v>2.929929560084588</c:v>
                </c:pt>
                <c:pt idx="851">
                  <c:v>2.9304395947667001</c:v>
                </c:pt>
                <c:pt idx="852">
                  <c:v>2.9309490311675228</c:v>
                </c:pt>
                <c:pt idx="853">
                  <c:v>2.9314578706890049</c:v>
                </c:pt>
                <c:pt idx="854">
                  <c:v>2.9319661147281728</c:v>
                </c:pt>
                <c:pt idx="855">
                  <c:v>2.932473764677153</c:v>
                </c:pt>
                <c:pt idx="856">
                  <c:v>2.9329808219231981</c:v>
                </c:pt>
                <c:pt idx="857">
                  <c:v>2.9334872878487053</c:v>
                </c:pt>
                <c:pt idx="858">
                  <c:v>2.9339931638312424</c:v>
                </c:pt>
                <c:pt idx="859">
                  <c:v>2.9344984512435679</c:v>
                </c:pt>
                <c:pt idx="860">
                  <c:v>2.935003151453655</c:v>
                </c:pt>
                <c:pt idx="861">
                  <c:v>2.9355072658247128</c:v>
                </c:pt>
                <c:pt idx="862">
                  <c:v>2.9360107957152097</c:v>
                </c:pt>
                <c:pt idx="863">
                  <c:v>2.9365137424788932</c:v>
                </c:pt>
                <c:pt idx="864">
                  <c:v>2.9370161074648142</c:v>
                </c:pt>
                <c:pt idx="865">
                  <c:v>2.9375178920173468</c:v>
                </c:pt>
                <c:pt idx="866">
                  <c:v>2.9380190974762104</c:v>
                </c:pt>
                <c:pt idx="867">
                  <c:v>2.9385197251764921</c:v>
                </c:pt>
                <c:pt idx="868">
                  <c:v>2.9390197764486663</c:v>
                </c:pt>
                <c:pt idx="869">
                  <c:v>2.9395192526186187</c:v>
                </c:pt>
                <c:pt idx="870">
                  <c:v>2.9400181550076634</c:v>
                </c:pt>
                <c:pt idx="871">
                  <c:v>2.9405164849325671</c:v>
                </c:pt>
                <c:pt idx="872">
                  <c:v>2.9410142437055695</c:v>
                </c:pt>
                <c:pt idx="873">
                  <c:v>2.9415114326344032</c:v>
                </c:pt>
                <c:pt idx="874">
                  <c:v>2.9420080530223132</c:v>
                </c:pt>
                <c:pt idx="875">
                  <c:v>2.9425041061680806</c:v>
                </c:pt>
                <c:pt idx="876">
                  <c:v>2.9429995933660407</c:v>
                </c:pt>
                <c:pt idx="877">
                  <c:v>2.9434945159061026</c:v>
                </c:pt>
                <c:pt idx="878">
                  <c:v>2.9439888750737717</c:v>
                </c:pt>
                <c:pt idx="879">
                  <c:v>2.9444826721501687</c:v>
                </c:pt>
                <c:pt idx="880">
                  <c:v>2.9449759084120477</c:v>
                </c:pt>
                <c:pt idx="881">
                  <c:v>2.9454685851318199</c:v>
                </c:pt>
                <c:pt idx="882">
                  <c:v>2.9459607035775686</c:v>
                </c:pt>
                <c:pt idx="883">
                  <c:v>2.9464522650130731</c:v>
                </c:pt>
                <c:pt idx="884">
                  <c:v>2.9469432706978256</c:v>
                </c:pt>
                <c:pt idx="885">
                  <c:v>2.9474337218870508</c:v>
                </c:pt>
                <c:pt idx="886">
                  <c:v>2.9479236198317262</c:v>
                </c:pt>
                <c:pt idx="887">
                  <c:v>2.9484129657786009</c:v>
                </c:pt>
                <c:pt idx="888">
                  <c:v>2.9489017609702137</c:v>
                </c:pt>
                <c:pt idx="889">
                  <c:v>2.9493900066449128</c:v>
                </c:pt>
                <c:pt idx="890">
                  <c:v>2.9498777040368749</c:v>
                </c:pt>
                <c:pt idx="891">
                  <c:v>2.9503648543761232</c:v>
                </c:pt>
                <c:pt idx="892">
                  <c:v>2.9508514588885464</c:v>
                </c:pt>
                <c:pt idx="893">
                  <c:v>2.9513375187959179</c:v>
                </c:pt>
                <c:pt idx="894">
                  <c:v>2.9518230353159121</c:v>
                </c:pt>
                <c:pt idx="895">
                  <c:v>2.9523080096621253</c:v>
                </c:pt>
                <c:pt idx="896">
                  <c:v>2.9527924430440922</c:v>
                </c:pt>
                <c:pt idx="897">
                  <c:v>2.9532763366673045</c:v>
                </c:pt>
                <c:pt idx="898">
                  <c:v>2.9537596917332287</c:v>
                </c:pt>
                <c:pt idx="899">
                  <c:v>2.9542425094393248</c:v>
                </c:pt>
                <c:pt idx="900">
                  <c:v>2.9547247909790628</c:v>
                </c:pt>
                <c:pt idx="901">
                  <c:v>2.9552065375419416</c:v>
                </c:pt>
                <c:pt idx="902">
                  <c:v>2.9556877503135057</c:v>
                </c:pt>
                <c:pt idx="903">
                  <c:v>2.9561684304753633</c:v>
                </c:pt>
                <c:pt idx="904">
                  <c:v>2.9566485792052033</c:v>
                </c:pt>
                <c:pt idx="905">
                  <c:v>2.9571281976768131</c:v>
                </c:pt>
                <c:pt idx="906">
                  <c:v>2.9576072870600951</c:v>
                </c:pt>
                <c:pt idx="907">
                  <c:v>2.958085848521085</c:v>
                </c:pt>
                <c:pt idx="908">
                  <c:v>2.9585638832219674</c:v>
                </c:pt>
                <c:pt idx="909">
                  <c:v>2.9590413923210934</c:v>
                </c:pt>
                <c:pt idx="910">
                  <c:v>2.9595183769729982</c:v>
                </c:pt>
                <c:pt idx="911">
                  <c:v>2.959994838328416</c:v>
                </c:pt>
                <c:pt idx="912">
                  <c:v>2.9604707775342991</c:v>
                </c:pt>
                <c:pt idx="913">
                  <c:v>2.9609461957338312</c:v>
                </c:pt>
                <c:pt idx="914">
                  <c:v>2.9614210940664485</c:v>
                </c:pt>
                <c:pt idx="915">
                  <c:v>2.9618954736678504</c:v>
                </c:pt>
                <c:pt idx="916">
                  <c:v>2.9623693356700209</c:v>
                </c:pt>
                <c:pt idx="917">
                  <c:v>2.9628426812012423</c:v>
                </c:pt>
                <c:pt idx="918">
                  <c:v>2.9633155113861114</c:v>
                </c:pt>
                <c:pt idx="919">
                  <c:v>2.9637878273455551</c:v>
                </c:pt>
                <c:pt idx="920">
                  <c:v>2.9642596301968491</c:v>
                </c:pt>
                <c:pt idx="921">
                  <c:v>2.9647309210536292</c:v>
                </c:pt>
                <c:pt idx="922">
                  <c:v>2.965201701025912</c:v>
                </c:pt>
                <c:pt idx="923">
                  <c:v>2.9656719712201065</c:v>
                </c:pt>
                <c:pt idx="924">
                  <c:v>2.9661417327390325</c:v>
                </c:pt>
                <c:pt idx="925">
                  <c:v>2.9666109866819341</c:v>
                </c:pt>
                <c:pt idx="926">
                  <c:v>2.9670797341444972</c:v>
                </c:pt>
                <c:pt idx="927">
                  <c:v>2.9675479762188619</c:v>
                </c:pt>
                <c:pt idx="928">
                  <c:v>2.9680157139936418</c:v>
                </c:pt>
                <c:pt idx="929">
                  <c:v>2.9684829485539352</c:v>
                </c:pt>
                <c:pt idx="930">
                  <c:v>2.9689496809813427</c:v>
                </c:pt>
                <c:pt idx="931">
                  <c:v>2.9694159123539814</c:v>
                </c:pt>
                <c:pt idx="932">
                  <c:v>2.9698816437465001</c:v>
                </c:pt>
                <c:pt idx="933">
                  <c:v>2.9703468762300935</c:v>
                </c:pt>
                <c:pt idx="934">
                  <c:v>2.9708116108725178</c:v>
                </c:pt>
                <c:pt idx="935">
                  <c:v>2.971275848738105</c:v>
                </c:pt>
                <c:pt idx="936">
                  <c:v>2.9717395908877782</c:v>
                </c:pt>
                <c:pt idx="937">
                  <c:v>2.9722028383790646</c:v>
                </c:pt>
                <c:pt idx="938">
                  <c:v>2.9726655922661109</c:v>
                </c:pt>
                <c:pt idx="939">
                  <c:v>2.9731278535996988</c:v>
                </c:pt>
                <c:pt idx="940">
                  <c:v>2.973589623427257</c:v>
                </c:pt>
                <c:pt idx="941">
                  <c:v>2.9740509027928774</c:v>
                </c:pt>
                <c:pt idx="942">
                  <c:v>2.9745116927373285</c:v>
                </c:pt>
                <c:pt idx="943">
                  <c:v>2.9749719942980688</c:v>
                </c:pt>
                <c:pt idx="944">
                  <c:v>2.975431808509263</c:v>
                </c:pt>
                <c:pt idx="945">
                  <c:v>2.9758911364017928</c:v>
                </c:pt>
                <c:pt idx="946">
                  <c:v>2.9763499790032735</c:v>
                </c:pt>
                <c:pt idx="947">
                  <c:v>2.976808337338066</c:v>
                </c:pt>
                <c:pt idx="948">
                  <c:v>2.9772662124272928</c:v>
                </c:pt>
                <c:pt idx="949">
                  <c:v>2.9777236052888476</c:v>
                </c:pt>
                <c:pt idx="950">
                  <c:v>2.9781805169374138</c:v>
                </c:pt>
                <c:pt idx="951">
                  <c:v>2.9786369483844743</c:v>
                </c:pt>
                <c:pt idx="952">
                  <c:v>2.9790929006383262</c:v>
                </c:pt>
                <c:pt idx="953">
                  <c:v>2.9795483747040952</c:v>
                </c:pt>
                <c:pt idx="954">
                  <c:v>2.9800033715837464</c:v>
                </c:pt>
                <c:pt idx="955">
                  <c:v>2.9804578922761</c:v>
                </c:pt>
                <c:pt idx="956">
                  <c:v>2.9809119377768436</c:v>
                </c:pt>
                <c:pt idx="957">
                  <c:v>2.9813655090785445</c:v>
                </c:pt>
                <c:pt idx="958">
                  <c:v>2.9818186071706636</c:v>
                </c:pt>
                <c:pt idx="959">
                  <c:v>2.9822712330395684</c:v>
                </c:pt>
                <c:pt idx="960">
                  <c:v>2.9827233876685453</c:v>
                </c:pt>
                <c:pt idx="961">
                  <c:v>2.9831750720378132</c:v>
                </c:pt>
                <c:pt idx="962">
                  <c:v>2.9836262871245345</c:v>
                </c:pt>
                <c:pt idx="963">
                  <c:v>2.9840770339028309</c:v>
                </c:pt>
                <c:pt idx="964">
                  <c:v>2.9845273133437926</c:v>
                </c:pt>
                <c:pt idx="965">
                  <c:v>2.9849771264154934</c:v>
                </c:pt>
                <c:pt idx="966">
                  <c:v>2.9854264740830017</c:v>
                </c:pt>
                <c:pt idx="967">
                  <c:v>2.9858753573083936</c:v>
                </c:pt>
                <c:pt idx="968">
                  <c:v>2.9863237770507651</c:v>
                </c:pt>
                <c:pt idx="969">
                  <c:v>2.9867717342662448</c:v>
                </c:pt>
                <c:pt idx="970">
                  <c:v>2.9872192299080047</c:v>
                </c:pt>
                <c:pt idx="971">
                  <c:v>2.9876662649262746</c:v>
                </c:pt>
                <c:pt idx="972">
                  <c:v>2.9881128402683519</c:v>
                </c:pt>
                <c:pt idx="973">
                  <c:v>2.9885589568786157</c:v>
                </c:pt>
                <c:pt idx="974">
                  <c:v>2.989004615698537</c:v>
                </c:pt>
                <c:pt idx="975">
                  <c:v>2.9894498176666917</c:v>
                </c:pt>
                <c:pt idx="976">
                  <c:v>2.989894563718773</c:v>
                </c:pt>
                <c:pt idx="977">
                  <c:v>2.9903388547876015</c:v>
                </c:pt>
                <c:pt idx="978">
                  <c:v>2.9907826918031377</c:v>
                </c:pt>
                <c:pt idx="979">
                  <c:v>2.9912260756924947</c:v>
                </c:pt>
                <c:pt idx="980">
                  <c:v>2.9916690073799486</c:v>
                </c:pt>
                <c:pt idx="981">
                  <c:v>2.9921114877869495</c:v>
                </c:pt>
                <c:pt idx="982">
                  <c:v>2.9925535178321354</c:v>
                </c:pt>
                <c:pt idx="983">
                  <c:v>2.9929950984313414</c:v>
                </c:pt>
                <c:pt idx="984">
                  <c:v>2.9934362304976116</c:v>
                </c:pt>
                <c:pt idx="985">
                  <c:v>2.993876914941211</c:v>
                </c:pt>
                <c:pt idx="986">
                  <c:v>2.9943171526696366</c:v>
                </c:pt>
                <c:pt idx="987">
                  <c:v>2.9947569445876283</c:v>
                </c:pt>
                <c:pt idx="988">
                  <c:v>2.9951962915971793</c:v>
                </c:pt>
                <c:pt idx="989">
                  <c:v>2.9956351945975501</c:v>
                </c:pt>
                <c:pt idx="990">
                  <c:v>2.9960736544852753</c:v>
                </c:pt>
                <c:pt idx="991">
                  <c:v>2.9965116721541785</c:v>
                </c:pt>
                <c:pt idx="992">
                  <c:v>2.996949248495381</c:v>
                </c:pt>
                <c:pt idx="993">
                  <c:v>2.9973863843973132</c:v>
                </c:pt>
                <c:pt idx="994">
                  <c:v>2.9978230807457256</c:v>
                </c:pt>
                <c:pt idx="995">
                  <c:v>2.9982593384236988</c:v>
                </c:pt>
                <c:pt idx="996">
                  <c:v>2.9986951583116559</c:v>
                </c:pt>
                <c:pt idx="997">
                  <c:v>2.999130541287371</c:v>
                </c:pt>
                <c:pt idx="998">
                  <c:v>2.9995654882259823</c:v>
                </c:pt>
                <c:pt idx="999">
                  <c:v>3</c:v>
                </c:pt>
                <c:pt idx="1000">
                  <c:v>3.0004340774793188</c:v>
                </c:pt>
              </c:numCache>
            </c:numRef>
          </c:xVal>
          <c:yVal>
            <c:numRef>
              <c:f>Magic_graph_data1!$D$2:$D$1002</c:f>
              <c:numCache>
                <c:formatCode>General</c:formatCode>
                <c:ptCount val="1001"/>
                <c:pt idx="0">
                  <c:v>0.85972999999999999</c:v>
                </c:pt>
                <c:pt idx="1">
                  <c:v>0.86297000000000001</c:v>
                </c:pt>
                <c:pt idx="2">
                  <c:v>0.86443999999999999</c:v>
                </c:pt>
                <c:pt idx="3">
                  <c:v>0.86531000000000002</c:v>
                </c:pt>
                <c:pt idx="4">
                  <c:v>0.86612</c:v>
                </c:pt>
                <c:pt idx="5">
                  <c:v>0.86680000000000001</c:v>
                </c:pt>
                <c:pt idx="6">
                  <c:v>0.86734</c:v>
                </c:pt>
                <c:pt idx="7">
                  <c:v>0.86763000000000001</c:v>
                </c:pt>
                <c:pt idx="8">
                  <c:v>0.86802000000000001</c:v>
                </c:pt>
                <c:pt idx="9">
                  <c:v>0.86860000000000004</c:v>
                </c:pt>
                <c:pt idx="10">
                  <c:v>0.86895</c:v>
                </c:pt>
                <c:pt idx="11">
                  <c:v>0.86936000000000002</c:v>
                </c:pt>
                <c:pt idx="12">
                  <c:v>0.86956999999999995</c:v>
                </c:pt>
                <c:pt idx="13">
                  <c:v>0.86995</c:v>
                </c:pt>
                <c:pt idx="14">
                  <c:v>0.87012</c:v>
                </c:pt>
                <c:pt idx="15">
                  <c:v>0.87024999999999997</c:v>
                </c:pt>
                <c:pt idx="16">
                  <c:v>0.87041000000000002</c:v>
                </c:pt>
                <c:pt idx="17">
                  <c:v>0.87061999999999995</c:v>
                </c:pt>
                <c:pt idx="18">
                  <c:v>0.87085999999999997</c:v>
                </c:pt>
                <c:pt idx="19">
                  <c:v>0.87136999999999998</c:v>
                </c:pt>
                <c:pt idx="20">
                  <c:v>0.87156999999999996</c:v>
                </c:pt>
                <c:pt idx="21">
                  <c:v>0.87170000000000003</c:v>
                </c:pt>
                <c:pt idx="22">
                  <c:v>0.87187999999999999</c:v>
                </c:pt>
                <c:pt idx="23">
                  <c:v>0.87224000000000002</c:v>
                </c:pt>
                <c:pt idx="24">
                  <c:v>0.87265999999999999</c:v>
                </c:pt>
                <c:pt idx="25">
                  <c:v>0.87287000000000003</c:v>
                </c:pt>
                <c:pt idx="26">
                  <c:v>0.87327999999999995</c:v>
                </c:pt>
                <c:pt idx="27">
                  <c:v>0.87355000000000005</c:v>
                </c:pt>
                <c:pt idx="28">
                  <c:v>0.87383999999999995</c:v>
                </c:pt>
                <c:pt idx="29">
                  <c:v>0.87414999999999998</c:v>
                </c:pt>
                <c:pt idx="30">
                  <c:v>0.87421000000000004</c:v>
                </c:pt>
                <c:pt idx="31">
                  <c:v>0.87444999999999995</c:v>
                </c:pt>
                <c:pt idx="32">
                  <c:v>0.87468000000000001</c:v>
                </c:pt>
                <c:pt idx="33">
                  <c:v>0.87483</c:v>
                </c:pt>
                <c:pt idx="34">
                  <c:v>0.87487000000000004</c:v>
                </c:pt>
                <c:pt idx="35">
                  <c:v>0.87495999999999996</c:v>
                </c:pt>
                <c:pt idx="36">
                  <c:v>0.87514999999999998</c:v>
                </c:pt>
                <c:pt idx="37">
                  <c:v>0.87524000000000002</c:v>
                </c:pt>
                <c:pt idx="38">
                  <c:v>0.87529000000000001</c:v>
                </c:pt>
                <c:pt idx="39">
                  <c:v>0.87539</c:v>
                </c:pt>
                <c:pt idx="40">
                  <c:v>0.87544999999999995</c:v>
                </c:pt>
                <c:pt idx="41">
                  <c:v>0.87548000000000004</c:v>
                </c:pt>
                <c:pt idx="42">
                  <c:v>0.87556999999999996</c:v>
                </c:pt>
                <c:pt idx="43">
                  <c:v>0.87558999999999998</c:v>
                </c:pt>
                <c:pt idx="44">
                  <c:v>0.87560000000000004</c:v>
                </c:pt>
                <c:pt idx="45">
                  <c:v>0.87572000000000005</c:v>
                </c:pt>
                <c:pt idx="46">
                  <c:v>0.87573000000000001</c:v>
                </c:pt>
                <c:pt idx="47">
                  <c:v>0.87578</c:v>
                </c:pt>
                <c:pt idx="48">
                  <c:v>0.87587999999999999</c:v>
                </c:pt>
                <c:pt idx="49">
                  <c:v>0.87592000000000003</c:v>
                </c:pt>
                <c:pt idx="50">
                  <c:v>0.87597000000000003</c:v>
                </c:pt>
                <c:pt idx="51">
                  <c:v>0.87597000000000003</c:v>
                </c:pt>
                <c:pt idx="52">
                  <c:v>0.87597000000000003</c:v>
                </c:pt>
                <c:pt idx="53">
                  <c:v>0.87605999999999995</c:v>
                </c:pt>
                <c:pt idx="54">
                  <c:v>0.87607999999999997</c:v>
                </c:pt>
                <c:pt idx="55">
                  <c:v>0.87612999999999996</c:v>
                </c:pt>
                <c:pt idx="56">
                  <c:v>0.87619000000000002</c:v>
                </c:pt>
                <c:pt idx="57">
                  <c:v>0.87638000000000005</c:v>
                </c:pt>
                <c:pt idx="58">
                  <c:v>0.87639999999999996</c:v>
                </c:pt>
                <c:pt idx="59">
                  <c:v>0.87639999999999996</c:v>
                </c:pt>
                <c:pt idx="60">
                  <c:v>0.87655000000000005</c:v>
                </c:pt>
                <c:pt idx="61">
                  <c:v>0.87655000000000005</c:v>
                </c:pt>
                <c:pt idx="62">
                  <c:v>0.87656999999999996</c:v>
                </c:pt>
                <c:pt idx="63">
                  <c:v>0.87658000000000003</c:v>
                </c:pt>
                <c:pt idx="64">
                  <c:v>0.87665000000000004</c:v>
                </c:pt>
                <c:pt idx="65">
                  <c:v>0.87670999999999999</c:v>
                </c:pt>
                <c:pt idx="66">
                  <c:v>0.87670999999999999</c:v>
                </c:pt>
                <c:pt idx="67">
                  <c:v>0.87670999999999999</c:v>
                </c:pt>
                <c:pt idx="68">
                  <c:v>0.87670999999999999</c:v>
                </c:pt>
                <c:pt idx="69">
                  <c:v>0.87675000000000003</c:v>
                </c:pt>
                <c:pt idx="70">
                  <c:v>0.87675000000000003</c:v>
                </c:pt>
                <c:pt idx="71">
                  <c:v>0.87675999999999998</c:v>
                </c:pt>
                <c:pt idx="72">
                  <c:v>0.87685000000000002</c:v>
                </c:pt>
                <c:pt idx="73">
                  <c:v>0.87685999999999997</c:v>
                </c:pt>
                <c:pt idx="74">
                  <c:v>0.87690000000000001</c:v>
                </c:pt>
                <c:pt idx="75">
                  <c:v>0.87690000000000001</c:v>
                </c:pt>
                <c:pt idx="76">
                  <c:v>0.87690000000000001</c:v>
                </c:pt>
                <c:pt idx="77">
                  <c:v>0.87694000000000005</c:v>
                </c:pt>
                <c:pt idx="78">
                  <c:v>0.87694000000000005</c:v>
                </c:pt>
                <c:pt idx="79">
                  <c:v>0.87694000000000005</c:v>
                </c:pt>
                <c:pt idx="80">
                  <c:v>0.87697000000000003</c:v>
                </c:pt>
                <c:pt idx="81">
                  <c:v>0.877</c:v>
                </c:pt>
                <c:pt idx="82">
                  <c:v>0.877</c:v>
                </c:pt>
                <c:pt idx="83">
                  <c:v>0.87700999999999996</c:v>
                </c:pt>
                <c:pt idx="84">
                  <c:v>0.87702000000000002</c:v>
                </c:pt>
                <c:pt idx="85">
                  <c:v>0.87705</c:v>
                </c:pt>
                <c:pt idx="86">
                  <c:v>0.87707999999999997</c:v>
                </c:pt>
                <c:pt idx="87">
                  <c:v>0.87709000000000004</c:v>
                </c:pt>
                <c:pt idx="88">
                  <c:v>0.87709000000000004</c:v>
                </c:pt>
                <c:pt idx="89">
                  <c:v>0.87709000000000004</c:v>
                </c:pt>
                <c:pt idx="90">
                  <c:v>0.87709000000000004</c:v>
                </c:pt>
                <c:pt idx="91">
                  <c:v>0.87709999999999999</c:v>
                </c:pt>
                <c:pt idx="92">
                  <c:v>0.87716000000000005</c:v>
                </c:pt>
                <c:pt idx="93">
                  <c:v>0.87717000000000001</c:v>
                </c:pt>
                <c:pt idx="94">
                  <c:v>0.87717000000000001</c:v>
                </c:pt>
                <c:pt idx="95">
                  <c:v>0.87717000000000001</c:v>
                </c:pt>
                <c:pt idx="96">
                  <c:v>0.87717000000000001</c:v>
                </c:pt>
                <c:pt idx="97">
                  <c:v>0.87717000000000001</c:v>
                </c:pt>
                <c:pt idx="98">
                  <c:v>0.87719999999999998</c:v>
                </c:pt>
                <c:pt idx="99">
                  <c:v>0.87724999999999997</c:v>
                </c:pt>
                <c:pt idx="100">
                  <c:v>0.87724999999999997</c:v>
                </c:pt>
                <c:pt idx="101">
                  <c:v>0.87727999999999995</c:v>
                </c:pt>
                <c:pt idx="102">
                  <c:v>0.87727999999999995</c:v>
                </c:pt>
                <c:pt idx="103">
                  <c:v>0.87727999999999995</c:v>
                </c:pt>
                <c:pt idx="104">
                  <c:v>0.87736000000000003</c:v>
                </c:pt>
                <c:pt idx="105">
                  <c:v>0.87741999999999998</c:v>
                </c:pt>
                <c:pt idx="106">
                  <c:v>0.87741999999999998</c:v>
                </c:pt>
                <c:pt idx="107">
                  <c:v>0.87749999999999995</c:v>
                </c:pt>
                <c:pt idx="108">
                  <c:v>0.87753999999999999</c:v>
                </c:pt>
                <c:pt idx="109">
                  <c:v>0.87760000000000005</c:v>
                </c:pt>
                <c:pt idx="110">
                  <c:v>0.87763000000000002</c:v>
                </c:pt>
                <c:pt idx="111">
                  <c:v>0.87763000000000002</c:v>
                </c:pt>
                <c:pt idx="112">
                  <c:v>0.87763999999999998</c:v>
                </c:pt>
                <c:pt idx="113">
                  <c:v>0.87766999999999995</c:v>
                </c:pt>
                <c:pt idx="114">
                  <c:v>0.87770999999999999</c:v>
                </c:pt>
                <c:pt idx="115">
                  <c:v>0.87770999999999999</c:v>
                </c:pt>
                <c:pt idx="116">
                  <c:v>0.87770999999999999</c:v>
                </c:pt>
                <c:pt idx="117">
                  <c:v>0.87770999999999999</c:v>
                </c:pt>
                <c:pt idx="118">
                  <c:v>0.87770999999999999</c:v>
                </c:pt>
                <c:pt idx="119">
                  <c:v>0.87773000000000001</c:v>
                </c:pt>
                <c:pt idx="120">
                  <c:v>0.87773999999999996</c:v>
                </c:pt>
                <c:pt idx="121">
                  <c:v>0.87775000000000003</c:v>
                </c:pt>
                <c:pt idx="122">
                  <c:v>0.87775000000000003</c:v>
                </c:pt>
                <c:pt idx="123">
                  <c:v>0.87775000000000003</c:v>
                </c:pt>
                <c:pt idx="124">
                  <c:v>0.87780999999999998</c:v>
                </c:pt>
                <c:pt idx="125">
                  <c:v>0.87780999999999998</c:v>
                </c:pt>
                <c:pt idx="126">
                  <c:v>0.87780999999999998</c:v>
                </c:pt>
                <c:pt idx="127">
                  <c:v>0.87780999999999998</c:v>
                </c:pt>
                <c:pt idx="128">
                  <c:v>0.87780999999999998</c:v>
                </c:pt>
                <c:pt idx="129">
                  <c:v>0.87782000000000004</c:v>
                </c:pt>
                <c:pt idx="130">
                  <c:v>0.87782000000000004</c:v>
                </c:pt>
                <c:pt idx="131">
                  <c:v>0.87782000000000004</c:v>
                </c:pt>
                <c:pt idx="132">
                  <c:v>0.87782000000000004</c:v>
                </c:pt>
                <c:pt idx="133">
                  <c:v>0.87783</c:v>
                </c:pt>
                <c:pt idx="134">
                  <c:v>0.87783</c:v>
                </c:pt>
                <c:pt idx="135">
                  <c:v>0.87783</c:v>
                </c:pt>
                <c:pt idx="136">
                  <c:v>0.87783</c:v>
                </c:pt>
                <c:pt idx="137">
                  <c:v>0.87783999999999995</c:v>
                </c:pt>
                <c:pt idx="138">
                  <c:v>0.87783999999999995</c:v>
                </c:pt>
                <c:pt idx="139">
                  <c:v>0.87783999999999995</c:v>
                </c:pt>
                <c:pt idx="140">
                  <c:v>0.87783999999999995</c:v>
                </c:pt>
                <c:pt idx="141">
                  <c:v>0.87788999999999995</c:v>
                </c:pt>
                <c:pt idx="142">
                  <c:v>0.87788999999999995</c:v>
                </c:pt>
                <c:pt idx="143">
                  <c:v>0.87788999999999995</c:v>
                </c:pt>
                <c:pt idx="144">
                  <c:v>0.87790000000000001</c:v>
                </c:pt>
                <c:pt idx="145">
                  <c:v>0.87790000000000001</c:v>
                </c:pt>
                <c:pt idx="146">
                  <c:v>0.87790000000000001</c:v>
                </c:pt>
                <c:pt idx="147">
                  <c:v>0.87790000000000001</c:v>
                </c:pt>
                <c:pt idx="148">
                  <c:v>0.87790000000000001</c:v>
                </c:pt>
                <c:pt idx="149">
                  <c:v>0.87792000000000003</c:v>
                </c:pt>
                <c:pt idx="150">
                  <c:v>0.87792000000000003</c:v>
                </c:pt>
                <c:pt idx="151">
                  <c:v>0.87792000000000003</c:v>
                </c:pt>
                <c:pt idx="152">
                  <c:v>0.87792000000000003</c:v>
                </c:pt>
                <c:pt idx="153">
                  <c:v>0.87792999999999999</c:v>
                </c:pt>
                <c:pt idx="154">
                  <c:v>0.87792999999999999</c:v>
                </c:pt>
                <c:pt idx="155">
                  <c:v>0.87792999999999999</c:v>
                </c:pt>
                <c:pt idx="156">
                  <c:v>0.87792999999999999</c:v>
                </c:pt>
                <c:pt idx="157">
                  <c:v>0.87794000000000005</c:v>
                </c:pt>
                <c:pt idx="158">
                  <c:v>0.87794000000000005</c:v>
                </c:pt>
                <c:pt idx="159">
                  <c:v>0.87794000000000005</c:v>
                </c:pt>
                <c:pt idx="160">
                  <c:v>0.87794000000000005</c:v>
                </c:pt>
                <c:pt idx="161">
                  <c:v>0.87794000000000005</c:v>
                </c:pt>
                <c:pt idx="162">
                  <c:v>0.87794000000000005</c:v>
                </c:pt>
                <c:pt idx="163">
                  <c:v>0.87794000000000005</c:v>
                </c:pt>
                <c:pt idx="164">
                  <c:v>0.87799000000000005</c:v>
                </c:pt>
                <c:pt idx="165">
                  <c:v>0.87799000000000005</c:v>
                </c:pt>
                <c:pt idx="166">
                  <c:v>0.87799000000000005</c:v>
                </c:pt>
                <c:pt idx="167">
                  <c:v>0.87799000000000005</c:v>
                </c:pt>
                <c:pt idx="168">
                  <c:v>0.87799000000000005</c:v>
                </c:pt>
                <c:pt idx="169">
                  <c:v>0.878</c:v>
                </c:pt>
                <c:pt idx="170">
                  <c:v>0.878</c:v>
                </c:pt>
                <c:pt idx="171">
                  <c:v>0.87802999999999998</c:v>
                </c:pt>
                <c:pt idx="172">
                  <c:v>0.87802999999999998</c:v>
                </c:pt>
                <c:pt idx="173">
                  <c:v>0.87802999999999998</c:v>
                </c:pt>
                <c:pt idx="174">
                  <c:v>0.87802999999999998</c:v>
                </c:pt>
                <c:pt idx="175">
                  <c:v>0.87802999999999998</c:v>
                </c:pt>
                <c:pt idx="176">
                  <c:v>0.87802999999999998</c:v>
                </c:pt>
                <c:pt idx="177">
                  <c:v>0.87802999999999998</c:v>
                </c:pt>
                <c:pt idx="178">
                  <c:v>0.87802999999999998</c:v>
                </c:pt>
                <c:pt idx="179">
                  <c:v>0.87802999999999998</c:v>
                </c:pt>
                <c:pt idx="180">
                  <c:v>0.87802999999999998</c:v>
                </c:pt>
                <c:pt idx="181">
                  <c:v>0.87802999999999998</c:v>
                </c:pt>
                <c:pt idx="182">
                  <c:v>0.87802999999999998</c:v>
                </c:pt>
                <c:pt idx="183">
                  <c:v>0.87802999999999998</c:v>
                </c:pt>
                <c:pt idx="184">
                  <c:v>0.87805</c:v>
                </c:pt>
                <c:pt idx="185">
                  <c:v>0.87805</c:v>
                </c:pt>
                <c:pt idx="186">
                  <c:v>0.87805</c:v>
                </c:pt>
                <c:pt idx="187">
                  <c:v>0.87805</c:v>
                </c:pt>
                <c:pt idx="188">
                  <c:v>0.87809000000000004</c:v>
                </c:pt>
                <c:pt idx="189">
                  <c:v>0.87809000000000004</c:v>
                </c:pt>
                <c:pt idx="190">
                  <c:v>0.87810999999999995</c:v>
                </c:pt>
                <c:pt idx="191">
                  <c:v>0.87812999999999997</c:v>
                </c:pt>
                <c:pt idx="192">
                  <c:v>0.87812999999999997</c:v>
                </c:pt>
                <c:pt idx="193">
                  <c:v>0.87814999999999999</c:v>
                </c:pt>
                <c:pt idx="194">
                  <c:v>0.87814999999999999</c:v>
                </c:pt>
                <c:pt idx="195">
                  <c:v>0.87814999999999999</c:v>
                </c:pt>
                <c:pt idx="196">
                  <c:v>0.87814999999999999</c:v>
                </c:pt>
                <c:pt idx="197">
                  <c:v>0.87814999999999999</c:v>
                </c:pt>
                <c:pt idx="198">
                  <c:v>0.87814999999999999</c:v>
                </c:pt>
                <c:pt idx="199">
                  <c:v>0.87817000000000001</c:v>
                </c:pt>
                <c:pt idx="200">
                  <c:v>0.87817000000000001</c:v>
                </c:pt>
                <c:pt idx="201">
                  <c:v>0.87817000000000001</c:v>
                </c:pt>
                <c:pt idx="202">
                  <c:v>0.87817000000000001</c:v>
                </c:pt>
                <c:pt idx="203">
                  <c:v>0.87817000000000001</c:v>
                </c:pt>
                <c:pt idx="204">
                  <c:v>0.87817000000000001</c:v>
                </c:pt>
                <c:pt idx="205">
                  <c:v>0.87817000000000001</c:v>
                </c:pt>
                <c:pt idx="206">
                  <c:v>0.87817000000000001</c:v>
                </c:pt>
                <c:pt idx="207">
                  <c:v>0.87817999999999996</c:v>
                </c:pt>
                <c:pt idx="208">
                  <c:v>0.87817999999999996</c:v>
                </c:pt>
                <c:pt idx="209">
                  <c:v>0.87817999999999996</c:v>
                </c:pt>
                <c:pt idx="210">
                  <c:v>0.87817999999999996</c:v>
                </c:pt>
                <c:pt idx="211">
                  <c:v>0.87817999999999996</c:v>
                </c:pt>
                <c:pt idx="212">
                  <c:v>0.87817999999999996</c:v>
                </c:pt>
                <c:pt idx="213">
                  <c:v>0.87817999999999996</c:v>
                </c:pt>
                <c:pt idx="214">
                  <c:v>0.87817999999999996</c:v>
                </c:pt>
                <c:pt idx="215">
                  <c:v>0.87817999999999996</c:v>
                </c:pt>
                <c:pt idx="216">
                  <c:v>0.87817999999999996</c:v>
                </c:pt>
                <c:pt idx="217">
                  <c:v>0.87817999999999996</c:v>
                </c:pt>
                <c:pt idx="218">
                  <c:v>0.87819000000000003</c:v>
                </c:pt>
                <c:pt idx="219">
                  <c:v>0.87819000000000003</c:v>
                </c:pt>
                <c:pt idx="220">
                  <c:v>0.87819999999999998</c:v>
                </c:pt>
                <c:pt idx="221">
                  <c:v>0.87819999999999998</c:v>
                </c:pt>
                <c:pt idx="222">
                  <c:v>0.87819999999999998</c:v>
                </c:pt>
                <c:pt idx="223">
                  <c:v>0.87819999999999998</c:v>
                </c:pt>
                <c:pt idx="224">
                  <c:v>0.87824999999999998</c:v>
                </c:pt>
                <c:pt idx="225">
                  <c:v>0.87826000000000004</c:v>
                </c:pt>
                <c:pt idx="226">
                  <c:v>0.87826000000000004</c:v>
                </c:pt>
                <c:pt idx="227">
                  <c:v>0.87826000000000004</c:v>
                </c:pt>
                <c:pt idx="228">
                  <c:v>0.87826000000000004</c:v>
                </c:pt>
                <c:pt idx="229">
                  <c:v>0.87826000000000004</c:v>
                </c:pt>
                <c:pt idx="230">
                  <c:v>0.87826000000000004</c:v>
                </c:pt>
                <c:pt idx="231">
                  <c:v>0.87826000000000004</c:v>
                </c:pt>
                <c:pt idx="232">
                  <c:v>0.87826000000000004</c:v>
                </c:pt>
                <c:pt idx="233">
                  <c:v>0.87826000000000004</c:v>
                </c:pt>
                <c:pt idx="234">
                  <c:v>0.87826000000000004</c:v>
                </c:pt>
                <c:pt idx="235">
                  <c:v>0.87826000000000004</c:v>
                </c:pt>
                <c:pt idx="236">
                  <c:v>0.87826000000000004</c:v>
                </c:pt>
                <c:pt idx="237">
                  <c:v>0.87826000000000004</c:v>
                </c:pt>
                <c:pt idx="238">
                  <c:v>0.87829000000000002</c:v>
                </c:pt>
                <c:pt idx="239">
                  <c:v>0.87829000000000002</c:v>
                </c:pt>
                <c:pt idx="240">
                  <c:v>0.87829000000000002</c:v>
                </c:pt>
                <c:pt idx="241">
                  <c:v>0.87829000000000002</c:v>
                </c:pt>
                <c:pt idx="242">
                  <c:v>0.87829999999999997</c:v>
                </c:pt>
                <c:pt idx="243">
                  <c:v>0.87829999999999997</c:v>
                </c:pt>
                <c:pt idx="244">
                  <c:v>0.87831000000000004</c:v>
                </c:pt>
                <c:pt idx="245">
                  <c:v>0.87831000000000004</c:v>
                </c:pt>
                <c:pt idx="246">
                  <c:v>0.87831000000000004</c:v>
                </c:pt>
                <c:pt idx="247">
                  <c:v>0.87831999999999999</c:v>
                </c:pt>
                <c:pt idx="248">
                  <c:v>0.87831999999999999</c:v>
                </c:pt>
                <c:pt idx="249">
                  <c:v>0.87831999999999999</c:v>
                </c:pt>
                <c:pt idx="250">
                  <c:v>0.87831999999999999</c:v>
                </c:pt>
                <c:pt idx="251">
                  <c:v>0.87831999999999999</c:v>
                </c:pt>
                <c:pt idx="252">
                  <c:v>0.87831999999999999</c:v>
                </c:pt>
                <c:pt idx="253">
                  <c:v>0.87834999999999996</c:v>
                </c:pt>
                <c:pt idx="254">
                  <c:v>0.87834999999999996</c:v>
                </c:pt>
                <c:pt idx="255">
                  <c:v>0.87838000000000005</c:v>
                </c:pt>
                <c:pt idx="256">
                  <c:v>0.87838000000000005</c:v>
                </c:pt>
                <c:pt idx="257">
                  <c:v>0.87838000000000005</c:v>
                </c:pt>
                <c:pt idx="258">
                  <c:v>0.87838000000000005</c:v>
                </c:pt>
                <c:pt idx="259">
                  <c:v>0.87838000000000005</c:v>
                </c:pt>
                <c:pt idx="260">
                  <c:v>0.87838000000000005</c:v>
                </c:pt>
                <c:pt idx="261">
                  <c:v>0.87838000000000005</c:v>
                </c:pt>
                <c:pt idx="262">
                  <c:v>0.87838000000000005</c:v>
                </c:pt>
                <c:pt idx="263">
                  <c:v>0.87838000000000005</c:v>
                </c:pt>
                <c:pt idx="264">
                  <c:v>0.87838000000000005</c:v>
                </c:pt>
                <c:pt idx="265">
                  <c:v>0.87839</c:v>
                </c:pt>
                <c:pt idx="266">
                  <c:v>0.87839</c:v>
                </c:pt>
                <c:pt idx="267">
                  <c:v>0.87839</c:v>
                </c:pt>
                <c:pt idx="268">
                  <c:v>0.87839</c:v>
                </c:pt>
                <c:pt idx="269">
                  <c:v>0.87839</c:v>
                </c:pt>
                <c:pt idx="270">
                  <c:v>0.87841000000000002</c:v>
                </c:pt>
                <c:pt idx="271">
                  <c:v>0.87841000000000002</c:v>
                </c:pt>
                <c:pt idx="272">
                  <c:v>0.87841000000000002</c:v>
                </c:pt>
                <c:pt idx="273">
                  <c:v>0.87841000000000002</c:v>
                </c:pt>
                <c:pt idx="274">
                  <c:v>0.87844</c:v>
                </c:pt>
                <c:pt idx="275">
                  <c:v>0.87844</c:v>
                </c:pt>
                <c:pt idx="276">
                  <c:v>0.87844</c:v>
                </c:pt>
                <c:pt idx="277">
                  <c:v>0.87844</c:v>
                </c:pt>
                <c:pt idx="278">
                  <c:v>0.87844</c:v>
                </c:pt>
                <c:pt idx="279">
                  <c:v>0.87844</c:v>
                </c:pt>
                <c:pt idx="280">
                  <c:v>0.87844</c:v>
                </c:pt>
                <c:pt idx="281">
                  <c:v>0.87844</c:v>
                </c:pt>
                <c:pt idx="282">
                  <c:v>0.87844</c:v>
                </c:pt>
                <c:pt idx="283">
                  <c:v>0.87844</c:v>
                </c:pt>
                <c:pt idx="284">
                  <c:v>0.87844</c:v>
                </c:pt>
                <c:pt idx="285">
                  <c:v>0.87844</c:v>
                </c:pt>
                <c:pt idx="286">
                  <c:v>0.87844</c:v>
                </c:pt>
                <c:pt idx="287">
                  <c:v>0.87844</c:v>
                </c:pt>
                <c:pt idx="288">
                  <c:v>0.87844</c:v>
                </c:pt>
                <c:pt idx="289">
                  <c:v>0.87844</c:v>
                </c:pt>
                <c:pt idx="290">
                  <c:v>0.87844</c:v>
                </c:pt>
                <c:pt idx="291">
                  <c:v>0.87844</c:v>
                </c:pt>
                <c:pt idx="292">
                  <c:v>0.87844</c:v>
                </c:pt>
                <c:pt idx="293">
                  <c:v>0.87844</c:v>
                </c:pt>
                <c:pt idx="294">
                  <c:v>0.87844</c:v>
                </c:pt>
                <c:pt idx="295">
                  <c:v>0.87848000000000004</c:v>
                </c:pt>
                <c:pt idx="296">
                  <c:v>0.87848000000000004</c:v>
                </c:pt>
                <c:pt idx="297">
                  <c:v>0.87849999999999995</c:v>
                </c:pt>
                <c:pt idx="298">
                  <c:v>0.87849999999999995</c:v>
                </c:pt>
                <c:pt idx="299">
                  <c:v>0.87849999999999995</c:v>
                </c:pt>
                <c:pt idx="300">
                  <c:v>0.87851000000000001</c:v>
                </c:pt>
                <c:pt idx="301">
                  <c:v>0.87851000000000001</c:v>
                </c:pt>
                <c:pt idx="302">
                  <c:v>0.87851000000000001</c:v>
                </c:pt>
                <c:pt idx="303">
                  <c:v>0.87851000000000001</c:v>
                </c:pt>
                <c:pt idx="304">
                  <c:v>0.87851000000000001</c:v>
                </c:pt>
                <c:pt idx="305">
                  <c:v>0.87851000000000001</c:v>
                </c:pt>
                <c:pt idx="306">
                  <c:v>0.87851000000000001</c:v>
                </c:pt>
                <c:pt idx="307">
                  <c:v>0.87851000000000001</c:v>
                </c:pt>
                <c:pt idx="308">
                  <c:v>0.87851000000000001</c:v>
                </c:pt>
                <c:pt idx="309">
                  <c:v>0.87851000000000001</c:v>
                </c:pt>
                <c:pt idx="310">
                  <c:v>0.87851000000000001</c:v>
                </c:pt>
                <c:pt idx="311">
                  <c:v>0.87851000000000001</c:v>
                </c:pt>
                <c:pt idx="312">
                  <c:v>0.87851000000000001</c:v>
                </c:pt>
                <c:pt idx="313">
                  <c:v>0.87851000000000001</c:v>
                </c:pt>
                <c:pt idx="314">
                  <c:v>0.87853000000000003</c:v>
                </c:pt>
                <c:pt idx="315">
                  <c:v>0.87853000000000003</c:v>
                </c:pt>
                <c:pt idx="316">
                  <c:v>0.87853000000000003</c:v>
                </c:pt>
                <c:pt idx="317">
                  <c:v>0.87853000000000003</c:v>
                </c:pt>
                <c:pt idx="318">
                  <c:v>0.87853000000000003</c:v>
                </c:pt>
                <c:pt idx="319">
                  <c:v>0.87853000000000003</c:v>
                </c:pt>
                <c:pt idx="320">
                  <c:v>0.87853000000000003</c:v>
                </c:pt>
                <c:pt idx="321">
                  <c:v>0.87853000000000003</c:v>
                </c:pt>
                <c:pt idx="322">
                  <c:v>0.87853000000000003</c:v>
                </c:pt>
                <c:pt idx="323">
                  <c:v>0.87853000000000003</c:v>
                </c:pt>
                <c:pt idx="324">
                  <c:v>0.87853000000000003</c:v>
                </c:pt>
                <c:pt idx="325">
                  <c:v>0.87853000000000003</c:v>
                </c:pt>
                <c:pt idx="326">
                  <c:v>0.87853000000000003</c:v>
                </c:pt>
                <c:pt idx="327">
                  <c:v>0.87853000000000003</c:v>
                </c:pt>
                <c:pt idx="328">
                  <c:v>0.87856999999999996</c:v>
                </c:pt>
                <c:pt idx="329">
                  <c:v>0.87856999999999996</c:v>
                </c:pt>
                <c:pt idx="330">
                  <c:v>0.87856999999999996</c:v>
                </c:pt>
                <c:pt idx="331">
                  <c:v>0.87856999999999996</c:v>
                </c:pt>
                <c:pt idx="332">
                  <c:v>0.87856999999999996</c:v>
                </c:pt>
                <c:pt idx="333">
                  <c:v>0.87856999999999996</c:v>
                </c:pt>
                <c:pt idx="334">
                  <c:v>0.87856999999999996</c:v>
                </c:pt>
                <c:pt idx="335">
                  <c:v>0.87856999999999996</c:v>
                </c:pt>
                <c:pt idx="336">
                  <c:v>0.87856999999999996</c:v>
                </c:pt>
                <c:pt idx="337">
                  <c:v>0.87856999999999996</c:v>
                </c:pt>
                <c:pt idx="338">
                  <c:v>0.87856999999999996</c:v>
                </c:pt>
                <c:pt idx="339">
                  <c:v>0.87856999999999996</c:v>
                </c:pt>
                <c:pt idx="340">
                  <c:v>0.87856999999999996</c:v>
                </c:pt>
                <c:pt idx="341">
                  <c:v>0.87856999999999996</c:v>
                </c:pt>
                <c:pt idx="342">
                  <c:v>0.87856999999999996</c:v>
                </c:pt>
                <c:pt idx="343">
                  <c:v>0.87856999999999996</c:v>
                </c:pt>
                <c:pt idx="344">
                  <c:v>0.87856999999999996</c:v>
                </c:pt>
                <c:pt idx="345">
                  <c:v>0.87856999999999996</c:v>
                </c:pt>
                <c:pt idx="346">
                  <c:v>0.87856999999999996</c:v>
                </c:pt>
                <c:pt idx="347">
                  <c:v>0.87856999999999996</c:v>
                </c:pt>
                <c:pt idx="348">
                  <c:v>0.87856999999999996</c:v>
                </c:pt>
                <c:pt idx="349">
                  <c:v>0.87856999999999996</c:v>
                </c:pt>
                <c:pt idx="350">
                  <c:v>0.87856999999999996</c:v>
                </c:pt>
                <c:pt idx="351">
                  <c:v>0.87856999999999996</c:v>
                </c:pt>
                <c:pt idx="352">
                  <c:v>0.87856999999999996</c:v>
                </c:pt>
                <c:pt idx="353">
                  <c:v>0.87856999999999996</c:v>
                </c:pt>
                <c:pt idx="354">
                  <c:v>0.87856999999999996</c:v>
                </c:pt>
                <c:pt idx="355">
                  <c:v>0.87856999999999996</c:v>
                </c:pt>
                <c:pt idx="356">
                  <c:v>0.87856999999999996</c:v>
                </c:pt>
                <c:pt idx="357">
                  <c:v>0.87858000000000003</c:v>
                </c:pt>
                <c:pt idx="358">
                  <c:v>0.87858000000000003</c:v>
                </c:pt>
                <c:pt idx="359">
                  <c:v>0.87858000000000003</c:v>
                </c:pt>
                <c:pt idx="360">
                  <c:v>0.87858000000000003</c:v>
                </c:pt>
                <c:pt idx="361">
                  <c:v>0.87858000000000003</c:v>
                </c:pt>
                <c:pt idx="362">
                  <c:v>0.87858000000000003</c:v>
                </c:pt>
                <c:pt idx="363">
                  <c:v>0.87858000000000003</c:v>
                </c:pt>
                <c:pt idx="364">
                  <c:v>0.87858000000000003</c:v>
                </c:pt>
                <c:pt idx="365">
                  <c:v>0.87858000000000003</c:v>
                </c:pt>
                <c:pt idx="366">
                  <c:v>0.87858000000000003</c:v>
                </c:pt>
                <c:pt idx="367">
                  <c:v>0.87858000000000003</c:v>
                </c:pt>
                <c:pt idx="368">
                  <c:v>0.87858000000000003</c:v>
                </c:pt>
                <c:pt idx="369">
                  <c:v>0.87858000000000003</c:v>
                </c:pt>
                <c:pt idx="370">
                  <c:v>0.87858000000000003</c:v>
                </c:pt>
                <c:pt idx="371">
                  <c:v>0.87858000000000003</c:v>
                </c:pt>
                <c:pt idx="372">
                  <c:v>0.87858000000000003</c:v>
                </c:pt>
                <c:pt idx="373">
                  <c:v>0.87858000000000003</c:v>
                </c:pt>
                <c:pt idx="374">
                  <c:v>0.87858000000000003</c:v>
                </c:pt>
                <c:pt idx="375">
                  <c:v>0.87858000000000003</c:v>
                </c:pt>
                <c:pt idx="376">
                  <c:v>0.87858000000000003</c:v>
                </c:pt>
                <c:pt idx="377">
                  <c:v>0.87858000000000003</c:v>
                </c:pt>
                <c:pt idx="378">
                  <c:v>0.87858000000000003</c:v>
                </c:pt>
                <c:pt idx="379">
                  <c:v>0.87858000000000003</c:v>
                </c:pt>
                <c:pt idx="380">
                  <c:v>0.87858000000000003</c:v>
                </c:pt>
                <c:pt idx="381">
                  <c:v>0.87858000000000003</c:v>
                </c:pt>
                <c:pt idx="382">
                  <c:v>0.87858000000000003</c:v>
                </c:pt>
                <c:pt idx="383">
                  <c:v>0.87858000000000003</c:v>
                </c:pt>
                <c:pt idx="384">
                  <c:v>0.87858000000000003</c:v>
                </c:pt>
                <c:pt idx="385">
                  <c:v>0.87858000000000003</c:v>
                </c:pt>
                <c:pt idx="386">
                  <c:v>0.87858000000000003</c:v>
                </c:pt>
                <c:pt idx="387">
                  <c:v>0.87858000000000003</c:v>
                </c:pt>
                <c:pt idx="388">
                  <c:v>0.87858000000000003</c:v>
                </c:pt>
                <c:pt idx="389">
                  <c:v>0.87858000000000003</c:v>
                </c:pt>
                <c:pt idx="390">
                  <c:v>0.87858000000000003</c:v>
                </c:pt>
                <c:pt idx="391">
                  <c:v>0.87858000000000003</c:v>
                </c:pt>
                <c:pt idx="392">
                  <c:v>0.87858000000000003</c:v>
                </c:pt>
                <c:pt idx="393">
                  <c:v>0.87858000000000003</c:v>
                </c:pt>
                <c:pt idx="394">
                  <c:v>0.87858000000000003</c:v>
                </c:pt>
                <c:pt idx="395">
                  <c:v>0.87858000000000003</c:v>
                </c:pt>
                <c:pt idx="396">
                  <c:v>0.87858000000000003</c:v>
                </c:pt>
                <c:pt idx="397">
                  <c:v>0.87858000000000003</c:v>
                </c:pt>
                <c:pt idx="398">
                  <c:v>0.87858000000000003</c:v>
                </c:pt>
                <c:pt idx="399">
                  <c:v>0.87858000000000003</c:v>
                </c:pt>
                <c:pt idx="400">
                  <c:v>0.87858000000000003</c:v>
                </c:pt>
                <c:pt idx="401">
                  <c:v>0.87858000000000003</c:v>
                </c:pt>
                <c:pt idx="402">
                  <c:v>0.87858000000000003</c:v>
                </c:pt>
                <c:pt idx="403">
                  <c:v>0.87858000000000003</c:v>
                </c:pt>
                <c:pt idx="404">
                  <c:v>0.87858000000000003</c:v>
                </c:pt>
                <c:pt idx="405">
                  <c:v>0.87858000000000003</c:v>
                </c:pt>
                <c:pt idx="406">
                  <c:v>0.87858000000000003</c:v>
                </c:pt>
                <c:pt idx="407">
                  <c:v>0.87858000000000003</c:v>
                </c:pt>
                <c:pt idx="408">
                  <c:v>0.87858000000000003</c:v>
                </c:pt>
                <c:pt idx="409">
                  <c:v>0.87858000000000003</c:v>
                </c:pt>
                <c:pt idx="410">
                  <c:v>0.87858000000000003</c:v>
                </c:pt>
                <c:pt idx="411">
                  <c:v>0.87858000000000003</c:v>
                </c:pt>
                <c:pt idx="412">
                  <c:v>0.87858000000000003</c:v>
                </c:pt>
                <c:pt idx="413">
                  <c:v>0.87858000000000003</c:v>
                </c:pt>
                <c:pt idx="414">
                  <c:v>0.87858000000000003</c:v>
                </c:pt>
                <c:pt idx="415">
                  <c:v>0.87858999999999998</c:v>
                </c:pt>
                <c:pt idx="416">
                  <c:v>0.87858999999999998</c:v>
                </c:pt>
                <c:pt idx="417">
                  <c:v>0.87858999999999998</c:v>
                </c:pt>
                <c:pt idx="418">
                  <c:v>0.87858999999999998</c:v>
                </c:pt>
                <c:pt idx="419">
                  <c:v>0.87858999999999998</c:v>
                </c:pt>
                <c:pt idx="420">
                  <c:v>0.87858999999999998</c:v>
                </c:pt>
                <c:pt idx="421">
                  <c:v>0.87858999999999998</c:v>
                </c:pt>
                <c:pt idx="422">
                  <c:v>0.87858999999999998</c:v>
                </c:pt>
                <c:pt idx="423">
                  <c:v>0.87858999999999998</c:v>
                </c:pt>
                <c:pt idx="424">
                  <c:v>0.87858999999999998</c:v>
                </c:pt>
                <c:pt idx="425">
                  <c:v>0.87858999999999998</c:v>
                </c:pt>
                <c:pt idx="426">
                  <c:v>0.87858999999999998</c:v>
                </c:pt>
                <c:pt idx="427">
                  <c:v>0.87860000000000005</c:v>
                </c:pt>
                <c:pt idx="428">
                  <c:v>0.87860000000000005</c:v>
                </c:pt>
                <c:pt idx="429">
                  <c:v>0.87860000000000005</c:v>
                </c:pt>
                <c:pt idx="430">
                  <c:v>0.87860000000000005</c:v>
                </c:pt>
                <c:pt idx="431">
                  <c:v>0.87860000000000005</c:v>
                </c:pt>
                <c:pt idx="432">
                  <c:v>0.87860000000000005</c:v>
                </c:pt>
                <c:pt idx="433">
                  <c:v>0.87860000000000005</c:v>
                </c:pt>
                <c:pt idx="434">
                  <c:v>0.87860000000000005</c:v>
                </c:pt>
                <c:pt idx="435">
                  <c:v>0.87860000000000005</c:v>
                </c:pt>
                <c:pt idx="436">
                  <c:v>0.87860000000000005</c:v>
                </c:pt>
                <c:pt idx="437">
                  <c:v>0.87860000000000005</c:v>
                </c:pt>
                <c:pt idx="438">
                  <c:v>0.87860000000000005</c:v>
                </c:pt>
                <c:pt idx="439">
                  <c:v>0.87861</c:v>
                </c:pt>
                <c:pt idx="440">
                  <c:v>0.87861</c:v>
                </c:pt>
                <c:pt idx="441">
                  <c:v>0.87861</c:v>
                </c:pt>
                <c:pt idx="442">
                  <c:v>0.87861</c:v>
                </c:pt>
                <c:pt idx="443">
                  <c:v>0.87861</c:v>
                </c:pt>
                <c:pt idx="444">
                  <c:v>0.87861</c:v>
                </c:pt>
                <c:pt idx="445">
                  <c:v>0.87861</c:v>
                </c:pt>
                <c:pt idx="446">
                  <c:v>0.87861</c:v>
                </c:pt>
                <c:pt idx="447">
                  <c:v>0.87861</c:v>
                </c:pt>
                <c:pt idx="448">
                  <c:v>0.87861</c:v>
                </c:pt>
                <c:pt idx="449">
                  <c:v>0.87861</c:v>
                </c:pt>
                <c:pt idx="450">
                  <c:v>0.87861</c:v>
                </c:pt>
                <c:pt idx="451">
                  <c:v>0.87861</c:v>
                </c:pt>
                <c:pt idx="452">
                  <c:v>0.87861</c:v>
                </c:pt>
                <c:pt idx="453">
                  <c:v>0.87861</c:v>
                </c:pt>
                <c:pt idx="454">
                  <c:v>0.87861999999999996</c:v>
                </c:pt>
                <c:pt idx="455">
                  <c:v>0.87861999999999996</c:v>
                </c:pt>
                <c:pt idx="456">
                  <c:v>0.87863000000000002</c:v>
                </c:pt>
                <c:pt idx="457">
                  <c:v>0.87863000000000002</c:v>
                </c:pt>
                <c:pt idx="458">
                  <c:v>0.87863000000000002</c:v>
                </c:pt>
                <c:pt idx="459">
                  <c:v>0.87863000000000002</c:v>
                </c:pt>
                <c:pt idx="460">
                  <c:v>0.87863000000000002</c:v>
                </c:pt>
                <c:pt idx="461">
                  <c:v>0.87863000000000002</c:v>
                </c:pt>
                <c:pt idx="462">
                  <c:v>0.87863000000000002</c:v>
                </c:pt>
                <c:pt idx="463">
                  <c:v>0.87863000000000002</c:v>
                </c:pt>
                <c:pt idx="464">
                  <c:v>0.87863000000000002</c:v>
                </c:pt>
                <c:pt idx="465">
                  <c:v>0.87863999999999998</c:v>
                </c:pt>
                <c:pt idx="466">
                  <c:v>0.87863999999999998</c:v>
                </c:pt>
                <c:pt idx="467">
                  <c:v>0.87863999999999998</c:v>
                </c:pt>
                <c:pt idx="468">
                  <c:v>0.87863999999999998</c:v>
                </c:pt>
                <c:pt idx="469">
                  <c:v>0.87863999999999998</c:v>
                </c:pt>
                <c:pt idx="470">
                  <c:v>0.87863999999999998</c:v>
                </c:pt>
                <c:pt idx="471">
                  <c:v>0.87863999999999998</c:v>
                </c:pt>
                <c:pt idx="472">
                  <c:v>0.87863999999999998</c:v>
                </c:pt>
                <c:pt idx="473">
                  <c:v>0.87863999999999998</c:v>
                </c:pt>
                <c:pt idx="474">
                  <c:v>0.87863999999999998</c:v>
                </c:pt>
                <c:pt idx="475">
                  <c:v>0.87863999999999998</c:v>
                </c:pt>
                <c:pt idx="476">
                  <c:v>0.87863999999999998</c:v>
                </c:pt>
                <c:pt idx="477">
                  <c:v>0.87863999999999998</c:v>
                </c:pt>
                <c:pt idx="478">
                  <c:v>0.87863999999999998</c:v>
                </c:pt>
                <c:pt idx="479">
                  <c:v>0.87863999999999998</c:v>
                </c:pt>
                <c:pt idx="480">
                  <c:v>0.87863999999999998</c:v>
                </c:pt>
                <c:pt idx="481">
                  <c:v>0.87863999999999998</c:v>
                </c:pt>
                <c:pt idx="482">
                  <c:v>0.87863999999999998</c:v>
                </c:pt>
                <c:pt idx="483">
                  <c:v>0.87863999999999998</c:v>
                </c:pt>
                <c:pt idx="484">
                  <c:v>0.87863999999999998</c:v>
                </c:pt>
                <c:pt idx="485">
                  <c:v>0.87863999999999998</c:v>
                </c:pt>
                <c:pt idx="486">
                  <c:v>0.87863999999999998</c:v>
                </c:pt>
                <c:pt idx="487">
                  <c:v>0.87863999999999998</c:v>
                </c:pt>
                <c:pt idx="488">
                  <c:v>0.87863999999999998</c:v>
                </c:pt>
                <c:pt idx="489">
                  <c:v>0.87863999999999998</c:v>
                </c:pt>
                <c:pt idx="490">
                  <c:v>0.87863999999999998</c:v>
                </c:pt>
                <c:pt idx="491">
                  <c:v>0.87863999999999998</c:v>
                </c:pt>
                <c:pt idx="492">
                  <c:v>0.87863999999999998</c:v>
                </c:pt>
                <c:pt idx="493">
                  <c:v>0.87863999999999998</c:v>
                </c:pt>
                <c:pt idx="494">
                  <c:v>0.87863999999999998</c:v>
                </c:pt>
                <c:pt idx="495">
                  <c:v>0.87863999999999998</c:v>
                </c:pt>
                <c:pt idx="496">
                  <c:v>0.87863999999999998</c:v>
                </c:pt>
                <c:pt idx="497">
                  <c:v>0.87863999999999998</c:v>
                </c:pt>
                <c:pt idx="498">
                  <c:v>0.87863999999999998</c:v>
                </c:pt>
                <c:pt idx="499">
                  <c:v>0.87863999999999998</c:v>
                </c:pt>
                <c:pt idx="500">
                  <c:v>0.87863999999999998</c:v>
                </c:pt>
                <c:pt idx="501">
                  <c:v>0.87863999999999998</c:v>
                </c:pt>
                <c:pt idx="502">
                  <c:v>0.87863999999999998</c:v>
                </c:pt>
                <c:pt idx="503">
                  <c:v>0.87863999999999998</c:v>
                </c:pt>
                <c:pt idx="504">
                  <c:v>0.87863999999999998</c:v>
                </c:pt>
                <c:pt idx="505">
                  <c:v>0.87863999999999998</c:v>
                </c:pt>
                <c:pt idx="506">
                  <c:v>0.87863999999999998</c:v>
                </c:pt>
                <c:pt idx="507">
                  <c:v>0.87863999999999998</c:v>
                </c:pt>
                <c:pt idx="508">
                  <c:v>0.87863999999999998</c:v>
                </c:pt>
                <c:pt idx="509">
                  <c:v>0.87863999999999998</c:v>
                </c:pt>
                <c:pt idx="510">
                  <c:v>0.87863999999999998</c:v>
                </c:pt>
                <c:pt idx="511">
                  <c:v>0.87863999999999998</c:v>
                </c:pt>
                <c:pt idx="512">
                  <c:v>0.87863999999999998</c:v>
                </c:pt>
                <c:pt idx="513">
                  <c:v>0.87863999999999998</c:v>
                </c:pt>
                <c:pt idx="514">
                  <c:v>0.87863999999999998</c:v>
                </c:pt>
                <c:pt idx="515">
                  <c:v>0.87863999999999998</c:v>
                </c:pt>
                <c:pt idx="516">
                  <c:v>0.87863999999999998</c:v>
                </c:pt>
                <c:pt idx="517">
                  <c:v>0.87863999999999998</c:v>
                </c:pt>
                <c:pt idx="518">
                  <c:v>0.87863999999999998</c:v>
                </c:pt>
                <c:pt idx="519">
                  <c:v>0.87863999999999998</c:v>
                </c:pt>
                <c:pt idx="520">
                  <c:v>0.87863999999999998</c:v>
                </c:pt>
                <c:pt idx="521">
                  <c:v>0.87863999999999998</c:v>
                </c:pt>
                <c:pt idx="522">
                  <c:v>0.87863999999999998</c:v>
                </c:pt>
                <c:pt idx="523">
                  <c:v>0.87863999999999998</c:v>
                </c:pt>
                <c:pt idx="524">
                  <c:v>0.87863999999999998</c:v>
                </c:pt>
                <c:pt idx="525">
                  <c:v>0.87863999999999998</c:v>
                </c:pt>
                <c:pt idx="526">
                  <c:v>0.87863999999999998</c:v>
                </c:pt>
                <c:pt idx="527">
                  <c:v>0.87863999999999998</c:v>
                </c:pt>
                <c:pt idx="528">
                  <c:v>0.87863999999999998</c:v>
                </c:pt>
                <c:pt idx="529">
                  <c:v>0.87865000000000004</c:v>
                </c:pt>
                <c:pt idx="530">
                  <c:v>0.87866</c:v>
                </c:pt>
                <c:pt idx="531">
                  <c:v>0.87866</c:v>
                </c:pt>
                <c:pt idx="532">
                  <c:v>0.87866</c:v>
                </c:pt>
                <c:pt idx="533">
                  <c:v>0.87866</c:v>
                </c:pt>
                <c:pt idx="534">
                  <c:v>0.87866</c:v>
                </c:pt>
                <c:pt idx="535">
                  <c:v>0.87866</c:v>
                </c:pt>
                <c:pt idx="536">
                  <c:v>0.87866</c:v>
                </c:pt>
                <c:pt idx="537">
                  <c:v>0.87866</c:v>
                </c:pt>
                <c:pt idx="538">
                  <c:v>0.87866</c:v>
                </c:pt>
                <c:pt idx="539">
                  <c:v>0.87866</c:v>
                </c:pt>
                <c:pt idx="540">
                  <c:v>0.87866</c:v>
                </c:pt>
                <c:pt idx="541">
                  <c:v>0.87866</c:v>
                </c:pt>
                <c:pt idx="542">
                  <c:v>0.87866</c:v>
                </c:pt>
                <c:pt idx="543">
                  <c:v>0.87866</c:v>
                </c:pt>
                <c:pt idx="544">
                  <c:v>0.87866</c:v>
                </c:pt>
                <c:pt idx="545">
                  <c:v>0.87866</c:v>
                </c:pt>
                <c:pt idx="546">
                  <c:v>0.87866</c:v>
                </c:pt>
                <c:pt idx="547">
                  <c:v>0.87866</c:v>
                </c:pt>
                <c:pt idx="548">
                  <c:v>0.87866</c:v>
                </c:pt>
                <c:pt idx="549">
                  <c:v>0.87866</c:v>
                </c:pt>
                <c:pt idx="550">
                  <c:v>0.87866</c:v>
                </c:pt>
                <c:pt idx="551">
                  <c:v>0.87866</c:v>
                </c:pt>
                <c:pt idx="552">
                  <c:v>0.87866</c:v>
                </c:pt>
                <c:pt idx="553">
                  <c:v>0.87866</c:v>
                </c:pt>
                <c:pt idx="554">
                  <c:v>0.87866</c:v>
                </c:pt>
                <c:pt idx="555">
                  <c:v>0.87866</c:v>
                </c:pt>
                <c:pt idx="556">
                  <c:v>0.87866</c:v>
                </c:pt>
                <c:pt idx="557">
                  <c:v>0.87866</c:v>
                </c:pt>
                <c:pt idx="558">
                  <c:v>0.87866</c:v>
                </c:pt>
                <c:pt idx="559">
                  <c:v>0.87866</c:v>
                </c:pt>
                <c:pt idx="560">
                  <c:v>0.87866</c:v>
                </c:pt>
                <c:pt idx="561">
                  <c:v>0.87866</c:v>
                </c:pt>
                <c:pt idx="562">
                  <c:v>0.87866</c:v>
                </c:pt>
                <c:pt idx="563">
                  <c:v>0.87866</c:v>
                </c:pt>
                <c:pt idx="564">
                  <c:v>0.87866</c:v>
                </c:pt>
                <c:pt idx="565">
                  <c:v>0.87866</c:v>
                </c:pt>
                <c:pt idx="566">
                  <c:v>0.87866</c:v>
                </c:pt>
                <c:pt idx="567">
                  <c:v>0.87866</c:v>
                </c:pt>
                <c:pt idx="568">
                  <c:v>0.87866</c:v>
                </c:pt>
                <c:pt idx="569">
                  <c:v>0.87866</c:v>
                </c:pt>
                <c:pt idx="570">
                  <c:v>0.87866</c:v>
                </c:pt>
                <c:pt idx="571">
                  <c:v>0.87868000000000002</c:v>
                </c:pt>
                <c:pt idx="572">
                  <c:v>0.87868000000000002</c:v>
                </c:pt>
                <c:pt idx="573">
                  <c:v>0.87868000000000002</c:v>
                </c:pt>
                <c:pt idx="574">
                  <c:v>0.87868000000000002</c:v>
                </c:pt>
                <c:pt idx="575">
                  <c:v>0.87868000000000002</c:v>
                </c:pt>
                <c:pt idx="576">
                  <c:v>0.87868000000000002</c:v>
                </c:pt>
                <c:pt idx="577">
                  <c:v>0.87868000000000002</c:v>
                </c:pt>
                <c:pt idx="578">
                  <c:v>0.87868000000000002</c:v>
                </c:pt>
                <c:pt idx="579">
                  <c:v>0.87868000000000002</c:v>
                </c:pt>
                <c:pt idx="580">
                  <c:v>0.87868000000000002</c:v>
                </c:pt>
                <c:pt idx="581">
                  <c:v>0.87868000000000002</c:v>
                </c:pt>
                <c:pt idx="582">
                  <c:v>0.87868000000000002</c:v>
                </c:pt>
                <c:pt idx="583">
                  <c:v>0.87868000000000002</c:v>
                </c:pt>
                <c:pt idx="584">
                  <c:v>0.87868000000000002</c:v>
                </c:pt>
                <c:pt idx="585">
                  <c:v>0.87868000000000002</c:v>
                </c:pt>
                <c:pt idx="586">
                  <c:v>0.87868000000000002</c:v>
                </c:pt>
                <c:pt idx="587">
                  <c:v>0.87868000000000002</c:v>
                </c:pt>
                <c:pt idx="588">
                  <c:v>0.87868000000000002</c:v>
                </c:pt>
                <c:pt idx="589">
                  <c:v>0.87868000000000002</c:v>
                </c:pt>
                <c:pt idx="590">
                  <c:v>0.87868000000000002</c:v>
                </c:pt>
                <c:pt idx="591">
                  <c:v>0.87868000000000002</c:v>
                </c:pt>
                <c:pt idx="592">
                  <c:v>0.87868000000000002</c:v>
                </c:pt>
                <c:pt idx="593">
                  <c:v>0.87868000000000002</c:v>
                </c:pt>
                <c:pt idx="594">
                  <c:v>0.87868000000000002</c:v>
                </c:pt>
                <c:pt idx="595">
                  <c:v>0.87868000000000002</c:v>
                </c:pt>
                <c:pt idx="596">
                  <c:v>0.87868000000000002</c:v>
                </c:pt>
                <c:pt idx="597">
                  <c:v>0.87868000000000002</c:v>
                </c:pt>
                <c:pt idx="598">
                  <c:v>0.87868999999999997</c:v>
                </c:pt>
                <c:pt idx="599">
                  <c:v>0.87868999999999997</c:v>
                </c:pt>
                <c:pt idx="600">
                  <c:v>0.87868999999999997</c:v>
                </c:pt>
                <c:pt idx="601">
                  <c:v>0.87868999999999997</c:v>
                </c:pt>
                <c:pt idx="602">
                  <c:v>0.87868999999999997</c:v>
                </c:pt>
                <c:pt idx="603">
                  <c:v>0.87868999999999997</c:v>
                </c:pt>
                <c:pt idx="604">
                  <c:v>0.87868999999999997</c:v>
                </c:pt>
                <c:pt idx="605">
                  <c:v>0.87868999999999997</c:v>
                </c:pt>
                <c:pt idx="606">
                  <c:v>0.87868999999999997</c:v>
                </c:pt>
                <c:pt idx="607">
                  <c:v>0.87868999999999997</c:v>
                </c:pt>
                <c:pt idx="608">
                  <c:v>0.87868999999999997</c:v>
                </c:pt>
                <c:pt idx="609">
                  <c:v>0.87868999999999997</c:v>
                </c:pt>
                <c:pt idx="610">
                  <c:v>0.87868999999999997</c:v>
                </c:pt>
                <c:pt idx="611">
                  <c:v>0.87868999999999997</c:v>
                </c:pt>
                <c:pt idx="612">
                  <c:v>0.87868999999999997</c:v>
                </c:pt>
                <c:pt idx="613">
                  <c:v>0.87868999999999997</c:v>
                </c:pt>
                <c:pt idx="614">
                  <c:v>0.87868999999999997</c:v>
                </c:pt>
                <c:pt idx="615">
                  <c:v>0.87868999999999997</c:v>
                </c:pt>
                <c:pt idx="616">
                  <c:v>0.87868999999999997</c:v>
                </c:pt>
                <c:pt idx="617">
                  <c:v>0.87868999999999997</c:v>
                </c:pt>
                <c:pt idx="618">
                  <c:v>0.87868999999999997</c:v>
                </c:pt>
                <c:pt idx="619">
                  <c:v>0.87868999999999997</c:v>
                </c:pt>
                <c:pt idx="620">
                  <c:v>0.87868999999999997</c:v>
                </c:pt>
                <c:pt idx="621">
                  <c:v>0.87868999999999997</c:v>
                </c:pt>
                <c:pt idx="622">
                  <c:v>0.87868999999999997</c:v>
                </c:pt>
                <c:pt idx="623">
                  <c:v>0.87868999999999997</c:v>
                </c:pt>
                <c:pt idx="624">
                  <c:v>0.87868999999999997</c:v>
                </c:pt>
                <c:pt idx="625">
                  <c:v>0.87868999999999997</c:v>
                </c:pt>
                <c:pt idx="626">
                  <c:v>0.87868999999999997</c:v>
                </c:pt>
                <c:pt idx="627">
                  <c:v>0.87868999999999997</c:v>
                </c:pt>
                <c:pt idx="628">
                  <c:v>0.87868999999999997</c:v>
                </c:pt>
                <c:pt idx="629">
                  <c:v>0.87868999999999997</c:v>
                </c:pt>
                <c:pt idx="630">
                  <c:v>0.87868999999999997</c:v>
                </c:pt>
                <c:pt idx="631">
                  <c:v>0.87868999999999997</c:v>
                </c:pt>
                <c:pt idx="632">
                  <c:v>0.87868999999999997</c:v>
                </c:pt>
                <c:pt idx="633">
                  <c:v>0.87868999999999997</c:v>
                </c:pt>
                <c:pt idx="634">
                  <c:v>0.87868999999999997</c:v>
                </c:pt>
                <c:pt idx="635">
                  <c:v>0.87868999999999997</c:v>
                </c:pt>
                <c:pt idx="636">
                  <c:v>0.87868999999999997</c:v>
                </c:pt>
                <c:pt idx="637">
                  <c:v>0.87868999999999997</c:v>
                </c:pt>
                <c:pt idx="638">
                  <c:v>0.87870000000000004</c:v>
                </c:pt>
                <c:pt idx="639">
                  <c:v>0.87870000000000004</c:v>
                </c:pt>
                <c:pt idx="640">
                  <c:v>0.87870000000000004</c:v>
                </c:pt>
                <c:pt idx="641">
                  <c:v>0.87870000000000004</c:v>
                </c:pt>
                <c:pt idx="642">
                  <c:v>0.87870000000000004</c:v>
                </c:pt>
                <c:pt idx="643">
                  <c:v>0.87870000000000004</c:v>
                </c:pt>
                <c:pt idx="644">
                  <c:v>0.87870000000000004</c:v>
                </c:pt>
                <c:pt idx="645">
                  <c:v>0.87870000000000004</c:v>
                </c:pt>
                <c:pt idx="646">
                  <c:v>0.87870000000000004</c:v>
                </c:pt>
                <c:pt idx="647">
                  <c:v>0.87870999999999999</c:v>
                </c:pt>
                <c:pt idx="648">
                  <c:v>0.87870999999999999</c:v>
                </c:pt>
                <c:pt idx="649">
                  <c:v>0.87870999999999999</c:v>
                </c:pt>
                <c:pt idx="650">
                  <c:v>0.87870999999999999</c:v>
                </c:pt>
                <c:pt idx="651">
                  <c:v>0.87870999999999999</c:v>
                </c:pt>
                <c:pt idx="652">
                  <c:v>0.87870999999999999</c:v>
                </c:pt>
                <c:pt idx="653">
                  <c:v>0.87870999999999999</c:v>
                </c:pt>
                <c:pt idx="654">
                  <c:v>0.87870999999999999</c:v>
                </c:pt>
                <c:pt idx="655">
                  <c:v>0.87870999999999999</c:v>
                </c:pt>
                <c:pt idx="656">
                  <c:v>0.87870999999999999</c:v>
                </c:pt>
                <c:pt idx="657">
                  <c:v>0.87870999999999999</c:v>
                </c:pt>
                <c:pt idx="658">
                  <c:v>0.87870999999999999</c:v>
                </c:pt>
                <c:pt idx="659">
                  <c:v>0.87870999999999999</c:v>
                </c:pt>
                <c:pt idx="660">
                  <c:v>0.87870999999999999</c:v>
                </c:pt>
                <c:pt idx="661">
                  <c:v>0.87870999999999999</c:v>
                </c:pt>
                <c:pt idx="662">
                  <c:v>0.87870999999999999</c:v>
                </c:pt>
                <c:pt idx="663">
                  <c:v>0.87870999999999999</c:v>
                </c:pt>
                <c:pt idx="664">
                  <c:v>0.87870999999999999</c:v>
                </c:pt>
                <c:pt idx="665">
                  <c:v>0.87870999999999999</c:v>
                </c:pt>
                <c:pt idx="666">
                  <c:v>0.87870999999999999</c:v>
                </c:pt>
                <c:pt idx="667">
                  <c:v>0.87870999999999999</c:v>
                </c:pt>
                <c:pt idx="668">
                  <c:v>0.87870999999999999</c:v>
                </c:pt>
                <c:pt idx="669">
                  <c:v>0.87870999999999999</c:v>
                </c:pt>
                <c:pt idx="670">
                  <c:v>0.87870999999999999</c:v>
                </c:pt>
                <c:pt idx="671">
                  <c:v>0.87870999999999999</c:v>
                </c:pt>
                <c:pt idx="672">
                  <c:v>0.87870999999999999</c:v>
                </c:pt>
                <c:pt idx="673">
                  <c:v>0.87870999999999999</c:v>
                </c:pt>
                <c:pt idx="674">
                  <c:v>0.87870999999999999</c:v>
                </c:pt>
                <c:pt idx="675">
                  <c:v>0.87870999999999999</c:v>
                </c:pt>
                <c:pt idx="676">
                  <c:v>0.87870999999999999</c:v>
                </c:pt>
                <c:pt idx="677">
                  <c:v>0.87870999999999999</c:v>
                </c:pt>
                <c:pt idx="678">
                  <c:v>0.87870999999999999</c:v>
                </c:pt>
                <c:pt idx="679">
                  <c:v>0.87870999999999999</c:v>
                </c:pt>
                <c:pt idx="680">
                  <c:v>0.87870999999999999</c:v>
                </c:pt>
                <c:pt idx="681">
                  <c:v>0.87870999999999999</c:v>
                </c:pt>
                <c:pt idx="682">
                  <c:v>0.87870999999999999</c:v>
                </c:pt>
                <c:pt idx="683">
                  <c:v>0.87870999999999999</c:v>
                </c:pt>
                <c:pt idx="684">
                  <c:v>0.87870999999999999</c:v>
                </c:pt>
                <c:pt idx="685">
                  <c:v>0.87870999999999999</c:v>
                </c:pt>
                <c:pt idx="686">
                  <c:v>0.87870999999999999</c:v>
                </c:pt>
                <c:pt idx="687">
                  <c:v>0.87870999999999999</c:v>
                </c:pt>
                <c:pt idx="688">
                  <c:v>0.87870999999999999</c:v>
                </c:pt>
                <c:pt idx="689">
                  <c:v>0.87870999999999999</c:v>
                </c:pt>
                <c:pt idx="690">
                  <c:v>0.87870999999999999</c:v>
                </c:pt>
                <c:pt idx="691">
                  <c:v>0.87870999999999999</c:v>
                </c:pt>
                <c:pt idx="692">
                  <c:v>0.87870999999999999</c:v>
                </c:pt>
                <c:pt idx="693">
                  <c:v>0.87870999999999999</c:v>
                </c:pt>
                <c:pt idx="694">
                  <c:v>0.87870999999999999</c:v>
                </c:pt>
                <c:pt idx="695">
                  <c:v>0.87870999999999999</c:v>
                </c:pt>
                <c:pt idx="696">
                  <c:v>0.87870999999999999</c:v>
                </c:pt>
                <c:pt idx="697">
                  <c:v>0.87870999999999999</c:v>
                </c:pt>
                <c:pt idx="698">
                  <c:v>0.87870999999999999</c:v>
                </c:pt>
                <c:pt idx="699">
                  <c:v>0.87870999999999999</c:v>
                </c:pt>
                <c:pt idx="700">
                  <c:v>0.87870999999999999</c:v>
                </c:pt>
                <c:pt idx="701">
                  <c:v>0.87870999999999999</c:v>
                </c:pt>
                <c:pt idx="702">
                  <c:v>0.87870999999999999</c:v>
                </c:pt>
                <c:pt idx="703">
                  <c:v>0.87870999999999999</c:v>
                </c:pt>
                <c:pt idx="704">
                  <c:v>0.87870999999999999</c:v>
                </c:pt>
                <c:pt idx="705">
                  <c:v>0.87870999999999999</c:v>
                </c:pt>
                <c:pt idx="706">
                  <c:v>0.87870999999999999</c:v>
                </c:pt>
                <c:pt idx="707">
                  <c:v>0.87870999999999999</c:v>
                </c:pt>
                <c:pt idx="708">
                  <c:v>0.87870999999999999</c:v>
                </c:pt>
                <c:pt idx="709">
                  <c:v>0.87870999999999999</c:v>
                </c:pt>
                <c:pt idx="710">
                  <c:v>0.87870999999999999</c:v>
                </c:pt>
                <c:pt idx="711">
                  <c:v>0.87870999999999999</c:v>
                </c:pt>
                <c:pt idx="712">
                  <c:v>0.87870999999999999</c:v>
                </c:pt>
                <c:pt idx="713">
                  <c:v>0.87870999999999999</c:v>
                </c:pt>
                <c:pt idx="714">
                  <c:v>0.87870999999999999</c:v>
                </c:pt>
                <c:pt idx="715">
                  <c:v>0.87870999999999999</c:v>
                </c:pt>
                <c:pt idx="716">
                  <c:v>0.87870999999999999</c:v>
                </c:pt>
                <c:pt idx="717">
                  <c:v>0.87870999999999999</c:v>
                </c:pt>
                <c:pt idx="718">
                  <c:v>0.87870999999999999</c:v>
                </c:pt>
                <c:pt idx="719">
                  <c:v>0.87870999999999999</c:v>
                </c:pt>
                <c:pt idx="720">
                  <c:v>0.87870999999999999</c:v>
                </c:pt>
                <c:pt idx="721">
                  <c:v>0.87870999999999999</c:v>
                </c:pt>
                <c:pt idx="722">
                  <c:v>0.87870999999999999</c:v>
                </c:pt>
                <c:pt idx="723">
                  <c:v>0.87870999999999999</c:v>
                </c:pt>
                <c:pt idx="724">
                  <c:v>0.87870999999999999</c:v>
                </c:pt>
                <c:pt idx="725">
                  <c:v>0.87870999999999999</c:v>
                </c:pt>
                <c:pt idx="726">
                  <c:v>0.87870999999999999</c:v>
                </c:pt>
                <c:pt idx="727">
                  <c:v>0.87870999999999999</c:v>
                </c:pt>
                <c:pt idx="728">
                  <c:v>0.87870999999999999</c:v>
                </c:pt>
                <c:pt idx="729">
                  <c:v>0.87870999999999999</c:v>
                </c:pt>
                <c:pt idx="730">
                  <c:v>0.87870999999999999</c:v>
                </c:pt>
                <c:pt idx="731">
                  <c:v>0.87870999999999999</c:v>
                </c:pt>
                <c:pt idx="732">
                  <c:v>0.87870999999999999</c:v>
                </c:pt>
                <c:pt idx="733">
                  <c:v>0.87870999999999999</c:v>
                </c:pt>
                <c:pt idx="734">
                  <c:v>0.87870999999999999</c:v>
                </c:pt>
                <c:pt idx="735">
                  <c:v>0.87870999999999999</c:v>
                </c:pt>
                <c:pt idx="736">
                  <c:v>0.87870999999999999</c:v>
                </c:pt>
                <c:pt idx="737">
                  <c:v>0.87870999999999999</c:v>
                </c:pt>
                <c:pt idx="738">
                  <c:v>0.87870999999999999</c:v>
                </c:pt>
                <c:pt idx="739">
                  <c:v>0.87870999999999999</c:v>
                </c:pt>
                <c:pt idx="740">
                  <c:v>0.87870999999999999</c:v>
                </c:pt>
                <c:pt idx="741">
                  <c:v>0.87870999999999999</c:v>
                </c:pt>
                <c:pt idx="742">
                  <c:v>0.87870999999999999</c:v>
                </c:pt>
                <c:pt idx="743">
                  <c:v>0.87870999999999999</c:v>
                </c:pt>
                <c:pt idx="744">
                  <c:v>0.87870999999999999</c:v>
                </c:pt>
                <c:pt idx="745">
                  <c:v>0.87870999999999999</c:v>
                </c:pt>
                <c:pt idx="746">
                  <c:v>0.87870999999999999</c:v>
                </c:pt>
                <c:pt idx="747">
                  <c:v>0.87870999999999999</c:v>
                </c:pt>
                <c:pt idx="748">
                  <c:v>0.87870999999999999</c:v>
                </c:pt>
                <c:pt idx="749">
                  <c:v>0.87870999999999999</c:v>
                </c:pt>
                <c:pt idx="750">
                  <c:v>0.87870999999999999</c:v>
                </c:pt>
                <c:pt idx="751">
                  <c:v>0.87870999999999999</c:v>
                </c:pt>
                <c:pt idx="752">
                  <c:v>0.87870999999999999</c:v>
                </c:pt>
                <c:pt idx="753">
                  <c:v>0.87870999999999999</c:v>
                </c:pt>
                <c:pt idx="754">
                  <c:v>0.87870999999999999</c:v>
                </c:pt>
                <c:pt idx="755">
                  <c:v>0.87870999999999999</c:v>
                </c:pt>
                <c:pt idx="756">
                  <c:v>0.87873999999999997</c:v>
                </c:pt>
                <c:pt idx="757">
                  <c:v>0.87873999999999997</c:v>
                </c:pt>
                <c:pt idx="758">
                  <c:v>0.87873999999999997</c:v>
                </c:pt>
                <c:pt idx="759">
                  <c:v>0.87873999999999997</c:v>
                </c:pt>
                <c:pt idx="760">
                  <c:v>0.87873999999999997</c:v>
                </c:pt>
                <c:pt idx="761">
                  <c:v>0.87873999999999997</c:v>
                </c:pt>
                <c:pt idx="762">
                  <c:v>0.87875000000000003</c:v>
                </c:pt>
                <c:pt idx="763">
                  <c:v>0.87875000000000003</c:v>
                </c:pt>
                <c:pt idx="764">
                  <c:v>0.87875000000000003</c:v>
                </c:pt>
                <c:pt idx="765">
                  <c:v>0.87875000000000003</c:v>
                </c:pt>
                <c:pt idx="766">
                  <c:v>0.87875000000000003</c:v>
                </c:pt>
                <c:pt idx="767">
                  <c:v>0.87875000000000003</c:v>
                </c:pt>
                <c:pt idx="768">
                  <c:v>0.87875000000000003</c:v>
                </c:pt>
                <c:pt idx="769">
                  <c:v>0.87875000000000003</c:v>
                </c:pt>
                <c:pt idx="770">
                  <c:v>0.87875000000000003</c:v>
                </c:pt>
                <c:pt idx="771">
                  <c:v>0.87875000000000003</c:v>
                </c:pt>
                <c:pt idx="772">
                  <c:v>0.87875000000000003</c:v>
                </c:pt>
                <c:pt idx="773">
                  <c:v>0.87875000000000003</c:v>
                </c:pt>
                <c:pt idx="774">
                  <c:v>0.87875000000000003</c:v>
                </c:pt>
                <c:pt idx="775">
                  <c:v>0.87875000000000003</c:v>
                </c:pt>
                <c:pt idx="776">
                  <c:v>0.87875000000000003</c:v>
                </c:pt>
                <c:pt idx="777">
                  <c:v>0.87875000000000003</c:v>
                </c:pt>
                <c:pt idx="778">
                  <c:v>0.87875000000000003</c:v>
                </c:pt>
                <c:pt idx="779">
                  <c:v>0.87875000000000003</c:v>
                </c:pt>
                <c:pt idx="780">
                  <c:v>0.87875000000000003</c:v>
                </c:pt>
                <c:pt idx="781">
                  <c:v>0.87875000000000003</c:v>
                </c:pt>
                <c:pt idx="782">
                  <c:v>0.87875000000000003</c:v>
                </c:pt>
                <c:pt idx="783">
                  <c:v>0.87875000000000003</c:v>
                </c:pt>
                <c:pt idx="784">
                  <c:v>0.87875000000000003</c:v>
                </c:pt>
                <c:pt idx="785">
                  <c:v>0.87875000000000003</c:v>
                </c:pt>
                <c:pt idx="786">
                  <c:v>0.87875000000000003</c:v>
                </c:pt>
                <c:pt idx="787">
                  <c:v>0.87875000000000003</c:v>
                </c:pt>
                <c:pt idx="788">
                  <c:v>0.87875000000000003</c:v>
                </c:pt>
                <c:pt idx="789">
                  <c:v>0.87875000000000003</c:v>
                </c:pt>
                <c:pt idx="790">
                  <c:v>0.87877000000000005</c:v>
                </c:pt>
                <c:pt idx="791">
                  <c:v>0.87877000000000005</c:v>
                </c:pt>
                <c:pt idx="792">
                  <c:v>0.87877000000000005</c:v>
                </c:pt>
                <c:pt idx="793">
                  <c:v>0.87877000000000005</c:v>
                </c:pt>
                <c:pt idx="794">
                  <c:v>0.87877000000000005</c:v>
                </c:pt>
                <c:pt idx="795">
                  <c:v>0.87878999999999996</c:v>
                </c:pt>
                <c:pt idx="796">
                  <c:v>0.87878999999999996</c:v>
                </c:pt>
                <c:pt idx="797">
                  <c:v>0.87878999999999996</c:v>
                </c:pt>
                <c:pt idx="798">
                  <c:v>0.87878999999999996</c:v>
                </c:pt>
                <c:pt idx="799">
                  <c:v>0.87878999999999996</c:v>
                </c:pt>
                <c:pt idx="800">
                  <c:v>0.87878999999999996</c:v>
                </c:pt>
                <c:pt idx="801">
                  <c:v>0.87878999999999996</c:v>
                </c:pt>
                <c:pt idx="802">
                  <c:v>0.87878999999999996</c:v>
                </c:pt>
                <c:pt idx="803">
                  <c:v>0.87878999999999996</c:v>
                </c:pt>
                <c:pt idx="804">
                  <c:v>0.87878999999999996</c:v>
                </c:pt>
                <c:pt idx="805">
                  <c:v>0.87878999999999996</c:v>
                </c:pt>
                <c:pt idx="806">
                  <c:v>0.87878999999999996</c:v>
                </c:pt>
                <c:pt idx="807">
                  <c:v>0.87878999999999996</c:v>
                </c:pt>
                <c:pt idx="808">
                  <c:v>0.87878999999999996</c:v>
                </c:pt>
                <c:pt idx="809">
                  <c:v>0.87878999999999996</c:v>
                </c:pt>
                <c:pt idx="810">
                  <c:v>0.87878999999999996</c:v>
                </c:pt>
                <c:pt idx="811">
                  <c:v>0.87878999999999996</c:v>
                </c:pt>
                <c:pt idx="812">
                  <c:v>0.87878999999999996</c:v>
                </c:pt>
                <c:pt idx="813">
                  <c:v>0.87878999999999996</c:v>
                </c:pt>
                <c:pt idx="814">
                  <c:v>0.87878999999999996</c:v>
                </c:pt>
                <c:pt idx="815">
                  <c:v>0.87878999999999996</c:v>
                </c:pt>
                <c:pt idx="816">
                  <c:v>0.87878999999999996</c:v>
                </c:pt>
                <c:pt idx="817">
                  <c:v>0.87878999999999996</c:v>
                </c:pt>
                <c:pt idx="818">
                  <c:v>0.87878999999999996</c:v>
                </c:pt>
                <c:pt idx="819">
                  <c:v>0.87878999999999996</c:v>
                </c:pt>
                <c:pt idx="820">
                  <c:v>0.87878999999999996</c:v>
                </c:pt>
                <c:pt idx="821">
                  <c:v>0.87878999999999996</c:v>
                </c:pt>
                <c:pt idx="822">
                  <c:v>0.87878999999999996</c:v>
                </c:pt>
                <c:pt idx="823">
                  <c:v>0.87878999999999996</c:v>
                </c:pt>
                <c:pt idx="824">
                  <c:v>0.87878999999999996</c:v>
                </c:pt>
                <c:pt idx="825">
                  <c:v>0.87878999999999996</c:v>
                </c:pt>
                <c:pt idx="826">
                  <c:v>0.87878999999999996</c:v>
                </c:pt>
                <c:pt idx="827">
                  <c:v>0.87878999999999996</c:v>
                </c:pt>
                <c:pt idx="828">
                  <c:v>0.87878999999999996</c:v>
                </c:pt>
                <c:pt idx="829">
                  <c:v>0.87878999999999996</c:v>
                </c:pt>
                <c:pt idx="830">
                  <c:v>0.87878999999999996</c:v>
                </c:pt>
                <c:pt idx="831">
                  <c:v>0.87878999999999996</c:v>
                </c:pt>
                <c:pt idx="832">
                  <c:v>0.87878999999999996</c:v>
                </c:pt>
                <c:pt idx="833">
                  <c:v>0.87878999999999996</c:v>
                </c:pt>
                <c:pt idx="834">
                  <c:v>0.87878999999999996</c:v>
                </c:pt>
                <c:pt idx="835">
                  <c:v>0.87878999999999996</c:v>
                </c:pt>
                <c:pt idx="836">
                  <c:v>0.87878999999999996</c:v>
                </c:pt>
                <c:pt idx="837">
                  <c:v>0.87878999999999996</c:v>
                </c:pt>
                <c:pt idx="838">
                  <c:v>0.87878999999999996</c:v>
                </c:pt>
                <c:pt idx="839">
                  <c:v>0.87878999999999996</c:v>
                </c:pt>
                <c:pt idx="840">
                  <c:v>0.87878999999999996</c:v>
                </c:pt>
                <c:pt idx="841">
                  <c:v>0.87878999999999996</c:v>
                </c:pt>
                <c:pt idx="842">
                  <c:v>0.87878999999999996</c:v>
                </c:pt>
                <c:pt idx="843">
                  <c:v>0.87878999999999996</c:v>
                </c:pt>
                <c:pt idx="844">
                  <c:v>0.87878999999999996</c:v>
                </c:pt>
                <c:pt idx="845">
                  <c:v>0.87878999999999996</c:v>
                </c:pt>
                <c:pt idx="846">
                  <c:v>0.87878999999999996</c:v>
                </c:pt>
                <c:pt idx="847">
                  <c:v>0.87878999999999996</c:v>
                </c:pt>
                <c:pt idx="848">
                  <c:v>0.87878999999999996</c:v>
                </c:pt>
                <c:pt idx="849">
                  <c:v>0.87878999999999996</c:v>
                </c:pt>
                <c:pt idx="850">
                  <c:v>0.87878999999999996</c:v>
                </c:pt>
                <c:pt idx="851">
                  <c:v>0.87878999999999996</c:v>
                </c:pt>
                <c:pt idx="852">
                  <c:v>0.87878999999999996</c:v>
                </c:pt>
                <c:pt idx="853">
                  <c:v>0.87878999999999996</c:v>
                </c:pt>
                <c:pt idx="854">
                  <c:v>0.87878999999999996</c:v>
                </c:pt>
                <c:pt idx="855">
                  <c:v>0.87878999999999996</c:v>
                </c:pt>
                <c:pt idx="856">
                  <c:v>0.87878999999999996</c:v>
                </c:pt>
                <c:pt idx="857">
                  <c:v>0.87878999999999996</c:v>
                </c:pt>
                <c:pt idx="858">
                  <c:v>0.87878999999999996</c:v>
                </c:pt>
                <c:pt idx="859">
                  <c:v>0.87878999999999996</c:v>
                </c:pt>
                <c:pt idx="860">
                  <c:v>0.87878999999999996</c:v>
                </c:pt>
                <c:pt idx="861">
                  <c:v>0.87878999999999996</c:v>
                </c:pt>
                <c:pt idx="862">
                  <c:v>0.87878999999999996</c:v>
                </c:pt>
                <c:pt idx="863">
                  <c:v>0.87878999999999996</c:v>
                </c:pt>
                <c:pt idx="864">
                  <c:v>0.87878999999999996</c:v>
                </c:pt>
                <c:pt idx="865">
                  <c:v>0.87878999999999996</c:v>
                </c:pt>
                <c:pt idx="866">
                  <c:v>0.87878999999999996</c:v>
                </c:pt>
                <c:pt idx="867">
                  <c:v>0.87878999999999996</c:v>
                </c:pt>
                <c:pt idx="868">
                  <c:v>0.87878999999999996</c:v>
                </c:pt>
                <c:pt idx="869">
                  <c:v>0.87878999999999996</c:v>
                </c:pt>
                <c:pt idx="870">
                  <c:v>0.87878999999999996</c:v>
                </c:pt>
                <c:pt idx="871">
                  <c:v>0.87878999999999996</c:v>
                </c:pt>
                <c:pt idx="872">
                  <c:v>0.87878999999999996</c:v>
                </c:pt>
                <c:pt idx="873">
                  <c:v>0.87878999999999996</c:v>
                </c:pt>
                <c:pt idx="874">
                  <c:v>0.87878999999999996</c:v>
                </c:pt>
                <c:pt idx="875">
                  <c:v>0.87878999999999996</c:v>
                </c:pt>
                <c:pt idx="876">
                  <c:v>0.87878999999999996</c:v>
                </c:pt>
                <c:pt idx="877">
                  <c:v>0.87878999999999996</c:v>
                </c:pt>
                <c:pt idx="878">
                  <c:v>0.87878999999999996</c:v>
                </c:pt>
                <c:pt idx="879">
                  <c:v>0.87878999999999996</c:v>
                </c:pt>
                <c:pt idx="880">
                  <c:v>0.87878999999999996</c:v>
                </c:pt>
                <c:pt idx="881">
                  <c:v>0.87878999999999996</c:v>
                </c:pt>
                <c:pt idx="882">
                  <c:v>0.87878999999999996</c:v>
                </c:pt>
                <c:pt idx="883">
                  <c:v>0.87878999999999996</c:v>
                </c:pt>
                <c:pt idx="884">
                  <c:v>0.87878999999999996</c:v>
                </c:pt>
                <c:pt idx="885">
                  <c:v>0.87878999999999996</c:v>
                </c:pt>
                <c:pt idx="886">
                  <c:v>0.87878999999999996</c:v>
                </c:pt>
                <c:pt idx="887">
                  <c:v>0.87878999999999996</c:v>
                </c:pt>
                <c:pt idx="888">
                  <c:v>0.87878999999999996</c:v>
                </c:pt>
                <c:pt idx="889">
                  <c:v>0.87878999999999996</c:v>
                </c:pt>
                <c:pt idx="890">
                  <c:v>0.87878999999999996</c:v>
                </c:pt>
                <c:pt idx="891">
                  <c:v>0.87878999999999996</c:v>
                </c:pt>
                <c:pt idx="892">
                  <c:v>0.87878999999999996</c:v>
                </c:pt>
                <c:pt idx="893">
                  <c:v>0.87878999999999996</c:v>
                </c:pt>
                <c:pt idx="894">
                  <c:v>0.87878999999999996</c:v>
                </c:pt>
                <c:pt idx="895">
                  <c:v>0.87878999999999996</c:v>
                </c:pt>
                <c:pt idx="896">
                  <c:v>0.87878999999999996</c:v>
                </c:pt>
                <c:pt idx="897">
                  <c:v>0.87878999999999996</c:v>
                </c:pt>
                <c:pt idx="898">
                  <c:v>0.87878999999999996</c:v>
                </c:pt>
                <c:pt idx="899">
                  <c:v>0.87878999999999996</c:v>
                </c:pt>
                <c:pt idx="900">
                  <c:v>0.87878999999999996</c:v>
                </c:pt>
                <c:pt idx="901">
                  <c:v>0.87878999999999996</c:v>
                </c:pt>
                <c:pt idx="902">
                  <c:v>0.87878999999999996</c:v>
                </c:pt>
                <c:pt idx="903">
                  <c:v>0.87878999999999996</c:v>
                </c:pt>
                <c:pt idx="904">
                  <c:v>0.87878999999999996</c:v>
                </c:pt>
                <c:pt idx="905">
                  <c:v>0.87878999999999996</c:v>
                </c:pt>
                <c:pt idx="906">
                  <c:v>0.87878999999999996</c:v>
                </c:pt>
                <c:pt idx="907">
                  <c:v>0.87878999999999996</c:v>
                </c:pt>
                <c:pt idx="908">
                  <c:v>0.87878999999999996</c:v>
                </c:pt>
                <c:pt idx="909">
                  <c:v>0.87878999999999996</c:v>
                </c:pt>
                <c:pt idx="910">
                  <c:v>0.87878999999999996</c:v>
                </c:pt>
                <c:pt idx="911">
                  <c:v>0.87878999999999996</c:v>
                </c:pt>
                <c:pt idx="912">
                  <c:v>0.87878999999999996</c:v>
                </c:pt>
                <c:pt idx="913">
                  <c:v>0.87878999999999996</c:v>
                </c:pt>
                <c:pt idx="914">
                  <c:v>0.87878999999999996</c:v>
                </c:pt>
                <c:pt idx="915">
                  <c:v>0.87878999999999996</c:v>
                </c:pt>
                <c:pt idx="916">
                  <c:v>0.87878999999999996</c:v>
                </c:pt>
                <c:pt idx="917">
                  <c:v>0.87878999999999996</c:v>
                </c:pt>
                <c:pt idx="918">
                  <c:v>0.87878999999999996</c:v>
                </c:pt>
                <c:pt idx="919">
                  <c:v>0.87878999999999996</c:v>
                </c:pt>
                <c:pt idx="920">
                  <c:v>0.87878999999999996</c:v>
                </c:pt>
                <c:pt idx="921">
                  <c:v>0.87878999999999996</c:v>
                </c:pt>
                <c:pt idx="922">
                  <c:v>0.87878999999999996</c:v>
                </c:pt>
                <c:pt idx="923">
                  <c:v>0.87878999999999996</c:v>
                </c:pt>
                <c:pt idx="924">
                  <c:v>0.87878999999999996</c:v>
                </c:pt>
                <c:pt idx="925">
                  <c:v>0.87878999999999996</c:v>
                </c:pt>
                <c:pt idx="926">
                  <c:v>0.87878999999999996</c:v>
                </c:pt>
                <c:pt idx="927">
                  <c:v>0.87878999999999996</c:v>
                </c:pt>
                <c:pt idx="928">
                  <c:v>0.87878999999999996</c:v>
                </c:pt>
                <c:pt idx="929">
                  <c:v>0.87878999999999996</c:v>
                </c:pt>
                <c:pt idx="930">
                  <c:v>0.87878999999999996</c:v>
                </c:pt>
                <c:pt idx="931">
                  <c:v>0.87878999999999996</c:v>
                </c:pt>
                <c:pt idx="932">
                  <c:v>0.87878999999999996</c:v>
                </c:pt>
                <c:pt idx="933">
                  <c:v>0.87878999999999996</c:v>
                </c:pt>
                <c:pt idx="934">
                  <c:v>0.87878999999999996</c:v>
                </c:pt>
                <c:pt idx="935">
                  <c:v>0.87878999999999996</c:v>
                </c:pt>
                <c:pt idx="936">
                  <c:v>0.87878999999999996</c:v>
                </c:pt>
                <c:pt idx="937">
                  <c:v>0.87878999999999996</c:v>
                </c:pt>
                <c:pt idx="938">
                  <c:v>0.87878999999999996</c:v>
                </c:pt>
                <c:pt idx="939">
                  <c:v>0.87878999999999996</c:v>
                </c:pt>
                <c:pt idx="940">
                  <c:v>0.87878999999999996</c:v>
                </c:pt>
                <c:pt idx="941">
                  <c:v>0.87878999999999996</c:v>
                </c:pt>
                <c:pt idx="942">
                  <c:v>0.87878999999999996</c:v>
                </c:pt>
                <c:pt idx="943">
                  <c:v>0.87878999999999996</c:v>
                </c:pt>
                <c:pt idx="944">
                  <c:v>0.87878999999999996</c:v>
                </c:pt>
                <c:pt idx="945">
                  <c:v>0.87878999999999996</c:v>
                </c:pt>
                <c:pt idx="946">
                  <c:v>0.87878999999999996</c:v>
                </c:pt>
                <c:pt idx="947">
                  <c:v>0.87878999999999996</c:v>
                </c:pt>
                <c:pt idx="948">
                  <c:v>0.87878999999999996</c:v>
                </c:pt>
                <c:pt idx="949">
                  <c:v>0.87878999999999996</c:v>
                </c:pt>
                <c:pt idx="950">
                  <c:v>0.87878999999999996</c:v>
                </c:pt>
                <c:pt idx="951">
                  <c:v>0.87878999999999996</c:v>
                </c:pt>
                <c:pt idx="952">
                  <c:v>0.87878999999999996</c:v>
                </c:pt>
                <c:pt idx="953">
                  <c:v>0.87878999999999996</c:v>
                </c:pt>
                <c:pt idx="954">
                  <c:v>0.87878999999999996</c:v>
                </c:pt>
                <c:pt idx="955">
                  <c:v>0.87878999999999996</c:v>
                </c:pt>
                <c:pt idx="956">
                  <c:v>0.87878999999999996</c:v>
                </c:pt>
                <c:pt idx="957">
                  <c:v>0.87878999999999996</c:v>
                </c:pt>
                <c:pt idx="958">
                  <c:v>0.87878999999999996</c:v>
                </c:pt>
                <c:pt idx="959">
                  <c:v>0.87878999999999996</c:v>
                </c:pt>
                <c:pt idx="960">
                  <c:v>0.87878999999999996</c:v>
                </c:pt>
                <c:pt idx="961">
                  <c:v>0.87878999999999996</c:v>
                </c:pt>
                <c:pt idx="962">
                  <c:v>0.87878999999999996</c:v>
                </c:pt>
                <c:pt idx="963">
                  <c:v>0.87878999999999996</c:v>
                </c:pt>
                <c:pt idx="964">
                  <c:v>0.87878999999999996</c:v>
                </c:pt>
                <c:pt idx="965">
                  <c:v>0.87878999999999996</c:v>
                </c:pt>
                <c:pt idx="966">
                  <c:v>0.87878999999999996</c:v>
                </c:pt>
                <c:pt idx="967">
                  <c:v>0.87878999999999996</c:v>
                </c:pt>
                <c:pt idx="968">
                  <c:v>0.87878999999999996</c:v>
                </c:pt>
                <c:pt idx="969">
                  <c:v>0.87878999999999996</c:v>
                </c:pt>
                <c:pt idx="970">
                  <c:v>0.87878999999999996</c:v>
                </c:pt>
                <c:pt idx="971">
                  <c:v>0.87878999999999996</c:v>
                </c:pt>
                <c:pt idx="972">
                  <c:v>0.87878999999999996</c:v>
                </c:pt>
                <c:pt idx="973">
                  <c:v>0.87878999999999996</c:v>
                </c:pt>
                <c:pt idx="974">
                  <c:v>0.87878999999999996</c:v>
                </c:pt>
                <c:pt idx="975">
                  <c:v>0.87878999999999996</c:v>
                </c:pt>
                <c:pt idx="976">
                  <c:v>0.87878999999999996</c:v>
                </c:pt>
                <c:pt idx="977">
                  <c:v>0.87878999999999996</c:v>
                </c:pt>
                <c:pt idx="978">
                  <c:v>0.87878999999999996</c:v>
                </c:pt>
                <c:pt idx="979">
                  <c:v>0.87878999999999996</c:v>
                </c:pt>
                <c:pt idx="980">
                  <c:v>0.87878999999999996</c:v>
                </c:pt>
                <c:pt idx="981">
                  <c:v>0.87878999999999996</c:v>
                </c:pt>
                <c:pt idx="982">
                  <c:v>0.87878999999999996</c:v>
                </c:pt>
                <c:pt idx="983">
                  <c:v>0.87878999999999996</c:v>
                </c:pt>
                <c:pt idx="984">
                  <c:v>0.87878999999999996</c:v>
                </c:pt>
                <c:pt idx="985">
                  <c:v>0.87878999999999996</c:v>
                </c:pt>
                <c:pt idx="986">
                  <c:v>0.87878999999999996</c:v>
                </c:pt>
                <c:pt idx="987">
                  <c:v>0.87878999999999996</c:v>
                </c:pt>
                <c:pt idx="988">
                  <c:v>0.87878999999999996</c:v>
                </c:pt>
                <c:pt idx="989">
                  <c:v>0.87878999999999996</c:v>
                </c:pt>
                <c:pt idx="990">
                  <c:v>0.87878999999999996</c:v>
                </c:pt>
                <c:pt idx="991">
                  <c:v>0.87878999999999996</c:v>
                </c:pt>
                <c:pt idx="992">
                  <c:v>0.87878999999999996</c:v>
                </c:pt>
                <c:pt idx="993">
                  <c:v>0.87878999999999996</c:v>
                </c:pt>
                <c:pt idx="994">
                  <c:v>0.87878999999999996</c:v>
                </c:pt>
                <c:pt idx="995">
                  <c:v>0.87878999999999996</c:v>
                </c:pt>
                <c:pt idx="996">
                  <c:v>0.87878999999999996</c:v>
                </c:pt>
                <c:pt idx="997">
                  <c:v>0.87878999999999996</c:v>
                </c:pt>
                <c:pt idx="998">
                  <c:v>0.87878999999999996</c:v>
                </c:pt>
                <c:pt idx="999">
                  <c:v>0.87878999999999996</c:v>
                </c:pt>
                <c:pt idx="1000">
                  <c:v>0.87878999999999996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86D4-4CEA-9027-3C31532C7AD6}"/>
            </c:ext>
          </c:extLst>
        </c:ser>
        <c:ser>
          <c:idx val="1"/>
          <c:order val="1"/>
          <c:tx>
            <c:strRef>
              <c:f>Magic_graph_data1!$F$1</c:f>
              <c:strCache>
                <c:ptCount val="1"/>
                <c:pt idx="0">
                  <c:v>test</c:v>
                </c:pt>
              </c:strCache>
            </c:strRef>
          </c:tx>
          <c:spPr>
            <a:ln w="38100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xVal>
            <c:numRef>
              <c:f>Magic_graph_data1!$B$2:$B$1002</c:f>
              <c:numCache>
                <c:formatCode>General</c:formatCode>
                <c:ptCount val="1001"/>
                <c:pt idx="0">
                  <c:v>0</c:v>
                </c:pt>
                <c:pt idx="1">
                  <c:v>0.3010299956639812</c:v>
                </c:pt>
                <c:pt idx="2">
                  <c:v>0.47712125471966244</c:v>
                </c:pt>
                <c:pt idx="3">
                  <c:v>0.6020599913279624</c:v>
                </c:pt>
                <c:pt idx="4">
                  <c:v>0.69897000433601886</c:v>
                </c:pt>
                <c:pt idx="5">
                  <c:v>0.77815125038364363</c:v>
                </c:pt>
                <c:pt idx="6">
                  <c:v>0.84509804001425681</c:v>
                </c:pt>
                <c:pt idx="7">
                  <c:v>0.90308998699194354</c:v>
                </c:pt>
                <c:pt idx="8">
                  <c:v>0.95424250943932487</c:v>
                </c:pt>
                <c:pt idx="9">
                  <c:v>1</c:v>
                </c:pt>
                <c:pt idx="10">
                  <c:v>1.0413926851582251</c:v>
                </c:pt>
                <c:pt idx="11">
                  <c:v>1.0791812460476249</c:v>
                </c:pt>
                <c:pt idx="12">
                  <c:v>1.1139433523068367</c:v>
                </c:pt>
                <c:pt idx="13">
                  <c:v>1.146128035678238</c:v>
                </c:pt>
                <c:pt idx="14">
                  <c:v>1.1760912590556813</c:v>
                </c:pt>
                <c:pt idx="15">
                  <c:v>1.2041199826559248</c:v>
                </c:pt>
                <c:pt idx="16">
                  <c:v>1.2304489213782739</c:v>
                </c:pt>
                <c:pt idx="17">
                  <c:v>1.255272505103306</c:v>
                </c:pt>
                <c:pt idx="18">
                  <c:v>1.2787536009528289</c:v>
                </c:pt>
                <c:pt idx="19">
                  <c:v>1.3010299956639813</c:v>
                </c:pt>
                <c:pt idx="20">
                  <c:v>1.3222192947339193</c:v>
                </c:pt>
                <c:pt idx="21">
                  <c:v>1.3424226808222062</c:v>
                </c:pt>
                <c:pt idx="22">
                  <c:v>1.3617278360175928</c:v>
                </c:pt>
                <c:pt idx="23">
                  <c:v>1.3802112417116059</c:v>
                </c:pt>
                <c:pt idx="24">
                  <c:v>1.3979400086720377</c:v>
                </c:pt>
                <c:pt idx="25">
                  <c:v>1.414973347970818</c:v>
                </c:pt>
                <c:pt idx="26">
                  <c:v>1.4313637641589874</c:v>
                </c:pt>
                <c:pt idx="27">
                  <c:v>1.4471580313422192</c:v>
                </c:pt>
                <c:pt idx="28">
                  <c:v>1.4623979978989561</c:v>
                </c:pt>
                <c:pt idx="29">
                  <c:v>1.4771212547196624</c:v>
                </c:pt>
                <c:pt idx="30">
                  <c:v>1.4913616938342726</c:v>
                </c:pt>
                <c:pt idx="31">
                  <c:v>1.505149978319906</c:v>
                </c:pt>
                <c:pt idx="32">
                  <c:v>1.5185139398778875</c:v>
                </c:pt>
                <c:pt idx="33">
                  <c:v>1.5314789170422551</c:v>
                </c:pt>
                <c:pt idx="34">
                  <c:v>1.5440680443502757</c:v>
                </c:pt>
                <c:pt idx="35">
                  <c:v>1.5563025007672873</c:v>
                </c:pt>
                <c:pt idx="36">
                  <c:v>1.568201724066995</c:v>
                </c:pt>
                <c:pt idx="37">
                  <c:v>1.5797835966168101</c:v>
                </c:pt>
                <c:pt idx="38">
                  <c:v>1.5910646070264991</c:v>
                </c:pt>
                <c:pt idx="39">
                  <c:v>1.6020599913279623</c:v>
                </c:pt>
                <c:pt idx="40">
                  <c:v>1.6127838567197355</c:v>
                </c:pt>
                <c:pt idx="41">
                  <c:v>1.6232492903979006</c:v>
                </c:pt>
                <c:pt idx="42">
                  <c:v>1.6334684555795864</c:v>
                </c:pt>
                <c:pt idx="43">
                  <c:v>1.6434526764861874</c:v>
                </c:pt>
                <c:pt idx="44">
                  <c:v>1.6532125137753437</c:v>
                </c:pt>
                <c:pt idx="45">
                  <c:v>1.6627578316815741</c:v>
                </c:pt>
                <c:pt idx="46">
                  <c:v>1.6720978579357175</c:v>
                </c:pt>
                <c:pt idx="47">
                  <c:v>1.6812412373755872</c:v>
                </c:pt>
                <c:pt idx="48">
                  <c:v>1.6901960800285136</c:v>
                </c:pt>
                <c:pt idx="49">
                  <c:v>1.6989700043360187</c:v>
                </c:pt>
                <c:pt idx="50">
                  <c:v>1.7075701760979363</c:v>
                </c:pt>
                <c:pt idx="51">
                  <c:v>1.7160033436347992</c:v>
                </c:pt>
                <c:pt idx="52">
                  <c:v>1.7242758696007889</c:v>
                </c:pt>
                <c:pt idx="53">
                  <c:v>1.7323937598229686</c:v>
                </c:pt>
                <c:pt idx="54">
                  <c:v>1.7403626894942439</c:v>
                </c:pt>
                <c:pt idx="55">
                  <c:v>1.7481880270062005</c:v>
                </c:pt>
                <c:pt idx="56">
                  <c:v>1.7558748556724915</c:v>
                </c:pt>
                <c:pt idx="57">
                  <c:v>1.7634279935629373</c:v>
                </c:pt>
                <c:pt idx="58">
                  <c:v>1.7708520116421442</c:v>
                </c:pt>
                <c:pt idx="59">
                  <c:v>1.7781512503836436</c:v>
                </c:pt>
                <c:pt idx="60">
                  <c:v>1.7853298350107671</c:v>
                </c:pt>
                <c:pt idx="61">
                  <c:v>1.7923916894982539</c:v>
                </c:pt>
                <c:pt idx="62">
                  <c:v>1.7993405494535817</c:v>
                </c:pt>
                <c:pt idx="63">
                  <c:v>1.8061799739838871</c:v>
                </c:pt>
                <c:pt idx="64">
                  <c:v>1.8129133566428555</c:v>
                </c:pt>
                <c:pt idx="65">
                  <c:v>1.8195439355418688</c:v>
                </c:pt>
                <c:pt idx="66">
                  <c:v>1.8260748027008264</c:v>
                </c:pt>
                <c:pt idx="67">
                  <c:v>1.8325089127062364</c:v>
                </c:pt>
                <c:pt idx="68">
                  <c:v>1.8388490907372552</c:v>
                </c:pt>
                <c:pt idx="69">
                  <c:v>1.8450980400142569</c:v>
                </c:pt>
                <c:pt idx="70">
                  <c:v>1.8512583487190752</c:v>
                </c:pt>
                <c:pt idx="71">
                  <c:v>1.8573324964312685</c:v>
                </c:pt>
                <c:pt idx="72">
                  <c:v>1.8633228601204559</c:v>
                </c:pt>
                <c:pt idx="73">
                  <c:v>1.8692317197309762</c:v>
                </c:pt>
                <c:pt idx="74">
                  <c:v>1.8750612633917001</c:v>
                </c:pt>
                <c:pt idx="75">
                  <c:v>1.8808135922807914</c:v>
                </c:pt>
                <c:pt idx="76">
                  <c:v>1.8864907251724818</c:v>
                </c:pt>
                <c:pt idx="77">
                  <c:v>1.8920946026904804</c:v>
                </c:pt>
                <c:pt idx="78">
                  <c:v>1.8976270912904414</c:v>
                </c:pt>
                <c:pt idx="79">
                  <c:v>1.9030899869919435</c:v>
                </c:pt>
                <c:pt idx="80">
                  <c:v>1.9084850188786497</c:v>
                </c:pt>
                <c:pt idx="81">
                  <c:v>1.9138138523837167</c:v>
                </c:pt>
                <c:pt idx="82">
                  <c:v>1.919078092376074</c:v>
                </c:pt>
                <c:pt idx="83">
                  <c:v>1.9242792860618816</c:v>
                </c:pt>
                <c:pt idx="84">
                  <c:v>1.9294189257142926</c:v>
                </c:pt>
                <c:pt idx="85">
                  <c:v>1.9344984512435677</c:v>
                </c:pt>
                <c:pt idx="86">
                  <c:v>1.9395192526186185</c:v>
                </c:pt>
                <c:pt idx="87">
                  <c:v>1.9444826721501687</c:v>
                </c:pt>
                <c:pt idx="88">
                  <c:v>1.9493900066449128</c:v>
                </c:pt>
                <c:pt idx="89">
                  <c:v>1.954242509439325</c:v>
                </c:pt>
                <c:pt idx="90">
                  <c:v>1.9590413923210936</c:v>
                </c:pt>
                <c:pt idx="91">
                  <c:v>1.9637878273455553</c:v>
                </c:pt>
                <c:pt idx="92">
                  <c:v>1.968482948553935</c:v>
                </c:pt>
                <c:pt idx="93">
                  <c:v>1.9731278535996986</c:v>
                </c:pt>
                <c:pt idx="94">
                  <c:v>1.9777236052888478</c:v>
                </c:pt>
                <c:pt idx="95">
                  <c:v>1.9822712330395684</c:v>
                </c:pt>
                <c:pt idx="96">
                  <c:v>1.9867717342662448</c:v>
                </c:pt>
                <c:pt idx="97">
                  <c:v>1.9912260756924949</c:v>
                </c:pt>
                <c:pt idx="98">
                  <c:v>1.9956351945975499</c:v>
                </c:pt>
                <c:pt idx="99">
                  <c:v>2</c:v>
                </c:pt>
                <c:pt idx="100">
                  <c:v>2.0043213737826426</c:v>
                </c:pt>
                <c:pt idx="101">
                  <c:v>2.0086001717619175</c:v>
                </c:pt>
                <c:pt idx="102">
                  <c:v>2.012837224705172</c:v>
                </c:pt>
                <c:pt idx="103">
                  <c:v>2.0170333392987803</c:v>
                </c:pt>
                <c:pt idx="104">
                  <c:v>2.0211892990699383</c:v>
                </c:pt>
                <c:pt idx="105">
                  <c:v>2.0253058652647704</c:v>
                </c:pt>
                <c:pt idx="106">
                  <c:v>2.0293837776852097</c:v>
                </c:pt>
                <c:pt idx="107">
                  <c:v>2.0334237554869499</c:v>
                </c:pt>
                <c:pt idx="108">
                  <c:v>2.0374264979406238</c:v>
                </c:pt>
                <c:pt idx="109">
                  <c:v>2.0413926851582249</c:v>
                </c:pt>
                <c:pt idx="110">
                  <c:v>2.0453229787866576</c:v>
                </c:pt>
                <c:pt idx="111">
                  <c:v>2.0492180226701815</c:v>
                </c:pt>
                <c:pt idx="112">
                  <c:v>2.0530784434834195</c:v>
                </c:pt>
                <c:pt idx="113">
                  <c:v>2.0569048513364727</c:v>
                </c:pt>
                <c:pt idx="114">
                  <c:v>2.0606978403536118</c:v>
                </c:pt>
                <c:pt idx="115">
                  <c:v>2.0644579892269186</c:v>
                </c:pt>
                <c:pt idx="116">
                  <c:v>2.0681858617461617</c:v>
                </c:pt>
                <c:pt idx="117">
                  <c:v>2.0718820073061255</c:v>
                </c:pt>
                <c:pt idx="118">
                  <c:v>2.0755469613925306</c:v>
                </c:pt>
                <c:pt idx="119">
                  <c:v>2.0791812460476247</c:v>
                </c:pt>
                <c:pt idx="120">
                  <c:v>2.0827853703164503</c:v>
                </c:pt>
                <c:pt idx="121">
                  <c:v>2.0863598306747484</c:v>
                </c:pt>
                <c:pt idx="122">
                  <c:v>2.0899051114393981</c:v>
                </c:pt>
                <c:pt idx="123">
                  <c:v>2.0934216851622351</c:v>
                </c:pt>
                <c:pt idx="124">
                  <c:v>2.0969100130080562</c:v>
                </c:pt>
                <c:pt idx="125">
                  <c:v>2.1003705451175629</c:v>
                </c:pt>
                <c:pt idx="126">
                  <c:v>2.1038037209559568</c:v>
                </c:pt>
                <c:pt idx="127">
                  <c:v>2.1072099696478683</c:v>
                </c:pt>
                <c:pt idx="128">
                  <c:v>2.1105897102992488</c:v>
                </c:pt>
                <c:pt idx="129">
                  <c:v>2.1139433523068369</c:v>
                </c:pt>
                <c:pt idx="130">
                  <c:v>2.1172712956557644</c:v>
                </c:pt>
                <c:pt idx="131">
                  <c:v>2.12057393120585</c:v>
                </c:pt>
                <c:pt idx="132">
                  <c:v>2.1238516409670858</c:v>
                </c:pt>
                <c:pt idx="133">
                  <c:v>2.1271047983648077</c:v>
                </c:pt>
                <c:pt idx="134">
                  <c:v>2.1303337684950061</c:v>
                </c:pt>
                <c:pt idx="135">
                  <c:v>2.1335389083702174</c:v>
                </c:pt>
                <c:pt idx="136">
                  <c:v>2.1367205671564067</c:v>
                </c:pt>
                <c:pt idx="137">
                  <c:v>2.1398790864012365</c:v>
                </c:pt>
                <c:pt idx="138">
                  <c:v>2.143014800254095</c:v>
                </c:pt>
                <c:pt idx="139">
                  <c:v>2.1461280356782382</c:v>
                </c:pt>
                <c:pt idx="140">
                  <c:v>2.1492191126553797</c:v>
                </c:pt>
                <c:pt idx="141">
                  <c:v>2.1522883443830563</c:v>
                </c:pt>
                <c:pt idx="142">
                  <c:v>2.1553360374650619</c:v>
                </c:pt>
                <c:pt idx="143">
                  <c:v>2.1583624920952498</c:v>
                </c:pt>
                <c:pt idx="144">
                  <c:v>2.1613680022349748</c:v>
                </c:pt>
                <c:pt idx="145">
                  <c:v>2.1643528557844371</c:v>
                </c:pt>
                <c:pt idx="146">
                  <c:v>2.167317334748176</c:v>
                </c:pt>
                <c:pt idx="147">
                  <c:v>2.1702617153949575</c:v>
                </c:pt>
                <c:pt idx="148">
                  <c:v>2.173186268412274</c:v>
                </c:pt>
                <c:pt idx="149">
                  <c:v>2.1760912590556813</c:v>
                </c:pt>
                <c:pt idx="150">
                  <c:v>2.1789769472931693</c:v>
                </c:pt>
                <c:pt idx="151">
                  <c:v>2.1818435879447726</c:v>
                </c:pt>
                <c:pt idx="152">
                  <c:v>2.1846914308175989</c:v>
                </c:pt>
                <c:pt idx="153">
                  <c:v>2.1875207208364631</c:v>
                </c:pt>
                <c:pt idx="154">
                  <c:v>2.1903316981702914</c:v>
                </c:pt>
                <c:pt idx="155">
                  <c:v>2.1931245983544616</c:v>
                </c:pt>
                <c:pt idx="156">
                  <c:v>2.1958996524092336</c:v>
                </c:pt>
                <c:pt idx="157">
                  <c:v>2.1986570869544226</c:v>
                </c:pt>
                <c:pt idx="158">
                  <c:v>2.2013971243204513</c:v>
                </c:pt>
                <c:pt idx="159">
                  <c:v>2.2041199826559246</c:v>
                </c:pt>
                <c:pt idx="160">
                  <c:v>2.2068258760318495</c:v>
                </c:pt>
                <c:pt idx="161">
                  <c:v>2.2095150145426308</c:v>
                </c:pt>
                <c:pt idx="162">
                  <c:v>2.2121876044039577</c:v>
                </c:pt>
                <c:pt idx="163">
                  <c:v>2.214843848047698</c:v>
                </c:pt>
                <c:pt idx="164">
                  <c:v>2.2174839442139063</c:v>
                </c:pt>
                <c:pt idx="165">
                  <c:v>2.220108088040055</c:v>
                </c:pt>
                <c:pt idx="166">
                  <c:v>2.2227164711475833</c:v>
                </c:pt>
                <c:pt idx="167">
                  <c:v>2.2253092817258628</c:v>
                </c:pt>
                <c:pt idx="168">
                  <c:v>2.2278867046136734</c:v>
                </c:pt>
                <c:pt idx="169">
                  <c:v>2.2304489213782741</c:v>
                </c:pt>
                <c:pt idx="170">
                  <c:v>2.2329961103921536</c:v>
                </c:pt>
                <c:pt idx="171">
                  <c:v>2.2355284469075487</c:v>
                </c:pt>
                <c:pt idx="172">
                  <c:v>2.2380461031287955</c:v>
                </c:pt>
                <c:pt idx="173">
                  <c:v>2.2405492482825999</c:v>
                </c:pt>
                <c:pt idx="174">
                  <c:v>2.2430380486862944</c:v>
                </c:pt>
                <c:pt idx="175">
                  <c:v>2.2455126678141499</c:v>
                </c:pt>
                <c:pt idx="176">
                  <c:v>2.2479732663618068</c:v>
                </c:pt>
                <c:pt idx="177">
                  <c:v>2.2504200023088941</c:v>
                </c:pt>
                <c:pt idx="178">
                  <c:v>2.2528530309798933</c:v>
                </c:pt>
                <c:pt idx="179">
                  <c:v>2.255272505103306</c:v>
                </c:pt>
                <c:pt idx="180">
                  <c:v>2.2576785748691846</c:v>
                </c:pt>
                <c:pt idx="181">
                  <c:v>2.2600713879850747</c:v>
                </c:pt>
                <c:pt idx="182">
                  <c:v>2.2624510897304293</c:v>
                </c:pt>
                <c:pt idx="183">
                  <c:v>2.2648178230095364</c:v>
                </c:pt>
                <c:pt idx="184">
                  <c:v>2.2671717284030137</c:v>
                </c:pt>
                <c:pt idx="185">
                  <c:v>2.2695129442179165</c:v>
                </c:pt>
                <c:pt idx="186">
                  <c:v>2.271841606536499</c:v>
                </c:pt>
                <c:pt idx="187">
                  <c:v>2.27415784926368</c:v>
                </c:pt>
                <c:pt idx="188">
                  <c:v>2.2764618041732443</c:v>
                </c:pt>
                <c:pt idx="189">
                  <c:v>2.2787536009528289</c:v>
                </c:pt>
                <c:pt idx="190">
                  <c:v>2.2810333672477277</c:v>
                </c:pt>
                <c:pt idx="191">
                  <c:v>2.2833012287035497</c:v>
                </c:pt>
                <c:pt idx="192">
                  <c:v>2.2855573090077739</c:v>
                </c:pt>
                <c:pt idx="193">
                  <c:v>2.287801729930226</c:v>
                </c:pt>
                <c:pt idx="194">
                  <c:v>2.2900346113625178</c:v>
                </c:pt>
                <c:pt idx="195">
                  <c:v>2.2922560713564759</c:v>
                </c:pt>
                <c:pt idx="196">
                  <c:v>2.2944662261615929</c:v>
                </c:pt>
                <c:pt idx="197">
                  <c:v>2.2966651902615309</c:v>
                </c:pt>
                <c:pt idx="198">
                  <c:v>2.2988530764097068</c:v>
                </c:pt>
                <c:pt idx="199">
                  <c:v>2.3010299956639813</c:v>
                </c:pt>
                <c:pt idx="200">
                  <c:v>2.3031960574204891</c:v>
                </c:pt>
                <c:pt idx="201">
                  <c:v>2.3053513694466239</c:v>
                </c:pt>
                <c:pt idx="202">
                  <c:v>2.307496037913213</c:v>
                </c:pt>
                <c:pt idx="203">
                  <c:v>2.3096301674258988</c:v>
                </c:pt>
                <c:pt idx="204">
                  <c:v>2.3117538610557542</c:v>
                </c:pt>
                <c:pt idx="205">
                  <c:v>2.3138672203691533</c:v>
                </c:pt>
                <c:pt idx="206">
                  <c:v>2.3159703454569178</c:v>
                </c:pt>
                <c:pt idx="207">
                  <c:v>2.3180633349627615</c:v>
                </c:pt>
                <c:pt idx="208">
                  <c:v>2.3201462861110542</c:v>
                </c:pt>
                <c:pt idx="209">
                  <c:v>2.3222192947339191</c:v>
                </c:pt>
                <c:pt idx="210">
                  <c:v>2.3242824552976926</c:v>
                </c:pt>
                <c:pt idx="211">
                  <c:v>2.3263358609287512</c:v>
                </c:pt>
                <c:pt idx="212">
                  <c:v>2.3283796034387376</c:v>
                </c:pt>
                <c:pt idx="213">
                  <c:v>2.330413773349191</c:v>
                </c:pt>
                <c:pt idx="214">
                  <c:v>2.3324384599156054</c:v>
                </c:pt>
                <c:pt idx="215">
                  <c:v>2.3344537511509307</c:v>
                </c:pt>
                <c:pt idx="216">
                  <c:v>2.3364597338485296</c:v>
                </c:pt>
                <c:pt idx="217">
                  <c:v>2.3384564936046046</c:v>
                </c:pt>
                <c:pt idx="218">
                  <c:v>2.3404441148401185</c:v>
                </c:pt>
                <c:pt idx="219">
                  <c:v>2.3424226808222062</c:v>
                </c:pt>
                <c:pt idx="220">
                  <c:v>2.3443922736851106</c:v>
                </c:pt>
                <c:pt idx="221">
                  <c:v>2.3463529744506388</c:v>
                </c:pt>
                <c:pt idx="222">
                  <c:v>2.3483048630481607</c:v>
                </c:pt>
                <c:pt idx="223">
                  <c:v>2.3502480183341627</c:v>
                </c:pt>
                <c:pt idx="224">
                  <c:v>2.3521825181113627</c:v>
                </c:pt>
                <c:pt idx="225">
                  <c:v>2.3541084391474008</c:v>
                </c:pt>
                <c:pt idx="226">
                  <c:v>2.3560258571931225</c:v>
                </c:pt>
                <c:pt idx="227">
                  <c:v>2.357934847000454</c:v>
                </c:pt>
                <c:pt idx="228">
                  <c:v>2.3598354823398879</c:v>
                </c:pt>
                <c:pt idx="229">
                  <c:v>2.3617278360175931</c:v>
                </c:pt>
                <c:pt idx="230">
                  <c:v>2.3636119798921444</c:v>
                </c:pt>
                <c:pt idx="231">
                  <c:v>2.3654879848908998</c:v>
                </c:pt>
                <c:pt idx="232">
                  <c:v>2.3673559210260189</c:v>
                </c:pt>
                <c:pt idx="233">
                  <c:v>2.369215857410143</c:v>
                </c:pt>
                <c:pt idx="234">
                  <c:v>2.3710678622717363</c:v>
                </c:pt>
                <c:pt idx="235">
                  <c:v>2.3729120029701067</c:v>
                </c:pt>
                <c:pt idx="236">
                  <c:v>2.374748346010104</c:v>
                </c:pt>
                <c:pt idx="237">
                  <c:v>2.3765769570565118</c:v>
                </c:pt>
                <c:pt idx="238">
                  <c:v>2.3783979009481375</c:v>
                </c:pt>
                <c:pt idx="239">
                  <c:v>2.3802112417116059</c:v>
                </c:pt>
                <c:pt idx="240">
                  <c:v>2.3820170425748683</c:v>
                </c:pt>
                <c:pt idx="241">
                  <c:v>2.3838153659804311</c:v>
                </c:pt>
                <c:pt idx="242">
                  <c:v>2.3856062735983121</c:v>
                </c:pt>
                <c:pt idx="243">
                  <c:v>2.3873898263387292</c:v>
                </c:pt>
                <c:pt idx="244">
                  <c:v>2.3891660843645326</c:v>
                </c:pt>
                <c:pt idx="245">
                  <c:v>2.3909351071033793</c:v>
                </c:pt>
                <c:pt idx="246">
                  <c:v>2.3926969532596658</c:v>
                </c:pt>
                <c:pt idx="247">
                  <c:v>2.3944516808262164</c:v>
                </c:pt>
                <c:pt idx="248">
                  <c:v>2.3961993470957363</c:v>
                </c:pt>
                <c:pt idx="249">
                  <c:v>2.3979400086720375</c:v>
                </c:pt>
                <c:pt idx="250">
                  <c:v>2.399673721481038</c:v>
                </c:pt>
                <c:pt idx="251">
                  <c:v>2.4014005407815442</c:v>
                </c:pt>
                <c:pt idx="252">
                  <c:v>2.403120521175818</c:v>
                </c:pt>
                <c:pt idx="253">
                  <c:v>2.4048337166199381</c:v>
                </c:pt>
                <c:pt idx="254">
                  <c:v>2.406540180433955</c:v>
                </c:pt>
                <c:pt idx="255">
                  <c:v>2.4082399653118496</c:v>
                </c:pt>
                <c:pt idx="256">
                  <c:v>2.4099331233312946</c:v>
                </c:pt>
                <c:pt idx="257">
                  <c:v>2.4116197059632301</c:v>
                </c:pt>
                <c:pt idx="258">
                  <c:v>2.4132997640812519</c:v>
                </c:pt>
                <c:pt idx="259">
                  <c:v>2.4149733479708178</c:v>
                </c:pt>
                <c:pt idx="260">
                  <c:v>2.4166405073382808</c:v>
                </c:pt>
                <c:pt idx="261">
                  <c:v>2.4183012913197452</c:v>
                </c:pt>
                <c:pt idx="262">
                  <c:v>2.419955748489758</c:v>
                </c:pt>
                <c:pt idx="263">
                  <c:v>2.4216039268698313</c:v>
                </c:pt>
                <c:pt idx="264">
                  <c:v>2.4232458739368079</c:v>
                </c:pt>
                <c:pt idx="265">
                  <c:v>2.424881636631067</c:v>
                </c:pt>
                <c:pt idx="266">
                  <c:v>2.4265112613645754</c:v>
                </c:pt>
                <c:pt idx="267">
                  <c:v>2.428134794028789</c:v>
                </c:pt>
                <c:pt idx="268">
                  <c:v>2.4297522800024081</c:v>
                </c:pt>
                <c:pt idx="269">
                  <c:v>2.4313637641589874</c:v>
                </c:pt>
                <c:pt idx="270">
                  <c:v>2.4329692908744058</c:v>
                </c:pt>
                <c:pt idx="271">
                  <c:v>2.4345689040341987</c:v>
                </c:pt>
                <c:pt idx="272">
                  <c:v>2.436162647040756</c:v>
                </c:pt>
                <c:pt idx="273">
                  <c:v>2.4377505628203879</c:v>
                </c:pt>
                <c:pt idx="274">
                  <c:v>2.4393326938302629</c:v>
                </c:pt>
                <c:pt idx="275">
                  <c:v>2.4409090820652177</c:v>
                </c:pt>
                <c:pt idx="276">
                  <c:v>2.4424797690644486</c:v>
                </c:pt>
                <c:pt idx="277">
                  <c:v>2.4440447959180762</c:v>
                </c:pt>
                <c:pt idx="278">
                  <c:v>2.4456042032735974</c:v>
                </c:pt>
                <c:pt idx="279">
                  <c:v>2.4471580313422194</c:v>
                </c:pt>
                <c:pt idx="280">
                  <c:v>2.4487063199050798</c:v>
                </c:pt>
                <c:pt idx="281">
                  <c:v>2.4502491083193609</c:v>
                </c:pt>
                <c:pt idx="282">
                  <c:v>2.4517864355242902</c:v>
                </c:pt>
                <c:pt idx="283">
                  <c:v>2.4533183400470375</c:v>
                </c:pt>
                <c:pt idx="284">
                  <c:v>2.4548448600085102</c:v>
                </c:pt>
                <c:pt idx="285">
                  <c:v>2.4563660331290431</c:v>
                </c:pt>
                <c:pt idx="286">
                  <c:v>2.4578818967339924</c:v>
                </c:pt>
                <c:pt idx="287">
                  <c:v>2.459392487759231</c:v>
                </c:pt>
                <c:pt idx="288">
                  <c:v>2.4608978427565478</c:v>
                </c:pt>
                <c:pt idx="289">
                  <c:v>2.4623979978989561</c:v>
                </c:pt>
                <c:pt idx="290">
                  <c:v>2.4638929889859074</c:v>
                </c:pt>
                <c:pt idx="291">
                  <c:v>2.4653828514484184</c:v>
                </c:pt>
                <c:pt idx="292">
                  <c:v>2.4668676203541096</c:v>
                </c:pt>
                <c:pt idx="293">
                  <c:v>2.4683473304121573</c:v>
                </c:pt>
                <c:pt idx="294">
                  <c:v>2.469822015978163</c:v>
                </c:pt>
                <c:pt idx="295">
                  <c:v>2.4712917110589387</c:v>
                </c:pt>
                <c:pt idx="296">
                  <c:v>2.4727564493172123</c:v>
                </c:pt>
                <c:pt idx="297">
                  <c:v>2.4742162640762553</c:v>
                </c:pt>
                <c:pt idx="298">
                  <c:v>2.4756711883244296</c:v>
                </c:pt>
                <c:pt idx="299">
                  <c:v>2.4771212547196626</c:v>
                </c:pt>
                <c:pt idx="300">
                  <c:v>2.4785664955938436</c:v>
                </c:pt>
                <c:pt idx="301">
                  <c:v>2.4800069429571505</c:v>
                </c:pt>
                <c:pt idx="302">
                  <c:v>2.4814426285023048</c:v>
                </c:pt>
                <c:pt idx="303">
                  <c:v>2.4828735836087539</c:v>
                </c:pt>
                <c:pt idx="304">
                  <c:v>2.4842998393467859</c:v>
                </c:pt>
                <c:pt idx="305">
                  <c:v>2.4857214264815801</c:v>
                </c:pt>
                <c:pt idx="306">
                  <c:v>2.4871383754771865</c:v>
                </c:pt>
                <c:pt idx="307">
                  <c:v>2.4885507165004443</c:v>
                </c:pt>
                <c:pt idx="308">
                  <c:v>2.4899584794248346</c:v>
                </c:pt>
                <c:pt idx="309">
                  <c:v>2.4913616938342726</c:v>
                </c:pt>
                <c:pt idx="310">
                  <c:v>2.4927603890268375</c:v>
                </c:pt>
                <c:pt idx="311">
                  <c:v>2.4941545940184429</c:v>
                </c:pt>
                <c:pt idx="312">
                  <c:v>2.4955443375464483</c:v>
                </c:pt>
                <c:pt idx="313">
                  <c:v>2.4969296480732148</c:v>
                </c:pt>
                <c:pt idx="314">
                  <c:v>2.4983105537896004</c:v>
                </c:pt>
                <c:pt idx="315">
                  <c:v>2.4996870826184039</c:v>
                </c:pt>
                <c:pt idx="316">
                  <c:v>2.5010592622177517</c:v>
                </c:pt>
                <c:pt idx="317">
                  <c:v>2.5024271199844326</c:v>
                </c:pt>
                <c:pt idx="318">
                  <c:v>2.503790683057181</c:v>
                </c:pt>
                <c:pt idx="319">
                  <c:v>2.5051499783199058</c:v>
                </c:pt>
                <c:pt idx="320">
                  <c:v>2.5065050324048719</c:v>
                </c:pt>
                <c:pt idx="321">
                  <c:v>2.5078558716958308</c:v>
                </c:pt>
                <c:pt idx="322">
                  <c:v>2.509202522331103</c:v>
                </c:pt>
                <c:pt idx="323">
                  <c:v>2.510545010206612</c:v>
                </c:pt>
                <c:pt idx="324">
                  <c:v>2.5118833609788744</c:v>
                </c:pt>
                <c:pt idx="325">
                  <c:v>2.5132176000679389</c:v>
                </c:pt>
                <c:pt idx="326">
                  <c:v>2.514547752660286</c:v>
                </c:pt>
                <c:pt idx="327">
                  <c:v>2.5158738437116792</c:v>
                </c:pt>
                <c:pt idx="328">
                  <c:v>2.5171958979499744</c:v>
                </c:pt>
                <c:pt idx="329">
                  <c:v>2.5185139398778875</c:v>
                </c:pt>
                <c:pt idx="330">
                  <c:v>2.5198279937757189</c:v>
                </c:pt>
                <c:pt idx="331">
                  <c:v>2.5211380837040362</c:v>
                </c:pt>
                <c:pt idx="332">
                  <c:v>2.5224442335063197</c:v>
                </c:pt>
                <c:pt idx="333">
                  <c:v>2.5237464668115646</c:v>
                </c:pt>
                <c:pt idx="334">
                  <c:v>2.5250448070368452</c:v>
                </c:pt>
                <c:pt idx="335">
                  <c:v>2.5263392773898441</c:v>
                </c:pt>
                <c:pt idx="336">
                  <c:v>2.5276299008713385</c:v>
                </c:pt>
                <c:pt idx="337">
                  <c:v>2.5289167002776547</c:v>
                </c:pt>
                <c:pt idx="338">
                  <c:v>2.5301996982030821</c:v>
                </c:pt>
                <c:pt idx="339">
                  <c:v>2.5314789170422549</c:v>
                </c:pt>
                <c:pt idx="340">
                  <c:v>2.5327543789924976</c:v>
                </c:pt>
                <c:pt idx="341">
                  <c:v>2.5340261060561349</c:v>
                </c:pt>
                <c:pt idx="342">
                  <c:v>2.5352941200427703</c:v>
                </c:pt>
                <c:pt idx="343">
                  <c:v>2.53655844257153</c:v>
                </c:pt>
                <c:pt idx="344">
                  <c:v>2.537819095073274</c:v>
                </c:pt>
                <c:pt idx="345">
                  <c:v>2.5390760987927767</c:v>
                </c:pt>
                <c:pt idx="346">
                  <c:v>2.5403294747908736</c:v>
                </c:pt>
                <c:pt idx="347">
                  <c:v>2.5415792439465807</c:v>
                </c:pt>
                <c:pt idx="348">
                  <c:v>2.5428254269591797</c:v>
                </c:pt>
                <c:pt idx="349">
                  <c:v>2.5440680443502757</c:v>
                </c:pt>
                <c:pt idx="350">
                  <c:v>2.5453071164658239</c:v>
                </c:pt>
                <c:pt idx="351">
                  <c:v>2.5465426634781312</c:v>
                </c:pt>
                <c:pt idx="352">
                  <c:v>2.5477747053878224</c:v>
                </c:pt>
                <c:pt idx="353">
                  <c:v>2.5490032620257876</c:v>
                </c:pt>
                <c:pt idx="354">
                  <c:v>2.5502283530550942</c:v>
                </c:pt>
                <c:pt idx="355">
                  <c:v>2.5514499979728753</c:v>
                </c:pt>
                <c:pt idx="356">
                  <c:v>2.5526682161121932</c:v>
                </c:pt>
                <c:pt idx="357">
                  <c:v>2.5538830266438746</c:v>
                </c:pt>
                <c:pt idx="358">
                  <c:v>2.5550944485783194</c:v>
                </c:pt>
                <c:pt idx="359">
                  <c:v>2.5563025007672873</c:v>
                </c:pt>
                <c:pt idx="360">
                  <c:v>2.5575072019056577</c:v>
                </c:pt>
                <c:pt idx="361">
                  <c:v>2.5587085705331658</c:v>
                </c:pt>
                <c:pt idx="362">
                  <c:v>2.5599066250361124</c:v>
                </c:pt>
                <c:pt idx="363">
                  <c:v>2.5611013836490559</c:v>
                </c:pt>
                <c:pt idx="364">
                  <c:v>2.5622928644564746</c:v>
                </c:pt>
                <c:pt idx="365">
                  <c:v>2.5634810853944106</c:v>
                </c:pt>
                <c:pt idx="366">
                  <c:v>2.5646660642520893</c:v>
                </c:pt>
                <c:pt idx="367">
                  <c:v>2.5658478186735176</c:v>
                </c:pt>
                <c:pt idx="368">
                  <c:v>2.5670263661590602</c:v>
                </c:pt>
                <c:pt idx="369">
                  <c:v>2.568201724066995</c:v>
                </c:pt>
                <c:pt idx="370">
                  <c:v>2.5693739096150461</c:v>
                </c:pt>
                <c:pt idx="371">
                  <c:v>2.5705429398818973</c:v>
                </c:pt>
                <c:pt idx="372">
                  <c:v>2.5717088318086878</c:v>
                </c:pt>
                <c:pt idx="373">
                  <c:v>2.5728716022004803</c:v>
                </c:pt>
                <c:pt idx="374">
                  <c:v>2.5740312677277188</c:v>
                </c:pt>
                <c:pt idx="375">
                  <c:v>2.5751878449276608</c:v>
                </c:pt>
                <c:pt idx="376">
                  <c:v>2.576341350205793</c:v>
                </c:pt>
                <c:pt idx="377">
                  <c:v>2.5774917998372255</c:v>
                </c:pt>
                <c:pt idx="378">
                  <c:v>2.5786392099680722</c:v>
                </c:pt>
                <c:pt idx="379">
                  <c:v>2.5797835966168101</c:v>
                </c:pt>
                <c:pt idx="380">
                  <c:v>2.5809249756756194</c:v>
                </c:pt>
                <c:pt idx="381">
                  <c:v>2.5820633629117089</c:v>
                </c:pt>
                <c:pt idx="382">
                  <c:v>2.5831987739686229</c:v>
                </c:pt>
                <c:pt idx="383">
                  <c:v>2.5843312243675309</c:v>
                </c:pt>
                <c:pt idx="384">
                  <c:v>2.5854607295085006</c:v>
                </c:pt>
                <c:pt idx="385">
                  <c:v>2.5865873046717551</c:v>
                </c:pt>
                <c:pt idx="386">
                  <c:v>2.5877109650189114</c:v>
                </c:pt>
                <c:pt idx="387">
                  <c:v>2.5888317255942073</c:v>
                </c:pt>
                <c:pt idx="388">
                  <c:v>2.5899496013257077</c:v>
                </c:pt>
                <c:pt idx="389">
                  <c:v>2.5910646070264991</c:v>
                </c:pt>
                <c:pt idx="390">
                  <c:v>2.5921767573958667</c:v>
                </c:pt>
                <c:pt idx="391">
                  <c:v>2.5932860670204572</c:v>
                </c:pt>
                <c:pt idx="392">
                  <c:v>2.5943925503754266</c:v>
                </c:pt>
                <c:pt idx="393">
                  <c:v>2.5954962218255742</c:v>
                </c:pt>
                <c:pt idx="394">
                  <c:v>2.5965970956264601</c:v>
                </c:pt>
                <c:pt idx="395">
                  <c:v>2.5976951859255122</c:v>
                </c:pt>
                <c:pt idx="396">
                  <c:v>2.5987905067631152</c:v>
                </c:pt>
                <c:pt idx="397">
                  <c:v>2.5998830720736876</c:v>
                </c:pt>
                <c:pt idx="398">
                  <c:v>2.6009728956867484</c:v>
                </c:pt>
                <c:pt idx="399">
                  <c:v>2.6020599913279625</c:v>
                </c:pt>
                <c:pt idx="400">
                  <c:v>2.6031443726201822</c:v>
                </c:pt>
                <c:pt idx="401">
                  <c:v>2.6042260530844699</c:v>
                </c:pt>
                <c:pt idx="402">
                  <c:v>2.6053050461411096</c:v>
                </c:pt>
                <c:pt idx="403">
                  <c:v>2.6063813651106051</c:v>
                </c:pt>
                <c:pt idx="404">
                  <c:v>2.6074550232146687</c:v>
                </c:pt>
                <c:pt idx="405">
                  <c:v>2.6085260335771943</c:v>
                </c:pt>
                <c:pt idx="406">
                  <c:v>2.6095944092252199</c:v>
                </c:pt>
                <c:pt idx="407">
                  <c:v>2.61066016308988</c:v>
                </c:pt>
                <c:pt idx="408">
                  <c:v>2.6117233080073419</c:v>
                </c:pt>
                <c:pt idx="409">
                  <c:v>2.6127838567197355</c:v>
                </c:pt>
                <c:pt idx="410">
                  <c:v>2.6138418218760693</c:v>
                </c:pt>
                <c:pt idx="411">
                  <c:v>2.6148972160331345</c:v>
                </c:pt>
                <c:pt idx="412">
                  <c:v>2.6159500516564012</c:v>
                </c:pt>
                <c:pt idx="413">
                  <c:v>2.6170003411208991</c:v>
                </c:pt>
                <c:pt idx="414">
                  <c:v>2.6180480967120925</c:v>
                </c:pt>
                <c:pt idx="415">
                  <c:v>2.6190933306267428</c:v>
                </c:pt>
                <c:pt idx="416">
                  <c:v>2.6201360549737576</c:v>
                </c:pt>
                <c:pt idx="417">
                  <c:v>2.621176281775035</c:v>
                </c:pt>
                <c:pt idx="418">
                  <c:v>2.6222140229662951</c:v>
                </c:pt>
                <c:pt idx="419">
                  <c:v>2.6232492903979003</c:v>
                </c:pt>
                <c:pt idx="420">
                  <c:v>2.6242820958356683</c:v>
                </c:pt>
                <c:pt idx="421">
                  <c:v>2.6253124509616739</c:v>
                </c:pt>
                <c:pt idx="422">
                  <c:v>2.6263403673750423</c:v>
                </c:pt>
                <c:pt idx="423">
                  <c:v>2.6273658565927325</c:v>
                </c:pt>
                <c:pt idx="424">
                  <c:v>2.6283889300503116</c:v>
                </c:pt>
                <c:pt idx="425">
                  <c:v>2.6294095991027189</c:v>
                </c:pt>
                <c:pt idx="426">
                  <c:v>2.6304278750250241</c:v>
                </c:pt>
                <c:pt idx="427">
                  <c:v>2.6314437690131722</c:v>
                </c:pt>
                <c:pt idx="428">
                  <c:v>2.6324572921847245</c:v>
                </c:pt>
                <c:pt idx="429">
                  <c:v>2.6334684555795866</c:v>
                </c:pt>
                <c:pt idx="430">
                  <c:v>2.6344772701607315</c:v>
                </c:pt>
                <c:pt idx="431">
                  <c:v>2.6354837468149119</c:v>
                </c:pt>
                <c:pt idx="432">
                  <c:v>2.6364878963533656</c:v>
                </c:pt>
                <c:pt idx="433">
                  <c:v>2.6374897295125108</c:v>
                </c:pt>
                <c:pt idx="434">
                  <c:v>2.6384892569546374</c:v>
                </c:pt>
                <c:pt idx="435">
                  <c:v>2.6394864892685859</c:v>
                </c:pt>
                <c:pt idx="436">
                  <c:v>2.6404814369704219</c:v>
                </c:pt>
                <c:pt idx="437">
                  <c:v>2.6414741105040997</c:v>
                </c:pt>
                <c:pt idx="438">
                  <c:v>2.6424645202421213</c:v>
                </c:pt>
                <c:pt idx="439">
                  <c:v>2.6434526764861874</c:v>
                </c:pt>
                <c:pt idx="440">
                  <c:v>2.6444385894678386</c:v>
                </c:pt>
                <c:pt idx="441">
                  <c:v>2.6454222693490919</c:v>
                </c:pt>
                <c:pt idx="442">
                  <c:v>2.6464037262230695</c:v>
                </c:pt>
                <c:pt idx="443">
                  <c:v>2.6473829701146196</c:v>
                </c:pt>
                <c:pt idx="444">
                  <c:v>2.6483600109809315</c:v>
                </c:pt>
                <c:pt idx="445">
                  <c:v>2.6493348587121419</c:v>
                </c:pt>
                <c:pt idx="446">
                  <c:v>2.6503075231319366</c:v>
                </c:pt>
                <c:pt idx="447">
                  <c:v>2.651278013998144</c:v>
                </c:pt>
                <c:pt idx="448">
                  <c:v>2.6522463410033232</c:v>
                </c:pt>
                <c:pt idx="449">
                  <c:v>2.6532125137753435</c:v>
                </c:pt>
                <c:pt idx="450">
                  <c:v>2.6541765418779604</c:v>
                </c:pt>
                <c:pt idx="451">
                  <c:v>2.655138434811382</c:v>
                </c:pt>
                <c:pt idx="452">
                  <c:v>2.6560982020128319</c:v>
                </c:pt>
                <c:pt idx="453">
                  <c:v>2.6570558528571038</c:v>
                </c:pt>
                <c:pt idx="454">
                  <c:v>2.6580113966571126</c:v>
                </c:pt>
                <c:pt idx="455">
                  <c:v>2.6589648426644348</c:v>
                </c:pt>
                <c:pt idx="456">
                  <c:v>2.6599162000698504</c:v>
                </c:pt>
                <c:pt idx="457">
                  <c:v>2.6608654780038692</c:v>
                </c:pt>
                <c:pt idx="458">
                  <c:v>2.661812685537261</c:v>
                </c:pt>
                <c:pt idx="459">
                  <c:v>2.6627578316815739</c:v>
                </c:pt>
                <c:pt idx="460">
                  <c:v>2.663700925389648</c:v>
                </c:pt>
                <c:pt idx="461">
                  <c:v>2.6646419755561257</c:v>
                </c:pt>
                <c:pt idx="462">
                  <c:v>2.6655809910179533</c:v>
                </c:pt>
                <c:pt idx="463">
                  <c:v>2.6665179805548807</c:v>
                </c:pt>
                <c:pt idx="464">
                  <c:v>2.667452952889954</c:v>
                </c:pt>
                <c:pt idx="465">
                  <c:v>2.6683859166900001</c:v>
                </c:pt>
                <c:pt idx="466">
                  <c:v>2.6693168805661123</c:v>
                </c:pt>
                <c:pt idx="467">
                  <c:v>2.6702458530741242</c:v>
                </c:pt>
                <c:pt idx="468">
                  <c:v>2.6711728427150834</c:v>
                </c:pt>
                <c:pt idx="469">
                  <c:v>2.6720978579357175</c:v>
                </c:pt>
                <c:pt idx="470">
                  <c:v>2.6730209071288962</c:v>
                </c:pt>
                <c:pt idx="471">
                  <c:v>2.673941998634088</c:v>
                </c:pt>
                <c:pt idx="472">
                  <c:v>2.6748611407378116</c:v>
                </c:pt>
                <c:pt idx="473">
                  <c:v>2.6757783416740852</c:v>
                </c:pt>
                <c:pt idx="474">
                  <c:v>2.6766936096248664</c:v>
                </c:pt>
                <c:pt idx="475">
                  <c:v>2.6776069527204931</c:v>
                </c:pt>
                <c:pt idx="476">
                  <c:v>2.6785183790401139</c:v>
                </c:pt>
                <c:pt idx="477">
                  <c:v>2.6794278966121188</c:v>
                </c:pt>
                <c:pt idx="478">
                  <c:v>2.6803355134145632</c:v>
                </c:pt>
                <c:pt idx="479">
                  <c:v>2.6812412373755872</c:v>
                </c:pt>
                <c:pt idx="480">
                  <c:v>2.6821450763738319</c:v>
                </c:pt>
                <c:pt idx="481">
                  <c:v>2.6830470382388496</c:v>
                </c:pt>
                <c:pt idx="482">
                  <c:v>2.6839471307515121</c:v>
                </c:pt>
                <c:pt idx="483">
                  <c:v>2.6848453616444123</c:v>
                </c:pt>
                <c:pt idx="484">
                  <c:v>2.6857417386022635</c:v>
                </c:pt>
                <c:pt idx="485">
                  <c:v>2.6866362692622934</c:v>
                </c:pt>
                <c:pt idx="486">
                  <c:v>2.6875289612146345</c:v>
                </c:pt>
                <c:pt idx="487">
                  <c:v>2.6884198220027105</c:v>
                </c:pt>
                <c:pt idx="488">
                  <c:v>2.6893088591236203</c:v>
                </c:pt>
                <c:pt idx="489">
                  <c:v>2.6901960800285138</c:v>
                </c:pt>
                <c:pt idx="490">
                  <c:v>2.6910814921229687</c:v>
                </c:pt>
                <c:pt idx="491">
                  <c:v>2.6919651027673601</c:v>
                </c:pt>
                <c:pt idx="492">
                  <c:v>2.6928469192772302</c:v>
                </c:pt>
                <c:pt idx="493">
                  <c:v>2.6937269489236471</c:v>
                </c:pt>
                <c:pt idx="494">
                  <c:v>2.6946051989335689</c:v>
                </c:pt>
                <c:pt idx="495">
                  <c:v>2.6954816764901977</c:v>
                </c:pt>
                <c:pt idx="496">
                  <c:v>2.6963563887333319</c:v>
                </c:pt>
                <c:pt idx="497">
                  <c:v>2.6972293427597176</c:v>
                </c:pt>
                <c:pt idx="498">
                  <c:v>2.6981005456233897</c:v>
                </c:pt>
                <c:pt idx="499">
                  <c:v>2.6989700043360187</c:v>
                </c:pt>
                <c:pt idx="500">
                  <c:v>2.6998377258672459</c:v>
                </c:pt>
                <c:pt idx="501">
                  <c:v>2.7007037171450192</c:v>
                </c:pt>
                <c:pt idx="502">
                  <c:v>2.7015679850559273</c:v>
                </c:pt>
                <c:pt idx="503">
                  <c:v>2.7024305364455254</c:v>
                </c:pt>
                <c:pt idx="504">
                  <c:v>2.7032913781186614</c:v>
                </c:pt>
                <c:pt idx="505">
                  <c:v>2.7041505168397992</c:v>
                </c:pt>
                <c:pt idx="506">
                  <c:v>2.705007959333336</c:v>
                </c:pt>
                <c:pt idx="507">
                  <c:v>2.7058637122839193</c:v>
                </c:pt>
                <c:pt idx="508">
                  <c:v>2.7067177823367587</c:v>
                </c:pt>
                <c:pt idx="509">
                  <c:v>2.7075701760979363</c:v>
                </c:pt>
                <c:pt idx="510">
                  <c:v>2.7084209001347128</c:v>
                </c:pt>
                <c:pt idx="511">
                  <c:v>2.7092699609758308</c:v>
                </c:pt>
                <c:pt idx="512">
                  <c:v>2.7101173651118162</c:v>
                </c:pt>
                <c:pt idx="513">
                  <c:v>2.7109631189952759</c:v>
                </c:pt>
                <c:pt idx="514">
                  <c:v>2.7118072290411912</c:v>
                </c:pt>
                <c:pt idx="515">
                  <c:v>2.7126497016272113</c:v>
                </c:pt>
                <c:pt idx="516">
                  <c:v>2.7134905430939424</c:v>
                </c:pt>
                <c:pt idx="517">
                  <c:v>2.7143297597452332</c:v>
                </c:pt>
                <c:pt idx="518">
                  <c:v>2.7151673578484576</c:v>
                </c:pt>
                <c:pt idx="519">
                  <c:v>2.716003343634799</c:v>
                </c:pt>
                <c:pt idx="520">
                  <c:v>2.7168377232995247</c:v>
                </c:pt>
                <c:pt idx="521">
                  <c:v>2.7176705030022621</c:v>
                </c:pt>
                <c:pt idx="522">
                  <c:v>2.7185016888672742</c:v>
                </c:pt>
                <c:pt idx="523">
                  <c:v>2.7193312869837265</c:v>
                </c:pt>
                <c:pt idx="524">
                  <c:v>2.720159303405957</c:v>
                </c:pt>
                <c:pt idx="525">
                  <c:v>2.7209857441537393</c:v>
                </c:pt>
                <c:pt idx="526">
                  <c:v>2.7218106152125467</c:v>
                </c:pt>
                <c:pt idx="527">
                  <c:v>2.7226339225338121</c:v>
                </c:pt>
                <c:pt idx="528">
                  <c:v>2.7234556720351857</c:v>
                </c:pt>
                <c:pt idx="529">
                  <c:v>2.7242758696007892</c:v>
                </c:pt>
                <c:pt idx="530">
                  <c:v>2.725094521081469</c:v>
                </c:pt>
                <c:pt idx="531">
                  <c:v>2.7259116322950483</c:v>
                </c:pt>
                <c:pt idx="532">
                  <c:v>2.7267272090265724</c:v>
                </c:pt>
                <c:pt idx="533">
                  <c:v>2.7275412570285562</c:v>
                </c:pt>
                <c:pt idx="534">
                  <c:v>2.7283537820212285</c:v>
                </c:pt>
                <c:pt idx="535">
                  <c:v>2.7291647896927702</c:v>
                </c:pt>
                <c:pt idx="536">
                  <c:v>2.7299742856995555</c:v>
                </c:pt>
                <c:pt idx="537">
                  <c:v>2.7307822756663893</c:v>
                </c:pt>
                <c:pt idx="538">
                  <c:v>2.7315887651867388</c:v>
                </c:pt>
                <c:pt idx="539">
                  <c:v>2.7323937598229686</c:v>
                </c:pt>
                <c:pt idx="540">
                  <c:v>2.7331972651065692</c:v>
                </c:pt>
                <c:pt idx="541">
                  <c:v>2.7339992865383871</c:v>
                </c:pt>
                <c:pt idx="542">
                  <c:v>2.7347998295888472</c:v>
                </c:pt>
                <c:pt idx="543">
                  <c:v>2.7355988996981799</c:v>
                </c:pt>
                <c:pt idx="544">
                  <c:v>2.7363965022766426</c:v>
                </c:pt>
                <c:pt idx="545">
                  <c:v>2.7371926427047373</c:v>
                </c:pt>
                <c:pt idx="546">
                  <c:v>2.7379873263334309</c:v>
                </c:pt>
                <c:pt idx="547">
                  <c:v>2.7387805584843692</c:v>
                </c:pt>
                <c:pt idx="548">
                  <c:v>2.7395723444500919</c:v>
                </c:pt>
                <c:pt idx="549">
                  <c:v>2.7403626894942437</c:v>
                </c:pt>
                <c:pt idx="550">
                  <c:v>2.7411515988517849</c:v>
                </c:pt>
                <c:pt idx="551">
                  <c:v>2.741939077729199</c:v>
                </c:pt>
                <c:pt idx="552">
                  <c:v>2.7427251313046983</c:v>
                </c:pt>
                <c:pt idx="553">
                  <c:v>2.7435097647284299</c:v>
                </c:pt>
                <c:pt idx="554">
                  <c:v>2.7442929831226763</c:v>
                </c:pt>
                <c:pt idx="555">
                  <c:v>2.7450747915820575</c:v>
                </c:pt>
                <c:pt idx="556">
                  <c:v>2.7458551951737289</c:v>
                </c:pt>
                <c:pt idx="557">
                  <c:v>2.7466341989375787</c:v>
                </c:pt>
                <c:pt idx="558">
                  <c:v>2.7474118078864231</c:v>
                </c:pt>
                <c:pt idx="559">
                  <c:v>2.7481880270062002</c:v>
                </c:pt>
                <c:pt idx="560">
                  <c:v>2.7489628612561616</c:v>
                </c:pt>
                <c:pt idx="561">
                  <c:v>2.7497363155690611</c:v>
                </c:pt>
                <c:pt idx="562">
                  <c:v>2.7505083948513462</c:v>
                </c:pt>
                <c:pt idx="563">
                  <c:v>2.7512791039833422</c:v>
                </c:pt>
                <c:pt idx="564">
                  <c:v>2.7520484478194387</c:v>
                </c:pt>
                <c:pt idx="565">
                  <c:v>2.7528164311882715</c:v>
                </c:pt>
                <c:pt idx="566">
                  <c:v>2.7535830588929064</c:v>
                </c:pt>
                <c:pt idx="567">
                  <c:v>2.7543483357110188</c:v>
                </c:pt>
                <c:pt idx="568">
                  <c:v>2.7551122663950713</c:v>
                </c:pt>
                <c:pt idx="569">
                  <c:v>2.7558748556724915</c:v>
                </c:pt>
                <c:pt idx="570">
                  <c:v>2.7566361082458481</c:v>
                </c:pt>
                <c:pt idx="571">
                  <c:v>2.7573960287930244</c:v>
                </c:pt>
                <c:pt idx="572">
                  <c:v>2.7581546219673898</c:v>
                </c:pt>
                <c:pt idx="573">
                  <c:v>2.7589118923979736</c:v>
                </c:pt>
                <c:pt idx="574">
                  <c:v>2.7596678446896306</c:v>
                </c:pt>
                <c:pt idx="575">
                  <c:v>2.7604224834232118</c:v>
                </c:pt>
                <c:pt idx="576">
                  <c:v>2.7611758131557314</c:v>
                </c:pt>
                <c:pt idx="577">
                  <c:v>2.761927838420529</c:v>
                </c:pt>
                <c:pt idx="578">
                  <c:v>2.762678563727436</c:v>
                </c:pt>
                <c:pt idx="579">
                  <c:v>2.7634279935629373</c:v>
                </c:pt>
                <c:pt idx="580">
                  <c:v>2.7641761323903307</c:v>
                </c:pt>
                <c:pt idx="581">
                  <c:v>2.7649229846498886</c:v>
                </c:pt>
                <c:pt idx="582">
                  <c:v>2.7656685547590141</c:v>
                </c:pt>
                <c:pt idx="583">
                  <c:v>2.7664128471123997</c:v>
                </c:pt>
                <c:pt idx="584">
                  <c:v>2.7671558660821804</c:v>
                </c:pt>
                <c:pt idx="585">
                  <c:v>2.7678976160180908</c:v>
                </c:pt>
                <c:pt idx="586">
                  <c:v>2.7686381012476144</c:v>
                </c:pt>
                <c:pt idx="587">
                  <c:v>2.7693773260761385</c:v>
                </c:pt>
                <c:pt idx="588">
                  <c:v>2.7701152947871015</c:v>
                </c:pt>
                <c:pt idx="589">
                  <c:v>2.7708520116421442</c:v>
                </c:pt>
                <c:pt idx="590">
                  <c:v>2.7715874808812555</c:v>
                </c:pt>
                <c:pt idx="591">
                  <c:v>2.77232170672292</c:v>
                </c:pt>
                <c:pt idx="592">
                  <c:v>2.7730546933642626</c:v>
                </c:pt>
                <c:pt idx="593">
                  <c:v>2.7737864449811935</c:v>
                </c:pt>
                <c:pt idx="594">
                  <c:v>2.7745169657285498</c:v>
                </c:pt>
                <c:pt idx="595">
                  <c:v>2.7752462597402365</c:v>
                </c:pt>
                <c:pt idx="596">
                  <c:v>2.775974331129369</c:v>
                </c:pt>
                <c:pt idx="597">
                  <c:v>2.7767011839884108</c:v>
                </c:pt>
                <c:pt idx="598">
                  <c:v>2.7774268223893115</c:v>
                </c:pt>
                <c:pt idx="599">
                  <c:v>2.7781512503836434</c:v>
                </c:pt>
                <c:pt idx="600">
                  <c:v>2.7788744720027396</c:v>
                </c:pt>
                <c:pt idx="601">
                  <c:v>2.7795964912578244</c:v>
                </c:pt>
                <c:pt idx="602">
                  <c:v>2.7803173121401512</c:v>
                </c:pt>
                <c:pt idx="603">
                  <c:v>2.7810369386211318</c:v>
                </c:pt>
                <c:pt idx="604">
                  <c:v>2.781755374652469</c:v>
                </c:pt>
                <c:pt idx="605">
                  <c:v>2.782472624166286</c:v>
                </c:pt>
                <c:pt idx="606">
                  <c:v>2.7831886910752575</c:v>
                </c:pt>
                <c:pt idx="607">
                  <c:v>2.7839035792727351</c:v>
                </c:pt>
                <c:pt idx="608">
                  <c:v>2.7846172926328752</c:v>
                </c:pt>
                <c:pt idx="609">
                  <c:v>2.7853298350107671</c:v>
                </c:pt>
                <c:pt idx="610">
                  <c:v>2.786041210242554</c:v>
                </c:pt>
                <c:pt idx="611">
                  <c:v>2.7867514221455614</c:v>
                </c:pt>
                <c:pt idx="612">
                  <c:v>2.7874604745184151</c:v>
                </c:pt>
                <c:pt idx="613">
                  <c:v>2.7881683711411678</c:v>
                </c:pt>
                <c:pt idx="614">
                  <c:v>2.7888751157754168</c:v>
                </c:pt>
                <c:pt idx="615">
                  <c:v>2.7895807121644256</c:v>
                </c:pt>
                <c:pt idx="616">
                  <c:v>2.7902851640332416</c:v>
                </c:pt>
                <c:pt idx="617">
                  <c:v>2.7909884750888159</c:v>
                </c:pt>
                <c:pt idx="618">
                  <c:v>2.7916906490201181</c:v>
                </c:pt>
                <c:pt idx="619">
                  <c:v>2.7923916894982539</c:v>
                </c:pt>
                <c:pt idx="620">
                  <c:v>2.79309160017658</c:v>
                </c:pt>
                <c:pt idx="621">
                  <c:v>2.7937903846908188</c:v>
                </c:pt>
                <c:pt idx="622">
                  <c:v>2.7944880466591697</c:v>
                </c:pt>
                <c:pt idx="623">
                  <c:v>2.7951845896824241</c:v>
                </c:pt>
                <c:pt idx="624">
                  <c:v>2.7958800173440754</c:v>
                </c:pt>
                <c:pt idx="625">
                  <c:v>2.7965743332104296</c:v>
                </c:pt>
                <c:pt idx="626">
                  <c:v>2.7972675408307164</c:v>
                </c:pt>
                <c:pt idx="627">
                  <c:v>2.7979596437371961</c:v>
                </c:pt>
                <c:pt idx="628">
                  <c:v>2.7986506454452691</c:v>
                </c:pt>
                <c:pt idx="629">
                  <c:v>2.7993405494535817</c:v>
                </c:pt>
                <c:pt idx="630">
                  <c:v>2.8000293592441343</c:v>
                </c:pt>
                <c:pt idx="631">
                  <c:v>2.8007170782823851</c:v>
                </c:pt>
                <c:pt idx="632">
                  <c:v>2.8014037100173552</c:v>
                </c:pt>
                <c:pt idx="633">
                  <c:v>2.8020892578817329</c:v>
                </c:pt>
                <c:pt idx="634">
                  <c:v>2.8027737252919755</c:v>
                </c:pt>
                <c:pt idx="635">
                  <c:v>2.8034571156484138</c:v>
                </c:pt>
                <c:pt idx="636">
                  <c:v>2.8041394323353503</c:v>
                </c:pt>
                <c:pt idx="637">
                  <c:v>2.8048206787211623</c:v>
                </c:pt>
                <c:pt idx="638">
                  <c:v>2.8055008581584002</c:v>
                </c:pt>
                <c:pt idx="639">
                  <c:v>2.8061799739838871</c:v>
                </c:pt>
                <c:pt idx="640">
                  <c:v>2.8068580295188172</c:v>
                </c:pt>
                <c:pt idx="641">
                  <c:v>2.8075350280688531</c:v>
                </c:pt>
                <c:pt idx="642">
                  <c:v>2.8082109729242219</c:v>
                </c:pt>
                <c:pt idx="643">
                  <c:v>2.808885867359812</c:v>
                </c:pt>
                <c:pt idx="644">
                  <c:v>2.8095597146352675</c:v>
                </c:pt>
                <c:pt idx="645">
                  <c:v>2.8102325179950842</c:v>
                </c:pt>
                <c:pt idx="646">
                  <c:v>2.8109042806687006</c:v>
                </c:pt>
                <c:pt idx="647">
                  <c:v>2.8115750058705933</c:v>
                </c:pt>
                <c:pt idx="648">
                  <c:v>2.8122446968003691</c:v>
                </c:pt>
                <c:pt idx="649">
                  <c:v>2.8129133566428557</c:v>
                </c:pt>
                <c:pt idx="650">
                  <c:v>2.8135809885681922</c:v>
                </c:pt>
                <c:pt idx="651">
                  <c:v>2.8142475957319202</c:v>
                </c:pt>
                <c:pt idx="652">
                  <c:v>2.8149131812750738</c:v>
                </c:pt>
                <c:pt idx="653">
                  <c:v>2.8155777483242672</c:v>
                </c:pt>
                <c:pt idx="654">
                  <c:v>2.8162412999917832</c:v>
                </c:pt>
                <c:pt idx="655">
                  <c:v>2.8169038393756605</c:v>
                </c:pt>
                <c:pt idx="656">
                  <c:v>2.8175653695597807</c:v>
                </c:pt>
                <c:pt idx="657">
                  <c:v>2.8182258936139557</c:v>
                </c:pt>
                <c:pt idx="658">
                  <c:v>2.8188854145940097</c:v>
                </c:pt>
                <c:pt idx="659">
                  <c:v>2.8195439355418688</c:v>
                </c:pt>
                <c:pt idx="660">
                  <c:v>2.8202014594856402</c:v>
                </c:pt>
                <c:pt idx="661">
                  <c:v>2.8208579894397001</c:v>
                </c:pt>
                <c:pt idx="662">
                  <c:v>2.8215135284047732</c:v>
                </c:pt>
                <c:pt idx="663">
                  <c:v>2.8221680793680175</c:v>
                </c:pt>
                <c:pt idx="664">
                  <c:v>2.8228216453031045</c:v>
                </c:pt>
                <c:pt idx="665">
                  <c:v>2.823474229170301</c:v>
                </c:pt>
                <c:pt idx="666">
                  <c:v>2.8241258339165491</c:v>
                </c:pt>
                <c:pt idx="667">
                  <c:v>2.8247764624755458</c:v>
                </c:pt>
                <c:pt idx="668">
                  <c:v>2.8254261177678233</c:v>
                </c:pt>
                <c:pt idx="669">
                  <c:v>2.8260748027008264</c:v>
                </c:pt>
                <c:pt idx="670">
                  <c:v>2.8267225201689921</c:v>
                </c:pt>
                <c:pt idx="671">
                  <c:v>2.8273692730538253</c:v>
                </c:pt>
                <c:pt idx="672">
                  <c:v>2.828015064223977</c:v>
                </c:pt>
                <c:pt idx="673">
                  <c:v>2.8286598965353198</c:v>
                </c:pt>
                <c:pt idx="674">
                  <c:v>2.8293037728310249</c:v>
                </c:pt>
                <c:pt idx="675">
                  <c:v>2.8299466959416359</c:v>
                </c:pt>
                <c:pt idx="676">
                  <c:v>2.8305886686851442</c:v>
                </c:pt>
                <c:pt idx="677">
                  <c:v>2.8312296938670634</c:v>
                </c:pt>
                <c:pt idx="678">
                  <c:v>2.8318697742805017</c:v>
                </c:pt>
                <c:pt idx="679">
                  <c:v>2.8325089127062362</c:v>
                </c:pt>
                <c:pt idx="680">
                  <c:v>2.8331471119127851</c:v>
                </c:pt>
                <c:pt idx="681">
                  <c:v>2.8337843746564788</c:v>
                </c:pt>
                <c:pt idx="682">
                  <c:v>2.8344207036815328</c:v>
                </c:pt>
                <c:pt idx="683">
                  <c:v>2.8350561017201161</c:v>
                </c:pt>
                <c:pt idx="684">
                  <c:v>2.8356905714924254</c:v>
                </c:pt>
                <c:pt idx="685">
                  <c:v>2.8363241157067516</c:v>
                </c:pt>
                <c:pt idx="686">
                  <c:v>2.8369567370595505</c:v>
                </c:pt>
                <c:pt idx="687">
                  <c:v>2.8375884382355112</c:v>
                </c:pt>
                <c:pt idx="688">
                  <c:v>2.8382192219076257</c:v>
                </c:pt>
                <c:pt idx="689">
                  <c:v>2.8388490907372552</c:v>
                </c:pt>
                <c:pt idx="690">
                  <c:v>2.8394780473741985</c:v>
                </c:pt>
                <c:pt idx="691">
                  <c:v>2.840106094456758</c:v>
                </c:pt>
                <c:pt idx="692">
                  <c:v>2.8407332346118066</c:v>
                </c:pt>
                <c:pt idx="693">
                  <c:v>2.8413594704548548</c:v>
                </c:pt>
                <c:pt idx="694">
                  <c:v>2.8419848045901137</c:v>
                </c:pt>
                <c:pt idx="695">
                  <c:v>2.842609239610562</c:v>
                </c:pt>
                <c:pt idx="696">
                  <c:v>2.8432327780980096</c:v>
                </c:pt>
                <c:pt idx="697">
                  <c:v>2.8438554226231609</c:v>
                </c:pt>
                <c:pt idx="698">
                  <c:v>2.8444771757456815</c:v>
                </c:pt>
                <c:pt idx="699">
                  <c:v>2.8450980400142569</c:v>
                </c:pt>
                <c:pt idx="700">
                  <c:v>2.8457180179666586</c:v>
                </c:pt>
                <c:pt idx="701">
                  <c:v>2.8463371121298051</c:v>
                </c:pt>
                <c:pt idx="702">
                  <c:v>2.8469553250198238</c:v>
                </c:pt>
                <c:pt idx="703">
                  <c:v>2.847572659142112</c:v>
                </c:pt>
                <c:pt idx="704">
                  <c:v>2.8481891169913989</c:v>
                </c:pt>
                <c:pt idx="705">
                  <c:v>2.8488047010518036</c:v>
                </c:pt>
                <c:pt idx="706">
                  <c:v>2.8494194137968996</c:v>
                </c:pt>
                <c:pt idx="707">
                  <c:v>2.8500332576897689</c:v>
                </c:pt>
                <c:pt idx="708">
                  <c:v>2.8506462351830666</c:v>
                </c:pt>
                <c:pt idx="709">
                  <c:v>2.8512583487190755</c:v>
                </c:pt>
                <c:pt idx="710">
                  <c:v>2.8518696007297661</c:v>
                </c:pt>
                <c:pt idx="711">
                  <c:v>2.8524799936368566</c:v>
                </c:pt>
                <c:pt idx="712">
                  <c:v>2.8530895298518657</c:v>
                </c:pt>
                <c:pt idx="713">
                  <c:v>2.8536982117761744</c:v>
                </c:pt>
                <c:pt idx="714">
                  <c:v>2.8543060418010806</c:v>
                </c:pt>
                <c:pt idx="715">
                  <c:v>2.8549130223078554</c:v>
                </c:pt>
                <c:pt idx="716">
                  <c:v>2.8555191556678001</c:v>
                </c:pt>
                <c:pt idx="717">
                  <c:v>2.8561244442423002</c:v>
                </c:pt>
                <c:pt idx="718">
                  <c:v>2.8567288903828825</c:v>
                </c:pt>
                <c:pt idx="719">
                  <c:v>2.8573324964312685</c:v>
                </c:pt>
                <c:pt idx="720">
                  <c:v>2.8579352647194289</c:v>
                </c:pt>
                <c:pt idx="721">
                  <c:v>2.858537197569639</c:v>
                </c:pt>
                <c:pt idx="722">
                  <c:v>2.859138297294531</c:v>
                </c:pt>
                <c:pt idx="723">
                  <c:v>2.8597385661971471</c:v>
                </c:pt>
                <c:pt idx="724">
                  <c:v>2.8603380065709936</c:v>
                </c:pt>
                <c:pt idx="725">
                  <c:v>2.8609366207000937</c:v>
                </c:pt>
                <c:pt idx="726">
                  <c:v>2.8615344108590377</c:v>
                </c:pt>
                <c:pt idx="727">
                  <c:v>2.8621313793130372</c:v>
                </c:pt>
                <c:pt idx="728">
                  <c:v>2.8627275283179747</c:v>
                </c:pt>
                <c:pt idx="729">
                  <c:v>2.8633228601204559</c:v>
                </c:pt>
                <c:pt idx="730">
                  <c:v>2.8639173769578603</c:v>
                </c:pt>
                <c:pt idx="731">
                  <c:v>2.8645110810583918</c:v>
                </c:pt>
                <c:pt idx="732">
                  <c:v>2.8651039746411278</c:v>
                </c:pt>
                <c:pt idx="733">
                  <c:v>2.8656960599160706</c:v>
                </c:pt>
                <c:pt idx="734">
                  <c:v>2.8662873390841948</c:v>
                </c:pt>
                <c:pt idx="735">
                  <c:v>2.8668778143374989</c:v>
                </c:pt>
                <c:pt idx="736">
                  <c:v>2.8674674878590514</c:v>
                </c:pt>
                <c:pt idx="737">
                  <c:v>2.8680563618230415</c:v>
                </c:pt>
                <c:pt idx="738">
                  <c:v>2.8686444383948255</c:v>
                </c:pt>
                <c:pt idx="739">
                  <c:v>2.8692317197309762</c:v>
                </c:pt>
                <c:pt idx="740">
                  <c:v>2.869818207979328</c:v>
                </c:pt>
                <c:pt idx="741">
                  <c:v>2.8704039052790269</c:v>
                </c:pt>
                <c:pt idx="742">
                  <c:v>2.8709888137605755</c:v>
                </c:pt>
                <c:pt idx="743">
                  <c:v>2.8715729355458786</c:v>
                </c:pt>
                <c:pt idx="744">
                  <c:v>2.8721562727482928</c:v>
                </c:pt>
                <c:pt idx="745">
                  <c:v>2.8727388274726686</c:v>
                </c:pt>
                <c:pt idx="746">
                  <c:v>2.8733206018153989</c:v>
                </c:pt>
                <c:pt idx="747">
                  <c:v>2.8739015978644615</c:v>
                </c:pt>
                <c:pt idx="748">
                  <c:v>2.8744818176994666</c:v>
                </c:pt>
                <c:pt idx="749">
                  <c:v>2.8750612633917001</c:v>
                </c:pt>
                <c:pt idx="750">
                  <c:v>2.8756399370041685</c:v>
                </c:pt>
                <c:pt idx="751">
                  <c:v>2.8762178405916421</c:v>
                </c:pt>
                <c:pt idx="752">
                  <c:v>2.8767949762007006</c:v>
                </c:pt>
                <c:pt idx="753">
                  <c:v>2.8773713458697738</c:v>
                </c:pt>
                <c:pt idx="754">
                  <c:v>2.8779469516291885</c:v>
                </c:pt>
                <c:pt idx="755">
                  <c:v>2.8785217955012063</c:v>
                </c:pt>
                <c:pt idx="756">
                  <c:v>2.8790958795000727</c:v>
                </c:pt>
                <c:pt idx="757">
                  <c:v>2.8796692056320534</c:v>
                </c:pt>
                <c:pt idx="758">
                  <c:v>2.8802417758954801</c:v>
                </c:pt>
                <c:pt idx="759">
                  <c:v>2.8808135922807914</c:v>
                </c:pt>
                <c:pt idx="760">
                  <c:v>2.8813846567705728</c:v>
                </c:pt>
                <c:pt idx="761">
                  <c:v>2.8819549713396007</c:v>
                </c:pt>
                <c:pt idx="762">
                  <c:v>2.8825245379548803</c:v>
                </c:pt>
                <c:pt idx="763">
                  <c:v>2.8830933585756897</c:v>
                </c:pt>
                <c:pt idx="764">
                  <c:v>2.8836614351536176</c:v>
                </c:pt>
                <c:pt idx="765">
                  <c:v>2.8842287696326041</c:v>
                </c:pt>
                <c:pt idx="766">
                  <c:v>2.8847953639489812</c:v>
                </c:pt>
                <c:pt idx="767">
                  <c:v>2.8853612200315122</c:v>
                </c:pt>
                <c:pt idx="768">
                  <c:v>2.885926339801431</c:v>
                </c:pt>
                <c:pt idx="769">
                  <c:v>2.8864907251724818</c:v>
                </c:pt>
                <c:pt idx="770">
                  <c:v>2.8870543780509568</c:v>
                </c:pt>
                <c:pt idx="771">
                  <c:v>2.8876173003357359</c:v>
                </c:pt>
                <c:pt idx="772">
                  <c:v>2.888179493918325</c:v>
                </c:pt>
                <c:pt idx="773">
                  <c:v>2.8887409606828927</c:v>
                </c:pt>
                <c:pt idx="774">
                  <c:v>2.8893017025063101</c:v>
                </c:pt>
                <c:pt idx="775">
                  <c:v>2.8898617212581885</c:v>
                </c:pt>
                <c:pt idx="776">
                  <c:v>2.8904210188009141</c:v>
                </c:pt>
                <c:pt idx="777">
                  <c:v>2.890979596989689</c:v>
                </c:pt>
                <c:pt idx="778">
                  <c:v>2.8915374576725643</c:v>
                </c:pt>
                <c:pt idx="779">
                  <c:v>2.8920946026904804</c:v>
                </c:pt>
                <c:pt idx="780">
                  <c:v>2.8926510338773004</c:v>
                </c:pt>
                <c:pt idx="781">
                  <c:v>2.893206753059848</c:v>
                </c:pt>
                <c:pt idx="782">
                  <c:v>2.8937617620579434</c:v>
                </c:pt>
                <c:pt idx="783">
                  <c:v>2.8943160626844384</c:v>
                </c:pt>
                <c:pt idx="784">
                  <c:v>2.8948696567452528</c:v>
                </c:pt>
                <c:pt idx="785">
                  <c:v>2.8954225460394079</c:v>
                </c:pt>
                <c:pt idx="786">
                  <c:v>2.8959747323590648</c:v>
                </c:pt>
                <c:pt idx="787">
                  <c:v>2.8965262174895554</c:v>
                </c:pt>
                <c:pt idx="788">
                  <c:v>2.8970770032094202</c:v>
                </c:pt>
                <c:pt idx="789">
                  <c:v>2.8976270912904414</c:v>
                </c:pt>
                <c:pt idx="790">
                  <c:v>2.8981764834976764</c:v>
                </c:pt>
                <c:pt idx="791">
                  <c:v>2.8987251815894934</c:v>
                </c:pt>
                <c:pt idx="792">
                  <c:v>2.8992731873176036</c:v>
                </c:pt>
                <c:pt idx="793">
                  <c:v>2.8998205024270964</c:v>
                </c:pt>
                <c:pt idx="794">
                  <c:v>2.9003671286564705</c:v>
                </c:pt>
                <c:pt idx="795">
                  <c:v>2.9009130677376689</c:v>
                </c:pt>
                <c:pt idx="796">
                  <c:v>2.9014583213961123</c:v>
                </c:pt>
                <c:pt idx="797">
                  <c:v>2.9020028913507296</c:v>
                </c:pt>
                <c:pt idx="798">
                  <c:v>2.9025467793139912</c:v>
                </c:pt>
                <c:pt idx="799">
                  <c:v>2.9030899869919438</c:v>
                </c:pt>
                <c:pt idx="800">
                  <c:v>2.9036325160842376</c:v>
                </c:pt>
                <c:pt idx="801">
                  <c:v>2.9041743682841634</c:v>
                </c:pt>
                <c:pt idx="802">
                  <c:v>2.9047155452786808</c:v>
                </c:pt>
                <c:pt idx="803">
                  <c:v>2.9052560487484511</c:v>
                </c:pt>
                <c:pt idx="804">
                  <c:v>2.9057958803678687</c:v>
                </c:pt>
                <c:pt idx="805">
                  <c:v>2.9063350418050908</c:v>
                </c:pt>
                <c:pt idx="806">
                  <c:v>2.9068735347220702</c:v>
                </c:pt>
                <c:pt idx="807">
                  <c:v>2.907411360774586</c:v>
                </c:pt>
                <c:pt idx="808">
                  <c:v>2.9079485216122722</c:v>
                </c:pt>
                <c:pt idx="809">
                  <c:v>2.90848501887865</c:v>
                </c:pt>
                <c:pt idx="810">
                  <c:v>2.909020854211156</c:v>
                </c:pt>
                <c:pt idx="811">
                  <c:v>2.9095560292411755</c:v>
                </c:pt>
                <c:pt idx="812">
                  <c:v>2.910090545594068</c:v>
                </c:pt>
                <c:pt idx="813">
                  <c:v>2.9106244048892012</c:v>
                </c:pt>
                <c:pt idx="814">
                  <c:v>2.9111576087399764</c:v>
                </c:pt>
                <c:pt idx="815">
                  <c:v>2.9116901587538613</c:v>
                </c:pt>
                <c:pt idx="816">
                  <c:v>2.9122220565324155</c:v>
                </c:pt>
                <c:pt idx="817">
                  <c:v>2.9127533036713231</c:v>
                </c:pt>
                <c:pt idx="818">
                  <c:v>2.9132839017604186</c:v>
                </c:pt>
                <c:pt idx="819">
                  <c:v>2.9138138523837167</c:v>
                </c:pt>
                <c:pt idx="820">
                  <c:v>2.9143431571194407</c:v>
                </c:pt>
                <c:pt idx="821">
                  <c:v>2.9148718175400505</c:v>
                </c:pt>
                <c:pt idx="822">
                  <c:v>2.9153998352122699</c:v>
                </c:pt>
                <c:pt idx="823">
                  <c:v>2.9159272116971158</c:v>
                </c:pt>
                <c:pt idx="824">
                  <c:v>2.916453948549925</c:v>
                </c:pt>
                <c:pt idx="825">
                  <c:v>2.9169800473203824</c:v>
                </c:pt>
                <c:pt idx="826">
                  <c:v>2.9175055095525466</c:v>
                </c:pt>
                <c:pt idx="827">
                  <c:v>2.9180303367848803</c:v>
                </c:pt>
                <c:pt idx="828">
                  <c:v>2.9185545305502734</c:v>
                </c:pt>
                <c:pt idx="829">
                  <c:v>2.9190780923760737</c:v>
                </c:pt>
                <c:pt idx="830">
                  <c:v>2.9196010237841108</c:v>
                </c:pt>
                <c:pt idx="831">
                  <c:v>2.920123326290724</c:v>
                </c:pt>
                <c:pt idx="832">
                  <c:v>2.9206450014067875</c:v>
                </c:pt>
                <c:pt idx="833">
                  <c:v>2.9211660506377388</c:v>
                </c:pt>
                <c:pt idx="834">
                  <c:v>2.9216864754836021</c:v>
                </c:pt>
                <c:pt idx="835">
                  <c:v>2.9222062774390163</c:v>
                </c:pt>
                <c:pt idx="836">
                  <c:v>2.92272545799326</c:v>
                </c:pt>
                <c:pt idx="837">
                  <c:v>2.9232440186302764</c:v>
                </c:pt>
                <c:pt idx="838">
                  <c:v>2.9237619608287004</c:v>
                </c:pt>
                <c:pt idx="839">
                  <c:v>2.9242792860618816</c:v>
                </c:pt>
                <c:pt idx="840">
                  <c:v>2.9247959957979122</c:v>
                </c:pt>
                <c:pt idx="841">
                  <c:v>2.9253120914996495</c:v>
                </c:pt>
                <c:pt idx="842">
                  <c:v>2.9258275746247424</c:v>
                </c:pt>
                <c:pt idx="843">
                  <c:v>2.9263424466256551</c:v>
                </c:pt>
                <c:pt idx="844">
                  <c:v>2.9268567089496922</c:v>
                </c:pt>
                <c:pt idx="845">
                  <c:v>2.9273703630390235</c:v>
                </c:pt>
                <c:pt idx="846">
                  <c:v>2.9278834103307068</c:v>
                </c:pt>
                <c:pt idx="847">
                  <c:v>2.9283958522567137</c:v>
                </c:pt>
                <c:pt idx="848">
                  <c:v>2.9289076902439528</c:v>
                </c:pt>
                <c:pt idx="849">
                  <c:v>2.9294189257142929</c:v>
                </c:pt>
                <c:pt idx="850">
                  <c:v>2.929929560084588</c:v>
                </c:pt>
                <c:pt idx="851">
                  <c:v>2.9304395947667001</c:v>
                </c:pt>
                <c:pt idx="852">
                  <c:v>2.9309490311675228</c:v>
                </c:pt>
                <c:pt idx="853">
                  <c:v>2.9314578706890049</c:v>
                </c:pt>
                <c:pt idx="854">
                  <c:v>2.9319661147281728</c:v>
                </c:pt>
                <c:pt idx="855">
                  <c:v>2.932473764677153</c:v>
                </c:pt>
                <c:pt idx="856">
                  <c:v>2.9329808219231981</c:v>
                </c:pt>
                <c:pt idx="857">
                  <c:v>2.9334872878487053</c:v>
                </c:pt>
                <c:pt idx="858">
                  <c:v>2.9339931638312424</c:v>
                </c:pt>
                <c:pt idx="859">
                  <c:v>2.9344984512435679</c:v>
                </c:pt>
                <c:pt idx="860">
                  <c:v>2.935003151453655</c:v>
                </c:pt>
                <c:pt idx="861">
                  <c:v>2.9355072658247128</c:v>
                </c:pt>
                <c:pt idx="862">
                  <c:v>2.9360107957152097</c:v>
                </c:pt>
                <c:pt idx="863">
                  <c:v>2.9365137424788932</c:v>
                </c:pt>
                <c:pt idx="864">
                  <c:v>2.9370161074648142</c:v>
                </c:pt>
                <c:pt idx="865">
                  <c:v>2.9375178920173468</c:v>
                </c:pt>
                <c:pt idx="866">
                  <c:v>2.9380190974762104</c:v>
                </c:pt>
                <c:pt idx="867">
                  <c:v>2.9385197251764921</c:v>
                </c:pt>
                <c:pt idx="868">
                  <c:v>2.9390197764486663</c:v>
                </c:pt>
                <c:pt idx="869">
                  <c:v>2.9395192526186187</c:v>
                </c:pt>
                <c:pt idx="870">
                  <c:v>2.9400181550076634</c:v>
                </c:pt>
                <c:pt idx="871">
                  <c:v>2.9405164849325671</c:v>
                </c:pt>
                <c:pt idx="872">
                  <c:v>2.9410142437055695</c:v>
                </c:pt>
                <c:pt idx="873">
                  <c:v>2.9415114326344032</c:v>
                </c:pt>
                <c:pt idx="874">
                  <c:v>2.9420080530223132</c:v>
                </c:pt>
                <c:pt idx="875">
                  <c:v>2.9425041061680806</c:v>
                </c:pt>
                <c:pt idx="876">
                  <c:v>2.9429995933660407</c:v>
                </c:pt>
                <c:pt idx="877">
                  <c:v>2.9434945159061026</c:v>
                </c:pt>
                <c:pt idx="878">
                  <c:v>2.9439888750737717</c:v>
                </c:pt>
                <c:pt idx="879">
                  <c:v>2.9444826721501687</c:v>
                </c:pt>
                <c:pt idx="880">
                  <c:v>2.9449759084120477</c:v>
                </c:pt>
                <c:pt idx="881">
                  <c:v>2.9454685851318199</c:v>
                </c:pt>
                <c:pt idx="882">
                  <c:v>2.9459607035775686</c:v>
                </c:pt>
                <c:pt idx="883">
                  <c:v>2.9464522650130731</c:v>
                </c:pt>
                <c:pt idx="884">
                  <c:v>2.9469432706978256</c:v>
                </c:pt>
                <c:pt idx="885">
                  <c:v>2.9474337218870508</c:v>
                </c:pt>
                <c:pt idx="886">
                  <c:v>2.9479236198317262</c:v>
                </c:pt>
                <c:pt idx="887">
                  <c:v>2.9484129657786009</c:v>
                </c:pt>
                <c:pt idx="888">
                  <c:v>2.9489017609702137</c:v>
                </c:pt>
                <c:pt idx="889">
                  <c:v>2.9493900066449128</c:v>
                </c:pt>
                <c:pt idx="890">
                  <c:v>2.9498777040368749</c:v>
                </c:pt>
                <c:pt idx="891">
                  <c:v>2.9503648543761232</c:v>
                </c:pt>
                <c:pt idx="892">
                  <c:v>2.9508514588885464</c:v>
                </c:pt>
                <c:pt idx="893">
                  <c:v>2.9513375187959179</c:v>
                </c:pt>
                <c:pt idx="894">
                  <c:v>2.9518230353159121</c:v>
                </c:pt>
                <c:pt idx="895">
                  <c:v>2.9523080096621253</c:v>
                </c:pt>
                <c:pt idx="896">
                  <c:v>2.9527924430440922</c:v>
                </c:pt>
                <c:pt idx="897">
                  <c:v>2.9532763366673045</c:v>
                </c:pt>
                <c:pt idx="898">
                  <c:v>2.9537596917332287</c:v>
                </c:pt>
                <c:pt idx="899">
                  <c:v>2.9542425094393248</c:v>
                </c:pt>
                <c:pt idx="900">
                  <c:v>2.9547247909790628</c:v>
                </c:pt>
                <c:pt idx="901">
                  <c:v>2.9552065375419416</c:v>
                </c:pt>
                <c:pt idx="902">
                  <c:v>2.9556877503135057</c:v>
                </c:pt>
                <c:pt idx="903">
                  <c:v>2.9561684304753633</c:v>
                </c:pt>
                <c:pt idx="904">
                  <c:v>2.9566485792052033</c:v>
                </c:pt>
                <c:pt idx="905">
                  <c:v>2.9571281976768131</c:v>
                </c:pt>
                <c:pt idx="906">
                  <c:v>2.9576072870600951</c:v>
                </c:pt>
                <c:pt idx="907">
                  <c:v>2.958085848521085</c:v>
                </c:pt>
                <c:pt idx="908">
                  <c:v>2.9585638832219674</c:v>
                </c:pt>
                <c:pt idx="909">
                  <c:v>2.9590413923210934</c:v>
                </c:pt>
                <c:pt idx="910">
                  <c:v>2.9595183769729982</c:v>
                </c:pt>
                <c:pt idx="911">
                  <c:v>2.959994838328416</c:v>
                </c:pt>
                <c:pt idx="912">
                  <c:v>2.9604707775342991</c:v>
                </c:pt>
                <c:pt idx="913">
                  <c:v>2.9609461957338312</c:v>
                </c:pt>
                <c:pt idx="914">
                  <c:v>2.9614210940664485</c:v>
                </c:pt>
                <c:pt idx="915">
                  <c:v>2.9618954736678504</c:v>
                </c:pt>
                <c:pt idx="916">
                  <c:v>2.9623693356700209</c:v>
                </c:pt>
                <c:pt idx="917">
                  <c:v>2.9628426812012423</c:v>
                </c:pt>
                <c:pt idx="918">
                  <c:v>2.9633155113861114</c:v>
                </c:pt>
                <c:pt idx="919">
                  <c:v>2.9637878273455551</c:v>
                </c:pt>
                <c:pt idx="920">
                  <c:v>2.9642596301968491</c:v>
                </c:pt>
                <c:pt idx="921">
                  <c:v>2.9647309210536292</c:v>
                </c:pt>
                <c:pt idx="922">
                  <c:v>2.965201701025912</c:v>
                </c:pt>
                <c:pt idx="923">
                  <c:v>2.9656719712201065</c:v>
                </c:pt>
                <c:pt idx="924">
                  <c:v>2.9661417327390325</c:v>
                </c:pt>
                <c:pt idx="925">
                  <c:v>2.9666109866819341</c:v>
                </c:pt>
                <c:pt idx="926">
                  <c:v>2.9670797341444972</c:v>
                </c:pt>
                <c:pt idx="927">
                  <c:v>2.9675479762188619</c:v>
                </c:pt>
                <c:pt idx="928">
                  <c:v>2.9680157139936418</c:v>
                </c:pt>
                <c:pt idx="929">
                  <c:v>2.9684829485539352</c:v>
                </c:pt>
                <c:pt idx="930">
                  <c:v>2.9689496809813427</c:v>
                </c:pt>
                <c:pt idx="931">
                  <c:v>2.9694159123539814</c:v>
                </c:pt>
                <c:pt idx="932">
                  <c:v>2.9698816437465001</c:v>
                </c:pt>
                <c:pt idx="933">
                  <c:v>2.9703468762300935</c:v>
                </c:pt>
                <c:pt idx="934">
                  <c:v>2.9708116108725178</c:v>
                </c:pt>
                <c:pt idx="935">
                  <c:v>2.971275848738105</c:v>
                </c:pt>
                <c:pt idx="936">
                  <c:v>2.9717395908877782</c:v>
                </c:pt>
                <c:pt idx="937">
                  <c:v>2.9722028383790646</c:v>
                </c:pt>
                <c:pt idx="938">
                  <c:v>2.9726655922661109</c:v>
                </c:pt>
                <c:pt idx="939">
                  <c:v>2.9731278535996988</c:v>
                </c:pt>
                <c:pt idx="940">
                  <c:v>2.973589623427257</c:v>
                </c:pt>
                <c:pt idx="941">
                  <c:v>2.9740509027928774</c:v>
                </c:pt>
                <c:pt idx="942">
                  <c:v>2.9745116927373285</c:v>
                </c:pt>
                <c:pt idx="943">
                  <c:v>2.9749719942980688</c:v>
                </c:pt>
                <c:pt idx="944">
                  <c:v>2.975431808509263</c:v>
                </c:pt>
                <c:pt idx="945">
                  <c:v>2.9758911364017928</c:v>
                </c:pt>
                <c:pt idx="946">
                  <c:v>2.9763499790032735</c:v>
                </c:pt>
                <c:pt idx="947">
                  <c:v>2.976808337338066</c:v>
                </c:pt>
                <c:pt idx="948">
                  <c:v>2.9772662124272928</c:v>
                </c:pt>
                <c:pt idx="949">
                  <c:v>2.9777236052888476</c:v>
                </c:pt>
                <c:pt idx="950">
                  <c:v>2.9781805169374138</c:v>
                </c:pt>
                <c:pt idx="951">
                  <c:v>2.9786369483844743</c:v>
                </c:pt>
                <c:pt idx="952">
                  <c:v>2.9790929006383262</c:v>
                </c:pt>
                <c:pt idx="953">
                  <c:v>2.9795483747040952</c:v>
                </c:pt>
                <c:pt idx="954">
                  <c:v>2.9800033715837464</c:v>
                </c:pt>
                <c:pt idx="955">
                  <c:v>2.9804578922761</c:v>
                </c:pt>
                <c:pt idx="956">
                  <c:v>2.9809119377768436</c:v>
                </c:pt>
                <c:pt idx="957">
                  <c:v>2.9813655090785445</c:v>
                </c:pt>
                <c:pt idx="958">
                  <c:v>2.9818186071706636</c:v>
                </c:pt>
                <c:pt idx="959">
                  <c:v>2.9822712330395684</c:v>
                </c:pt>
                <c:pt idx="960">
                  <c:v>2.9827233876685453</c:v>
                </c:pt>
                <c:pt idx="961">
                  <c:v>2.9831750720378132</c:v>
                </c:pt>
                <c:pt idx="962">
                  <c:v>2.9836262871245345</c:v>
                </c:pt>
                <c:pt idx="963">
                  <c:v>2.9840770339028309</c:v>
                </c:pt>
                <c:pt idx="964">
                  <c:v>2.9845273133437926</c:v>
                </c:pt>
                <c:pt idx="965">
                  <c:v>2.9849771264154934</c:v>
                </c:pt>
                <c:pt idx="966">
                  <c:v>2.9854264740830017</c:v>
                </c:pt>
                <c:pt idx="967">
                  <c:v>2.9858753573083936</c:v>
                </c:pt>
                <c:pt idx="968">
                  <c:v>2.9863237770507651</c:v>
                </c:pt>
                <c:pt idx="969">
                  <c:v>2.9867717342662448</c:v>
                </c:pt>
                <c:pt idx="970">
                  <c:v>2.9872192299080047</c:v>
                </c:pt>
                <c:pt idx="971">
                  <c:v>2.9876662649262746</c:v>
                </c:pt>
                <c:pt idx="972">
                  <c:v>2.9881128402683519</c:v>
                </c:pt>
                <c:pt idx="973">
                  <c:v>2.9885589568786157</c:v>
                </c:pt>
                <c:pt idx="974">
                  <c:v>2.989004615698537</c:v>
                </c:pt>
                <c:pt idx="975">
                  <c:v>2.9894498176666917</c:v>
                </c:pt>
                <c:pt idx="976">
                  <c:v>2.989894563718773</c:v>
                </c:pt>
                <c:pt idx="977">
                  <c:v>2.9903388547876015</c:v>
                </c:pt>
                <c:pt idx="978">
                  <c:v>2.9907826918031377</c:v>
                </c:pt>
                <c:pt idx="979">
                  <c:v>2.9912260756924947</c:v>
                </c:pt>
                <c:pt idx="980">
                  <c:v>2.9916690073799486</c:v>
                </c:pt>
                <c:pt idx="981">
                  <c:v>2.9921114877869495</c:v>
                </c:pt>
                <c:pt idx="982">
                  <c:v>2.9925535178321354</c:v>
                </c:pt>
                <c:pt idx="983">
                  <c:v>2.9929950984313414</c:v>
                </c:pt>
                <c:pt idx="984">
                  <c:v>2.9934362304976116</c:v>
                </c:pt>
                <c:pt idx="985">
                  <c:v>2.993876914941211</c:v>
                </c:pt>
                <c:pt idx="986">
                  <c:v>2.9943171526696366</c:v>
                </c:pt>
                <c:pt idx="987">
                  <c:v>2.9947569445876283</c:v>
                </c:pt>
                <c:pt idx="988">
                  <c:v>2.9951962915971793</c:v>
                </c:pt>
                <c:pt idx="989">
                  <c:v>2.9956351945975501</c:v>
                </c:pt>
                <c:pt idx="990">
                  <c:v>2.9960736544852753</c:v>
                </c:pt>
                <c:pt idx="991">
                  <c:v>2.9965116721541785</c:v>
                </c:pt>
                <c:pt idx="992">
                  <c:v>2.996949248495381</c:v>
                </c:pt>
                <c:pt idx="993">
                  <c:v>2.9973863843973132</c:v>
                </c:pt>
                <c:pt idx="994">
                  <c:v>2.9978230807457256</c:v>
                </c:pt>
                <c:pt idx="995">
                  <c:v>2.9982593384236988</c:v>
                </c:pt>
                <c:pt idx="996">
                  <c:v>2.9986951583116559</c:v>
                </c:pt>
                <c:pt idx="997">
                  <c:v>2.999130541287371</c:v>
                </c:pt>
                <c:pt idx="998">
                  <c:v>2.9995654882259823</c:v>
                </c:pt>
                <c:pt idx="999">
                  <c:v>3</c:v>
                </c:pt>
                <c:pt idx="1000">
                  <c:v>3.0004340774793188</c:v>
                </c:pt>
              </c:numCache>
            </c:numRef>
          </c:xVal>
          <c:yVal>
            <c:numRef>
              <c:f>Magic_graph_data1!$F$2:$F$1002</c:f>
              <c:numCache>
                <c:formatCode>General</c:formatCode>
                <c:ptCount val="1001"/>
                <c:pt idx="0">
                  <c:v>0.87556</c:v>
                </c:pt>
                <c:pt idx="1">
                  <c:v>0.87546000000000002</c:v>
                </c:pt>
                <c:pt idx="2">
                  <c:v>0.87536000000000003</c:v>
                </c:pt>
                <c:pt idx="3">
                  <c:v>0.87451999999999996</c:v>
                </c:pt>
                <c:pt idx="4">
                  <c:v>0.87478</c:v>
                </c:pt>
                <c:pt idx="5">
                  <c:v>0.87509999999999999</c:v>
                </c:pt>
                <c:pt idx="6">
                  <c:v>0.87439999999999996</c:v>
                </c:pt>
                <c:pt idx="7">
                  <c:v>0.87431999999999999</c:v>
                </c:pt>
                <c:pt idx="8">
                  <c:v>0.87351999999999996</c:v>
                </c:pt>
                <c:pt idx="9">
                  <c:v>0.87353000000000003</c:v>
                </c:pt>
                <c:pt idx="10">
                  <c:v>0.87366999999999995</c:v>
                </c:pt>
                <c:pt idx="11">
                  <c:v>0.87351000000000001</c:v>
                </c:pt>
                <c:pt idx="12">
                  <c:v>0.87351999999999996</c:v>
                </c:pt>
                <c:pt idx="13">
                  <c:v>0.87309999999999999</c:v>
                </c:pt>
                <c:pt idx="14">
                  <c:v>0.87311000000000005</c:v>
                </c:pt>
                <c:pt idx="15">
                  <c:v>0.87297999999999998</c:v>
                </c:pt>
                <c:pt idx="16">
                  <c:v>0.87290000000000001</c:v>
                </c:pt>
                <c:pt idx="17">
                  <c:v>0.87263999999999997</c:v>
                </c:pt>
                <c:pt idx="18">
                  <c:v>0.87246999999999997</c:v>
                </c:pt>
                <c:pt idx="19">
                  <c:v>0.87278999999999995</c:v>
                </c:pt>
                <c:pt idx="20">
                  <c:v>0.87280000000000002</c:v>
                </c:pt>
                <c:pt idx="21">
                  <c:v>0.87294000000000005</c:v>
                </c:pt>
                <c:pt idx="22">
                  <c:v>0.87307000000000001</c:v>
                </c:pt>
                <c:pt idx="23">
                  <c:v>0.87314999999999998</c:v>
                </c:pt>
                <c:pt idx="24">
                  <c:v>0.87334000000000001</c:v>
                </c:pt>
                <c:pt idx="25">
                  <c:v>0.87304000000000004</c:v>
                </c:pt>
                <c:pt idx="26">
                  <c:v>0.87285999999999997</c:v>
                </c:pt>
                <c:pt idx="27">
                  <c:v>0.87248999999999999</c:v>
                </c:pt>
                <c:pt idx="28">
                  <c:v>0.87270000000000003</c:v>
                </c:pt>
                <c:pt idx="29">
                  <c:v>0.87324999999999997</c:v>
                </c:pt>
                <c:pt idx="30">
                  <c:v>0.87333000000000005</c:v>
                </c:pt>
                <c:pt idx="31">
                  <c:v>0.87366999999999995</c:v>
                </c:pt>
                <c:pt idx="32">
                  <c:v>0.87388999999999994</c:v>
                </c:pt>
                <c:pt idx="33">
                  <c:v>0.87382000000000004</c:v>
                </c:pt>
                <c:pt idx="34">
                  <c:v>0.87378999999999996</c:v>
                </c:pt>
                <c:pt idx="35">
                  <c:v>0.87404000000000004</c:v>
                </c:pt>
                <c:pt idx="36">
                  <c:v>0.87372000000000005</c:v>
                </c:pt>
                <c:pt idx="37">
                  <c:v>0.87385999999999997</c:v>
                </c:pt>
                <c:pt idx="38">
                  <c:v>0.87385000000000002</c:v>
                </c:pt>
                <c:pt idx="39">
                  <c:v>0.87390999999999996</c:v>
                </c:pt>
                <c:pt idx="40">
                  <c:v>0.87390999999999996</c:v>
                </c:pt>
                <c:pt idx="41">
                  <c:v>0.87395</c:v>
                </c:pt>
                <c:pt idx="42">
                  <c:v>0.87416000000000005</c:v>
                </c:pt>
                <c:pt idx="43">
                  <c:v>0.87426000000000004</c:v>
                </c:pt>
                <c:pt idx="44">
                  <c:v>0.87433000000000005</c:v>
                </c:pt>
                <c:pt idx="45">
                  <c:v>0.87451000000000001</c:v>
                </c:pt>
                <c:pt idx="46">
                  <c:v>0.87451999999999996</c:v>
                </c:pt>
                <c:pt idx="47">
                  <c:v>0.87453999999999998</c:v>
                </c:pt>
                <c:pt idx="48">
                  <c:v>0.87465999999999999</c:v>
                </c:pt>
                <c:pt idx="49">
                  <c:v>0.87461999999999995</c:v>
                </c:pt>
                <c:pt idx="50">
                  <c:v>0.87470999999999999</c:v>
                </c:pt>
                <c:pt idx="51">
                  <c:v>0.87470999999999999</c:v>
                </c:pt>
                <c:pt idx="52">
                  <c:v>0.87470999999999999</c:v>
                </c:pt>
                <c:pt idx="53">
                  <c:v>0.87495999999999996</c:v>
                </c:pt>
                <c:pt idx="54">
                  <c:v>0.87507000000000001</c:v>
                </c:pt>
                <c:pt idx="55">
                  <c:v>0.87505999999999995</c:v>
                </c:pt>
                <c:pt idx="56">
                  <c:v>0.87482000000000004</c:v>
                </c:pt>
                <c:pt idx="57">
                  <c:v>0.87483</c:v>
                </c:pt>
                <c:pt idx="58">
                  <c:v>0.87485000000000002</c:v>
                </c:pt>
                <c:pt idx="59">
                  <c:v>0.87485000000000002</c:v>
                </c:pt>
                <c:pt idx="60">
                  <c:v>0.87504000000000004</c:v>
                </c:pt>
                <c:pt idx="61">
                  <c:v>0.87504000000000004</c:v>
                </c:pt>
                <c:pt idx="62">
                  <c:v>0.87502999999999997</c:v>
                </c:pt>
                <c:pt idx="63">
                  <c:v>0.87505999999999995</c:v>
                </c:pt>
                <c:pt idx="64">
                  <c:v>0.87504999999999999</c:v>
                </c:pt>
                <c:pt idx="65">
                  <c:v>0.87514999999999998</c:v>
                </c:pt>
                <c:pt idx="66">
                  <c:v>0.87514999999999998</c:v>
                </c:pt>
                <c:pt idx="67">
                  <c:v>0.87514999999999998</c:v>
                </c:pt>
                <c:pt idx="68">
                  <c:v>0.87514999999999998</c:v>
                </c:pt>
                <c:pt idx="69">
                  <c:v>0.87504999999999999</c:v>
                </c:pt>
                <c:pt idx="70">
                  <c:v>0.87504999999999999</c:v>
                </c:pt>
                <c:pt idx="71">
                  <c:v>0.87504999999999999</c:v>
                </c:pt>
                <c:pt idx="72">
                  <c:v>0.87509000000000003</c:v>
                </c:pt>
                <c:pt idx="73">
                  <c:v>0.87507000000000001</c:v>
                </c:pt>
                <c:pt idx="74">
                  <c:v>0.87497000000000003</c:v>
                </c:pt>
                <c:pt idx="75">
                  <c:v>0.87497000000000003</c:v>
                </c:pt>
                <c:pt idx="76">
                  <c:v>0.87497000000000003</c:v>
                </c:pt>
                <c:pt idx="77">
                  <c:v>0.87485000000000002</c:v>
                </c:pt>
                <c:pt idx="78">
                  <c:v>0.87485000000000002</c:v>
                </c:pt>
                <c:pt idx="79">
                  <c:v>0.87485000000000002</c:v>
                </c:pt>
                <c:pt idx="80">
                  <c:v>0.87488999999999995</c:v>
                </c:pt>
                <c:pt idx="81">
                  <c:v>0.87487999999999999</c:v>
                </c:pt>
                <c:pt idx="82">
                  <c:v>0.87487999999999999</c:v>
                </c:pt>
                <c:pt idx="83">
                  <c:v>0.87487000000000004</c:v>
                </c:pt>
                <c:pt idx="84">
                  <c:v>0.87492000000000003</c:v>
                </c:pt>
                <c:pt idx="85">
                  <c:v>0.87502999999999997</c:v>
                </c:pt>
                <c:pt idx="86">
                  <c:v>0.87504999999999999</c:v>
                </c:pt>
                <c:pt idx="87">
                  <c:v>0.87499000000000005</c:v>
                </c:pt>
                <c:pt idx="88">
                  <c:v>0.87499000000000005</c:v>
                </c:pt>
                <c:pt idx="89">
                  <c:v>0.87499000000000005</c:v>
                </c:pt>
                <c:pt idx="90">
                  <c:v>0.87499000000000005</c:v>
                </c:pt>
                <c:pt idx="91">
                  <c:v>0.87500999999999995</c:v>
                </c:pt>
                <c:pt idx="92">
                  <c:v>0.87522999999999995</c:v>
                </c:pt>
                <c:pt idx="93">
                  <c:v>0.87522999999999995</c:v>
                </c:pt>
                <c:pt idx="94">
                  <c:v>0.87522999999999995</c:v>
                </c:pt>
                <c:pt idx="95">
                  <c:v>0.87522999999999995</c:v>
                </c:pt>
                <c:pt idx="96">
                  <c:v>0.87522999999999995</c:v>
                </c:pt>
                <c:pt idx="97">
                  <c:v>0.87522999999999995</c:v>
                </c:pt>
                <c:pt idx="98">
                  <c:v>0.87526000000000004</c:v>
                </c:pt>
                <c:pt idx="99">
                  <c:v>0.87534999999999996</c:v>
                </c:pt>
                <c:pt idx="100">
                  <c:v>0.87534999999999996</c:v>
                </c:pt>
                <c:pt idx="101">
                  <c:v>0.87539</c:v>
                </c:pt>
                <c:pt idx="102">
                  <c:v>0.87539</c:v>
                </c:pt>
                <c:pt idx="103">
                  <c:v>0.87539</c:v>
                </c:pt>
                <c:pt idx="104">
                  <c:v>0.87546999999999997</c:v>
                </c:pt>
                <c:pt idx="105">
                  <c:v>0.87551000000000001</c:v>
                </c:pt>
                <c:pt idx="106">
                  <c:v>0.87551000000000001</c:v>
                </c:pt>
                <c:pt idx="107">
                  <c:v>0.87555000000000005</c:v>
                </c:pt>
                <c:pt idx="108">
                  <c:v>0.87568000000000001</c:v>
                </c:pt>
                <c:pt idx="109">
                  <c:v>0.87563999999999997</c:v>
                </c:pt>
                <c:pt idx="110">
                  <c:v>0.87565999999999999</c:v>
                </c:pt>
                <c:pt idx="111">
                  <c:v>0.87565999999999999</c:v>
                </c:pt>
                <c:pt idx="112">
                  <c:v>0.87568000000000001</c:v>
                </c:pt>
                <c:pt idx="113">
                  <c:v>0.87565000000000004</c:v>
                </c:pt>
                <c:pt idx="114">
                  <c:v>0.87565000000000004</c:v>
                </c:pt>
                <c:pt idx="115">
                  <c:v>0.87565000000000004</c:v>
                </c:pt>
                <c:pt idx="116">
                  <c:v>0.87565000000000004</c:v>
                </c:pt>
                <c:pt idx="117">
                  <c:v>0.87565000000000004</c:v>
                </c:pt>
                <c:pt idx="118">
                  <c:v>0.87565000000000004</c:v>
                </c:pt>
                <c:pt idx="119">
                  <c:v>0.87560000000000004</c:v>
                </c:pt>
                <c:pt idx="120">
                  <c:v>0.87556999999999996</c:v>
                </c:pt>
                <c:pt idx="121">
                  <c:v>0.87553000000000003</c:v>
                </c:pt>
                <c:pt idx="122">
                  <c:v>0.87553000000000003</c:v>
                </c:pt>
                <c:pt idx="123">
                  <c:v>0.87553000000000003</c:v>
                </c:pt>
                <c:pt idx="124">
                  <c:v>0.87551000000000001</c:v>
                </c:pt>
                <c:pt idx="125">
                  <c:v>0.87551000000000001</c:v>
                </c:pt>
                <c:pt idx="126">
                  <c:v>0.87551000000000001</c:v>
                </c:pt>
                <c:pt idx="127">
                  <c:v>0.87551000000000001</c:v>
                </c:pt>
                <c:pt idx="128">
                  <c:v>0.87551000000000001</c:v>
                </c:pt>
                <c:pt idx="129">
                  <c:v>0.87551999999999996</c:v>
                </c:pt>
                <c:pt idx="130">
                  <c:v>0.87551999999999996</c:v>
                </c:pt>
                <c:pt idx="131">
                  <c:v>0.87551999999999996</c:v>
                </c:pt>
                <c:pt idx="132">
                  <c:v>0.87551999999999996</c:v>
                </c:pt>
                <c:pt idx="133">
                  <c:v>0.87544</c:v>
                </c:pt>
                <c:pt idx="134">
                  <c:v>0.87544</c:v>
                </c:pt>
                <c:pt idx="135">
                  <c:v>0.87544</c:v>
                </c:pt>
                <c:pt idx="136">
                  <c:v>0.87544</c:v>
                </c:pt>
                <c:pt idx="137">
                  <c:v>0.87544999999999995</c:v>
                </c:pt>
                <c:pt idx="138">
                  <c:v>0.87544999999999995</c:v>
                </c:pt>
                <c:pt idx="139">
                  <c:v>0.87544999999999995</c:v>
                </c:pt>
                <c:pt idx="140">
                  <c:v>0.87544999999999995</c:v>
                </c:pt>
                <c:pt idx="141">
                  <c:v>0.87543000000000004</c:v>
                </c:pt>
                <c:pt idx="142">
                  <c:v>0.87543000000000004</c:v>
                </c:pt>
                <c:pt idx="143">
                  <c:v>0.87543000000000004</c:v>
                </c:pt>
                <c:pt idx="144">
                  <c:v>0.87541999999999998</c:v>
                </c:pt>
                <c:pt idx="145">
                  <c:v>0.87541999999999998</c:v>
                </c:pt>
                <c:pt idx="146">
                  <c:v>0.87541999999999998</c:v>
                </c:pt>
                <c:pt idx="147">
                  <c:v>0.87541999999999998</c:v>
                </c:pt>
                <c:pt idx="148">
                  <c:v>0.87541999999999998</c:v>
                </c:pt>
                <c:pt idx="149">
                  <c:v>0.87539</c:v>
                </c:pt>
                <c:pt idx="150">
                  <c:v>0.87539</c:v>
                </c:pt>
                <c:pt idx="151">
                  <c:v>0.87539</c:v>
                </c:pt>
                <c:pt idx="152">
                  <c:v>0.87539</c:v>
                </c:pt>
                <c:pt idx="153">
                  <c:v>0.87536999999999998</c:v>
                </c:pt>
                <c:pt idx="154">
                  <c:v>0.87536999999999998</c:v>
                </c:pt>
                <c:pt idx="155">
                  <c:v>0.87536999999999998</c:v>
                </c:pt>
                <c:pt idx="156">
                  <c:v>0.87536999999999998</c:v>
                </c:pt>
                <c:pt idx="157">
                  <c:v>0.87534000000000001</c:v>
                </c:pt>
                <c:pt idx="158">
                  <c:v>0.87534000000000001</c:v>
                </c:pt>
                <c:pt idx="159">
                  <c:v>0.87534000000000001</c:v>
                </c:pt>
                <c:pt idx="160">
                  <c:v>0.87534000000000001</c:v>
                </c:pt>
                <c:pt idx="161">
                  <c:v>0.87534000000000001</c:v>
                </c:pt>
                <c:pt idx="162">
                  <c:v>0.87534000000000001</c:v>
                </c:pt>
                <c:pt idx="163">
                  <c:v>0.87534000000000001</c:v>
                </c:pt>
                <c:pt idx="164">
                  <c:v>0.87538000000000005</c:v>
                </c:pt>
                <c:pt idx="165">
                  <c:v>0.87538000000000005</c:v>
                </c:pt>
                <c:pt idx="166">
                  <c:v>0.87538000000000005</c:v>
                </c:pt>
                <c:pt idx="167">
                  <c:v>0.87538000000000005</c:v>
                </c:pt>
                <c:pt idx="168">
                  <c:v>0.87538000000000005</c:v>
                </c:pt>
                <c:pt idx="169">
                  <c:v>0.87534999999999996</c:v>
                </c:pt>
                <c:pt idx="170">
                  <c:v>0.87534999999999996</c:v>
                </c:pt>
                <c:pt idx="171">
                  <c:v>0.87534000000000001</c:v>
                </c:pt>
                <c:pt idx="172">
                  <c:v>0.87534000000000001</c:v>
                </c:pt>
                <c:pt idx="173">
                  <c:v>0.87534000000000001</c:v>
                </c:pt>
                <c:pt idx="174">
                  <c:v>0.87534000000000001</c:v>
                </c:pt>
                <c:pt idx="175">
                  <c:v>0.87534000000000001</c:v>
                </c:pt>
                <c:pt idx="176">
                  <c:v>0.87534000000000001</c:v>
                </c:pt>
                <c:pt idx="177">
                  <c:v>0.87534000000000001</c:v>
                </c:pt>
                <c:pt idx="178">
                  <c:v>0.87534000000000001</c:v>
                </c:pt>
                <c:pt idx="179">
                  <c:v>0.87534000000000001</c:v>
                </c:pt>
                <c:pt idx="180">
                  <c:v>0.87534000000000001</c:v>
                </c:pt>
                <c:pt idx="181">
                  <c:v>0.87534000000000001</c:v>
                </c:pt>
                <c:pt idx="182">
                  <c:v>0.87534000000000001</c:v>
                </c:pt>
                <c:pt idx="183">
                  <c:v>0.87534000000000001</c:v>
                </c:pt>
                <c:pt idx="184">
                  <c:v>0.87536000000000003</c:v>
                </c:pt>
                <c:pt idx="185">
                  <c:v>0.87536000000000003</c:v>
                </c:pt>
                <c:pt idx="186">
                  <c:v>0.87536000000000003</c:v>
                </c:pt>
                <c:pt idx="187">
                  <c:v>0.87536000000000003</c:v>
                </c:pt>
                <c:pt idx="188">
                  <c:v>0.87536999999999998</c:v>
                </c:pt>
                <c:pt idx="189">
                  <c:v>0.87536999999999998</c:v>
                </c:pt>
                <c:pt idx="190">
                  <c:v>0.87534999999999996</c:v>
                </c:pt>
                <c:pt idx="191">
                  <c:v>0.87533000000000005</c:v>
                </c:pt>
                <c:pt idx="192">
                  <c:v>0.87533000000000005</c:v>
                </c:pt>
                <c:pt idx="193">
                  <c:v>0.87533000000000005</c:v>
                </c:pt>
                <c:pt idx="194">
                  <c:v>0.87533000000000005</c:v>
                </c:pt>
                <c:pt idx="195">
                  <c:v>0.87533000000000005</c:v>
                </c:pt>
                <c:pt idx="196">
                  <c:v>0.87533000000000005</c:v>
                </c:pt>
                <c:pt idx="197">
                  <c:v>0.87533000000000005</c:v>
                </c:pt>
                <c:pt idx="198">
                  <c:v>0.87533000000000005</c:v>
                </c:pt>
                <c:pt idx="199">
                  <c:v>0.87526000000000004</c:v>
                </c:pt>
                <c:pt idx="200">
                  <c:v>0.87526000000000004</c:v>
                </c:pt>
                <c:pt idx="201">
                  <c:v>0.87526000000000004</c:v>
                </c:pt>
                <c:pt idx="202">
                  <c:v>0.87526000000000004</c:v>
                </c:pt>
                <c:pt idx="203">
                  <c:v>0.87526000000000004</c:v>
                </c:pt>
                <c:pt idx="204">
                  <c:v>0.87526000000000004</c:v>
                </c:pt>
                <c:pt idx="205">
                  <c:v>0.87526000000000004</c:v>
                </c:pt>
                <c:pt idx="206">
                  <c:v>0.87526000000000004</c:v>
                </c:pt>
                <c:pt idx="207">
                  <c:v>0.87522999999999995</c:v>
                </c:pt>
                <c:pt idx="208">
                  <c:v>0.87522999999999995</c:v>
                </c:pt>
                <c:pt idx="209">
                  <c:v>0.87522999999999995</c:v>
                </c:pt>
                <c:pt idx="210">
                  <c:v>0.87522999999999995</c:v>
                </c:pt>
                <c:pt idx="211">
                  <c:v>0.87522999999999995</c:v>
                </c:pt>
                <c:pt idx="212">
                  <c:v>0.87522999999999995</c:v>
                </c:pt>
                <c:pt idx="213">
                  <c:v>0.87522999999999995</c:v>
                </c:pt>
                <c:pt idx="214">
                  <c:v>0.87522999999999995</c:v>
                </c:pt>
                <c:pt idx="215">
                  <c:v>0.87522999999999995</c:v>
                </c:pt>
                <c:pt idx="216">
                  <c:v>0.87522999999999995</c:v>
                </c:pt>
                <c:pt idx="217">
                  <c:v>0.87522999999999995</c:v>
                </c:pt>
                <c:pt idx="218">
                  <c:v>0.87517</c:v>
                </c:pt>
                <c:pt idx="219">
                  <c:v>0.87517</c:v>
                </c:pt>
                <c:pt idx="220">
                  <c:v>0.87514000000000003</c:v>
                </c:pt>
                <c:pt idx="221">
                  <c:v>0.87514000000000003</c:v>
                </c:pt>
                <c:pt idx="222">
                  <c:v>0.87514000000000003</c:v>
                </c:pt>
                <c:pt idx="223">
                  <c:v>0.87514000000000003</c:v>
                </c:pt>
                <c:pt idx="224">
                  <c:v>0.87504000000000004</c:v>
                </c:pt>
                <c:pt idx="225">
                  <c:v>0.87512000000000001</c:v>
                </c:pt>
                <c:pt idx="226">
                  <c:v>0.87512000000000001</c:v>
                </c:pt>
                <c:pt idx="227">
                  <c:v>0.87512000000000001</c:v>
                </c:pt>
                <c:pt idx="228">
                  <c:v>0.87512000000000001</c:v>
                </c:pt>
                <c:pt idx="229">
                  <c:v>0.87512000000000001</c:v>
                </c:pt>
                <c:pt idx="230">
                  <c:v>0.87512000000000001</c:v>
                </c:pt>
                <c:pt idx="231">
                  <c:v>0.87512000000000001</c:v>
                </c:pt>
                <c:pt idx="232">
                  <c:v>0.87512000000000001</c:v>
                </c:pt>
                <c:pt idx="233">
                  <c:v>0.87512000000000001</c:v>
                </c:pt>
                <c:pt idx="234">
                  <c:v>0.87512000000000001</c:v>
                </c:pt>
                <c:pt idx="235">
                  <c:v>0.87512000000000001</c:v>
                </c:pt>
                <c:pt idx="236">
                  <c:v>0.87512000000000001</c:v>
                </c:pt>
                <c:pt idx="237">
                  <c:v>0.87512000000000001</c:v>
                </c:pt>
                <c:pt idx="238">
                  <c:v>0.87497000000000003</c:v>
                </c:pt>
                <c:pt idx="239">
                  <c:v>0.87497000000000003</c:v>
                </c:pt>
                <c:pt idx="240">
                  <c:v>0.87497000000000003</c:v>
                </c:pt>
                <c:pt idx="241">
                  <c:v>0.87497000000000003</c:v>
                </c:pt>
                <c:pt idx="242">
                  <c:v>0.87487999999999999</c:v>
                </c:pt>
                <c:pt idx="243">
                  <c:v>0.87487999999999999</c:v>
                </c:pt>
                <c:pt idx="244">
                  <c:v>0.87487000000000004</c:v>
                </c:pt>
                <c:pt idx="245">
                  <c:v>0.87487000000000004</c:v>
                </c:pt>
                <c:pt idx="246">
                  <c:v>0.87487000000000004</c:v>
                </c:pt>
                <c:pt idx="247">
                  <c:v>0.87490999999999997</c:v>
                </c:pt>
                <c:pt idx="248">
                  <c:v>0.87490999999999997</c:v>
                </c:pt>
                <c:pt idx="249">
                  <c:v>0.87490999999999997</c:v>
                </c:pt>
                <c:pt idx="250">
                  <c:v>0.87490999999999997</c:v>
                </c:pt>
                <c:pt idx="251">
                  <c:v>0.87490999999999997</c:v>
                </c:pt>
                <c:pt idx="252">
                  <c:v>0.87490999999999997</c:v>
                </c:pt>
                <c:pt idx="253">
                  <c:v>0.87490999999999997</c:v>
                </c:pt>
                <c:pt idx="254">
                  <c:v>0.87490999999999997</c:v>
                </c:pt>
                <c:pt idx="255">
                  <c:v>0.87490999999999997</c:v>
                </c:pt>
                <c:pt idx="256">
                  <c:v>0.87490999999999997</c:v>
                </c:pt>
                <c:pt idx="257">
                  <c:v>0.87490999999999997</c:v>
                </c:pt>
                <c:pt idx="258">
                  <c:v>0.87490999999999997</c:v>
                </c:pt>
                <c:pt idx="259">
                  <c:v>0.87490999999999997</c:v>
                </c:pt>
                <c:pt idx="260">
                  <c:v>0.87490999999999997</c:v>
                </c:pt>
                <c:pt idx="261">
                  <c:v>0.87490999999999997</c:v>
                </c:pt>
                <c:pt idx="262">
                  <c:v>0.87490999999999997</c:v>
                </c:pt>
                <c:pt idx="263">
                  <c:v>0.87490999999999997</c:v>
                </c:pt>
                <c:pt idx="264">
                  <c:v>0.87490999999999997</c:v>
                </c:pt>
                <c:pt idx="265">
                  <c:v>0.87487000000000004</c:v>
                </c:pt>
                <c:pt idx="266">
                  <c:v>0.87487000000000004</c:v>
                </c:pt>
                <c:pt idx="267">
                  <c:v>0.87487000000000004</c:v>
                </c:pt>
                <c:pt idx="268">
                  <c:v>0.87487000000000004</c:v>
                </c:pt>
                <c:pt idx="269">
                  <c:v>0.87487000000000004</c:v>
                </c:pt>
                <c:pt idx="270">
                  <c:v>0.87487000000000004</c:v>
                </c:pt>
                <c:pt idx="271">
                  <c:v>0.87487000000000004</c:v>
                </c:pt>
                <c:pt idx="272">
                  <c:v>0.87487000000000004</c:v>
                </c:pt>
                <c:pt idx="273">
                  <c:v>0.87487000000000004</c:v>
                </c:pt>
                <c:pt idx="274">
                  <c:v>0.87490000000000001</c:v>
                </c:pt>
                <c:pt idx="275">
                  <c:v>0.87490000000000001</c:v>
                </c:pt>
                <c:pt idx="276">
                  <c:v>0.87490000000000001</c:v>
                </c:pt>
                <c:pt idx="277">
                  <c:v>0.87490000000000001</c:v>
                </c:pt>
                <c:pt idx="278">
                  <c:v>0.87490000000000001</c:v>
                </c:pt>
                <c:pt idx="279">
                  <c:v>0.87490000000000001</c:v>
                </c:pt>
                <c:pt idx="280">
                  <c:v>0.87490000000000001</c:v>
                </c:pt>
                <c:pt idx="281">
                  <c:v>0.87490000000000001</c:v>
                </c:pt>
                <c:pt idx="282">
                  <c:v>0.87490000000000001</c:v>
                </c:pt>
                <c:pt idx="283">
                  <c:v>0.87490000000000001</c:v>
                </c:pt>
                <c:pt idx="284">
                  <c:v>0.87490000000000001</c:v>
                </c:pt>
                <c:pt idx="285">
                  <c:v>0.87490000000000001</c:v>
                </c:pt>
                <c:pt idx="286">
                  <c:v>0.87490000000000001</c:v>
                </c:pt>
                <c:pt idx="287">
                  <c:v>0.87490000000000001</c:v>
                </c:pt>
                <c:pt idx="288">
                  <c:v>0.87490000000000001</c:v>
                </c:pt>
                <c:pt idx="289">
                  <c:v>0.87490000000000001</c:v>
                </c:pt>
                <c:pt idx="290">
                  <c:v>0.87490000000000001</c:v>
                </c:pt>
                <c:pt idx="291">
                  <c:v>0.87490000000000001</c:v>
                </c:pt>
                <c:pt idx="292">
                  <c:v>0.87490000000000001</c:v>
                </c:pt>
                <c:pt idx="293">
                  <c:v>0.87490000000000001</c:v>
                </c:pt>
                <c:pt idx="294">
                  <c:v>0.87490000000000001</c:v>
                </c:pt>
                <c:pt idx="295">
                  <c:v>0.87490000000000001</c:v>
                </c:pt>
                <c:pt idx="296">
                  <c:v>0.87490000000000001</c:v>
                </c:pt>
                <c:pt idx="297">
                  <c:v>0.87485999999999997</c:v>
                </c:pt>
                <c:pt idx="298">
                  <c:v>0.87485999999999997</c:v>
                </c:pt>
                <c:pt idx="299">
                  <c:v>0.87485999999999997</c:v>
                </c:pt>
                <c:pt idx="300">
                  <c:v>0.87475999999999998</c:v>
                </c:pt>
                <c:pt idx="301">
                  <c:v>0.87475999999999998</c:v>
                </c:pt>
                <c:pt idx="302">
                  <c:v>0.87475999999999998</c:v>
                </c:pt>
                <c:pt idx="303">
                  <c:v>0.87475999999999998</c:v>
                </c:pt>
                <c:pt idx="304">
                  <c:v>0.87475999999999998</c:v>
                </c:pt>
                <c:pt idx="305">
                  <c:v>0.87475999999999998</c:v>
                </c:pt>
                <c:pt idx="306">
                  <c:v>0.87475999999999998</c:v>
                </c:pt>
                <c:pt idx="307">
                  <c:v>0.87475999999999998</c:v>
                </c:pt>
                <c:pt idx="308">
                  <c:v>0.87475999999999998</c:v>
                </c:pt>
                <c:pt idx="309">
                  <c:v>0.87475999999999998</c:v>
                </c:pt>
                <c:pt idx="310">
                  <c:v>0.87475999999999998</c:v>
                </c:pt>
                <c:pt idx="311">
                  <c:v>0.87475999999999998</c:v>
                </c:pt>
                <c:pt idx="312">
                  <c:v>0.87475999999999998</c:v>
                </c:pt>
                <c:pt idx="313">
                  <c:v>0.87475999999999998</c:v>
                </c:pt>
                <c:pt idx="314">
                  <c:v>0.87475000000000003</c:v>
                </c:pt>
                <c:pt idx="315">
                  <c:v>0.87475000000000003</c:v>
                </c:pt>
                <c:pt idx="316">
                  <c:v>0.87475000000000003</c:v>
                </c:pt>
                <c:pt idx="317">
                  <c:v>0.87475000000000003</c:v>
                </c:pt>
                <c:pt idx="318">
                  <c:v>0.87475000000000003</c:v>
                </c:pt>
                <c:pt idx="319">
                  <c:v>0.87475000000000003</c:v>
                </c:pt>
                <c:pt idx="320">
                  <c:v>0.87475000000000003</c:v>
                </c:pt>
                <c:pt idx="321">
                  <c:v>0.87475000000000003</c:v>
                </c:pt>
                <c:pt idx="322">
                  <c:v>0.87475000000000003</c:v>
                </c:pt>
                <c:pt idx="323">
                  <c:v>0.87475000000000003</c:v>
                </c:pt>
                <c:pt idx="324">
                  <c:v>0.87475000000000003</c:v>
                </c:pt>
                <c:pt idx="325">
                  <c:v>0.87475000000000003</c:v>
                </c:pt>
                <c:pt idx="326">
                  <c:v>0.87475000000000003</c:v>
                </c:pt>
                <c:pt idx="327">
                  <c:v>0.87475000000000003</c:v>
                </c:pt>
                <c:pt idx="328">
                  <c:v>0.87470000000000003</c:v>
                </c:pt>
                <c:pt idx="329">
                  <c:v>0.87470000000000003</c:v>
                </c:pt>
                <c:pt idx="330">
                  <c:v>0.87470000000000003</c:v>
                </c:pt>
                <c:pt idx="331">
                  <c:v>0.87470000000000003</c:v>
                </c:pt>
                <c:pt idx="332">
                  <c:v>0.87470000000000003</c:v>
                </c:pt>
                <c:pt idx="333">
                  <c:v>0.87470000000000003</c:v>
                </c:pt>
                <c:pt idx="334">
                  <c:v>0.87470000000000003</c:v>
                </c:pt>
                <c:pt idx="335">
                  <c:v>0.87470000000000003</c:v>
                </c:pt>
                <c:pt idx="336">
                  <c:v>0.87470000000000003</c:v>
                </c:pt>
                <c:pt idx="337">
                  <c:v>0.87470000000000003</c:v>
                </c:pt>
                <c:pt idx="338">
                  <c:v>0.87470000000000003</c:v>
                </c:pt>
                <c:pt idx="339">
                  <c:v>0.87470000000000003</c:v>
                </c:pt>
                <c:pt idx="340">
                  <c:v>0.87470000000000003</c:v>
                </c:pt>
                <c:pt idx="341">
                  <c:v>0.87470000000000003</c:v>
                </c:pt>
                <c:pt idx="342">
                  <c:v>0.87470000000000003</c:v>
                </c:pt>
                <c:pt idx="343">
                  <c:v>0.87470000000000003</c:v>
                </c:pt>
                <c:pt idx="344">
                  <c:v>0.87470000000000003</c:v>
                </c:pt>
                <c:pt idx="345">
                  <c:v>0.87470000000000003</c:v>
                </c:pt>
                <c:pt idx="346">
                  <c:v>0.87470000000000003</c:v>
                </c:pt>
                <c:pt idx="347">
                  <c:v>0.87470000000000003</c:v>
                </c:pt>
                <c:pt idx="348">
                  <c:v>0.87470000000000003</c:v>
                </c:pt>
                <c:pt idx="349">
                  <c:v>0.87470000000000003</c:v>
                </c:pt>
                <c:pt idx="350">
                  <c:v>0.87470000000000003</c:v>
                </c:pt>
                <c:pt idx="351">
                  <c:v>0.87470000000000003</c:v>
                </c:pt>
                <c:pt idx="352">
                  <c:v>0.87470000000000003</c:v>
                </c:pt>
                <c:pt idx="353">
                  <c:v>0.87470000000000003</c:v>
                </c:pt>
                <c:pt idx="354">
                  <c:v>0.87470000000000003</c:v>
                </c:pt>
                <c:pt idx="355">
                  <c:v>0.87470000000000003</c:v>
                </c:pt>
                <c:pt idx="356">
                  <c:v>0.87470000000000003</c:v>
                </c:pt>
                <c:pt idx="357">
                  <c:v>0.87473000000000001</c:v>
                </c:pt>
                <c:pt idx="358">
                  <c:v>0.87473000000000001</c:v>
                </c:pt>
                <c:pt idx="359">
                  <c:v>0.87473000000000001</c:v>
                </c:pt>
                <c:pt idx="360">
                  <c:v>0.87473000000000001</c:v>
                </c:pt>
                <c:pt idx="361">
                  <c:v>0.87473000000000001</c:v>
                </c:pt>
                <c:pt idx="362">
                  <c:v>0.87473000000000001</c:v>
                </c:pt>
                <c:pt idx="363">
                  <c:v>0.87473000000000001</c:v>
                </c:pt>
                <c:pt idx="364">
                  <c:v>0.87473000000000001</c:v>
                </c:pt>
                <c:pt idx="365">
                  <c:v>0.87473000000000001</c:v>
                </c:pt>
                <c:pt idx="366">
                  <c:v>0.87473000000000001</c:v>
                </c:pt>
                <c:pt idx="367">
                  <c:v>0.87473000000000001</c:v>
                </c:pt>
                <c:pt idx="368">
                  <c:v>0.87473000000000001</c:v>
                </c:pt>
                <c:pt idx="369">
                  <c:v>0.87473000000000001</c:v>
                </c:pt>
                <c:pt idx="370">
                  <c:v>0.87473000000000001</c:v>
                </c:pt>
                <c:pt idx="371">
                  <c:v>0.87473000000000001</c:v>
                </c:pt>
                <c:pt idx="372">
                  <c:v>0.87473000000000001</c:v>
                </c:pt>
                <c:pt idx="373">
                  <c:v>0.87473000000000001</c:v>
                </c:pt>
                <c:pt idx="374">
                  <c:v>0.87473000000000001</c:v>
                </c:pt>
                <c:pt idx="375">
                  <c:v>0.87473000000000001</c:v>
                </c:pt>
                <c:pt idx="376">
                  <c:v>0.87473000000000001</c:v>
                </c:pt>
                <c:pt idx="377">
                  <c:v>0.87473000000000001</c:v>
                </c:pt>
                <c:pt idx="378">
                  <c:v>0.87473000000000001</c:v>
                </c:pt>
                <c:pt idx="379">
                  <c:v>0.87473000000000001</c:v>
                </c:pt>
                <c:pt idx="380">
                  <c:v>0.87473000000000001</c:v>
                </c:pt>
                <c:pt idx="381">
                  <c:v>0.87473000000000001</c:v>
                </c:pt>
                <c:pt idx="382">
                  <c:v>0.87473000000000001</c:v>
                </c:pt>
                <c:pt idx="383">
                  <c:v>0.87473000000000001</c:v>
                </c:pt>
                <c:pt idx="384">
                  <c:v>0.87473000000000001</c:v>
                </c:pt>
                <c:pt idx="385">
                  <c:v>0.87473000000000001</c:v>
                </c:pt>
                <c:pt idx="386">
                  <c:v>0.87473000000000001</c:v>
                </c:pt>
                <c:pt idx="387">
                  <c:v>0.87473000000000001</c:v>
                </c:pt>
                <c:pt idx="388">
                  <c:v>0.87473000000000001</c:v>
                </c:pt>
                <c:pt idx="389">
                  <c:v>0.87473000000000001</c:v>
                </c:pt>
                <c:pt idx="390">
                  <c:v>0.87473000000000001</c:v>
                </c:pt>
                <c:pt idx="391">
                  <c:v>0.87473000000000001</c:v>
                </c:pt>
                <c:pt idx="392">
                  <c:v>0.87473000000000001</c:v>
                </c:pt>
                <c:pt idx="393">
                  <c:v>0.87473000000000001</c:v>
                </c:pt>
                <c:pt idx="394">
                  <c:v>0.87473000000000001</c:v>
                </c:pt>
                <c:pt idx="395">
                  <c:v>0.87473000000000001</c:v>
                </c:pt>
                <c:pt idx="396">
                  <c:v>0.87473000000000001</c:v>
                </c:pt>
                <c:pt idx="397">
                  <c:v>0.87473000000000001</c:v>
                </c:pt>
                <c:pt idx="398">
                  <c:v>0.87473000000000001</c:v>
                </c:pt>
                <c:pt idx="399">
                  <c:v>0.87473000000000001</c:v>
                </c:pt>
                <c:pt idx="400">
                  <c:v>0.87473000000000001</c:v>
                </c:pt>
                <c:pt idx="401">
                  <c:v>0.87473000000000001</c:v>
                </c:pt>
                <c:pt idx="402">
                  <c:v>0.87473000000000001</c:v>
                </c:pt>
                <c:pt idx="403">
                  <c:v>0.87473000000000001</c:v>
                </c:pt>
                <c:pt idx="404">
                  <c:v>0.87473000000000001</c:v>
                </c:pt>
                <c:pt idx="405">
                  <c:v>0.87473000000000001</c:v>
                </c:pt>
                <c:pt idx="406">
                  <c:v>0.87473000000000001</c:v>
                </c:pt>
                <c:pt idx="407">
                  <c:v>0.87473000000000001</c:v>
                </c:pt>
                <c:pt idx="408">
                  <c:v>0.87473000000000001</c:v>
                </c:pt>
                <c:pt idx="409">
                  <c:v>0.87473000000000001</c:v>
                </c:pt>
                <c:pt idx="410">
                  <c:v>0.87473000000000001</c:v>
                </c:pt>
                <c:pt idx="411">
                  <c:v>0.87473000000000001</c:v>
                </c:pt>
                <c:pt idx="412">
                  <c:v>0.87473000000000001</c:v>
                </c:pt>
                <c:pt idx="413">
                  <c:v>0.87473000000000001</c:v>
                </c:pt>
                <c:pt idx="414">
                  <c:v>0.87473000000000001</c:v>
                </c:pt>
                <c:pt idx="415">
                  <c:v>0.87466999999999995</c:v>
                </c:pt>
                <c:pt idx="416">
                  <c:v>0.87466999999999995</c:v>
                </c:pt>
                <c:pt idx="417">
                  <c:v>0.87466999999999995</c:v>
                </c:pt>
                <c:pt idx="418">
                  <c:v>0.87466999999999995</c:v>
                </c:pt>
                <c:pt idx="419">
                  <c:v>0.87466999999999995</c:v>
                </c:pt>
                <c:pt idx="420">
                  <c:v>0.87466999999999995</c:v>
                </c:pt>
                <c:pt idx="421">
                  <c:v>0.87466999999999995</c:v>
                </c:pt>
                <c:pt idx="422">
                  <c:v>0.87466999999999995</c:v>
                </c:pt>
                <c:pt idx="423">
                  <c:v>0.87466999999999995</c:v>
                </c:pt>
                <c:pt idx="424">
                  <c:v>0.87466999999999995</c:v>
                </c:pt>
                <c:pt idx="425">
                  <c:v>0.87466999999999995</c:v>
                </c:pt>
                <c:pt idx="426">
                  <c:v>0.87466999999999995</c:v>
                </c:pt>
                <c:pt idx="427">
                  <c:v>0.87468000000000001</c:v>
                </c:pt>
                <c:pt idx="428">
                  <c:v>0.87468000000000001</c:v>
                </c:pt>
                <c:pt idx="429">
                  <c:v>0.87468000000000001</c:v>
                </c:pt>
                <c:pt idx="430">
                  <c:v>0.87468000000000001</c:v>
                </c:pt>
                <c:pt idx="431">
                  <c:v>0.87468000000000001</c:v>
                </c:pt>
                <c:pt idx="432">
                  <c:v>0.87468000000000001</c:v>
                </c:pt>
                <c:pt idx="433">
                  <c:v>0.87468000000000001</c:v>
                </c:pt>
                <c:pt idx="434">
                  <c:v>0.87468000000000001</c:v>
                </c:pt>
                <c:pt idx="435">
                  <c:v>0.87468000000000001</c:v>
                </c:pt>
                <c:pt idx="436">
                  <c:v>0.87468000000000001</c:v>
                </c:pt>
                <c:pt idx="437">
                  <c:v>0.87468000000000001</c:v>
                </c:pt>
                <c:pt idx="438">
                  <c:v>0.87468000000000001</c:v>
                </c:pt>
                <c:pt idx="439">
                  <c:v>0.87461999999999995</c:v>
                </c:pt>
                <c:pt idx="440">
                  <c:v>0.87461999999999995</c:v>
                </c:pt>
                <c:pt idx="441">
                  <c:v>0.87461999999999995</c:v>
                </c:pt>
                <c:pt idx="442">
                  <c:v>0.87461999999999995</c:v>
                </c:pt>
                <c:pt idx="443">
                  <c:v>0.87461999999999995</c:v>
                </c:pt>
                <c:pt idx="444">
                  <c:v>0.87461999999999995</c:v>
                </c:pt>
                <c:pt idx="445">
                  <c:v>0.87461999999999995</c:v>
                </c:pt>
                <c:pt idx="446">
                  <c:v>0.87461999999999995</c:v>
                </c:pt>
                <c:pt idx="447">
                  <c:v>0.87461999999999995</c:v>
                </c:pt>
                <c:pt idx="448">
                  <c:v>0.87461999999999995</c:v>
                </c:pt>
                <c:pt idx="449">
                  <c:v>0.87461999999999995</c:v>
                </c:pt>
                <c:pt idx="450">
                  <c:v>0.87461999999999995</c:v>
                </c:pt>
                <c:pt idx="451">
                  <c:v>0.87461999999999995</c:v>
                </c:pt>
                <c:pt idx="452">
                  <c:v>0.87461999999999995</c:v>
                </c:pt>
                <c:pt idx="453">
                  <c:v>0.87461999999999995</c:v>
                </c:pt>
                <c:pt idx="454">
                  <c:v>0.87473000000000001</c:v>
                </c:pt>
                <c:pt idx="455">
                  <c:v>0.87473000000000001</c:v>
                </c:pt>
                <c:pt idx="456">
                  <c:v>0.87485000000000002</c:v>
                </c:pt>
                <c:pt idx="457">
                  <c:v>0.87485000000000002</c:v>
                </c:pt>
                <c:pt idx="458">
                  <c:v>0.87485000000000002</c:v>
                </c:pt>
                <c:pt idx="459">
                  <c:v>0.87485000000000002</c:v>
                </c:pt>
                <c:pt idx="460">
                  <c:v>0.87485000000000002</c:v>
                </c:pt>
                <c:pt idx="461">
                  <c:v>0.87485000000000002</c:v>
                </c:pt>
                <c:pt idx="462">
                  <c:v>0.87485000000000002</c:v>
                </c:pt>
                <c:pt idx="463">
                  <c:v>0.87485000000000002</c:v>
                </c:pt>
                <c:pt idx="464">
                  <c:v>0.87485000000000002</c:v>
                </c:pt>
                <c:pt idx="465">
                  <c:v>0.87490000000000001</c:v>
                </c:pt>
                <c:pt idx="466">
                  <c:v>0.87490000000000001</c:v>
                </c:pt>
                <c:pt idx="467">
                  <c:v>0.87490000000000001</c:v>
                </c:pt>
                <c:pt idx="468">
                  <c:v>0.87490000000000001</c:v>
                </c:pt>
                <c:pt idx="469">
                  <c:v>0.87490000000000001</c:v>
                </c:pt>
                <c:pt idx="470">
                  <c:v>0.87490000000000001</c:v>
                </c:pt>
                <c:pt idx="471">
                  <c:v>0.87490000000000001</c:v>
                </c:pt>
                <c:pt idx="472">
                  <c:v>0.87490000000000001</c:v>
                </c:pt>
                <c:pt idx="473">
                  <c:v>0.87490000000000001</c:v>
                </c:pt>
                <c:pt idx="474">
                  <c:v>0.87490000000000001</c:v>
                </c:pt>
                <c:pt idx="475">
                  <c:v>0.87490000000000001</c:v>
                </c:pt>
                <c:pt idx="476">
                  <c:v>0.87490000000000001</c:v>
                </c:pt>
                <c:pt idx="477">
                  <c:v>0.87490000000000001</c:v>
                </c:pt>
                <c:pt idx="478">
                  <c:v>0.87490000000000001</c:v>
                </c:pt>
                <c:pt idx="479">
                  <c:v>0.87490000000000001</c:v>
                </c:pt>
                <c:pt idx="480">
                  <c:v>0.87490000000000001</c:v>
                </c:pt>
                <c:pt idx="481">
                  <c:v>0.87490000000000001</c:v>
                </c:pt>
                <c:pt idx="482">
                  <c:v>0.87490000000000001</c:v>
                </c:pt>
                <c:pt idx="483">
                  <c:v>0.87490000000000001</c:v>
                </c:pt>
                <c:pt idx="484">
                  <c:v>0.87490000000000001</c:v>
                </c:pt>
                <c:pt idx="485">
                  <c:v>0.87490000000000001</c:v>
                </c:pt>
                <c:pt idx="486">
                  <c:v>0.87490000000000001</c:v>
                </c:pt>
                <c:pt idx="487">
                  <c:v>0.87490000000000001</c:v>
                </c:pt>
                <c:pt idx="488">
                  <c:v>0.87490000000000001</c:v>
                </c:pt>
                <c:pt idx="489">
                  <c:v>0.87490000000000001</c:v>
                </c:pt>
                <c:pt idx="490">
                  <c:v>0.87490000000000001</c:v>
                </c:pt>
                <c:pt idx="491">
                  <c:v>0.87490000000000001</c:v>
                </c:pt>
                <c:pt idx="492">
                  <c:v>0.87490000000000001</c:v>
                </c:pt>
                <c:pt idx="493">
                  <c:v>0.87490000000000001</c:v>
                </c:pt>
                <c:pt idx="494">
                  <c:v>0.87490000000000001</c:v>
                </c:pt>
                <c:pt idx="495">
                  <c:v>0.87490000000000001</c:v>
                </c:pt>
                <c:pt idx="496">
                  <c:v>0.87490000000000001</c:v>
                </c:pt>
                <c:pt idx="497">
                  <c:v>0.87490000000000001</c:v>
                </c:pt>
                <c:pt idx="498">
                  <c:v>0.87490000000000001</c:v>
                </c:pt>
                <c:pt idx="499">
                  <c:v>0.87490000000000001</c:v>
                </c:pt>
                <c:pt idx="500">
                  <c:v>0.87490000000000001</c:v>
                </c:pt>
                <c:pt idx="501">
                  <c:v>0.87490000000000001</c:v>
                </c:pt>
                <c:pt idx="502">
                  <c:v>0.87490000000000001</c:v>
                </c:pt>
                <c:pt idx="503">
                  <c:v>0.87490000000000001</c:v>
                </c:pt>
                <c:pt idx="504">
                  <c:v>0.87490000000000001</c:v>
                </c:pt>
                <c:pt idx="505">
                  <c:v>0.87490000000000001</c:v>
                </c:pt>
                <c:pt idx="506">
                  <c:v>0.87490000000000001</c:v>
                </c:pt>
                <c:pt idx="507">
                  <c:v>0.87490000000000001</c:v>
                </c:pt>
                <c:pt idx="508">
                  <c:v>0.87490000000000001</c:v>
                </c:pt>
                <c:pt idx="509">
                  <c:v>0.87490000000000001</c:v>
                </c:pt>
                <c:pt idx="510">
                  <c:v>0.87490000000000001</c:v>
                </c:pt>
                <c:pt idx="511">
                  <c:v>0.87490000000000001</c:v>
                </c:pt>
                <c:pt idx="512">
                  <c:v>0.87490000000000001</c:v>
                </c:pt>
                <c:pt idx="513">
                  <c:v>0.87490000000000001</c:v>
                </c:pt>
                <c:pt idx="514">
                  <c:v>0.87490000000000001</c:v>
                </c:pt>
                <c:pt idx="515">
                  <c:v>0.87490000000000001</c:v>
                </c:pt>
                <c:pt idx="516">
                  <c:v>0.87490000000000001</c:v>
                </c:pt>
                <c:pt idx="517">
                  <c:v>0.87490000000000001</c:v>
                </c:pt>
                <c:pt idx="518">
                  <c:v>0.87490000000000001</c:v>
                </c:pt>
                <c:pt idx="519">
                  <c:v>0.87490000000000001</c:v>
                </c:pt>
                <c:pt idx="520">
                  <c:v>0.87490000000000001</c:v>
                </c:pt>
                <c:pt idx="521">
                  <c:v>0.87490000000000001</c:v>
                </c:pt>
                <c:pt idx="522">
                  <c:v>0.87490000000000001</c:v>
                </c:pt>
                <c:pt idx="523">
                  <c:v>0.87490000000000001</c:v>
                </c:pt>
                <c:pt idx="524">
                  <c:v>0.87490000000000001</c:v>
                </c:pt>
                <c:pt idx="525">
                  <c:v>0.87490000000000001</c:v>
                </c:pt>
                <c:pt idx="526">
                  <c:v>0.87490000000000001</c:v>
                </c:pt>
                <c:pt idx="527">
                  <c:v>0.87490000000000001</c:v>
                </c:pt>
                <c:pt idx="528">
                  <c:v>0.87490000000000001</c:v>
                </c:pt>
                <c:pt idx="529">
                  <c:v>0.87487999999999999</c:v>
                </c:pt>
                <c:pt idx="530">
                  <c:v>0.87488999999999995</c:v>
                </c:pt>
                <c:pt idx="531">
                  <c:v>0.87488999999999995</c:v>
                </c:pt>
                <c:pt idx="532">
                  <c:v>0.87488999999999995</c:v>
                </c:pt>
                <c:pt idx="533">
                  <c:v>0.87488999999999995</c:v>
                </c:pt>
                <c:pt idx="534">
                  <c:v>0.87488999999999995</c:v>
                </c:pt>
                <c:pt idx="535">
                  <c:v>0.87488999999999995</c:v>
                </c:pt>
                <c:pt idx="536">
                  <c:v>0.87488999999999995</c:v>
                </c:pt>
                <c:pt idx="537">
                  <c:v>0.87488999999999995</c:v>
                </c:pt>
                <c:pt idx="538">
                  <c:v>0.87488999999999995</c:v>
                </c:pt>
                <c:pt idx="539">
                  <c:v>0.87488999999999995</c:v>
                </c:pt>
                <c:pt idx="540">
                  <c:v>0.87488999999999995</c:v>
                </c:pt>
                <c:pt idx="541">
                  <c:v>0.87488999999999995</c:v>
                </c:pt>
                <c:pt idx="542">
                  <c:v>0.87488999999999995</c:v>
                </c:pt>
                <c:pt idx="543">
                  <c:v>0.87488999999999995</c:v>
                </c:pt>
                <c:pt idx="544">
                  <c:v>0.87488999999999995</c:v>
                </c:pt>
                <c:pt idx="545">
                  <c:v>0.87488999999999995</c:v>
                </c:pt>
                <c:pt idx="546">
                  <c:v>0.87488999999999995</c:v>
                </c:pt>
                <c:pt idx="547">
                  <c:v>0.87488999999999995</c:v>
                </c:pt>
                <c:pt idx="548">
                  <c:v>0.87488999999999995</c:v>
                </c:pt>
                <c:pt idx="549">
                  <c:v>0.87488999999999995</c:v>
                </c:pt>
                <c:pt idx="550">
                  <c:v>0.87488999999999995</c:v>
                </c:pt>
                <c:pt idx="551">
                  <c:v>0.87488999999999995</c:v>
                </c:pt>
                <c:pt idx="552">
                  <c:v>0.87488999999999995</c:v>
                </c:pt>
                <c:pt idx="553">
                  <c:v>0.87488999999999995</c:v>
                </c:pt>
                <c:pt idx="554">
                  <c:v>0.87488999999999995</c:v>
                </c:pt>
                <c:pt idx="555">
                  <c:v>0.87488999999999995</c:v>
                </c:pt>
                <c:pt idx="556">
                  <c:v>0.87488999999999995</c:v>
                </c:pt>
                <c:pt idx="557">
                  <c:v>0.87488999999999995</c:v>
                </c:pt>
                <c:pt idx="558">
                  <c:v>0.87488999999999995</c:v>
                </c:pt>
                <c:pt idx="559">
                  <c:v>0.87488999999999995</c:v>
                </c:pt>
                <c:pt idx="560">
                  <c:v>0.87488999999999995</c:v>
                </c:pt>
                <c:pt idx="561">
                  <c:v>0.87488999999999995</c:v>
                </c:pt>
                <c:pt idx="562">
                  <c:v>0.87488999999999995</c:v>
                </c:pt>
                <c:pt idx="563">
                  <c:v>0.87488999999999995</c:v>
                </c:pt>
                <c:pt idx="564">
                  <c:v>0.87488999999999995</c:v>
                </c:pt>
                <c:pt idx="565">
                  <c:v>0.87488999999999995</c:v>
                </c:pt>
                <c:pt idx="566">
                  <c:v>0.87488999999999995</c:v>
                </c:pt>
                <c:pt idx="567">
                  <c:v>0.87488999999999995</c:v>
                </c:pt>
                <c:pt idx="568">
                  <c:v>0.87488999999999995</c:v>
                </c:pt>
                <c:pt idx="569">
                  <c:v>0.87488999999999995</c:v>
                </c:pt>
                <c:pt idx="570">
                  <c:v>0.87488999999999995</c:v>
                </c:pt>
                <c:pt idx="571">
                  <c:v>0.87477000000000005</c:v>
                </c:pt>
                <c:pt idx="572">
                  <c:v>0.87477000000000005</c:v>
                </c:pt>
                <c:pt idx="573">
                  <c:v>0.87477000000000005</c:v>
                </c:pt>
                <c:pt idx="574">
                  <c:v>0.87477000000000005</c:v>
                </c:pt>
                <c:pt idx="575">
                  <c:v>0.87477000000000005</c:v>
                </c:pt>
                <c:pt idx="576">
                  <c:v>0.87477000000000005</c:v>
                </c:pt>
                <c:pt idx="577">
                  <c:v>0.87477000000000005</c:v>
                </c:pt>
                <c:pt idx="578">
                  <c:v>0.87477000000000005</c:v>
                </c:pt>
                <c:pt idx="579">
                  <c:v>0.87477000000000005</c:v>
                </c:pt>
                <c:pt idx="580">
                  <c:v>0.87477000000000005</c:v>
                </c:pt>
                <c:pt idx="581">
                  <c:v>0.87477000000000005</c:v>
                </c:pt>
                <c:pt idx="582">
                  <c:v>0.87477000000000005</c:v>
                </c:pt>
                <c:pt idx="583">
                  <c:v>0.87477000000000005</c:v>
                </c:pt>
                <c:pt idx="584">
                  <c:v>0.87477000000000005</c:v>
                </c:pt>
                <c:pt idx="585">
                  <c:v>0.87477000000000005</c:v>
                </c:pt>
                <c:pt idx="586">
                  <c:v>0.87477000000000005</c:v>
                </c:pt>
                <c:pt idx="587">
                  <c:v>0.87477000000000005</c:v>
                </c:pt>
                <c:pt idx="588">
                  <c:v>0.87477000000000005</c:v>
                </c:pt>
                <c:pt idx="589">
                  <c:v>0.87477000000000005</c:v>
                </c:pt>
                <c:pt idx="590">
                  <c:v>0.87477000000000005</c:v>
                </c:pt>
                <c:pt idx="591">
                  <c:v>0.87477000000000005</c:v>
                </c:pt>
                <c:pt idx="592">
                  <c:v>0.87477000000000005</c:v>
                </c:pt>
                <c:pt idx="593">
                  <c:v>0.87477000000000005</c:v>
                </c:pt>
                <c:pt idx="594">
                  <c:v>0.87477000000000005</c:v>
                </c:pt>
                <c:pt idx="595">
                  <c:v>0.87477000000000005</c:v>
                </c:pt>
                <c:pt idx="596">
                  <c:v>0.87477000000000005</c:v>
                </c:pt>
                <c:pt idx="597">
                  <c:v>0.87477000000000005</c:v>
                </c:pt>
                <c:pt idx="598">
                  <c:v>0.87463999999999997</c:v>
                </c:pt>
                <c:pt idx="599">
                  <c:v>0.87463999999999997</c:v>
                </c:pt>
                <c:pt idx="600">
                  <c:v>0.87463999999999997</c:v>
                </c:pt>
                <c:pt idx="601">
                  <c:v>0.87463999999999997</c:v>
                </c:pt>
                <c:pt idx="602">
                  <c:v>0.87463999999999997</c:v>
                </c:pt>
                <c:pt idx="603">
                  <c:v>0.87463999999999997</c:v>
                </c:pt>
                <c:pt idx="604">
                  <c:v>0.87463999999999997</c:v>
                </c:pt>
                <c:pt idx="605">
                  <c:v>0.87463999999999997</c:v>
                </c:pt>
                <c:pt idx="606">
                  <c:v>0.87463999999999997</c:v>
                </c:pt>
                <c:pt idx="607">
                  <c:v>0.87463999999999997</c:v>
                </c:pt>
                <c:pt idx="608">
                  <c:v>0.87463999999999997</c:v>
                </c:pt>
                <c:pt idx="609">
                  <c:v>0.87463999999999997</c:v>
                </c:pt>
                <c:pt idx="610">
                  <c:v>0.87463999999999997</c:v>
                </c:pt>
                <c:pt idx="611">
                  <c:v>0.87463999999999997</c:v>
                </c:pt>
                <c:pt idx="612">
                  <c:v>0.87463999999999997</c:v>
                </c:pt>
                <c:pt idx="613">
                  <c:v>0.87463999999999997</c:v>
                </c:pt>
                <c:pt idx="614">
                  <c:v>0.87463999999999997</c:v>
                </c:pt>
                <c:pt idx="615">
                  <c:v>0.87463999999999997</c:v>
                </c:pt>
                <c:pt idx="616">
                  <c:v>0.87463999999999997</c:v>
                </c:pt>
                <c:pt idx="617">
                  <c:v>0.87463999999999997</c:v>
                </c:pt>
                <c:pt idx="618">
                  <c:v>0.87463999999999997</c:v>
                </c:pt>
                <c:pt idx="619">
                  <c:v>0.87463999999999997</c:v>
                </c:pt>
                <c:pt idx="620">
                  <c:v>0.87463999999999997</c:v>
                </c:pt>
                <c:pt idx="621">
                  <c:v>0.87463999999999997</c:v>
                </c:pt>
                <c:pt idx="622">
                  <c:v>0.87463999999999997</c:v>
                </c:pt>
                <c:pt idx="623">
                  <c:v>0.87463999999999997</c:v>
                </c:pt>
                <c:pt idx="624">
                  <c:v>0.87463999999999997</c:v>
                </c:pt>
                <c:pt idx="625">
                  <c:v>0.87463999999999997</c:v>
                </c:pt>
                <c:pt idx="626">
                  <c:v>0.87463999999999997</c:v>
                </c:pt>
                <c:pt idx="627">
                  <c:v>0.87463999999999997</c:v>
                </c:pt>
                <c:pt idx="628">
                  <c:v>0.87463999999999997</c:v>
                </c:pt>
                <c:pt idx="629">
                  <c:v>0.87463999999999997</c:v>
                </c:pt>
                <c:pt idx="630">
                  <c:v>0.87463999999999997</c:v>
                </c:pt>
                <c:pt idx="631">
                  <c:v>0.87463999999999997</c:v>
                </c:pt>
                <c:pt idx="632">
                  <c:v>0.87463999999999997</c:v>
                </c:pt>
                <c:pt idx="633">
                  <c:v>0.87463999999999997</c:v>
                </c:pt>
                <c:pt idx="634">
                  <c:v>0.87463999999999997</c:v>
                </c:pt>
                <c:pt idx="635">
                  <c:v>0.87463999999999997</c:v>
                </c:pt>
                <c:pt idx="636">
                  <c:v>0.87463999999999997</c:v>
                </c:pt>
                <c:pt idx="637">
                  <c:v>0.87463999999999997</c:v>
                </c:pt>
                <c:pt idx="638">
                  <c:v>0.87465000000000004</c:v>
                </c:pt>
                <c:pt idx="639">
                  <c:v>0.87465000000000004</c:v>
                </c:pt>
                <c:pt idx="640">
                  <c:v>0.87465000000000004</c:v>
                </c:pt>
                <c:pt idx="641">
                  <c:v>0.87465000000000004</c:v>
                </c:pt>
                <c:pt idx="642">
                  <c:v>0.87465000000000004</c:v>
                </c:pt>
                <c:pt idx="643">
                  <c:v>0.87465000000000004</c:v>
                </c:pt>
                <c:pt idx="644">
                  <c:v>0.87465000000000004</c:v>
                </c:pt>
                <c:pt idx="645">
                  <c:v>0.87465000000000004</c:v>
                </c:pt>
                <c:pt idx="646">
                  <c:v>0.87465000000000004</c:v>
                </c:pt>
                <c:pt idx="647">
                  <c:v>0.87458000000000002</c:v>
                </c:pt>
                <c:pt idx="648">
                  <c:v>0.87458000000000002</c:v>
                </c:pt>
                <c:pt idx="649">
                  <c:v>0.87458000000000002</c:v>
                </c:pt>
                <c:pt idx="650">
                  <c:v>0.87458000000000002</c:v>
                </c:pt>
                <c:pt idx="651">
                  <c:v>0.87458000000000002</c:v>
                </c:pt>
                <c:pt idx="652">
                  <c:v>0.87458000000000002</c:v>
                </c:pt>
                <c:pt idx="653">
                  <c:v>0.87458000000000002</c:v>
                </c:pt>
                <c:pt idx="654">
                  <c:v>0.87458000000000002</c:v>
                </c:pt>
                <c:pt idx="655">
                  <c:v>0.87458000000000002</c:v>
                </c:pt>
                <c:pt idx="656">
                  <c:v>0.87458000000000002</c:v>
                </c:pt>
                <c:pt idx="657">
                  <c:v>0.87458000000000002</c:v>
                </c:pt>
                <c:pt idx="658">
                  <c:v>0.87458000000000002</c:v>
                </c:pt>
                <c:pt idx="659">
                  <c:v>0.87458000000000002</c:v>
                </c:pt>
                <c:pt idx="660">
                  <c:v>0.87458000000000002</c:v>
                </c:pt>
                <c:pt idx="661">
                  <c:v>0.87458000000000002</c:v>
                </c:pt>
                <c:pt idx="662">
                  <c:v>0.87458000000000002</c:v>
                </c:pt>
                <c:pt idx="663">
                  <c:v>0.87458000000000002</c:v>
                </c:pt>
                <c:pt idx="664">
                  <c:v>0.87458000000000002</c:v>
                </c:pt>
                <c:pt idx="665">
                  <c:v>0.87458000000000002</c:v>
                </c:pt>
                <c:pt idx="666">
                  <c:v>0.87458000000000002</c:v>
                </c:pt>
                <c:pt idx="667">
                  <c:v>0.87458000000000002</c:v>
                </c:pt>
                <c:pt idx="668">
                  <c:v>0.87458000000000002</c:v>
                </c:pt>
                <c:pt idx="669">
                  <c:v>0.87458000000000002</c:v>
                </c:pt>
                <c:pt idx="670">
                  <c:v>0.87458000000000002</c:v>
                </c:pt>
                <c:pt idx="671">
                  <c:v>0.87458000000000002</c:v>
                </c:pt>
                <c:pt idx="672">
                  <c:v>0.87458000000000002</c:v>
                </c:pt>
                <c:pt idx="673">
                  <c:v>0.87458000000000002</c:v>
                </c:pt>
                <c:pt idx="674">
                  <c:v>0.87458000000000002</c:v>
                </c:pt>
                <c:pt idx="675">
                  <c:v>0.87458000000000002</c:v>
                </c:pt>
                <c:pt idx="676">
                  <c:v>0.87458000000000002</c:v>
                </c:pt>
                <c:pt idx="677">
                  <c:v>0.87458000000000002</c:v>
                </c:pt>
                <c:pt idx="678">
                  <c:v>0.87458000000000002</c:v>
                </c:pt>
                <c:pt idx="679">
                  <c:v>0.87458000000000002</c:v>
                </c:pt>
                <c:pt idx="680">
                  <c:v>0.87458000000000002</c:v>
                </c:pt>
                <c:pt idx="681">
                  <c:v>0.87458000000000002</c:v>
                </c:pt>
                <c:pt idx="682">
                  <c:v>0.87458000000000002</c:v>
                </c:pt>
                <c:pt idx="683">
                  <c:v>0.87458000000000002</c:v>
                </c:pt>
                <c:pt idx="684">
                  <c:v>0.87458000000000002</c:v>
                </c:pt>
                <c:pt idx="685">
                  <c:v>0.87458000000000002</c:v>
                </c:pt>
                <c:pt idx="686">
                  <c:v>0.87458000000000002</c:v>
                </c:pt>
                <c:pt idx="687">
                  <c:v>0.87458000000000002</c:v>
                </c:pt>
                <c:pt idx="688">
                  <c:v>0.87458000000000002</c:v>
                </c:pt>
                <c:pt idx="689">
                  <c:v>0.87458000000000002</c:v>
                </c:pt>
                <c:pt idx="690">
                  <c:v>0.87458000000000002</c:v>
                </c:pt>
                <c:pt idx="691">
                  <c:v>0.87458000000000002</c:v>
                </c:pt>
                <c:pt idx="692">
                  <c:v>0.87458000000000002</c:v>
                </c:pt>
                <c:pt idx="693">
                  <c:v>0.87458000000000002</c:v>
                </c:pt>
                <c:pt idx="694">
                  <c:v>0.87458000000000002</c:v>
                </c:pt>
                <c:pt idx="695">
                  <c:v>0.87458000000000002</c:v>
                </c:pt>
                <c:pt idx="696">
                  <c:v>0.87458000000000002</c:v>
                </c:pt>
                <c:pt idx="697">
                  <c:v>0.87458000000000002</c:v>
                </c:pt>
                <c:pt idx="698">
                  <c:v>0.87458000000000002</c:v>
                </c:pt>
                <c:pt idx="699">
                  <c:v>0.87458000000000002</c:v>
                </c:pt>
                <c:pt idx="700">
                  <c:v>0.87458000000000002</c:v>
                </c:pt>
                <c:pt idx="701">
                  <c:v>0.87458000000000002</c:v>
                </c:pt>
                <c:pt idx="702">
                  <c:v>0.87458000000000002</c:v>
                </c:pt>
                <c:pt idx="703">
                  <c:v>0.87458000000000002</c:v>
                </c:pt>
                <c:pt idx="704">
                  <c:v>0.87458000000000002</c:v>
                </c:pt>
                <c:pt idx="705">
                  <c:v>0.87458000000000002</c:v>
                </c:pt>
                <c:pt idx="706">
                  <c:v>0.87458000000000002</c:v>
                </c:pt>
                <c:pt idx="707">
                  <c:v>0.87458000000000002</c:v>
                </c:pt>
                <c:pt idx="708">
                  <c:v>0.87458000000000002</c:v>
                </c:pt>
                <c:pt idx="709">
                  <c:v>0.87458000000000002</c:v>
                </c:pt>
                <c:pt idx="710">
                  <c:v>0.87458000000000002</c:v>
                </c:pt>
                <c:pt idx="711">
                  <c:v>0.87458000000000002</c:v>
                </c:pt>
                <c:pt idx="712">
                  <c:v>0.87458000000000002</c:v>
                </c:pt>
                <c:pt idx="713">
                  <c:v>0.87458000000000002</c:v>
                </c:pt>
                <c:pt idx="714">
                  <c:v>0.87458000000000002</c:v>
                </c:pt>
                <c:pt idx="715">
                  <c:v>0.87458000000000002</c:v>
                </c:pt>
                <c:pt idx="716">
                  <c:v>0.87458000000000002</c:v>
                </c:pt>
                <c:pt idx="717">
                  <c:v>0.87458000000000002</c:v>
                </c:pt>
                <c:pt idx="718">
                  <c:v>0.87458000000000002</c:v>
                </c:pt>
                <c:pt idx="719">
                  <c:v>0.87458000000000002</c:v>
                </c:pt>
                <c:pt idx="720">
                  <c:v>0.87458000000000002</c:v>
                </c:pt>
                <c:pt idx="721">
                  <c:v>0.87458000000000002</c:v>
                </c:pt>
                <c:pt idx="722">
                  <c:v>0.87458000000000002</c:v>
                </c:pt>
                <c:pt idx="723">
                  <c:v>0.87458000000000002</c:v>
                </c:pt>
                <c:pt idx="724">
                  <c:v>0.87458000000000002</c:v>
                </c:pt>
                <c:pt idx="725">
                  <c:v>0.87458000000000002</c:v>
                </c:pt>
                <c:pt idx="726">
                  <c:v>0.87458000000000002</c:v>
                </c:pt>
                <c:pt idx="727">
                  <c:v>0.87458000000000002</c:v>
                </c:pt>
                <c:pt idx="728">
                  <c:v>0.87458000000000002</c:v>
                </c:pt>
                <c:pt idx="729">
                  <c:v>0.87458000000000002</c:v>
                </c:pt>
                <c:pt idx="730">
                  <c:v>0.87458000000000002</c:v>
                </c:pt>
                <c:pt idx="731">
                  <c:v>0.87458000000000002</c:v>
                </c:pt>
                <c:pt idx="732">
                  <c:v>0.87458000000000002</c:v>
                </c:pt>
                <c:pt idx="733">
                  <c:v>0.87458000000000002</c:v>
                </c:pt>
                <c:pt idx="734">
                  <c:v>0.87458000000000002</c:v>
                </c:pt>
                <c:pt idx="735">
                  <c:v>0.87458000000000002</c:v>
                </c:pt>
                <c:pt idx="736">
                  <c:v>0.87458000000000002</c:v>
                </c:pt>
                <c:pt idx="737">
                  <c:v>0.87458000000000002</c:v>
                </c:pt>
                <c:pt idx="738">
                  <c:v>0.87458000000000002</c:v>
                </c:pt>
                <c:pt idx="739">
                  <c:v>0.87458000000000002</c:v>
                </c:pt>
                <c:pt idx="740">
                  <c:v>0.87458000000000002</c:v>
                </c:pt>
                <c:pt idx="741">
                  <c:v>0.87458000000000002</c:v>
                </c:pt>
                <c:pt idx="742">
                  <c:v>0.87458000000000002</c:v>
                </c:pt>
                <c:pt idx="743">
                  <c:v>0.87458000000000002</c:v>
                </c:pt>
                <c:pt idx="744">
                  <c:v>0.87458000000000002</c:v>
                </c:pt>
                <c:pt idx="745">
                  <c:v>0.87458000000000002</c:v>
                </c:pt>
                <c:pt idx="746">
                  <c:v>0.87458000000000002</c:v>
                </c:pt>
                <c:pt idx="747">
                  <c:v>0.87458000000000002</c:v>
                </c:pt>
                <c:pt idx="748">
                  <c:v>0.87458000000000002</c:v>
                </c:pt>
                <c:pt idx="749">
                  <c:v>0.87458000000000002</c:v>
                </c:pt>
                <c:pt idx="750">
                  <c:v>0.87458000000000002</c:v>
                </c:pt>
                <c:pt idx="751">
                  <c:v>0.87458000000000002</c:v>
                </c:pt>
                <c:pt idx="752">
                  <c:v>0.87458000000000002</c:v>
                </c:pt>
                <c:pt idx="753">
                  <c:v>0.87458000000000002</c:v>
                </c:pt>
                <c:pt idx="754">
                  <c:v>0.87458000000000002</c:v>
                </c:pt>
                <c:pt idx="755">
                  <c:v>0.87458000000000002</c:v>
                </c:pt>
                <c:pt idx="756">
                  <c:v>0.87456</c:v>
                </c:pt>
                <c:pt idx="757">
                  <c:v>0.87456</c:v>
                </c:pt>
                <c:pt idx="758">
                  <c:v>0.87456</c:v>
                </c:pt>
                <c:pt idx="759">
                  <c:v>0.87456</c:v>
                </c:pt>
                <c:pt idx="760">
                  <c:v>0.87456</c:v>
                </c:pt>
                <c:pt idx="761">
                  <c:v>0.87456</c:v>
                </c:pt>
                <c:pt idx="762">
                  <c:v>0.87453000000000003</c:v>
                </c:pt>
                <c:pt idx="763">
                  <c:v>0.87453000000000003</c:v>
                </c:pt>
                <c:pt idx="764">
                  <c:v>0.87453000000000003</c:v>
                </c:pt>
                <c:pt idx="765">
                  <c:v>0.87453000000000003</c:v>
                </c:pt>
                <c:pt idx="766">
                  <c:v>0.87453000000000003</c:v>
                </c:pt>
                <c:pt idx="767">
                  <c:v>0.87453000000000003</c:v>
                </c:pt>
                <c:pt idx="768">
                  <c:v>0.87453000000000003</c:v>
                </c:pt>
                <c:pt idx="769">
                  <c:v>0.87453000000000003</c:v>
                </c:pt>
                <c:pt idx="770">
                  <c:v>0.87453000000000003</c:v>
                </c:pt>
                <c:pt idx="771">
                  <c:v>0.87453000000000003</c:v>
                </c:pt>
                <c:pt idx="772">
                  <c:v>0.87453000000000003</c:v>
                </c:pt>
                <c:pt idx="773">
                  <c:v>0.87453000000000003</c:v>
                </c:pt>
                <c:pt idx="774">
                  <c:v>0.87453000000000003</c:v>
                </c:pt>
                <c:pt idx="775">
                  <c:v>0.87453000000000003</c:v>
                </c:pt>
                <c:pt idx="776">
                  <c:v>0.87453000000000003</c:v>
                </c:pt>
                <c:pt idx="777">
                  <c:v>0.87453000000000003</c:v>
                </c:pt>
                <c:pt idx="778">
                  <c:v>0.87453000000000003</c:v>
                </c:pt>
                <c:pt idx="779">
                  <c:v>0.87453000000000003</c:v>
                </c:pt>
                <c:pt idx="780">
                  <c:v>0.87453000000000003</c:v>
                </c:pt>
                <c:pt idx="781">
                  <c:v>0.87453000000000003</c:v>
                </c:pt>
                <c:pt idx="782">
                  <c:v>0.87453000000000003</c:v>
                </c:pt>
                <c:pt idx="783">
                  <c:v>0.87453000000000003</c:v>
                </c:pt>
                <c:pt idx="784">
                  <c:v>0.87453000000000003</c:v>
                </c:pt>
                <c:pt idx="785">
                  <c:v>0.87453000000000003</c:v>
                </c:pt>
                <c:pt idx="786">
                  <c:v>0.87453000000000003</c:v>
                </c:pt>
                <c:pt idx="787">
                  <c:v>0.87453000000000003</c:v>
                </c:pt>
                <c:pt idx="788">
                  <c:v>0.87453000000000003</c:v>
                </c:pt>
                <c:pt idx="789">
                  <c:v>0.87453000000000003</c:v>
                </c:pt>
                <c:pt idx="790">
                  <c:v>0.87453999999999998</c:v>
                </c:pt>
                <c:pt idx="791">
                  <c:v>0.87453999999999998</c:v>
                </c:pt>
                <c:pt idx="792">
                  <c:v>0.87453999999999998</c:v>
                </c:pt>
                <c:pt idx="793">
                  <c:v>0.87453999999999998</c:v>
                </c:pt>
                <c:pt idx="794">
                  <c:v>0.87453999999999998</c:v>
                </c:pt>
                <c:pt idx="795">
                  <c:v>0.87441000000000002</c:v>
                </c:pt>
                <c:pt idx="796">
                  <c:v>0.87441000000000002</c:v>
                </c:pt>
                <c:pt idx="797">
                  <c:v>0.87441000000000002</c:v>
                </c:pt>
                <c:pt idx="798">
                  <c:v>0.87441000000000002</c:v>
                </c:pt>
                <c:pt idx="799">
                  <c:v>0.87441000000000002</c:v>
                </c:pt>
                <c:pt idx="800">
                  <c:v>0.87441000000000002</c:v>
                </c:pt>
                <c:pt idx="801">
                  <c:v>0.87441000000000002</c:v>
                </c:pt>
                <c:pt idx="802">
                  <c:v>0.87441000000000002</c:v>
                </c:pt>
                <c:pt idx="803">
                  <c:v>0.87441000000000002</c:v>
                </c:pt>
                <c:pt idx="804">
                  <c:v>0.87441000000000002</c:v>
                </c:pt>
                <c:pt idx="805">
                  <c:v>0.87441000000000002</c:v>
                </c:pt>
                <c:pt idx="806">
                  <c:v>0.87441000000000002</c:v>
                </c:pt>
                <c:pt idx="807">
                  <c:v>0.87441000000000002</c:v>
                </c:pt>
                <c:pt idx="808">
                  <c:v>0.87441000000000002</c:v>
                </c:pt>
                <c:pt idx="809">
                  <c:v>0.87441000000000002</c:v>
                </c:pt>
                <c:pt idx="810">
                  <c:v>0.87441000000000002</c:v>
                </c:pt>
                <c:pt idx="811">
                  <c:v>0.87441000000000002</c:v>
                </c:pt>
                <c:pt idx="812">
                  <c:v>0.87441000000000002</c:v>
                </c:pt>
                <c:pt idx="813">
                  <c:v>0.87441000000000002</c:v>
                </c:pt>
                <c:pt idx="814">
                  <c:v>0.87441000000000002</c:v>
                </c:pt>
                <c:pt idx="815">
                  <c:v>0.87441000000000002</c:v>
                </c:pt>
                <c:pt idx="816">
                  <c:v>0.87441000000000002</c:v>
                </c:pt>
                <c:pt idx="817">
                  <c:v>0.87441000000000002</c:v>
                </c:pt>
                <c:pt idx="818">
                  <c:v>0.87441000000000002</c:v>
                </c:pt>
                <c:pt idx="819">
                  <c:v>0.87441000000000002</c:v>
                </c:pt>
                <c:pt idx="820">
                  <c:v>0.87441000000000002</c:v>
                </c:pt>
                <c:pt idx="821">
                  <c:v>0.87441000000000002</c:v>
                </c:pt>
                <c:pt idx="822">
                  <c:v>0.87441000000000002</c:v>
                </c:pt>
                <c:pt idx="823">
                  <c:v>0.87441000000000002</c:v>
                </c:pt>
                <c:pt idx="824">
                  <c:v>0.87441000000000002</c:v>
                </c:pt>
                <c:pt idx="825">
                  <c:v>0.87441000000000002</c:v>
                </c:pt>
                <c:pt idx="826">
                  <c:v>0.87441000000000002</c:v>
                </c:pt>
                <c:pt idx="827">
                  <c:v>0.87441000000000002</c:v>
                </c:pt>
                <c:pt idx="828">
                  <c:v>0.87441000000000002</c:v>
                </c:pt>
                <c:pt idx="829">
                  <c:v>0.87441000000000002</c:v>
                </c:pt>
                <c:pt idx="830">
                  <c:v>0.87441000000000002</c:v>
                </c:pt>
                <c:pt idx="831">
                  <c:v>0.87441000000000002</c:v>
                </c:pt>
                <c:pt idx="832">
                  <c:v>0.87441000000000002</c:v>
                </c:pt>
                <c:pt idx="833">
                  <c:v>0.87441000000000002</c:v>
                </c:pt>
                <c:pt idx="834">
                  <c:v>0.87441000000000002</c:v>
                </c:pt>
                <c:pt idx="835">
                  <c:v>0.87441000000000002</c:v>
                </c:pt>
                <c:pt idx="836">
                  <c:v>0.87441000000000002</c:v>
                </c:pt>
                <c:pt idx="837">
                  <c:v>0.87441000000000002</c:v>
                </c:pt>
                <c:pt idx="838">
                  <c:v>0.87441000000000002</c:v>
                </c:pt>
                <c:pt idx="839">
                  <c:v>0.87441000000000002</c:v>
                </c:pt>
                <c:pt idx="840">
                  <c:v>0.87441000000000002</c:v>
                </c:pt>
                <c:pt idx="841">
                  <c:v>0.87441000000000002</c:v>
                </c:pt>
                <c:pt idx="842">
                  <c:v>0.87441000000000002</c:v>
                </c:pt>
                <c:pt idx="843">
                  <c:v>0.87441000000000002</c:v>
                </c:pt>
                <c:pt idx="844">
                  <c:v>0.87441000000000002</c:v>
                </c:pt>
                <c:pt idx="845">
                  <c:v>0.87441000000000002</c:v>
                </c:pt>
                <c:pt idx="846">
                  <c:v>0.87441000000000002</c:v>
                </c:pt>
                <c:pt idx="847">
                  <c:v>0.87441000000000002</c:v>
                </c:pt>
                <c:pt idx="848">
                  <c:v>0.87441000000000002</c:v>
                </c:pt>
                <c:pt idx="849">
                  <c:v>0.87441000000000002</c:v>
                </c:pt>
                <c:pt idx="850">
                  <c:v>0.87441000000000002</c:v>
                </c:pt>
                <c:pt idx="851">
                  <c:v>0.87441000000000002</c:v>
                </c:pt>
                <c:pt idx="852">
                  <c:v>0.87441000000000002</c:v>
                </c:pt>
                <c:pt idx="853">
                  <c:v>0.87441000000000002</c:v>
                </c:pt>
                <c:pt idx="854">
                  <c:v>0.87441000000000002</c:v>
                </c:pt>
                <c:pt idx="855">
                  <c:v>0.87441000000000002</c:v>
                </c:pt>
                <c:pt idx="856">
                  <c:v>0.87441000000000002</c:v>
                </c:pt>
                <c:pt idx="857">
                  <c:v>0.87441000000000002</c:v>
                </c:pt>
                <c:pt idx="858">
                  <c:v>0.87441000000000002</c:v>
                </c:pt>
                <c:pt idx="859">
                  <c:v>0.87441000000000002</c:v>
                </c:pt>
                <c:pt idx="860">
                  <c:v>0.87441000000000002</c:v>
                </c:pt>
                <c:pt idx="861">
                  <c:v>0.87441000000000002</c:v>
                </c:pt>
                <c:pt idx="862">
                  <c:v>0.87441000000000002</c:v>
                </c:pt>
                <c:pt idx="863">
                  <c:v>0.87441000000000002</c:v>
                </c:pt>
                <c:pt idx="864">
                  <c:v>0.87441000000000002</c:v>
                </c:pt>
                <c:pt idx="865">
                  <c:v>0.87441000000000002</c:v>
                </c:pt>
                <c:pt idx="866">
                  <c:v>0.87441000000000002</c:v>
                </c:pt>
                <c:pt idx="867">
                  <c:v>0.87441000000000002</c:v>
                </c:pt>
                <c:pt idx="868">
                  <c:v>0.87441000000000002</c:v>
                </c:pt>
                <c:pt idx="869">
                  <c:v>0.87441000000000002</c:v>
                </c:pt>
                <c:pt idx="870">
                  <c:v>0.87441000000000002</c:v>
                </c:pt>
                <c:pt idx="871">
                  <c:v>0.87441000000000002</c:v>
                </c:pt>
                <c:pt idx="872">
                  <c:v>0.87441000000000002</c:v>
                </c:pt>
                <c:pt idx="873">
                  <c:v>0.87441000000000002</c:v>
                </c:pt>
                <c:pt idx="874">
                  <c:v>0.87441000000000002</c:v>
                </c:pt>
                <c:pt idx="875">
                  <c:v>0.87441000000000002</c:v>
                </c:pt>
                <c:pt idx="876">
                  <c:v>0.87441000000000002</c:v>
                </c:pt>
                <c:pt idx="877">
                  <c:v>0.87441000000000002</c:v>
                </c:pt>
                <c:pt idx="878">
                  <c:v>0.87441000000000002</c:v>
                </c:pt>
                <c:pt idx="879">
                  <c:v>0.87441000000000002</c:v>
                </c:pt>
                <c:pt idx="880">
                  <c:v>0.87441000000000002</c:v>
                </c:pt>
                <c:pt idx="881">
                  <c:v>0.87441000000000002</c:v>
                </c:pt>
                <c:pt idx="882">
                  <c:v>0.87441000000000002</c:v>
                </c:pt>
                <c:pt idx="883">
                  <c:v>0.87441000000000002</c:v>
                </c:pt>
                <c:pt idx="884">
                  <c:v>0.87441000000000002</c:v>
                </c:pt>
                <c:pt idx="885">
                  <c:v>0.87441000000000002</c:v>
                </c:pt>
                <c:pt idx="886">
                  <c:v>0.87441000000000002</c:v>
                </c:pt>
                <c:pt idx="887">
                  <c:v>0.87441000000000002</c:v>
                </c:pt>
                <c:pt idx="888">
                  <c:v>0.87441000000000002</c:v>
                </c:pt>
                <c:pt idx="889">
                  <c:v>0.87441000000000002</c:v>
                </c:pt>
                <c:pt idx="890">
                  <c:v>0.87441000000000002</c:v>
                </c:pt>
                <c:pt idx="891">
                  <c:v>0.87441000000000002</c:v>
                </c:pt>
                <c:pt idx="892">
                  <c:v>0.87441000000000002</c:v>
                </c:pt>
                <c:pt idx="893">
                  <c:v>0.87441000000000002</c:v>
                </c:pt>
                <c:pt idx="894">
                  <c:v>0.87441000000000002</c:v>
                </c:pt>
                <c:pt idx="895">
                  <c:v>0.87441000000000002</c:v>
                </c:pt>
                <c:pt idx="896">
                  <c:v>0.87441000000000002</c:v>
                </c:pt>
                <c:pt idx="897">
                  <c:v>0.87441000000000002</c:v>
                </c:pt>
                <c:pt idx="898">
                  <c:v>0.87441000000000002</c:v>
                </c:pt>
                <c:pt idx="899">
                  <c:v>0.87441000000000002</c:v>
                </c:pt>
                <c:pt idx="900">
                  <c:v>0.87441000000000002</c:v>
                </c:pt>
                <c:pt idx="901">
                  <c:v>0.87441000000000002</c:v>
                </c:pt>
                <c:pt idx="902">
                  <c:v>0.87441000000000002</c:v>
                </c:pt>
                <c:pt idx="903">
                  <c:v>0.87441000000000002</c:v>
                </c:pt>
                <c:pt idx="904">
                  <c:v>0.87441000000000002</c:v>
                </c:pt>
                <c:pt idx="905">
                  <c:v>0.87441000000000002</c:v>
                </c:pt>
                <c:pt idx="906">
                  <c:v>0.87441000000000002</c:v>
                </c:pt>
                <c:pt idx="907">
                  <c:v>0.87441000000000002</c:v>
                </c:pt>
                <c:pt idx="908">
                  <c:v>0.87441000000000002</c:v>
                </c:pt>
                <c:pt idx="909">
                  <c:v>0.87441000000000002</c:v>
                </c:pt>
                <c:pt idx="910">
                  <c:v>0.87441000000000002</c:v>
                </c:pt>
                <c:pt idx="911">
                  <c:v>0.87441000000000002</c:v>
                </c:pt>
                <c:pt idx="912">
                  <c:v>0.87441000000000002</c:v>
                </c:pt>
                <c:pt idx="913">
                  <c:v>0.87441000000000002</c:v>
                </c:pt>
                <c:pt idx="914">
                  <c:v>0.87441000000000002</c:v>
                </c:pt>
                <c:pt idx="915">
                  <c:v>0.87441000000000002</c:v>
                </c:pt>
                <c:pt idx="916">
                  <c:v>0.87441000000000002</c:v>
                </c:pt>
                <c:pt idx="917">
                  <c:v>0.87441000000000002</c:v>
                </c:pt>
                <c:pt idx="918">
                  <c:v>0.87441000000000002</c:v>
                </c:pt>
                <c:pt idx="919">
                  <c:v>0.87441000000000002</c:v>
                </c:pt>
                <c:pt idx="920">
                  <c:v>0.87441000000000002</c:v>
                </c:pt>
                <c:pt idx="921">
                  <c:v>0.87441000000000002</c:v>
                </c:pt>
                <c:pt idx="922">
                  <c:v>0.87441000000000002</c:v>
                </c:pt>
                <c:pt idx="923">
                  <c:v>0.87441000000000002</c:v>
                </c:pt>
                <c:pt idx="924">
                  <c:v>0.87441000000000002</c:v>
                </c:pt>
                <c:pt idx="925">
                  <c:v>0.87441000000000002</c:v>
                </c:pt>
                <c:pt idx="926">
                  <c:v>0.87441000000000002</c:v>
                </c:pt>
                <c:pt idx="927">
                  <c:v>0.87441000000000002</c:v>
                </c:pt>
                <c:pt idx="928">
                  <c:v>0.87441000000000002</c:v>
                </c:pt>
                <c:pt idx="929">
                  <c:v>0.87441000000000002</c:v>
                </c:pt>
                <c:pt idx="930">
                  <c:v>0.87441000000000002</c:v>
                </c:pt>
                <c:pt idx="931">
                  <c:v>0.87441000000000002</c:v>
                </c:pt>
                <c:pt idx="932">
                  <c:v>0.87441000000000002</c:v>
                </c:pt>
                <c:pt idx="933">
                  <c:v>0.87441000000000002</c:v>
                </c:pt>
                <c:pt idx="934">
                  <c:v>0.87441000000000002</c:v>
                </c:pt>
                <c:pt idx="935">
                  <c:v>0.87441000000000002</c:v>
                </c:pt>
                <c:pt idx="936">
                  <c:v>0.87441000000000002</c:v>
                </c:pt>
                <c:pt idx="937">
                  <c:v>0.87441000000000002</c:v>
                </c:pt>
                <c:pt idx="938">
                  <c:v>0.87441000000000002</c:v>
                </c:pt>
                <c:pt idx="939">
                  <c:v>0.87441000000000002</c:v>
                </c:pt>
                <c:pt idx="940">
                  <c:v>0.87441000000000002</c:v>
                </c:pt>
                <c:pt idx="941">
                  <c:v>0.87441000000000002</c:v>
                </c:pt>
                <c:pt idx="942">
                  <c:v>0.87441000000000002</c:v>
                </c:pt>
                <c:pt idx="943">
                  <c:v>0.87441000000000002</c:v>
                </c:pt>
                <c:pt idx="944">
                  <c:v>0.87441000000000002</c:v>
                </c:pt>
                <c:pt idx="945">
                  <c:v>0.87441000000000002</c:v>
                </c:pt>
                <c:pt idx="946">
                  <c:v>0.87441000000000002</c:v>
                </c:pt>
                <c:pt idx="947">
                  <c:v>0.87441000000000002</c:v>
                </c:pt>
                <c:pt idx="948">
                  <c:v>0.87441000000000002</c:v>
                </c:pt>
                <c:pt idx="949">
                  <c:v>0.87441000000000002</c:v>
                </c:pt>
                <c:pt idx="950">
                  <c:v>0.87441000000000002</c:v>
                </c:pt>
                <c:pt idx="951">
                  <c:v>0.87441000000000002</c:v>
                </c:pt>
                <c:pt idx="952">
                  <c:v>0.87441000000000002</c:v>
                </c:pt>
                <c:pt idx="953">
                  <c:v>0.87441000000000002</c:v>
                </c:pt>
                <c:pt idx="954">
                  <c:v>0.87441000000000002</c:v>
                </c:pt>
                <c:pt idx="955">
                  <c:v>0.87441000000000002</c:v>
                </c:pt>
                <c:pt idx="956">
                  <c:v>0.87441000000000002</c:v>
                </c:pt>
                <c:pt idx="957">
                  <c:v>0.87441000000000002</c:v>
                </c:pt>
                <c:pt idx="958">
                  <c:v>0.87441000000000002</c:v>
                </c:pt>
                <c:pt idx="959">
                  <c:v>0.87441000000000002</c:v>
                </c:pt>
                <c:pt idx="960">
                  <c:v>0.87441000000000002</c:v>
                </c:pt>
                <c:pt idx="961">
                  <c:v>0.87441000000000002</c:v>
                </c:pt>
                <c:pt idx="962">
                  <c:v>0.87441000000000002</c:v>
                </c:pt>
                <c:pt idx="963">
                  <c:v>0.87441000000000002</c:v>
                </c:pt>
                <c:pt idx="964">
                  <c:v>0.87441000000000002</c:v>
                </c:pt>
                <c:pt idx="965">
                  <c:v>0.87441000000000002</c:v>
                </c:pt>
                <c:pt idx="966">
                  <c:v>0.87441000000000002</c:v>
                </c:pt>
                <c:pt idx="967">
                  <c:v>0.87441000000000002</c:v>
                </c:pt>
                <c:pt idx="968">
                  <c:v>0.87441000000000002</c:v>
                </c:pt>
                <c:pt idx="969">
                  <c:v>0.87441000000000002</c:v>
                </c:pt>
                <c:pt idx="970">
                  <c:v>0.87441000000000002</c:v>
                </c:pt>
                <c:pt idx="971">
                  <c:v>0.87441000000000002</c:v>
                </c:pt>
                <c:pt idx="972">
                  <c:v>0.87441000000000002</c:v>
                </c:pt>
                <c:pt idx="973">
                  <c:v>0.87441000000000002</c:v>
                </c:pt>
                <c:pt idx="974">
                  <c:v>0.87441000000000002</c:v>
                </c:pt>
                <c:pt idx="975">
                  <c:v>0.87441000000000002</c:v>
                </c:pt>
                <c:pt idx="976">
                  <c:v>0.87441000000000002</c:v>
                </c:pt>
                <c:pt idx="977">
                  <c:v>0.87441000000000002</c:v>
                </c:pt>
                <c:pt idx="978">
                  <c:v>0.87441000000000002</c:v>
                </c:pt>
                <c:pt idx="979">
                  <c:v>0.87441000000000002</c:v>
                </c:pt>
                <c:pt idx="980">
                  <c:v>0.87441000000000002</c:v>
                </c:pt>
                <c:pt idx="981">
                  <c:v>0.87441000000000002</c:v>
                </c:pt>
                <c:pt idx="982">
                  <c:v>0.87441000000000002</c:v>
                </c:pt>
                <c:pt idx="983">
                  <c:v>0.87441000000000002</c:v>
                </c:pt>
                <c:pt idx="984">
                  <c:v>0.87441000000000002</c:v>
                </c:pt>
                <c:pt idx="985">
                  <c:v>0.87441000000000002</c:v>
                </c:pt>
                <c:pt idx="986">
                  <c:v>0.87441000000000002</c:v>
                </c:pt>
                <c:pt idx="987">
                  <c:v>0.87441000000000002</c:v>
                </c:pt>
                <c:pt idx="988">
                  <c:v>0.87441000000000002</c:v>
                </c:pt>
                <c:pt idx="989">
                  <c:v>0.87441000000000002</c:v>
                </c:pt>
                <c:pt idx="990">
                  <c:v>0.87441000000000002</c:v>
                </c:pt>
                <c:pt idx="991">
                  <c:v>0.87441000000000002</c:v>
                </c:pt>
                <c:pt idx="992">
                  <c:v>0.87441000000000002</c:v>
                </c:pt>
                <c:pt idx="993">
                  <c:v>0.87441000000000002</c:v>
                </c:pt>
                <c:pt idx="994">
                  <c:v>0.87441000000000002</c:v>
                </c:pt>
                <c:pt idx="995">
                  <c:v>0.87441000000000002</c:v>
                </c:pt>
                <c:pt idx="996">
                  <c:v>0.87441000000000002</c:v>
                </c:pt>
                <c:pt idx="997">
                  <c:v>0.87441000000000002</c:v>
                </c:pt>
                <c:pt idx="998">
                  <c:v>0.87441000000000002</c:v>
                </c:pt>
                <c:pt idx="999">
                  <c:v>0.87441000000000002</c:v>
                </c:pt>
                <c:pt idx="1000">
                  <c:v>0.87441000000000002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86D4-4CEA-9027-3C31532C7A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54596623"/>
        <c:axId val="554597039"/>
      </c:scatterChart>
      <c:valAx>
        <c:axId val="554596623"/>
        <c:scaling>
          <c:orientation val="minMax"/>
          <c:max val="3.2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/>
                    </a:solidFill>
                  </a:rPr>
                  <a:t>Number of Generation</a:t>
                </a:r>
                <a:endParaRPr lang="ja-JP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&quot;10&quot;\^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54597039"/>
        <c:crosses val="autoZero"/>
        <c:crossBetween val="midCat"/>
        <c:majorUnit val="1"/>
      </c:valAx>
      <c:valAx>
        <c:axId val="5545970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>
                    <a:solidFill>
                      <a:schemeClr val="tx1"/>
                    </a:solidFill>
                  </a:rPr>
                  <a:t>Accuracy</a:t>
                </a:r>
                <a:endParaRPr lang="ja-JP">
                  <a:solidFill>
                    <a:schemeClr val="tx1"/>
                  </a:solidFill>
                </a:endParaRP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ja-JP"/>
          </a:p>
        </c:txPr>
        <c:crossAx val="554596623"/>
        <c:crosses val="autoZero"/>
        <c:crossBetween val="midCat"/>
        <c:majorUnit val="5.000000000000001E-3"/>
      </c:valAx>
    </c:plotArea>
    <c:legend>
      <c:legendPos val="b"/>
      <c:layout>
        <c:manualLayout>
          <c:xMode val="edge"/>
          <c:yMode val="edge"/>
          <c:x val="0.66491594268925591"/>
          <c:y val="0.54056655880557092"/>
          <c:w val="0.27766783079445839"/>
          <c:h val="0.21122734847386437"/>
        </c:manualLayout>
      </c:layout>
      <c:overlay val="1"/>
      <c:spPr>
        <a:solidFill>
          <a:schemeClr val="bg1"/>
        </a:solidFill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ja-JP"/>
        </a:p>
      </c:txPr>
    </c:legend>
    <c:plotVisOnly val="1"/>
    <c:dispBlanksAs val="gap"/>
    <c:showDLblsOverMax val="0"/>
  </c:chart>
  <c:txPr>
    <a:bodyPr/>
    <a:lstStyle/>
    <a:p>
      <a:pPr>
        <a:defRPr sz="2800"/>
      </a:pPr>
      <a:endParaRPr lang="ja-JP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0B5556-BCC9-4B19-BEF2-1B111DE5EE18}" type="datetimeFigureOut">
              <a:rPr kumimoji="1" lang="ja-JP" altLang="en-US" smtClean="0"/>
              <a:t>2019/8/7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8953AC-7D74-400F-BB06-95EAE7026D6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5700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8953AC-7D74-400F-BB06-95EAE7026D67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4495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213457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9123886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1606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論文情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28600" y="198120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タイトル</a:t>
            </a:r>
          </a:p>
          <a:p>
            <a:pPr lvl="1"/>
            <a:endParaRPr lang="ja-JP" altLang="en-US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132397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28600" y="442978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</a:t>
            </a:r>
          </a:p>
          <a:p>
            <a:pPr lvl="1"/>
            <a:endParaRPr lang="ja-JP" altLang="en-US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377255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6F2B1938-31FF-4F5D-91C3-C8C393A7F7A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 userDrawn="1"/>
        </p:nvSpPr>
        <p:spPr>
          <a:xfrm>
            <a:off x="76200" y="186779"/>
            <a:ext cx="304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</p:spTree>
    <p:extLst>
      <p:ext uri="{BB962C8B-B14F-4D97-AF65-F5344CB8AC3E}">
        <p14:creationId xmlns:p14="http://schemas.microsoft.com/office/powerpoint/2010/main" val="17806014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8493335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2022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52027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77692265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9471371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0131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49590208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97477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04775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377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論文情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28600" y="198120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タイトル</a:t>
            </a:r>
          </a:p>
          <a:p>
            <a:pPr lvl="1"/>
            <a:endParaRPr lang="ja-JP" altLang="en-US" dirty="0" smtClean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132397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5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28600" y="4429780"/>
            <a:ext cx="8686800" cy="1476375"/>
          </a:xfrm>
        </p:spPr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800"/>
            </a:lvl2pPr>
            <a:lvl3pPr marL="685800" indent="0" algn="l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</a:t>
            </a:r>
          </a:p>
          <a:p>
            <a:pPr lvl="1"/>
            <a:endParaRPr lang="ja-JP" altLang="en-US" dirty="0" smtClean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228600" y="3772555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6F2B1938-31FF-4F5D-91C3-C8C393A7F7A0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76200" y="186779"/>
            <a:ext cx="3048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</p:spTree>
    <p:extLst>
      <p:ext uri="{BB962C8B-B14F-4D97-AF65-F5344CB8AC3E}">
        <p14:creationId xmlns:p14="http://schemas.microsoft.com/office/powerpoint/2010/main" val="3030680046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7511752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1395700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46448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83143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84062326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55322999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629118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5760820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9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75393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032633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71408411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727399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3745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7322306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54601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49555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896381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55795783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28985078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02739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104448105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マスター テキストの書式設定</a:t>
            </a:r>
          </a:p>
          <a:p>
            <a:pPr lvl="1"/>
            <a:r>
              <a:rPr lang="ja-JP" altLang="en-US" dirty="0" smtClean="0"/>
              <a:t>第 </a:t>
            </a:r>
            <a:r>
              <a:rPr lang="en-US" altLang="ja-JP" dirty="0" smtClean="0"/>
              <a:t>2 </a:t>
            </a:r>
            <a:r>
              <a:rPr lang="ja-JP" altLang="en-US" dirty="0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68"/>
            <a:ext cx="9067800" cy="573087"/>
          </a:xfrm>
        </p:spPr>
        <p:txBody>
          <a:bodyPr/>
          <a:lstStyle>
            <a:lvl1pPr marL="0" indent="0">
              <a:buNone/>
              <a:defRPr sz="3600" b="1">
                <a:solidFill>
                  <a:schemeClr val="accent4"/>
                </a:solidFill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4186320915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050">
                <a:latin typeface="Arial" charset="0"/>
              </a:defRPr>
            </a:lvl1pPr>
          </a:lstStyle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47008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721022278"/>
      </p:ext>
    </p:extLst>
  </p:cSld>
  <p:clrMapOvr>
    <a:masterClrMapping/>
  </p:clrMapOvr>
  <p:hf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93378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23354795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43070"/>
            <a:ext cx="9067800" cy="573087"/>
          </a:xfrm>
        </p:spPr>
        <p:txBody>
          <a:bodyPr anchor="ctr"/>
          <a:lstStyle>
            <a:lvl1pPr marL="0" indent="0">
              <a:buNone/>
              <a:defRPr sz="3600" b="1">
                <a:solidFill>
                  <a:schemeClr val="accent4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383958119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398870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8476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</p:spTree>
    <p:extLst>
      <p:ext uri="{BB962C8B-B14F-4D97-AF65-F5344CB8AC3E}">
        <p14:creationId xmlns:p14="http://schemas.microsoft.com/office/powerpoint/2010/main" val="2796687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5" Type="http://schemas.openxmlformats.org/officeDocument/2006/relationships/slideLayout" Target="../slideLayouts/slideLayout34.xml"/><Relationship Id="rId4" Type="http://schemas.openxmlformats.org/officeDocument/2006/relationships/slideLayout" Target="../slideLayouts/slideLayout33.xml"/><Relationship Id="rId9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9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12322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1" r:id="rId3"/>
    <p:sldLayoutId id="2147483679" r:id="rId4"/>
    <p:sldLayoutId id="2147483675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662358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7304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41617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00111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700483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96396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867782"/>
            <a:ext cx="7772400" cy="1470025"/>
          </a:xfrm>
        </p:spPr>
        <p:txBody>
          <a:bodyPr/>
          <a:lstStyle/>
          <a:p>
            <a:pPr algn="ctr"/>
            <a:r>
              <a:rPr kumimoji="1" lang="en-US" altLang="ja-JP" dirty="0" smtClean="0"/>
              <a:t>GA</a:t>
            </a:r>
            <a:r>
              <a:rPr kumimoji="1" lang="ja-JP" altLang="en-US" dirty="0" smtClean="0"/>
              <a:t>を用いたランダムフォレストにおける</a:t>
            </a:r>
            <a:r>
              <a:rPr lang="ja-JP" altLang="en-US" dirty="0" smtClean="0"/>
              <a:t>弱識別器の選択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4948136"/>
            <a:ext cx="6400800" cy="1371600"/>
          </a:xfrm>
        </p:spPr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538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これまでの実験概要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 smtClean="0"/>
              <a:t>GA</a:t>
            </a:r>
            <a:r>
              <a:rPr lang="ja-JP" altLang="en-US" dirty="0" smtClean="0"/>
              <a:t>を用いて，</a:t>
            </a:r>
            <a:r>
              <a:rPr lang="ja-JP" altLang="en-US" dirty="0"/>
              <a:t>ランダムフォレストの弱識別器を抽出し</a:t>
            </a:r>
            <a:r>
              <a:rPr lang="ja-JP" altLang="en-US" dirty="0" smtClean="0"/>
              <a:t>，</a:t>
            </a:r>
            <a:r>
              <a:rPr lang="ja-JP" altLang="en-US" dirty="0"/>
              <a:t>優</a:t>
            </a:r>
            <a:r>
              <a:rPr lang="ja-JP" altLang="en-US" dirty="0" smtClean="0"/>
              <a:t>れたアンサンブル</a:t>
            </a:r>
            <a:r>
              <a:rPr lang="ja-JP" altLang="en-US" dirty="0"/>
              <a:t>識別器を獲得する．</a:t>
            </a:r>
            <a:endParaRPr lang="en-US" altLang="ja-JP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/>
              <a:t>個体評価には，</a:t>
            </a:r>
            <a:r>
              <a:rPr kumimoji="1" lang="en-US" altLang="ja-JP" dirty="0" smtClean="0"/>
              <a:t>OOB</a:t>
            </a:r>
            <a:r>
              <a:rPr kumimoji="1" lang="ja-JP" altLang="en-US" dirty="0" smtClean="0"/>
              <a:t>データ・検証用データを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用いて探索を行う．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dirty="0" smtClean="0"/>
              <a:t>検証用データの識別精度と，テストデータの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識別精度の間に相関がみられなかった．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172703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調査した内容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弱識別器を学習する際のデータ数の変更</a:t>
            </a:r>
            <a:endParaRPr lang="en-US" altLang="ja-JP" dirty="0"/>
          </a:p>
          <a:p>
            <a:r>
              <a:rPr lang="ja-JP" altLang="en-US" dirty="0" smtClean="0"/>
              <a:t>＝ </a:t>
            </a:r>
            <a:r>
              <a:rPr lang="en-US" altLang="ja-JP" dirty="0" smtClean="0"/>
              <a:t>OOB</a:t>
            </a:r>
            <a:r>
              <a:rPr lang="ja-JP" altLang="en-US" dirty="0"/>
              <a:t>データの割合の</a:t>
            </a:r>
            <a:r>
              <a:rPr lang="ja-JP" altLang="en-US" dirty="0" smtClean="0"/>
              <a:t>変更</a:t>
            </a:r>
            <a:endParaRPr lang="en-US" altLang="ja-JP" dirty="0" smtClean="0"/>
          </a:p>
          <a:p>
            <a:endParaRPr lang="en-US" altLang="ja-JP" dirty="0"/>
          </a:p>
          <a:p>
            <a:r>
              <a:rPr lang="ja-JP" altLang="en-US" dirty="0"/>
              <a:t>任意</a:t>
            </a:r>
            <a:r>
              <a:rPr lang="ja-JP" altLang="en-US" dirty="0" smtClean="0"/>
              <a:t>の抽出</a:t>
            </a:r>
            <a:r>
              <a:rPr lang="ja-JP" altLang="en-US" dirty="0"/>
              <a:t>回数</a:t>
            </a:r>
            <a:r>
              <a:rPr lang="ja-JP" altLang="en-US" dirty="0" smtClean="0"/>
              <a:t>における</a:t>
            </a:r>
            <a:r>
              <a:rPr lang="en-US" altLang="ja-JP" dirty="0" smtClean="0"/>
              <a:t>OOB</a:t>
            </a:r>
            <a:r>
              <a:rPr lang="ja-JP" altLang="en-US" dirty="0" smtClean="0"/>
              <a:t>データの数の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期待値，および任意の</a:t>
            </a:r>
            <a:r>
              <a:rPr lang="en-US" altLang="ja-JP" dirty="0" smtClean="0"/>
              <a:t>OOB</a:t>
            </a:r>
            <a:r>
              <a:rPr lang="ja-JP" altLang="en-US" dirty="0" smtClean="0"/>
              <a:t>データの数の期待値となる抽出回数は計算可能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22362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実験パラメータ設定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kumimoji="1" lang="ja-JP" altLang="en-US" dirty="0" smtClean="0"/>
              <a:t>決定木の本数 ： </a:t>
            </a:r>
            <a:r>
              <a:rPr lang="en-US" altLang="ja-JP" dirty="0" smtClean="0"/>
              <a:t>50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ja-JP" altLang="en-US" dirty="0" smtClean="0"/>
              <a:t>個体群サイズ ： </a:t>
            </a:r>
            <a:r>
              <a:rPr lang="en-US" altLang="ja-JP" dirty="0" smtClean="0"/>
              <a:t>50</a:t>
            </a:r>
            <a:br>
              <a:rPr lang="en-US" altLang="ja-JP" dirty="0" smtClean="0"/>
            </a:br>
            <a:r>
              <a:rPr lang="ja-JP" altLang="en-US" dirty="0" smtClean="0"/>
              <a:t>子個体数 ： </a:t>
            </a:r>
            <a:r>
              <a:rPr lang="en-US" altLang="ja-JP" dirty="0" smtClean="0"/>
              <a:t>50</a:t>
            </a:r>
            <a:br>
              <a:rPr lang="en-US" altLang="ja-JP" dirty="0" smtClean="0"/>
            </a:br>
            <a:r>
              <a:rPr kumimoji="1" lang="ja-JP" altLang="en-US" dirty="0" smtClean="0"/>
              <a:t>世代数 ： </a:t>
            </a:r>
            <a:r>
              <a:rPr kumimoji="1" lang="en-US" altLang="ja-JP" dirty="0" smtClean="0"/>
              <a:t>1000</a:t>
            </a:r>
          </a:p>
          <a:p>
            <a:pPr algn="l"/>
            <a:r>
              <a:rPr lang="ja-JP" altLang="en-US" dirty="0" smtClean="0"/>
              <a:t>交叉方法 ： 一様交叉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kumimoji="1" lang="ja-JP" altLang="en-US" dirty="0" smtClean="0"/>
              <a:t>突然変異確率 ： </a:t>
            </a:r>
            <a:r>
              <a:rPr lang="en-US" altLang="ja-JP" dirty="0" smtClean="0"/>
              <a:t>2 </a:t>
            </a:r>
            <a:r>
              <a:rPr kumimoji="1" lang="en-US" altLang="ja-JP" dirty="0" smtClean="0"/>
              <a:t>/</a:t>
            </a:r>
            <a:r>
              <a:rPr lang="ja-JP" altLang="en-US" dirty="0" smtClean="0"/>
              <a:t> 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決定木の本数</a:t>
            </a:r>
            <a:r>
              <a:rPr kumimoji="1" lang="en-US" altLang="ja-JP" dirty="0" smtClean="0"/>
              <a:t>)</a:t>
            </a:r>
          </a:p>
          <a:p>
            <a:pPr algn="l"/>
            <a:r>
              <a:rPr lang="ja-JP" altLang="en-US" dirty="0" smtClean="0"/>
              <a:t>検証用データの割合 </a:t>
            </a:r>
            <a:r>
              <a:rPr lang="ja-JP" altLang="en-US" dirty="0" smtClean="0"/>
              <a:t>： </a:t>
            </a:r>
            <a:r>
              <a:rPr lang="ja-JP" altLang="en-US" dirty="0" smtClean="0"/>
              <a:t>全データの</a:t>
            </a:r>
            <a:r>
              <a:rPr lang="en-US" altLang="ja-JP" dirty="0" smtClean="0"/>
              <a:t>10</a:t>
            </a:r>
            <a:r>
              <a:rPr lang="ja-JP" altLang="en-US" dirty="0" smtClean="0"/>
              <a:t>％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　　　　　　　　　　　　　　 </a:t>
            </a:r>
            <a:r>
              <a:rPr lang="en-US" altLang="ja-JP" sz="2800" dirty="0" smtClean="0"/>
              <a:t>(</a:t>
            </a:r>
            <a:r>
              <a:rPr lang="ja-JP" altLang="en-US" sz="2800" dirty="0" smtClean="0"/>
              <a:t>学習用データ</a:t>
            </a:r>
            <a:r>
              <a:rPr lang="ja-JP" altLang="en-US" sz="2800" dirty="0" smtClean="0"/>
              <a:t>の１</a:t>
            </a:r>
            <a:r>
              <a:rPr lang="en-US" altLang="ja-JP" sz="2800" dirty="0" smtClean="0"/>
              <a:t>/9</a:t>
            </a:r>
            <a:r>
              <a:rPr lang="en-US" altLang="ja-JP" sz="2800" dirty="0" smtClean="0"/>
              <a:t>)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95994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実験パラメータ設定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ja-JP" altLang="en-US" dirty="0" smtClean="0"/>
              <a:t>使用するデータセット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955926"/>
              </p:ext>
            </p:extLst>
          </p:nvPr>
        </p:nvGraphicFramePr>
        <p:xfrm>
          <a:off x="1455179" y="2148840"/>
          <a:ext cx="6233642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64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73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9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データセット名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パターン数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クラス数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Penbased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10992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Magic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19020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Shuttle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57999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059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11" name="コンテンツ プレースホルダー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 smtClean="0"/>
              <a:t>Penbase</a:t>
            </a:r>
            <a:r>
              <a:rPr lang="en-US" altLang="ja-JP" dirty="0" err="1"/>
              <a:t>d</a:t>
            </a:r>
            <a:r>
              <a:rPr kumimoji="1" lang="en-US" altLang="ja-JP" dirty="0" smtClean="0"/>
              <a:t> </a:t>
            </a:r>
            <a:r>
              <a:rPr lang="ja-JP" altLang="en-US" dirty="0"/>
              <a:t>最良</a:t>
            </a:r>
            <a:r>
              <a:rPr kumimoji="1" lang="ja-JP" altLang="en-US" dirty="0" smtClean="0"/>
              <a:t>個体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正答率の推移</a:t>
            </a:r>
            <a:endParaRPr kumimoji="1" lang="ja-JP" altLang="en-US" dirty="0"/>
          </a:p>
        </p:txBody>
      </p:sp>
      <p:graphicFrame>
        <p:nvGraphicFramePr>
          <p:cNvPr id="10" name="グラフ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09302098"/>
              </p:ext>
            </p:extLst>
          </p:nvPr>
        </p:nvGraphicFramePr>
        <p:xfrm>
          <a:off x="483766" y="2139366"/>
          <a:ext cx="8252668" cy="4669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85995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11" name="コンテンツ プレースホルダー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 smtClean="0"/>
              <a:t>Penbase</a:t>
            </a:r>
            <a:r>
              <a:rPr lang="en-US" altLang="ja-JP" dirty="0" err="1"/>
              <a:t>d</a:t>
            </a:r>
            <a:r>
              <a:rPr kumimoji="1" lang="en-US" altLang="ja-JP" dirty="0" smtClean="0"/>
              <a:t> </a:t>
            </a:r>
            <a:r>
              <a:rPr kumimoji="1" lang="ja-JP" altLang="en-US" dirty="0" smtClean="0"/>
              <a:t>個体</a:t>
            </a:r>
            <a:r>
              <a:rPr lang="ja-JP" altLang="en-US" dirty="0" smtClean="0"/>
              <a:t>群の平均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正答率の推移</a:t>
            </a:r>
            <a:endParaRPr kumimoji="1" lang="ja-JP" altLang="en-US" dirty="0"/>
          </a:p>
        </p:txBody>
      </p:sp>
      <p:graphicFrame>
        <p:nvGraphicFramePr>
          <p:cNvPr id="12" name="グラフ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1694623"/>
              </p:ext>
            </p:extLst>
          </p:nvPr>
        </p:nvGraphicFramePr>
        <p:xfrm>
          <a:off x="483766" y="2139366"/>
          <a:ext cx="8252668" cy="4669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20123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11" name="コンテンツ プレースホルダー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Magic </a:t>
            </a:r>
            <a:r>
              <a:rPr lang="ja-JP" altLang="en-US" dirty="0"/>
              <a:t>最良</a:t>
            </a:r>
            <a:r>
              <a:rPr kumimoji="1" lang="ja-JP" altLang="en-US" dirty="0" smtClean="0"/>
              <a:t>個体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正答率の推移</a:t>
            </a:r>
            <a:endParaRPr kumimoji="1" lang="ja-JP" altLang="en-US" dirty="0"/>
          </a:p>
        </p:txBody>
      </p:sp>
      <p:graphicFrame>
        <p:nvGraphicFramePr>
          <p:cNvPr id="10" name="グラフ 9"/>
          <p:cNvGraphicFramePr>
            <a:graphicFrameLocks/>
          </p:cNvGraphicFramePr>
          <p:nvPr/>
        </p:nvGraphicFramePr>
        <p:xfrm>
          <a:off x="483766" y="2139366"/>
          <a:ext cx="8252668" cy="4669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88455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11" name="コンテンツ プレースホルダー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Magic </a:t>
            </a:r>
            <a:r>
              <a:rPr kumimoji="1" lang="ja-JP" altLang="en-US" dirty="0" smtClean="0"/>
              <a:t>個体</a:t>
            </a:r>
            <a:r>
              <a:rPr lang="ja-JP" altLang="en-US" dirty="0" smtClean="0"/>
              <a:t>群の平均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正答率の推移</a:t>
            </a:r>
            <a:endParaRPr kumimoji="1" lang="ja-JP" altLang="en-US" dirty="0"/>
          </a:p>
        </p:txBody>
      </p:sp>
      <p:graphicFrame>
        <p:nvGraphicFramePr>
          <p:cNvPr id="12" name="グラフ 11"/>
          <p:cNvGraphicFramePr>
            <a:graphicFrameLocks/>
          </p:cNvGraphicFramePr>
          <p:nvPr/>
        </p:nvGraphicFramePr>
        <p:xfrm>
          <a:off x="483766" y="2139366"/>
          <a:ext cx="8252668" cy="46692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05526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355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4D38140-AADE-46F7-98CF-5E4690A718E3}" vid="{874C1EA0-1478-47AB-BF22-3AD5DBD3FCFB}"/>
    </a:ext>
  </a:extLst>
</a:theme>
</file>

<file path=ppt/theme/theme2.xml><?xml version="1.0" encoding="utf-8"?>
<a:theme xmlns:a="http://schemas.openxmlformats.org/drawingml/2006/main" name="1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3.xml><?xml version="1.0" encoding="utf-8"?>
<a:theme xmlns:a="http://schemas.openxmlformats.org/drawingml/2006/main" name="2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B0B4D299-C3BD-44F5-9666-E361C8B677F1}" vid="{958EF22C-0703-4AA8-A4F5-39EE8C6B158B}"/>
    </a:ext>
  </a:extLst>
</a:theme>
</file>

<file path=ppt/theme/theme4.xml><?xml version="1.0" encoding="utf-8"?>
<a:theme xmlns:a="http://schemas.openxmlformats.org/drawingml/2006/main" name="3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5.xml><?xml version="1.0" encoding="utf-8"?>
<a:theme xmlns:a="http://schemas.openxmlformats.org/drawingml/2006/main" name="4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71DA6786-D04F-4626-8640-2782D192BD3F}" vid="{799E43D2-078F-4DF6-9039-D9BFBB5A2AD5}"/>
    </a:ext>
  </a:extLst>
</a:theme>
</file>

<file path=ppt/theme/theme6.xml><?xml version="1.0" encoding="utf-8"?>
<a:theme xmlns:a="http://schemas.openxmlformats.org/drawingml/2006/main" name="5_Theme_Lab">
  <a:themeElements>
    <a:clrScheme name="ユーザー定義 2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16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C405CB98-E9EC-480B-BAC0-9B6A0B9BE441}" vid="{80D153D3-64A8-4419-B988-8E4507248DD7}"/>
    </a:ext>
  </a:extLst>
</a:theme>
</file>

<file path=ppt/theme/theme7.xml><?xml version="1.0" encoding="utf-8"?>
<a:theme xmlns:a="http://schemas.openxmlformats.org/drawingml/2006/main" name="6_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4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9487F93B-4106-4629-85FC-8E1BB021CAD6}" vid="{65E8ECE0-E354-435F-95E2-6CB9CEF06008}"/>
    </a:ext>
  </a:extLst>
</a:theme>
</file>

<file path=ppt/theme/theme8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994</TotalTime>
  <Words>163</Words>
  <Application>Microsoft Office PowerPoint</Application>
  <PresentationFormat>画面に合わせる (4:3)</PresentationFormat>
  <Paragraphs>58</Paragraphs>
  <Slides>10</Slides>
  <Notes>1</Notes>
  <HiddenSlides>2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7</vt:i4>
      </vt:variant>
      <vt:variant>
        <vt:lpstr>スライド タイトル</vt:lpstr>
      </vt:variant>
      <vt:variant>
        <vt:i4>10</vt:i4>
      </vt:variant>
    </vt:vector>
  </HeadingPairs>
  <TitlesOfParts>
    <vt:vector size="22" baseType="lpstr">
      <vt:lpstr>ＭＳ P ゴシック</vt:lpstr>
      <vt:lpstr>ＭＳ Ｐゴシック</vt:lpstr>
      <vt:lpstr>Arial</vt:lpstr>
      <vt:lpstr>Calibri</vt:lpstr>
      <vt:lpstr>Times New Roman</vt:lpstr>
      <vt:lpstr>Theme_lab</vt:lpstr>
      <vt:lpstr>1_Theme_Lab</vt:lpstr>
      <vt:lpstr>2_Theme_Lab</vt:lpstr>
      <vt:lpstr>3_Theme_Lab</vt:lpstr>
      <vt:lpstr>4_Theme_Lab</vt:lpstr>
      <vt:lpstr>5_Theme_Lab</vt:lpstr>
      <vt:lpstr>6_Theme_Lab</vt:lpstr>
      <vt:lpstr>GAを用いたランダムフォレストにおける弱識別器の選択</vt:lpstr>
      <vt:lpstr>これまでの実験概要</vt:lpstr>
      <vt:lpstr>調査した内容</vt:lpstr>
      <vt:lpstr>実験パラメータ設定</vt:lpstr>
      <vt:lpstr>実験パラメータ設定</vt:lpstr>
      <vt:lpstr>実験結果</vt:lpstr>
      <vt:lpstr>実験結果</vt:lpstr>
      <vt:lpstr>実験結果</vt:lpstr>
      <vt:lpstr>実験結果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瓜田 俊貴</dc:creator>
  <cp:lastModifiedBy>俊貴 瓜田</cp:lastModifiedBy>
  <cp:revision>66</cp:revision>
  <dcterms:created xsi:type="dcterms:W3CDTF">2019-03-03T13:45:30Z</dcterms:created>
  <dcterms:modified xsi:type="dcterms:W3CDTF">2019-08-07T05:34:45Z</dcterms:modified>
</cp:coreProperties>
</file>