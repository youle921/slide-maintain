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8" r:id="rId3"/>
    <p:sldId id="259" r:id="rId4"/>
    <p:sldId id="263" r:id="rId5"/>
    <p:sldId id="264" r:id="rId6"/>
    <p:sldId id="268" r:id="rId7"/>
    <p:sldId id="269" r:id="rId8"/>
    <p:sldId id="257" r:id="rId9"/>
    <p:sldId id="270" r:id="rId10"/>
    <p:sldId id="271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888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Scheme</a:t>
            </a:r>
            <a:r>
              <a:rPr kumimoji="1" lang="ja-JP" altLang="en-US" dirty="0" smtClean="0"/>
              <a:t>を取り入れた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マルチタスク最適化の実装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瓜田 俊</a:t>
            </a:r>
            <a:r>
              <a:rPr lang="ja-JP" altLang="en-US" dirty="0"/>
              <a:t>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274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</a:t>
            </a:r>
            <a:r>
              <a:rPr lang="en-US" altLang="ja-JP" sz="4300" dirty="0" smtClean="0"/>
              <a:t>Scheme</a:t>
            </a:r>
            <a:endParaRPr kumimoji="1"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空間の端</a:t>
            </a:r>
            <a:r>
              <a:rPr kumimoji="1" lang="ja-JP" altLang="en-US" dirty="0" smtClean="0"/>
              <a:t>の方から選択し，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親個体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した個体を選択する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親個体選択方法である．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23454" y="5845314"/>
            <a:ext cx="7897090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H. </a:t>
            </a:r>
            <a:r>
              <a:rPr lang="en-US" altLang="ja-JP" sz="2000" dirty="0" err="1"/>
              <a:t>Ishibuchi</a:t>
            </a:r>
            <a:r>
              <a:rPr lang="en-US" altLang="ja-JP" sz="2000" dirty="0"/>
              <a:t> and Y. </a:t>
            </a:r>
            <a:r>
              <a:rPr lang="en-US" altLang="ja-JP" sz="2000" dirty="0" smtClean="0"/>
              <a:t>Shibata ,“A </a:t>
            </a:r>
            <a:r>
              <a:rPr lang="en-US" altLang="ja-JP" sz="2000" dirty="0"/>
              <a:t>similarity-based mating scheme for evolutionary 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</a:t>
            </a:r>
            <a:r>
              <a:rPr lang="en-US" altLang="ja-JP" sz="2000" dirty="0" smtClean="0"/>
              <a:t>optimization”, GECCO 2003</a:t>
            </a:r>
          </a:p>
        </p:txBody>
      </p:sp>
    </p:spTree>
    <p:extLst>
      <p:ext uri="{BB962C8B-B14F-4D97-AF65-F5344CB8AC3E}">
        <p14:creationId xmlns:p14="http://schemas.microsoft.com/office/powerpoint/2010/main" val="356369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kumimoji="1"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3134162" y="37483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5725951" y="5042451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515162" y="395618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2517569" y="3240954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799945" y="59463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1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41087" y="33555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2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20" name="円/楕円 19"/>
          <p:cNvSpPr/>
          <p:nvPr/>
        </p:nvSpPr>
        <p:spPr>
          <a:xfrm>
            <a:off x="5099525" y="4512452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4280127" y="492808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294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目的関数</a:t>
            </a:r>
            <a:r>
              <a:rPr lang="ja-JP" altLang="en-US" sz="2800" dirty="0"/>
              <a:t>空間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08033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kumimoji="1" lang="ja-JP" altLang="en-US" sz="4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2.</a:t>
                </a:r>
              </a:p>
              <a:p>
                <a:r>
                  <a:rPr lang="ja-JP" altLang="en-US" dirty="0"/>
                  <a:t>解</a:t>
                </a:r>
                <a:r>
                  <a:rPr lang="ja-JP" altLang="en-US" dirty="0" smtClean="0"/>
                  <a:t>の平均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を導出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3134162" y="37483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5725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515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5099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4280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4645379" y="4511336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4002580" y="3866464"/>
                <a:ext cx="1436914" cy="463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sz="2400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sz="2400" dirty="0" smtClean="0"/>
                  <a:t>(</a:t>
                </a:r>
                <a:r>
                  <a:rPr lang="en-US" altLang="ja-JP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dirty="0"/>
                  <a:t>)</a:t>
                </a:r>
                <a:endParaRPr kumimoji="1" lang="ja-JP" altLang="en-US" sz="2400" dirty="0" smtClean="0"/>
              </a:p>
            </p:txBody>
          </p:sp>
        </mc:Choice>
        <mc:Fallback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80" y="3866464"/>
                <a:ext cx="1436914" cy="463332"/>
              </a:xfrm>
              <a:prstGeom prst="rect">
                <a:avLst/>
              </a:prstGeom>
              <a:blipFill rotWithShape="0">
                <a:blip r:embed="rId3"/>
                <a:stretch>
                  <a:fillRect t="-9211" b="-3026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フリーフォーム 22"/>
          <p:cNvSpPr/>
          <p:nvPr/>
        </p:nvSpPr>
        <p:spPr>
          <a:xfrm>
            <a:off x="2517569" y="3240954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799945" y="59463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1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341087" y="33555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2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294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目的関数</a:t>
            </a:r>
            <a:r>
              <a:rPr lang="ja-JP" altLang="en-US" sz="2800" dirty="0"/>
              <a:t>空間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26720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kumimoji="1" lang="ja-JP" altLang="en-US" sz="4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3.</a:t>
                </a:r>
              </a:p>
              <a:p>
                <a:r>
                  <a:rPr lang="ja-JP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から再遠方の解を選択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3329482" y="3904644"/>
            <a:ext cx="1245421" cy="631018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 flipV="1">
            <a:off x="4902976" y="4094520"/>
            <a:ext cx="702607" cy="40820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4927697" y="4605360"/>
            <a:ext cx="313771" cy="490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/>
          <p:cNvCxnSpPr/>
          <p:nvPr/>
        </p:nvCxnSpPr>
        <p:spPr>
          <a:xfrm flipH="1">
            <a:off x="4488345" y="4754177"/>
            <a:ext cx="151336" cy="20112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円/楕円 8"/>
          <p:cNvSpPr/>
          <p:nvPr/>
        </p:nvSpPr>
        <p:spPr>
          <a:xfrm>
            <a:off x="3134162" y="3748369"/>
            <a:ext cx="283886" cy="2838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5725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515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5099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4280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4645379" y="4511336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843213" y="3045281"/>
            <a:ext cx="143691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親個体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1</a:t>
            </a:r>
            <a:endParaRPr kumimoji="1" lang="ja-JP" altLang="en-US" sz="2400" dirty="0" smtClean="0"/>
          </a:p>
        </p:txBody>
      </p:sp>
      <p:cxnSp>
        <p:nvCxnSpPr>
          <p:cNvPr id="24" name="直線コネクタ 23"/>
          <p:cNvCxnSpPr/>
          <p:nvPr/>
        </p:nvCxnSpPr>
        <p:spPr>
          <a:xfrm>
            <a:off x="4891444" y="4698250"/>
            <a:ext cx="860712" cy="41410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フリーフォーム 33"/>
          <p:cNvSpPr/>
          <p:nvPr/>
        </p:nvSpPr>
        <p:spPr>
          <a:xfrm>
            <a:off x="2517569" y="3240954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799945" y="59463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1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1341087" y="33555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sz="2400" baseline="-25000" dirty="0" smtClean="0"/>
              <a:t>2</a:t>
            </a:r>
            <a:r>
              <a:rPr kumimoji="1" lang="en-US" altLang="ja-JP" sz="2400" dirty="0" smtClean="0"/>
              <a:t>(</a:t>
            </a:r>
            <a:r>
              <a:rPr lang="en-US" altLang="ja-JP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/>
              <a:t>)</a:t>
            </a:r>
            <a:endParaRPr kumimoji="1" lang="ja-JP" altLang="en-US" sz="2400" dirty="0" smtClean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294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目的関数</a:t>
            </a:r>
            <a:r>
              <a:rPr lang="ja-JP" altLang="en-US" sz="2800" dirty="0"/>
              <a:t>空間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89584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kumimoji="1"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2897844" y="425066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5707314" y="417519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192437" y="47429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2517569" y="3240954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799945" y="59463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baseline="-250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41087" y="33555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baseline="-25000" dirty="0" smtClean="0"/>
              <a:t>2</a:t>
            </a:r>
            <a:endParaRPr kumimoji="1" lang="ja-JP" altLang="en-US" sz="2400" dirty="0" smtClean="0"/>
          </a:p>
        </p:txBody>
      </p:sp>
      <p:sp>
        <p:nvSpPr>
          <p:cNvPr id="20" name="円/楕円 19"/>
          <p:cNvSpPr/>
          <p:nvPr/>
        </p:nvSpPr>
        <p:spPr>
          <a:xfrm>
            <a:off x="4326214" y="4459083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3658391" y="511033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294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決定変数空間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21786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線コネクタ 25"/>
          <p:cNvCxnSpPr/>
          <p:nvPr/>
        </p:nvCxnSpPr>
        <p:spPr>
          <a:xfrm>
            <a:off x="3422841" y="3847329"/>
            <a:ext cx="2455415" cy="46191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3429404" y="3896017"/>
            <a:ext cx="1896358" cy="970673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>
            <a:off x="3416304" y="3949052"/>
            <a:ext cx="1059473" cy="65959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>
            <a:off x="3292931" y="4012316"/>
            <a:ext cx="480686" cy="119424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/>
        </p:nvCxnSpPr>
        <p:spPr>
          <a:xfrm flipH="1">
            <a:off x="3018812" y="4005425"/>
            <a:ext cx="139577" cy="42752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kumimoji="1"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2.</a:t>
            </a:r>
          </a:p>
          <a:p>
            <a:r>
              <a:rPr lang="ja-JP" altLang="en-US" dirty="0" smtClean="0"/>
              <a:t>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と最近傍の解を選択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2897844" y="4250665"/>
            <a:ext cx="283886" cy="2838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5707314" y="417519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192437" y="47429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2517569" y="3240954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799945" y="59463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baseline="-250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41087" y="3355595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baseline="-25000" dirty="0" smtClean="0"/>
              <a:t>2</a:t>
            </a:r>
            <a:endParaRPr kumimoji="1" lang="ja-JP" altLang="en-US" sz="2400" dirty="0" smtClean="0"/>
          </a:p>
        </p:txBody>
      </p:sp>
      <p:sp>
        <p:nvSpPr>
          <p:cNvPr id="20" name="円/楕円 19"/>
          <p:cNvSpPr/>
          <p:nvPr/>
        </p:nvSpPr>
        <p:spPr>
          <a:xfrm>
            <a:off x="4326214" y="4459083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3658391" y="5110335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294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決定変数空間</a:t>
            </a:r>
            <a:endParaRPr kumimoji="1" lang="ja-JP" altLang="en-US" sz="2800" dirty="0" smtClean="0"/>
          </a:p>
        </p:txBody>
      </p:sp>
      <p:sp>
        <p:nvSpPr>
          <p:cNvPr id="15" name="円/楕円 14"/>
          <p:cNvSpPr/>
          <p:nvPr/>
        </p:nvSpPr>
        <p:spPr>
          <a:xfrm>
            <a:off x="3134162" y="3748369"/>
            <a:ext cx="194400" cy="194400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514900" y="4577276"/>
            <a:ext cx="1195088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lIns="0" rtlCol="0">
            <a:spAutoFit/>
          </a:bodyPr>
          <a:lstStyle/>
          <a:p>
            <a:pPr algn="ctr"/>
            <a:r>
              <a:rPr kumimoji="1" lang="ja-JP" altLang="en-US" sz="2400" dirty="0" smtClean="0"/>
              <a:t>親個体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lang="en-US" altLang="ja-JP" sz="2400" dirty="0" smtClean="0"/>
              <a:t>2</a:t>
            </a:r>
            <a:endParaRPr kumimoji="1" lang="ja-JP" altLang="en-US" sz="2400" dirty="0" smtClean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843213" y="3045281"/>
            <a:ext cx="143691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親個体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1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01922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</a:t>
            </a:r>
            <a:r>
              <a:rPr kumimoji="1" lang="en-US" altLang="ja-JP" dirty="0" err="1" smtClean="0"/>
              <a:t>Sheme</a:t>
            </a:r>
            <a:r>
              <a:rPr kumimoji="1" lang="en-US" altLang="ja-JP" dirty="0" smtClean="0"/>
              <a:t>(SMS)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取り入れたマルチタスク最適化アルゴリズムを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実装する．</a:t>
            </a:r>
            <a:endParaRPr kumimoji="1" lang="en-US" altLang="ja-JP" dirty="0" smtClean="0"/>
          </a:p>
          <a:p>
            <a:r>
              <a:rPr lang="ja-JP" altLang="en-US" dirty="0" smtClean="0"/>
              <a:t>最初に，最適なパラメータを決定するために，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でパラメータの検証を行う．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68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疑問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最適</a:t>
            </a:r>
            <a:r>
              <a:rPr lang="ja-JP" altLang="en-US" dirty="0" smtClean="0"/>
              <a:t>なパラメータをどのように決定するか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方法</a:t>
            </a:r>
            <a:r>
              <a:rPr kumimoji="1" lang="en-US" altLang="ja-JP" dirty="0" smtClean="0"/>
              <a:t>1</a:t>
            </a:r>
          </a:p>
          <a:p>
            <a:pPr lvl="1"/>
            <a:r>
              <a:rPr lang="ja-JP" altLang="en-US" dirty="0" smtClean="0"/>
              <a:t>各問題</a:t>
            </a:r>
            <a:r>
              <a:rPr lang="en-US" altLang="ja-JP" dirty="0" smtClean="0"/>
              <a:t>(CIHS</a:t>
            </a:r>
            <a:r>
              <a:rPr lang="ja-JP" altLang="en-US" dirty="0" smtClean="0"/>
              <a:t>～</a:t>
            </a:r>
            <a:r>
              <a:rPr lang="en-US" altLang="ja-JP" dirty="0" smtClean="0"/>
              <a:t>NILS)</a:t>
            </a:r>
            <a:r>
              <a:rPr lang="ja-JP" altLang="en-US" dirty="0" smtClean="0"/>
              <a:t>で得られた結果をランク付けして，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合計ランクが優れているパラメータを採用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方法</a:t>
            </a:r>
            <a:r>
              <a:rPr lang="en-US" altLang="ja-JP" dirty="0" smtClean="0"/>
              <a:t>2</a:t>
            </a:r>
          </a:p>
          <a:p>
            <a:pPr lvl="1"/>
            <a:r>
              <a:rPr lang="ja-JP" altLang="en-US" dirty="0"/>
              <a:t>各問題</a:t>
            </a:r>
            <a:r>
              <a:rPr lang="ja-JP" altLang="en-US" dirty="0" smtClean="0"/>
              <a:t>で得られた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を正規化し，その合計値が優れている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パラメータを採用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方法</a:t>
            </a:r>
            <a:r>
              <a:rPr lang="en-US" altLang="ja-JP" dirty="0" smtClean="0"/>
              <a:t>3</a:t>
            </a:r>
          </a:p>
          <a:p>
            <a:pPr lvl="1"/>
            <a:r>
              <a:rPr lang="ja-JP" altLang="en-US" dirty="0"/>
              <a:t>元</a:t>
            </a:r>
            <a:r>
              <a:rPr lang="ja-JP" altLang="en-US" dirty="0" smtClean="0"/>
              <a:t>の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との性能差を計算し，差が大きいパラメータを採用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365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 rot="16200000">
            <a:off x="1009650" y="3700790"/>
            <a:ext cx="151447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>
                <a:latin typeface="Symbol" panose="05050102010706020507" pitchFamily="18" charset="2"/>
              </a:rPr>
              <a:t>a</a:t>
            </a:r>
            <a:endParaRPr kumimoji="1" lang="ja-JP" altLang="en-US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82834" y="5967741"/>
            <a:ext cx="151447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800" dirty="0" smtClean="0"/>
          </a:p>
        </p:txBody>
      </p:sp>
      <p:sp>
        <p:nvSpPr>
          <p:cNvPr id="10" name="コンテンツ プレースホルダー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CIHS Task1</a:t>
            </a:r>
            <a:endParaRPr kumimoji="1" lang="ja-JP" altLang="en-US" dirty="0"/>
          </a:p>
        </p:txBody>
      </p:sp>
      <p:pic>
        <p:nvPicPr>
          <p:cNvPr id="11" name="コンテンツ プレースホルダー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5914" y="1767835"/>
            <a:ext cx="5852172" cy="4389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48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120</TotalTime>
  <Words>231</Words>
  <Application>Microsoft Office PowerPoint</Application>
  <PresentationFormat>画面に合わせる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Theme_Lab</vt:lpstr>
      <vt:lpstr>Similarity-based Mating Schemeを取り入れた マルチタスク最適化の実装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概要</vt:lpstr>
      <vt:lpstr>疑問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Similarity-based Mating Schemeを取り入れた マルチタスク最適化の実装</dc:title>
  <dc:creator>瓜田 俊貴</dc:creator>
  <cp:lastModifiedBy>瓜田 俊貴</cp:lastModifiedBy>
  <cp:revision>11</cp:revision>
  <dcterms:created xsi:type="dcterms:W3CDTF">2020-11-24T15:20:35Z</dcterms:created>
  <dcterms:modified xsi:type="dcterms:W3CDTF">2020-11-25T06:34:15Z</dcterms:modified>
</cp:coreProperties>
</file>