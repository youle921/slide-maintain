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65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77637"/>
            <a:ext cx="77724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93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研究内容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u="sng" dirty="0">
                <a:solidFill>
                  <a:schemeClr val="accent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目的</a:t>
            </a:r>
            <a:endParaRPr lang="en-US" altLang="ja-JP" b="1" u="sng" dirty="0">
              <a:solidFill>
                <a:schemeClr val="accent2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dirty="0" smtClean="0"/>
              <a:t>島</a:t>
            </a:r>
            <a:r>
              <a:rPr lang="ja-JP" altLang="en-US" dirty="0"/>
              <a:t>モデル</a:t>
            </a:r>
            <a:r>
              <a:rPr lang="ja-JP" altLang="en-US" dirty="0" smtClean="0"/>
              <a:t>によるマルチタスクにおいて，情報共有</a:t>
            </a:r>
            <a:r>
              <a:rPr lang="en-US" altLang="ja-JP" dirty="0" smtClean="0"/>
              <a:t>(</a:t>
            </a:r>
            <a:r>
              <a:rPr lang="ja-JP" altLang="en-US" dirty="0" smtClean="0"/>
              <a:t>個体の移住</a:t>
            </a:r>
            <a:r>
              <a:rPr lang="en-US" altLang="ja-JP" dirty="0" smtClean="0"/>
              <a:t>)</a:t>
            </a:r>
            <a:r>
              <a:rPr lang="ja-JP" altLang="en-US" dirty="0" smtClean="0"/>
              <a:t>量を自動で調整する．</a:t>
            </a:r>
            <a:endParaRPr lang="en-US" altLang="ja-JP" dirty="0" smtClean="0"/>
          </a:p>
          <a:p>
            <a:endParaRPr kumimoji="1" lang="en-US" altLang="ja-JP" dirty="0"/>
          </a:p>
          <a:p>
            <a:r>
              <a:rPr lang="ja-JP" altLang="en-US" b="1" u="sng" dirty="0" smtClean="0">
                <a:solidFill>
                  <a:schemeClr val="accent2"/>
                </a:solidFill>
                <a:latin typeface="+mn-ea"/>
              </a:rPr>
              <a:t>アプローチ</a:t>
            </a:r>
            <a:endParaRPr lang="en-US" altLang="ja-JP" b="1" u="sng" dirty="0" smtClean="0">
              <a:solidFill>
                <a:schemeClr val="accent2"/>
              </a:solidFill>
              <a:latin typeface="+mn-ea"/>
            </a:endParaRPr>
          </a:p>
          <a:p>
            <a:r>
              <a:rPr kumimoji="1" lang="ja-JP" altLang="en-US" dirty="0" smtClean="0"/>
              <a:t>何らかの指標により，情報共有が必要な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タイミングを把握する．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144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情報共有の必要性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情報共有による探索の促進は，以下のような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種類のケースで起きると考えられる．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/>
              <a:t>複数のタスクで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決定変数空間で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探索方向が類似，かつ片方のタスクの探索が他方より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進んでいる場合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/>
              <a:t>局所解に陥り，優れた子個体が生成できない場合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5394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情報共有の必要性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情報共有による探索の促進は，以下のような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種類のケースで起きると考えられる．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複数のタスクで</a:t>
            </a:r>
            <a:r>
              <a:rPr kumimoji="1"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(</a:t>
            </a:r>
            <a:r>
              <a:rPr kumimoji="1"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決定変数空間で</a:t>
            </a:r>
            <a:r>
              <a:rPr kumimoji="1"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)</a:t>
            </a:r>
            <a:r>
              <a:rPr kumimoji="1"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探索方向が類似，かつ片方のタスクの探索が他方より</a:t>
            </a:r>
            <a:r>
              <a:rPr kumimoji="1"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/>
            </a:r>
            <a:br>
              <a:rPr kumimoji="1"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kumimoji="1"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進んでいる場合</a:t>
            </a:r>
            <a:endParaRPr kumimoji="1" lang="en-US" altLang="ja-JP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/>
              <a:t>局所解に陥り，優れた子個体が生成できない場合</a:t>
            </a:r>
            <a:endParaRPr kumimoji="1" lang="en-US" altLang="ja-JP" dirty="0" smtClean="0"/>
          </a:p>
          <a:p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次世代に生き残る子個体の割合で推定可能</a:t>
            </a:r>
            <a:r>
              <a:rPr kumimoji="1" lang="en-US" altLang="ja-JP" dirty="0" smtClean="0"/>
              <a:t>?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5" name="下矢印 4"/>
          <p:cNvSpPr/>
          <p:nvPr/>
        </p:nvSpPr>
        <p:spPr>
          <a:xfrm rot="10800000">
            <a:off x="4354778" y="4920409"/>
            <a:ext cx="510639" cy="916753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586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2</a:t>
            </a:r>
            <a:r>
              <a:rPr kumimoji="1" lang="ja-JP" altLang="en-US" dirty="0" smtClean="0"/>
              <a:t>目的ナップサック問題において，シングルタスク</a:t>
            </a:r>
            <a:r>
              <a:rPr kumimoji="1" lang="en-US" altLang="ja-JP" dirty="0" smtClean="0"/>
              <a:t>(NSGA-II)</a:t>
            </a:r>
            <a:r>
              <a:rPr kumimoji="1" lang="ja-JP" altLang="en-US" dirty="0" smtClean="0"/>
              <a:t>で最適化を行った場合と，マルチタスク</a:t>
            </a:r>
            <a:r>
              <a:rPr kumimoji="1" lang="en-US" altLang="ja-JP" dirty="0" smtClean="0"/>
              <a:t>(MO-MFEA)</a:t>
            </a:r>
            <a:r>
              <a:rPr kumimoji="1" lang="ja-JP" altLang="en-US" dirty="0" smtClean="0"/>
              <a:t>で</a:t>
            </a:r>
            <a:r>
              <a:rPr lang="ja-JP" altLang="en-US" dirty="0"/>
              <a:t>最適化を行った</a:t>
            </a:r>
            <a:r>
              <a:rPr kumimoji="1" lang="ja-JP" altLang="en-US" dirty="0" smtClean="0"/>
              <a:t>場合で</a:t>
            </a:r>
            <a:r>
              <a:rPr kumimoji="1" lang="ja-JP" altLang="en-US" u="sng" dirty="0" smtClean="0">
                <a:solidFill>
                  <a:schemeClr val="accent1"/>
                </a:solidFill>
              </a:rPr>
              <a:t>子個体</a:t>
            </a:r>
            <a:r>
              <a:rPr kumimoji="1" lang="en-US" altLang="ja-JP" u="sng" dirty="0" smtClean="0">
                <a:solidFill>
                  <a:schemeClr val="accent1"/>
                </a:solidFill>
              </a:rPr>
              <a:t/>
            </a:r>
            <a:br>
              <a:rPr kumimoji="1" lang="en-US" altLang="ja-JP" u="sng" dirty="0" smtClean="0">
                <a:solidFill>
                  <a:schemeClr val="accent1"/>
                </a:solidFill>
              </a:rPr>
            </a:br>
            <a:r>
              <a:rPr kumimoji="1" lang="ja-JP" altLang="en-US" u="sng" dirty="0" smtClean="0">
                <a:solidFill>
                  <a:schemeClr val="accent1"/>
                </a:solidFill>
              </a:rPr>
              <a:t>生存率に違い</a:t>
            </a:r>
            <a:r>
              <a:rPr kumimoji="1" lang="ja-JP" altLang="en-US" dirty="0" smtClean="0"/>
              <a:t>があるか調査する．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8982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使用する問題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Scaling</a:t>
            </a:r>
            <a:r>
              <a:rPr lang="ja-JP" altLang="en-US" dirty="0"/>
              <a:t> </a:t>
            </a:r>
            <a:r>
              <a:rPr lang="en-US" altLang="ja-JP" dirty="0" smtClean="0"/>
              <a:t>Capacity</a:t>
            </a:r>
            <a:r>
              <a:rPr lang="ja-JP" altLang="en-US" dirty="0" smtClean="0"/>
              <a:t>問題 </a:t>
            </a:r>
            <a:r>
              <a:rPr lang="en-US" altLang="ja-JP" dirty="0" smtClean="0"/>
              <a:t>(NSGA-II</a:t>
            </a:r>
            <a:r>
              <a:rPr lang="ja-JP" altLang="en-US" dirty="0" smtClean="0"/>
              <a:t>が性能高</a:t>
            </a:r>
            <a:r>
              <a:rPr lang="en-US" altLang="ja-JP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dirty="0" smtClean="0"/>
              <a:t>Inversion</a:t>
            </a:r>
            <a:r>
              <a:rPr kumimoji="1" lang="ja-JP" altLang="en-US" dirty="0"/>
              <a:t> </a:t>
            </a:r>
            <a:r>
              <a:rPr kumimoji="1" lang="en-US" altLang="ja-JP" dirty="0" smtClean="0"/>
              <a:t>Profit</a:t>
            </a:r>
            <a:r>
              <a:rPr kumimoji="1" lang="ja-JP" altLang="en-US" dirty="0" smtClean="0"/>
              <a:t>問題 </a:t>
            </a:r>
            <a:r>
              <a:rPr kumimoji="1" lang="en-US" altLang="ja-JP" dirty="0" smtClean="0"/>
              <a:t>(MO-MFEA</a:t>
            </a:r>
            <a:r>
              <a:rPr kumimoji="1" lang="ja-JP" altLang="en-US" dirty="0" smtClean="0"/>
              <a:t>が性能高</a:t>
            </a:r>
            <a:r>
              <a:rPr kumimoji="1" lang="en-US" altLang="ja-JP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dirty="0"/>
          </a:p>
          <a:p>
            <a:r>
              <a:rPr lang="ja-JP" altLang="en-US" dirty="0" smtClean="0"/>
              <a:t>パラメータ設定</a:t>
            </a:r>
            <a:endParaRPr lang="en-US" altLang="ja-JP" dirty="0" smtClean="0"/>
          </a:p>
          <a:p>
            <a:pPr algn="l"/>
            <a:r>
              <a:rPr kumimoji="1" lang="ja-JP" altLang="en-US" dirty="0" smtClean="0"/>
              <a:t>個体数：</a:t>
            </a:r>
            <a:r>
              <a:rPr kumimoji="1" lang="en-US" altLang="ja-JP" dirty="0" smtClean="0"/>
              <a:t>200</a:t>
            </a:r>
            <a:br>
              <a:rPr kumimoji="1" lang="en-US" altLang="ja-JP" dirty="0" smtClean="0"/>
            </a:br>
            <a:r>
              <a:rPr lang="ja-JP" altLang="en-US" dirty="0" smtClean="0"/>
              <a:t>評価回数：各タスク</a:t>
            </a:r>
            <a:r>
              <a:rPr lang="en-US" altLang="ja-JP" dirty="0" smtClean="0"/>
              <a:t>100,000</a:t>
            </a:r>
            <a:r>
              <a:rPr lang="ja-JP" altLang="en-US" dirty="0" smtClean="0"/>
              <a:t>回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実験設定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9393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子個体生存率の</a:t>
            </a:r>
            <a:r>
              <a:rPr kumimoji="1" lang="en-US" altLang="ja-JP" dirty="0" smtClean="0"/>
              <a:t>5</a:t>
            </a:r>
            <a:r>
              <a:rPr kumimoji="1" lang="ja-JP" altLang="en-US" dirty="0" smtClean="0"/>
              <a:t>世代ごとの移動</a:t>
            </a:r>
            <a:r>
              <a:rPr kumimoji="1" lang="ja-JP" altLang="en-US" dirty="0" smtClean="0"/>
              <a:t>平均</a:t>
            </a:r>
            <a:r>
              <a:rPr kumimoji="1" lang="en-US" altLang="ja-JP" dirty="0" smtClean="0"/>
              <a:t>(1</a:t>
            </a:r>
            <a:r>
              <a:rPr kumimoji="1" lang="ja-JP" altLang="en-US" smtClean="0"/>
              <a:t>試行</a:t>
            </a:r>
            <a:r>
              <a:rPr kumimoji="1" lang="en-US" altLang="ja-JP" smtClean="0"/>
              <a:t>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612556" y="2014148"/>
            <a:ext cx="6364693" cy="4769884"/>
            <a:chOff x="1158821" y="2014148"/>
            <a:chExt cx="6364693" cy="4769884"/>
          </a:xfrm>
        </p:grpSpPr>
        <p:pic>
          <p:nvPicPr>
            <p:cNvPr id="8" name="図 7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4" t="8701" r="7103" b="3699"/>
            <a:stretch/>
          </p:blipFill>
          <p:spPr>
            <a:xfrm>
              <a:off x="1620487" y="2014148"/>
              <a:ext cx="5903027" cy="4386652"/>
            </a:xfrm>
            <a:prstGeom prst="rect">
              <a:avLst/>
            </a:prstGeom>
          </p:spPr>
        </p:pic>
        <p:sp>
          <p:nvSpPr>
            <p:cNvPr id="9" name="テキスト ボックス 8"/>
            <p:cNvSpPr txBox="1"/>
            <p:nvPr/>
          </p:nvSpPr>
          <p:spPr>
            <a:xfrm>
              <a:off x="3111336" y="6322367"/>
              <a:ext cx="330134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dirty="0" smtClean="0"/>
                <a:t>世代数</a:t>
              </a:r>
            </a:p>
          </p:txBody>
        </p:sp>
        <p:sp>
          <p:nvSpPr>
            <p:cNvPr id="10" name="テキスト ボックス 9"/>
            <p:cNvSpPr txBox="1"/>
            <p:nvPr/>
          </p:nvSpPr>
          <p:spPr>
            <a:xfrm rot="16200000">
              <a:off x="-261016" y="4071645"/>
              <a:ext cx="330134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子個体</a:t>
              </a:r>
              <a:r>
                <a:rPr lang="ja-JP" altLang="en-US" sz="2400" dirty="0" smtClean="0"/>
                <a:t>生存率</a:t>
              </a:r>
              <a:r>
                <a:rPr lang="en-US" altLang="ja-JP" sz="2400" dirty="0" smtClean="0"/>
                <a:t>[%]</a:t>
              </a:r>
              <a:endParaRPr kumimoji="1" lang="ja-JP" altLang="en-US" sz="2400" dirty="0" smtClean="0"/>
            </a:p>
          </p:txBody>
        </p:sp>
      </p:grpSp>
      <p:sp>
        <p:nvSpPr>
          <p:cNvPr id="12" name="テキスト ボックス 11"/>
          <p:cNvSpPr txBox="1"/>
          <p:nvPr/>
        </p:nvSpPr>
        <p:spPr>
          <a:xfrm>
            <a:off x="6892841" y="2176149"/>
            <a:ext cx="2112315" cy="203132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 smtClean="0"/>
              <a:t>探索性能は</a:t>
            </a:r>
            <a:endParaRPr lang="en-US" altLang="ja-JP" dirty="0" smtClean="0"/>
          </a:p>
          <a:p>
            <a:pPr algn="ctr"/>
            <a:r>
              <a:rPr kumimoji="1" lang="en-US" altLang="ja-JP" dirty="0" err="1" smtClean="0"/>
              <a:t>MOMFEA_</a:t>
            </a:r>
            <a:r>
              <a:rPr kumimoji="1" lang="en-US" altLang="ja-JP" sz="1400" dirty="0" err="1" smtClean="0"/>
              <a:t>inversion</a:t>
            </a:r>
            <a:r>
              <a:rPr lang="en-US" altLang="ja-JP" sz="1400" dirty="0"/>
              <a:t/>
            </a:r>
            <a:br>
              <a:rPr lang="en-US" altLang="ja-JP" sz="1400" dirty="0"/>
            </a:br>
            <a:r>
              <a:rPr lang="ja-JP" altLang="en-US" dirty="0" smtClean="0"/>
              <a:t>↓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en-US" altLang="ja-JP" dirty="0" smtClean="0"/>
              <a:t>NSGA-II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↓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en-US" altLang="ja-JP" dirty="0" err="1" smtClean="0"/>
              <a:t>MOMFEA_</a:t>
            </a:r>
            <a:r>
              <a:rPr kumimoji="1" lang="en-US" altLang="ja-JP" sz="1400" dirty="0" err="1" smtClean="0"/>
              <a:t>scaling</a:t>
            </a:r>
            <a:endParaRPr kumimoji="1" lang="en-US" altLang="ja-JP" sz="1400" dirty="0" smtClean="0"/>
          </a:p>
          <a:p>
            <a:pPr algn="ctr"/>
            <a:r>
              <a:rPr kumimoji="1" lang="ja-JP" altLang="en-US" dirty="0" smtClean="0"/>
              <a:t>の順に優れている．</a:t>
            </a:r>
          </a:p>
        </p:txBody>
      </p:sp>
      <p:sp>
        <p:nvSpPr>
          <p:cNvPr id="2" name="正方形/長方形 1"/>
          <p:cNvSpPr/>
          <p:nvPr/>
        </p:nvSpPr>
        <p:spPr>
          <a:xfrm>
            <a:off x="4192172" y="4979963"/>
            <a:ext cx="2419643" cy="112541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044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E27F71A-09F3-40FE-8C2D-54B13A3AB99C}" vid="{9AAC496F-98CF-44D0-8969-8E95277F12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113</TotalTime>
  <Words>166</Words>
  <Application>Microsoft Office PowerPoint</Application>
  <PresentationFormat>画面に合わせる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ＭＳ P ゴシック</vt:lpstr>
      <vt:lpstr>ＭＳ Ｐゴシック</vt:lpstr>
      <vt:lpstr>Arial</vt:lpstr>
      <vt:lpstr>Times New Roman</vt:lpstr>
      <vt:lpstr>Theme_Lab</vt:lpstr>
      <vt:lpstr>PowerPoint プレゼンテーション</vt:lpstr>
      <vt:lpstr>研究内容</vt:lpstr>
      <vt:lpstr>情報共有の必要性</vt:lpstr>
      <vt:lpstr>情報共有の必要性</vt:lpstr>
      <vt:lpstr>予備実験</vt:lpstr>
      <vt:lpstr>予備実験</vt:lpstr>
      <vt:lpstr>実験結果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12</cp:revision>
  <dcterms:created xsi:type="dcterms:W3CDTF">2020-07-22T04:26:41Z</dcterms:created>
  <dcterms:modified xsi:type="dcterms:W3CDTF">2020-07-22T06:30:18Z</dcterms:modified>
</cp:coreProperties>
</file>