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1176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search\Slide-maintain\slide_fml\data\learning_curv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76724110369419"/>
          <c:y val="5.6575404604366067E-2"/>
          <c:w val="0.67428702093086101"/>
          <c:h val="0.7278630260512607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SS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Sheet2!$A$2:$A$1002</c:f>
              <c:numCache>
                <c:formatCode>General</c:formatCode>
                <c:ptCount val="1001"/>
                <c:pt idx="0">
                  <c:v>0</c:v>
                </c:pt>
                <c:pt idx="1">
                  <c:v>1E-3</c:v>
                </c:pt>
                <c:pt idx="2">
                  <c:v>2E-3</c:v>
                </c:pt>
                <c:pt idx="3">
                  <c:v>3.0000000000000001E-3</c:v>
                </c:pt>
                <c:pt idx="4">
                  <c:v>4.0000000000000001E-3</c:v>
                </c:pt>
                <c:pt idx="5">
                  <c:v>5.0000000000000001E-3</c:v>
                </c:pt>
                <c:pt idx="6">
                  <c:v>6.0000000000000001E-3</c:v>
                </c:pt>
                <c:pt idx="7">
                  <c:v>7.0000000000000001E-3</c:v>
                </c:pt>
                <c:pt idx="8">
                  <c:v>8.0000000000000002E-3</c:v>
                </c:pt>
                <c:pt idx="9">
                  <c:v>9.0000000000000011E-3</c:v>
                </c:pt>
                <c:pt idx="10">
                  <c:v>0.01</c:v>
                </c:pt>
                <c:pt idx="11">
                  <c:v>1.0999999999999999E-2</c:v>
                </c:pt>
                <c:pt idx="12">
                  <c:v>1.2E-2</c:v>
                </c:pt>
                <c:pt idx="13">
                  <c:v>1.3000000000000001E-2</c:v>
                </c:pt>
                <c:pt idx="14">
                  <c:v>1.4E-2</c:v>
                </c:pt>
                <c:pt idx="15">
                  <c:v>1.4999999999999999E-2</c:v>
                </c:pt>
                <c:pt idx="16">
                  <c:v>1.6E-2</c:v>
                </c:pt>
                <c:pt idx="17">
                  <c:v>1.7000000000000001E-2</c:v>
                </c:pt>
                <c:pt idx="18">
                  <c:v>1.8000000000000002E-2</c:v>
                </c:pt>
                <c:pt idx="19">
                  <c:v>1.9E-2</c:v>
                </c:pt>
                <c:pt idx="20">
                  <c:v>0.02</c:v>
                </c:pt>
                <c:pt idx="21">
                  <c:v>2.1000000000000001E-2</c:v>
                </c:pt>
                <c:pt idx="22">
                  <c:v>2.1999999999999999E-2</c:v>
                </c:pt>
                <c:pt idx="23">
                  <c:v>2.3E-2</c:v>
                </c:pt>
                <c:pt idx="24">
                  <c:v>2.4E-2</c:v>
                </c:pt>
                <c:pt idx="25">
                  <c:v>2.5000000000000001E-2</c:v>
                </c:pt>
                <c:pt idx="26">
                  <c:v>2.6000000000000002E-2</c:v>
                </c:pt>
                <c:pt idx="27">
                  <c:v>2.7E-2</c:v>
                </c:pt>
                <c:pt idx="28">
                  <c:v>2.8000000000000001E-2</c:v>
                </c:pt>
                <c:pt idx="29">
                  <c:v>2.9000000000000001E-2</c:v>
                </c:pt>
                <c:pt idx="30">
                  <c:v>0.03</c:v>
                </c:pt>
                <c:pt idx="31">
                  <c:v>3.1E-2</c:v>
                </c:pt>
                <c:pt idx="32">
                  <c:v>3.2000000000000001E-2</c:v>
                </c:pt>
                <c:pt idx="33">
                  <c:v>3.3000000000000002E-2</c:v>
                </c:pt>
                <c:pt idx="34">
                  <c:v>3.4000000000000002E-2</c:v>
                </c:pt>
                <c:pt idx="35">
                  <c:v>3.5000000000000003E-2</c:v>
                </c:pt>
                <c:pt idx="36">
                  <c:v>3.6000000000000004E-2</c:v>
                </c:pt>
                <c:pt idx="37">
                  <c:v>3.6999999999999998E-2</c:v>
                </c:pt>
                <c:pt idx="38">
                  <c:v>3.7999999999999999E-2</c:v>
                </c:pt>
                <c:pt idx="39">
                  <c:v>3.9E-2</c:v>
                </c:pt>
                <c:pt idx="40">
                  <c:v>0.04</c:v>
                </c:pt>
                <c:pt idx="41">
                  <c:v>4.1000000000000002E-2</c:v>
                </c:pt>
                <c:pt idx="42">
                  <c:v>4.2000000000000003E-2</c:v>
                </c:pt>
                <c:pt idx="43">
                  <c:v>4.3000000000000003E-2</c:v>
                </c:pt>
                <c:pt idx="44">
                  <c:v>4.3999999999999997E-2</c:v>
                </c:pt>
                <c:pt idx="45">
                  <c:v>4.4999999999999998E-2</c:v>
                </c:pt>
                <c:pt idx="46">
                  <c:v>4.5999999999999999E-2</c:v>
                </c:pt>
                <c:pt idx="47">
                  <c:v>4.7E-2</c:v>
                </c:pt>
                <c:pt idx="48">
                  <c:v>4.8000000000000001E-2</c:v>
                </c:pt>
                <c:pt idx="49">
                  <c:v>4.9000000000000002E-2</c:v>
                </c:pt>
                <c:pt idx="50">
                  <c:v>0.05</c:v>
                </c:pt>
                <c:pt idx="51">
                  <c:v>5.1000000000000004E-2</c:v>
                </c:pt>
                <c:pt idx="52">
                  <c:v>5.2000000000000005E-2</c:v>
                </c:pt>
                <c:pt idx="53">
                  <c:v>5.2999999999999999E-2</c:v>
                </c:pt>
                <c:pt idx="54">
                  <c:v>5.3999999999999999E-2</c:v>
                </c:pt>
                <c:pt idx="55">
                  <c:v>5.5E-2</c:v>
                </c:pt>
                <c:pt idx="56">
                  <c:v>5.6000000000000001E-2</c:v>
                </c:pt>
                <c:pt idx="57">
                  <c:v>5.7000000000000002E-2</c:v>
                </c:pt>
                <c:pt idx="58">
                  <c:v>5.8000000000000003E-2</c:v>
                </c:pt>
                <c:pt idx="59">
                  <c:v>5.9000000000000004E-2</c:v>
                </c:pt>
                <c:pt idx="60">
                  <c:v>0.06</c:v>
                </c:pt>
                <c:pt idx="61">
                  <c:v>6.0999999999999999E-2</c:v>
                </c:pt>
                <c:pt idx="62">
                  <c:v>6.2E-2</c:v>
                </c:pt>
                <c:pt idx="63">
                  <c:v>6.3E-2</c:v>
                </c:pt>
                <c:pt idx="64">
                  <c:v>6.4000000000000001E-2</c:v>
                </c:pt>
                <c:pt idx="65">
                  <c:v>6.5000000000000002E-2</c:v>
                </c:pt>
                <c:pt idx="66">
                  <c:v>6.6000000000000003E-2</c:v>
                </c:pt>
                <c:pt idx="67">
                  <c:v>6.7000000000000004E-2</c:v>
                </c:pt>
                <c:pt idx="68">
                  <c:v>6.8000000000000005E-2</c:v>
                </c:pt>
                <c:pt idx="69">
                  <c:v>6.9000000000000006E-2</c:v>
                </c:pt>
                <c:pt idx="70">
                  <c:v>7.0000000000000007E-2</c:v>
                </c:pt>
                <c:pt idx="71">
                  <c:v>7.1000000000000008E-2</c:v>
                </c:pt>
                <c:pt idx="72">
                  <c:v>7.2000000000000008E-2</c:v>
                </c:pt>
                <c:pt idx="73">
                  <c:v>7.2999999999999995E-2</c:v>
                </c:pt>
                <c:pt idx="74">
                  <c:v>7.3999999999999996E-2</c:v>
                </c:pt>
                <c:pt idx="75">
                  <c:v>7.4999999999999997E-2</c:v>
                </c:pt>
                <c:pt idx="76">
                  <c:v>7.5999999999999998E-2</c:v>
                </c:pt>
                <c:pt idx="77">
                  <c:v>7.6999999999999999E-2</c:v>
                </c:pt>
                <c:pt idx="78">
                  <c:v>7.8E-2</c:v>
                </c:pt>
                <c:pt idx="79">
                  <c:v>7.9000000000000001E-2</c:v>
                </c:pt>
                <c:pt idx="80">
                  <c:v>0.08</c:v>
                </c:pt>
                <c:pt idx="81">
                  <c:v>8.1000000000000003E-2</c:v>
                </c:pt>
                <c:pt idx="82">
                  <c:v>8.2000000000000003E-2</c:v>
                </c:pt>
                <c:pt idx="83">
                  <c:v>8.3000000000000004E-2</c:v>
                </c:pt>
                <c:pt idx="84">
                  <c:v>8.4000000000000005E-2</c:v>
                </c:pt>
                <c:pt idx="85">
                  <c:v>8.5000000000000006E-2</c:v>
                </c:pt>
                <c:pt idx="86">
                  <c:v>8.6000000000000007E-2</c:v>
                </c:pt>
                <c:pt idx="87">
                  <c:v>8.7000000000000008E-2</c:v>
                </c:pt>
                <c:pt idx="88">
                  <c:v>8.7999999999999995E-2</c:v>
                </c:pt>
                <c:pt idx="89">
                  <c:v>8.8999999999999996E-2</c:v>
                </c:pt>
                <c:pt idx="90">
                  <c:v>0.09</c:v>
                </c:pt>
                <c:pt idx="91">
                  <c:v>9.0999999999999998E-2</c:v>
                </c:pt>
                <c:pt idx="92">
                  <c:v>9.1999999999999998E-2</c:v>
                </c:pt>
                <c:pt idx="93">
                  <c:v>9.2999999999999999E-2</c:v>
                </c:pt>
                <c:pt idx="94">
                  <c:v>9.4E-2</c:v>
                </c:pt>
                <c:pt idx="95">
                  <c:v>9.5000000000000001E-2</c:v>
                </c:pt>
                <c:pt idx="96">
                  <c:v>9.6000000000000002E-2</c:v>
                </c:pt>
                <c:pt idx="97">
                  <c:v>9.7000000000000003E-2</c:v>
                </c:pt>
                <c:pt idx="98">
                  <c:v>9.8000000000000004E-2</c:v>
                </c:pt>
                <c:pt idx="99">
                  <c:v>9.9000000000000005E-2</c:v>
                </c:pt>
                <c:pt idx="100">
                  <c:v>0.1</c:v>
                </c:pt>
                <c:pt idx="101">
                  <c:v>0.10100000000000001</c:v>
                </c:pt>
                <c:pt idx="102">
                  <c:v>0.10200000000000001</c:v>
                </c:pt>
                <c:pt idx="103">
                  <c:v>0.10300000000000001</c:v>
                </c:pt>
                <c:pt idx="104">
                  <c:v>0.10400000000000001</c:v>
                </c:pt>
                <c:pt idx="105">
                  <c:v>0.105</c:v>
                </c:pt>
                <c:pt idx="106">
                  <c:v>0.106</c:v>
                </c:pt>
                <c:pt idx="107">
                  <c:v>0.107</c:v>
                </c:pt>
                <c:pt idx="108">
                  <c:v>0.108</c:v>
                </c:pt>
                <c:pt idx="109">
                  <c:v>0.109</c:v>
                </c:pt>
                <c:pt idx="110">
                  <c:v>0.11</c:v>
                </c:pt>
                <c:pt idx="111">
                  <c:v>0.111</c:v>
                </c:pt>
                <c:pt idx="112">
                  <c:v>0.112</c:v>
                </c:pt>
                <c:pt idx="113">
                  <c:v>0.113</c:v>
                </c:pt>
                <c:pt idx="114">
                  <c:v>0.114</c:v>
                </c:pt>
                <c:pt idx="115">
                  <c:v>0.115</c:v>
                </c:pt>
                <c:pt idx="116">
                  <c:v>0.11600000000000001</c:v>
                </c:pt>
                <c:pt idx="117">
                  <c:v>0.11700000000000001</c:v>
                </c:pt>
                <c:pt idx="118">
                  <c:v>0.11800000000000001</c:v>
                </c:pt>
                <c:pt idx="119">
                  <c:v>0.11900000000000001</c:v>
                </c:pt>
                <c:pt idx="120">
                  <c:v>0.12</c:v>
                </c:pt>
                <c:pt idx="121">
                  <c:v>0.121</c:v>
                </c:pt>
                <c:pt idx="122">
                  <c:v>0.122</c:v>
                </c:pt>
                <c:pt idx="123">
                  <c:v>0.123</c:v>
                </c:pt>
                <c:pt idx="124">
                  <c:v>0.124</c:v>
                </c:pt>
                <c:pt idx="125">
                  <c:v>0.125</c:v>
                </c:pt>
                <c:pt idx="126">
                  <c:v>0.126</c:v>
                </c:pt>
                <c:pt idx="127">
                  <c:v>0.127</c:v>
                </c:pt>
                <c:pt idx="128">
                  <c:v>0.128</c:v>
                </c:pt>
                <c:pt idx="129">
                  <c:v>0.129</c:v>
                </c:pt>
                <c:pt idx="130">
                  <c:v>0.13</c:v>
                </c:pt>
                <c:pt idx="131">
                  <c:v>0.13100000000000001</c:v>
                </c:pt>
                <c:pt idx="132">
                  <c:v>0.13200000000000001</c:v>
                </c:pt>
                <c:pt idx="133">
                  <c:v>0.13300000000000001</c:v>
                </c:pt>
                <c:pt idx="134">
                  <c:v>0.13400000000000001</c:v>
                </c:pt>
                <c:pt idx="135">
                  <c:v>0.13500000000000001</c:v>
                </c:pt>
                <c:pt idx="136">
                  <c:v>0.13600000000000001</c:v>
                </c:pt>
                <c:pt idx="137">
                  <c:v>0.13700000000000001</c:v>
                </c:pt>
                <c:pt idx="138">
                  <c:v>0.13800000000000001</c:v>
                </c:pt>
                <c:pt idx="139">
                  <c:v>0.13900000000000001</c:v>
                </c:pt>
                <c:pt idx="140">
                  <c:v>0.14000000000000001</c:v>
                </c:pt>
                <c:pt idx="141">
                  <c:v>0.14100000000000001</c:v>
                </c:pt>
                <c:pt idx="142">
                  <c:v>0.14200000000000002</c:v>
                </c:pt>
                <c:pt idx="143">
                  <c:v>0.14300000000000002</c:v>
                </c:pt>
                <c:pt idx="144">
                  <c:v>0.14400000000000002</c:v>
                </c:pt>
                <c:pt idx="145">
                  <c:v>0.14499999999999999</c:v>
                </c:pt>
                <c:pt idx="146">
                  <c:v>0.14599999999999999</c:v>
                </c:pt>
                <c:pt idx="147">
                  <c:v>0.14699999999999999</c:v>
                </c:pt>
                <c:pt idx="148">
                  <c:v>0.14799999999999999</c:v>
                </c:pt>
                <c:pt idx="149">
                  <c:v>0.14899999999999999</c:v>
                </c:pt>
                <c:pt idx="150">
                  <c:v>0.15</c:v>
                </c:pt>
                <c:pt idx="151">
                  <c:v>0.151</c:v>
                </c:pt>
                <c:pt idx="152">
                  <c:v>0.152</c:v>
                </c:pt>
                <c:pt idx="153">
                  <c:v>0.153</c:v>
                </c:pt>
                <c:pt idx="154">
                  <c:v>0.154</c:v>
                </c:pt>
                <c:pt idx="155">
                  <c:v>0.155</c:v>
                </c:pt>
                <c:pt idx="156">
                  <c:v>0.156</c:v>
                </c:pt>
                <c:pt idx="157">
                  <c:v>0.157</c:v>
                </c:pt>
                <c:pt idx="158">
                  <c:v>0.158</c:v>
                </c:pt>
                <c:pt idx="159">
                  <c:v>0.159</c:v>
                </c:pt>
                <c:pt idx="160">
                  <c:v>0.16</c:v>
                </c:pt>
                <c:pt idx="161">
                  <c:v>0.161</c:v>
                </c:pt>
                <c:pt idx="162">
                  <c:v>0.16200000000000001</c:v>
                </c:pt>
                <c:pt idx="163">
                  <c:v>0.16300000000000001</c:v>
                </c:pt>
                <c:pt idx="164">
                  <c:v>0.16400000000000001</c:v>
                </c:pt>
                <c:pt idx="165">
                  <c:v>0.16500000000000001</c:v>
                </c:pt>
                <c:pt idx="166">
                  <c:v>0.16600000000000001</c:v>
                </c:pt>
                <c:pt idx="167">
                  <c:v>0.16700000000000001</c:v>
                </c:pt>
                <c:pt idx="168">
                  <c:v>0.16800000000000001</c:v>
                </c:pt>
                <c:pt idx="169">
                  <c:v>0.16900000000000001</c:v>
                </c:pt>
                <c:pt idx="170">
                  <c:v>0.17</c:v>
                </c:pt>
                <c:pt idx="171">
                  <c:v>0.17100000000000001</c:v>
                </c:pt>
                <c:pt idx="172">
                  <c:v>0.17200000000000001</c:v>
                </c:pt>
                <c:pt idx="173">
                  <c:v>0.17300000000000001</c:v>
                </c:pt>
                <c:pt idx="174">
                  <c:v>0.17400000000000002</c:v>
                </c:pt>
                <c:pt idx="175">
                  <c:v>0.17500000000000002</c:v>
                </c:pt>
                <c:pt idx="176">
                  <c:v>0.17599999999999999</c:v>
                </c:pt>
                <c:pt idx="177">
                  <c:v>0.17699999999999999</c:v>
                </c:pt>
                <c:pt idx="178">
                  <c:v>0.17799999999999999</c:v>
                </c:pt>
                <c:pt idx="179">
                  <c:v>0.17899999999999999</c:v>
                </c:pt>
                <c:pt idx="180">
                  <c:v>0.18</c:v>
                </c:pt>
                <c:pt idx="181">
                  <c:v>0.18099999999999999</c:v>
                </c:pt>
                <c:pt idx="182">
                  <c:v>0.182</c:v>
                </c:pt>
                <c:pt idx="183">
                  <c:v>0.183</c:v>
                </c:pt>
                <c:pt idx="184">
                  <c:v>0.184</c:v>
                </c:pt>
                <c:pt idx="185">
                  <c:v>0.185</c:v>
                </c:pt>
                <c:pt idx="186">
                  <c:v>0.186</c:v>
                </c:pt>
                <c:pt idx="187">
                  <c:v>0.187</c:v>
                </c:pt>
                <c:pt idx="188">
                  <c:v>0.188</c:v>
                </c:pt>
                <c:pt idx="189">
                  <c:v>0.189</c:v>
                </c:pt>
                <c:pt idx="190">
                  <c:v>0.19</c:v>
                </c:pt>
                <c:pt idx="191">
                  <c:v>0.191</c:v>
                </c:pt>
                <c:pt idx="192">
                  <c:v>0.192</c:v>
                </c:pt>
                <c:pt idx="193">
                  <c:v>0.193</c:v>
                </c:pt>
                <c:pt idx="194">
                  <c:v>0.19400000000000001</c:v>
                </c:pt>
                <c:pt idx="195">
                  <c:v>0.19500000000000001</c:v>
                </c:pt>
                <c:pt idx="196">
                  <c:v>0.19600000000000001</c:v>
                </c:pt>
                <c:pt idx="197">
                  <c:v>0.19700000000000001</c:v>
                </c:pt>
                <c:pt idx="198">
                  <c:v>0.19800000000000001</c:v>
                </c:pt>
                <c:pt idx="199">
                  <c:v>0.19900000000000001</c:v>
                </c:pt>
                <c:pt idx="200">
                  <c:v>0.2</c:v>
                </c:pt>
                <c:pt idx="201">
                  <c:v>0.20100000000000001</c:v>
                </c:pt>
                <c:pt idx="202">
                  <c:v>0.20200000000000001</c:v>
                </c:pt>
                <c:pt idx="203">
                  <c:v>0.20300000000000001</c:v>
                </c:pt>
                <c:pt idx="204">
                  <c:v>0.20400000000000001</c:v>
                </c:pt>
                <c:pt idx="205">
                  <c:v>0.20500000000000002</c:v>
                </c:pt>
                <c:pt idx="206">
                  <c:v>0.20600000000000002</c:v>
                </c:pt>
                <c:pt idx="207">
                  <c:v>0.20700000000000002</c:v>
                </c:pt>
                <c:pt idx="208">
                  <c:v>0.20800000000000002</c:v>
                </c:pt>
                <c:pt idx="209">
                  <c:v>0.20899999999999999</c:v>
                </c:pt>
                <c:pt idx="210">
                  <c:v>0.21</c:v>
                </c:pt>
                <c:pt idx="211">
                  <c:v>0.21099999999999999</c:v>
                </c:pt>
                <c:pt idx="212">
                  <c:v>0.21199999999999999</c:v>
                </c:pt>
                <c:pt idx="213">
                  <c:v>0.21299999999999999</c:v>
                </c:pt>
                <c:pt idx="214">
                  <c:v>0.214</c:v>
                </c:pt>
                <c:pt idx="215">
                  <c:v>0.215</c:v>
                </c:pt>
                <c:pt idx="216">
                  <c:v>0.216</c:v>
                </c:pt>
                <c:pt idx="217">
                  <c:v>0.217</c:v>
                </c:pt>
                <c:pt idx="218">
                  <c:v>0.218</c:v>
                </c:pt>
                <c:pt idx="219">
                  <c:v>0.219</c:v>
                </c:pt>
                <c:pt idx="220">
                  <c:v>0.22</c:v>
                </c:pt>
                <c:pt idx="221">
                  <c:v>0.221</c:v>
                </c:pt>
                <c:pt idx="222">
                  <c:v>0.222</c:v>
                </c:pt>
                <c:pt idx="223">
                  <c:v>0.223</c:v>
                </c:pt>
                <c:pt idx="224">
                  <c:v>0.224</c:v>
                </c:pt>
                <c:pt idx="225">
                  <c:v>0.22500000000000001</c:v>
                </c:pt>
                <c:pt idx="226">
                  <c:v>0.22600000000000001</c:v>
                </c:pt>
                <c:pt idx="227">
                  <c:v>0.22700000000000001</c:v>
                </c:pt>
                <c:pt idx="228">
                  <c:v>0.22800000000000001</c:v>
                </c:pt>
                <c:pt idx="229">
                  <c:v>0.22900000000000001</c:v>
                </c:pt>
                <c:pt idx="230">
                  <c:v>0.23</c:v>
                </c:pt>
                <c:pt idx="231">
                  <c:v>0.23100000000000001</c:v>
                </c:pt>
                <c:pt idx="232">
                  <c:v>0.23200000000000001</c:v>
                </c:pt>
                <c:pt idx="233">
                  <c:v>0.23300000000000001</c:v>
                </c:pt>
                <c:pt idx="234">
                  <c:v>0.23400000000000001</c:v>
                </c:pt>
                <c:pt idx="235">
                  <c:v>0.23500000000000001</c:v>
                </c:pt>
                <c:pt idx="236">
                  <c:v>0.23600000000000002</c:v>
                </c:pt>
                <c:pt idx="237">
                  <c:v>0.23700000000000002</c:v>
                </c:pt>
                <c:pt idx="238">
                  <c:v>0.23800000000000002</c:v>
                </c:pt>
                <c:pt idx="239">
                  <c:v>0.23900000000000002</c:v>
                </c:pt>
                <c:pt idx="240">
                  <c:v>0.24</c:v>
                </c:pt>
                <c:pt idx="241">
                  <c:v>0.24099999999999999</c:v>
                </c:pt>
                <c:pt idx="242">
                  <c:v>0.24199999999999999</c:v>
                </c:pt>
                <c:pt idx="243">
                  <c:v>0.24299999999999999</c:v>
                </c:pt>
                <c:pt idx="244">
                  <c:v>0.24399999999999999</c:v>
                </c:pt>
                <c:pt idx="245">
                  <c:v>0.245</c:v>
                </c:pt>
                <c:pt idx="246">
                  <c:v>0.246</c:v>
                </c:pt>
                <c:pt idx="247">
                  <c:v>0.247</c:v>
                </c:pt>
                <c:pt idx="248">
                  <c:v>0.248</c:v>
                </c:pt>
                <c:pt idx="249">
                  <c:v>0.249</c:v>
                </c:pt>
                <c:pt idx="250">
                  <c:v>0.25</c:v>
                </c:pt>
                <c:pt idx="251">
                  <c:v>0.251</c:v>
                </c:pt>
                <c:pt idx="252">
                  <c:v>0.252</c:v>
                </c:pt>
                <c:pt idx="253">
                  <c:v>0.253</c:v>
                </c:pt>
                <c:pt idx="254">
                  <c:v>0.254</c:v>
                </c:pt>
                <c:pt idx="255">
                  <c:v>0.255</c:v>
                </c:pt>
                <c:pt idx="256">
                  <c:v>0.25600000000000001</c:v>
                </c:pt>
                <c:pt idx="257">
                  <c:v>0.25700000000000001</c:v>
                </c:pt>
                <c:pt idx="258">
                  <c:v>0.25800000000000001</c:v>
                </c:pt>
                <c:pt idx="259">
                  <c:v>0.25900000000000001</c:v>
                </c:pt>
                <c:pt idx="260">
                  <c:v>0.26</c:v>
                </c:pt>
                <c:pt idx="261">
                  <c:v>0.26100000000000001</c:v>
                </c:pt>
                <c:pt idx="262">
                  <c:v>0.26200000000000001</c:v>
                </c:pt>
                <c:pt idx="263">
                  <c:v>0.26300000000000001</c:v>
                </c:pt>
                <c:pt idx="264">
                  <c:v>0.26400000000000001</c:v>
                </c:pt>
                <c:pt idx="265">
                  <c:v>0.26500000000000001</c:v>
                </c:pt>
                <c:pt idx="266">
                  <c:v>0.26600000000000001</c:v>
                </c:pt>
                <c:pt idx="267">
                  <c:v>0.26700000000000002</c:v>
                </c:pt>
                <c:pt idx="268">
                  <c:v>0.26800000000000002</c:v>
                </c:pt>
                <c:pt idx="269">
                  <c:v>0.26900000000000002</c:v>
                </c:pt>
                <c:pt idx="270">
                  <c:v>0.27</c:v>
                </c:pt>
                <c:pt idx="271">
                  <c:v>0.27100000000000002</c:v>
                </c:pt>
                <c:pt idx="272">
                  <c:v>0.27200000000000002</c:v>
                </c:pt>
                <c:pt idx="273">
                  <c:v>0.27300000000000002</c:v>
                </c:pt>
                <c:pt idx="274">
                  <c:v>0.27400000000000002</c:v>
                </c:pt>
                <c:pt idx="275">
                  <c:v>0.27500000000000002</c:v>
                </c:pt>
                <c:pt idx="276">
                  <c:v>0.27600000000000002</c:v>
                </c:pt>
                <c:pt idx="277">
                  <c:v>0.27700000000000002</c:v>
                </c:pt>
                <c:pt idx="278">
                  <c:v>0.27800000000000002</c:v>
                </c:pt>
                <c:pt idx="279">
                  <c:v>0.27900000000000003</c:v>
                </c:pt>
                <c:pt idx="280">
                  <c:v>0.28000000000000003</c:v>
                </c:pt>
                <c:pt idx="281">
                  <c:v>0.28100000000000003</c:v>
                </c:pt>
                <c:pt idx="282">
                  <c:v>0.28200000000000003</c:v>
                </c:pt>
                <c:pt idx="283">
                  <c:v>0.28300000000000003</c:v>
                </c:pt>
                <c:pt idx="284">
                  <c:v>0.28400000000000003</c:v>
                </c:pt>
                <c:pt idx="285">
                  <c:v>0.28500000000000003</c:v>
                </c:pt>
                <c:pt idx="286">
                  <c:v>0.28600000000000003</c:v>
                </c:pt>
                <c:pt idx="287">
                  <c:v>0.28700000000000003</c:v>
                </c:pt>
                <c:pt idx="288">
                  <c:v>0.28800000000000003</c:v>
                </c:pt>
                <c:pt idx="289">
                  <c:v>0.28899999999999998</c:v>
                </c:pt>
                <c:pt idx="290">
                  <c:v>0.28999999999999998</c:v>
                </c:pt>
                <c:pt idx="291">
                  <c:v>0.29099999999999998</c:v>
                </c:pt>
                <c:pt idx="292">
                  <c:v>0.29199999999999998</c:v>
                </c:pt>
                <c:pt idx="293">
                  <c:v>0.29299999999999998</c:v>
                </c:pt>
                <c:pt idx="294">
                  <c:v>0.29399999999999998</c:v>
                </c:pt>
                <c:pt idx="295">
                  <c:v>0.29499999999999998</c:v>
                </c:pt>
                <c:pt idx="296">
                  <c:v>0.29599999999999999</c:v>
                </c:pt>
                <c:pt idx="297">
                  <c:v>0.29699999999999999</c:v>
                </c:pt>
                <c:pt idx="298">
                  <c:v>0.29799999999999999</c:v>
                </c:pt>
                <c:pt idx="299">
                  <c:v>0.29899999999999999</c:v>
                </c:pt>
                <c:pt idx="300">
                  <c:v>0.3</c:v>
                </c:pt>
                <c:pt idx="301">
                  <c:v>0.30099999999999999</c:v>
                </c:pt>
                <c:pt idx="302">
                  <c:v>0.30199999999999999</c:v>
                </c:pt>
                <c:pt idx="303">
                  <c:v>0.30299999999999999</c:v>
                </c:pt>
                <c:pt idx="304">
                  <c:v>0.30399999999999999</c:v>
                </c:pt>
                <c:pt idx="305">
                  <c:v>0.30499999999999999</c:v>
                </c:pt>
                <c:pt idx="306">
                  <c:v>0.30599999999999999</c:v>
                </c:pt>
                <c:pt idx="307">
                  <c:v>0.307</c:v>
                </c:pt>
                <c:pt idx="308">
                  <c:v>0.308</c:v>
                </c:pt>
                <c:pt idx="309">
                  <c:v>0.309</c:v>
                </c:pt>
                <c:pt idx="310">
                  <c:v>0.31</c:v>
                </c:pt>
                <c:pt idx="311">
                  <c:v>0.311</c:v>
                </c:pt>
                <c:pt idx="312">
                  <c:v>0.312</c:v>
                </c:pt>
                <c:pt idx="313">
                  <c:v>0.313</c:v>
                </c:pt>
                <c:pt idx="314">
                  <c:v>0.314</c:v>
                </c:pt>
                <c:pt idx="315">
                  <c:v>0.315</c:v>
                </c:pt>
                <c:pt idx="316">
                  <c:v>0.316</c:v>
                </c:pt>
                <c:pt idx="317">
                  <c:v>0.317</c:v>
                </c:pt>
                <c:pt idx="318">
                  <c:v>0.318</c:v>
                </c:pt>
                <c:pt idx="319">
                  <c:v>0.31900000000000001</c:v>
                </c:pt>
                <c:pt idx="320">
                  <c:v>0.32</c:v>
                </c:pt>
                <c:pt idx="321">
                  <c:v>0.32100000000000001</c:v>
                </c:pt>
                <c:pt idx="322">
                  <c:v>0.32200000000000001</c:v>
                </c:pt>
                <c:pt idx="323">
                  <c:v>0.32300000000000001</c:v>
                </c:pt>
                <c:pt idx="324">
                  <c:v>0.32400000000000001</c:v>
                </c:pt>
                <c:pt idx="325">
                  <c:v>0.32500000000000001</c:v>
                </c:pt>
                <c:pt idx="326">
                  <c:v>0.32600000000000001</c:v>
                </c:pt>
                <c:pt idx="327">
                  <c:v>0.32700000000000001</c:v>
                </c:pt>
                <c:pt idx="328">
                  <c:v>0.32800000000000001</c:v>
                </c:pt>
                <c:pt idx="329">
                  <c:v>0.32900000000000001</c:v>
                </c:pt>
                <c:pt idx="330">
                  <c:v>0.33</c:v>
                </c:pt>
                <c:pt idx="331">
                  <c:v>0.33100000000000002</c:v>
                </c:pt>
                <c:pt idx="332">
                  <c:v>0.33200000000000002</c:v>
                </c:pt>
                <c:pt idx="333">
                  <c:v>0.33300000000000002</c:v>
                </c:pt>
                <c:pt idx="334">
                  <c:v>0.33400000000000002</c:v>
                </c:pt>
                <c:pt idx="335">
                  <c:v>0.33500000000000002</c:v>
                </c:pt>
                <c:pt idx="336">
                  <c:v>0.33600000000000002</c:v>
                </c:pt>
                <c:pt idx="337">
                  <c:v>0.33700000000000002</c:v>
                </c:pt>
                <c:pt idx="338">
                  <c:v>0.33800000000000002</c:v>
                </c:pt>
                <c:pt idx="339">
                  <c:v>0.33900000000000002</c:v>
                </c:pt>
                <c:pt idx="340">
                  <c:v>0.34</c:v>
                </c:pt>
                <c:pt idx="341">
                  <c:v>0.34100000000000003</c:v>
                </c:pt>
                <c:pt idx="342">
                  <c:v>0.34200000000000003</c:v>
                </c:pt>
                <c:pt idx="343">
                  <c:v>0.34300000000000003</c:v>
                </c:pt>
                <c:pt idx="344">
                  <c:v>0.34400000000000003</c:v>
                </c:pt>
                <c:pt idx="345">
                  <c:v>0.34500000000000003</c:v>
                </c:pt>
                <c:pt idx="346">
                  <c:v>0.34600000000000003</c:v>
                </c:pt>
                <c:pt idx="347">
                  <c:v>0.34700000000000003</c:v>
                </c:pt>
                <c:pt idx="348">
                  <c:v>0.34800000000000003</c:v>
                </c:pt>
                <c:pt idx="349">
                  <c:v>0.34900000000000003</c:v>
                </c:pt>
                <c:pt idx="350">
                  <c:v>0.35000000000000003</c:v>
                </c:pt>
                <c:pt idx="351">
                  <c:v>0.35100000000000003</c:v>
                </c:pt>
                <c:pt idx="352">
                  <c:v>0.35199999999999998</c:v>
                </c:pt>
                <c:pt idx="353">
                  <c:v>0.35299999999999998</c:v>
                </c:pt>
                <c:pt idx="354">
                  <c:v>0.35399999999999998</c:v>
                </c:pt>
                <c:pt idx="355">
                  <c:v>0.35499999999999998</c:v>
                </c:pt>
                <c:pt idx="356">
                  <c:v>0.35599999999999998</c:v>
                </c:pt>
                <c:pt idx="357">
                  <c:v>0.35699999999999998</c:v>
                </c:pt>
                <c:pt idx="358">
                  <c:v>0.35799999999999998</c:v>
                </c:pt>
                <c:pt idx="359">
                  <c:v>0.35899999999999999</c:v>
                </c:pt>
                <c:pt idx="360">
                  <c:v>0.36</c:v>
                </c:pt>
                <c:pt idx="361">
                  <c:v>0.36099999999999999</c:v>
                </c:pt>
                <c:pt idx="362">
                  <c:v>0.36199999999999999</c:v>
                </c:pt>
                <c:pt idx="363">
                  <c:v>0.36299999999999999</c:v>
                </c:pt>
                <c:pt idx="364">
                  <c:v>0.36399999999999999</c:v>
                </c:pt>
                <c:pt idx="365">
                  <c:v>0.36499999999999999</c:v>
                </c:pt>
                <c:pt idx="366">
                  <c:v>0.36599999999999999</c:v>
                </c:pt>
                <c:pt idx="367">
                  <c:v>0.36699999999999999</c:v>
                </c:pt>
                <c:pt idx="368">
                  <c:v>0.36799999999999999</c:v>
                </c:pt>
                <c:pt idx="369">
                  <c:v>0.36899999999999999</c:v>
                </c:pt>
                <c:pt idx="370">
                  <c:v>0.37</c:v>
                </c:pt>
                <c:pt idx="371">
                  <c:v>0.371</c:v>
                </c:pt>
                <c:pt idx="372">
                  <c:v>0.372</c:v>
                </c:pt>
                <c:pt idx="373">
                  <c:v>0.373</c:v>
                </c:pt>
                <c:pt idx="374">
                  <c:v>0.374</c:v>
                </c:pt>
                <c:pt idx="375">
                  <c:v>0.375</c:v>
                </c:pt>
                <c:pt idx="376">
                  <c:v>0.376</c:v>
                </c:pt>
                <c:pt idx="377">
                  <c:v>0.377</c:v>
                </c:pt>
                <c:pt idx="378">
                  <c:v>0.378</c:v>
                </c:pt>
                <c:pt idx="379">
                  <c:v>0.379</c:v>
                </c:pt>
                <c:pt idx="380">
                  <c:v>0.38</c:v>
                </c:pt>
                <c:pt idx="381">
                  <c:v>0.38100000000000001</c:v>
                </c:pt>
                <c:pt idx="382">
                  <c:v>0.38200000000000001</c:v>
                </c:pt>
                <c:pt idx="383">
                  <c:v>0.38300000000000001</c:v>
                </c:pt>
                <c:pt idx="384">
                  <c:v>0.38400000000000001</c:v>
                </c:pt>
                <c:pt idx="385">
                  <c:v>0.38500000000000001</c:v>
                </c:pt>
                <c:pt idx="386">
                  <c:v>0.38600000000000001</c:v>
                </c:pt>
                <c:pt idx="387">
                  <c:v>0.38700000000000001</c:v>
                </c:pt>
                <c:pt idx="388">
                  <c:v>0.38800000000000001</c:v>
                </c:pt>
                <c:pt idx="389">
                  <c:v>0.38900000000000001</c:v>
                </c:pt>
                <c:pt idx="390">
                  <c:v>0.39</c:v>
                </c:pt>
                <c:pt idx="391">
                  <c:v>0.39100000000000001</c:v>
                </c:pt>
                <c:pt idx="392">
                  <c:v>0.39200000000000002</c:v>
                </c:pt>
                <c:pt idx="393">
                  <c:v>0.39300000000000002</c:v>
                </c:pt>
                <c:pt idx="394">
                  <c:v>0.39400000000000002</c:v>
                </c:pt>
                <c:pt idx="395">
                  <c:v>0.39500000000000002</c:v>
                </c:pt>
                <c:pt idx="396">
                  <c:v>0.39600000000000002</c:v>
                </c:pt>
                <c:pt idx="397">
                  <c:v>0.39700000000000002</c:v>
                </c:pt>
                <c:pt idx="398">
                  <c:v>0.39800000000000002</c:v>
                </c:pt>
                <c:pt idx="399">
                  <c:v>0.39900000000000002</c:v>
                </c:pt>
                <c:pt idx="400">
                  <c:v>0.4</c:v>
                </c:pt>
                <c:pt idx="401">
                  <c:v>0.40100000000000002</c:v>
                </c:pt>
                <c:pt idx="402">
                  <c:v>0.40200000000000002</c:v>
                </c:pt>
                <c:pt idx="403">
                  <c:v>0.40300000000000002</c:v>
                </c:pt>
                <c:pt idx="404">
                  <c:v>0.40400000000000003</c:v>
                </c:pt>
                <c:pt idx="405">
                  <c:v>0.40500000000000003</c:v>
                </c:pt>
                <c:pt idx="406">
                  <c:v>0.40600000000000003</c:v>
                </c:pt>
                <c:pt idx="407">
                  <c:v>0.40700000000000003</c:v>
                </c:pt>
                <c:pt idx="408">
                  <c:v>0.40800000000000003</c:v>
                </c:pt>
                <c:pt idx="409">
                  <c:v>0.40900000000000003</c:v>
                </c:pt>
                <c:pt idx="410">
                  <c:v>0.41000000000000003</c:v>
                </c:pt>
                <c:pt idx="411">
                  <c:v>0.41100000000000003</c:v>
                </c:pt>
                <c:pt idx="412">
                  <c:v>0.41200000000000003</c:v>
                </c:pt>
                <c:pt idx="413">
                  <c:v>0.41300000000000003</c:v>
                </c:pt>
                <c:pt idx="414">
                  <c:v>0.41400000000000003</c:v>
                </c:pt>
                <c:pt idx="415">
                  <c:v>0.41500000000000004</c:v>
                </c:pt>
                <c:pt idx="416">
                  <c:v>0.41600000000000004</c:v>
                </c:pt>
                <c:pt idx="417">
                  <c:v>0.41699999999999998</c:v>
                </c:pt>
                <c:pt idx="418">
                  <c:v>0.41799999999999998</c:v>
                </c:pt>
                <c:pt idx="419">
                  <c:v>0.41899999999999998</c:v>
                </c:pt>
                <c:pt idx="420">
                  <c:v>0.42</c:v>
                </c:pt>
                <c:pt idx="421">
                  <c:v>0.42099999999999999</c:v>
                </c:pt>
                <c:pt idx="422">
                  <c:v>0.42199999999999999</c:v>
                </c:pt>
                <c:pt idx="423">
                  <c:v>0.42299999999999999</c:v>
                </c:pt>
                <c:pt idx="424">
                  <c:v>0.42399999999999999</c:v>
                </c:pt>
                <c:pt idx="425">
                  <c:v>0.42499999999999999</c:v>
                </c:pt>
                <c:pt idx="426">
                  <c:v>0.42599999999999999</c:v>
                </c:pt>
                <c:pt idx="427">
                  <c:v>0.42699999999999999</c:v>
                </c:pt>
                <c:pt idx="428">
                  <c:v>0.42799999999999999</c:v>
                </c:pt>
                <c:pt idx="429">
                  <c:v>0.42899999999999999</c:v>
                </c:pt>
                <c:pt idx="430">
                  <c:v>0.43</c:v>
                </c:pt>
                <c:pt idx="431">
                  <c:v>0.43099999999999999</c:v>
                </c:pt>
                <c:pt idx="432">
                  <c:v>0.432</c:v>
                </c:pt>
                <c:pt idx="433">
                  <c:v>0.433</c:v>
                </c:pt>
                <c:pt idx="434">
                  <c:v>0.434</c:v>
                </c:pt>
                <c:pt idx="435">
                  <c:v>0.435</c:v>
                </c:pt>
                <c:pt idx="436">
                  <c:v>0.436</c:v>
                </c:pt>
                <c:pt idx="437">
                  <c:v>0.437</c:v>
                </c:pt>
                <c:pt idx="438">
                  <c:v>0.438</c:v>
                </c:pt>
                <c:pt idx="439">
                  <c:v>0.439</c:v>
                </c:pt>
                <c:pt idx="440">
                  <c:v>0.44</c:v>
                </c:pt>
                <c:pt idx="441">
                  <c:v>0.441</c:v>
                </c:pt>
                <c:pt idx="442">
                  <c:v>0.442</c:v>
                </c:pt>
                <c:pt idx="443">
                  <c:v>0.443</c:v>
                </c:pt>
                <c:pt idx="444">
                  <c:v>0.44400000000000001</c:v>
                </c:pt>
                <c:pt idx="445">
                  <c:v>0.44500000000000001</c:v>
                </c:pt>
                <c:pt idx="446">
                  <c:v>0.44600000000000001</c:v>
                </c:pt>
                <c:pt idx="447">
                  <c:v>0.44700000000000001</c:v>
                </c:pt>
                <c:pt idx="448">
                  <c:v>0.44800000000000001</c:v>
                </c:pt>
                <c:pt idx="449">
                  <c:v>0.44900000000000001</c:v>
                </c:pt>
                <c:pt idx="450">
                  <c:v>0.45</c:v>
                </c:pt>
                <c:pt idx="451">
                  <c:v>0.45100000000000001</c:v>
                </c:pt>
                <c:pt idx="452">
                  <c:v>0.45200000000000001</c:v>
                </c:pt>
                <c:pt idx="453">
                  <c:v>0.45300000000000001</c:v>
                </c:pt>
                <c:pt idx="454">
                  <c:v>0.45400000000000001</c:v>
                </c:pt>
                <c:pt idx="455">
                  <c:v>0.45500000000000002</c:v>
                </c:pt>
                <c:pt idx="456">
                  <c:v>0.45600000000000002</c:v>
                </c:pt>
                <c:pt idx="457">
                  <c:v>0.45700000000000002</c:v>
                </c:pt>
                <c:pt idx="458">
                  <c:v>0.45800000000000002</c:v>
                </c:pt>
                <c:pt idx="459">
                  <c:v>0.45900000000000002</c:v>
                </c:pt>
                <c:pt idx="460">
                  <c:v>0.46</c:v>
                </c:pt>
                <c:pt idx="461">
                  <c:v>0.46100000000000002</c:v>
                </c:pt>
                <c:pt idx="462">
                  <c:v>0.46200000000000002</c:v>
                </c:pt>
                <c:pt idx="463">
                  <c:v>0.46300000000000002</c:v>
                </c:pt>
                <c:pt idx="464">
                  <c:v>0.46400000000000002</c:v>
                </c:pt>
                <c:pt idx="465">
                  <c:v>0.46500000000000002</c:v>
                </c:pt>
                <c:pt idx="466">
                  <c:v>0.46600000000000003</c:v>
                </c:pt>
                <c:pt idx="467">
                  <c:v>0.46700000000000003</c:v>
                </c:pt>
                <c:pt idx="468">
                  <c:v>0.46800000000000003</c:v>
                </c:pt>
                <c:pt idx="469">
                  <c:v>0.46900000000000003</c:v>
                </c:pt>
                <c:pt idx="470">
                  <c:v>0.47000000000000003</c:v>
                </c:pt>
                <c:pt idx="471">
                  <c:v>0.47100000000000003</c:v>
                </c:pt>
                <c:pt idx="472">
                  <c:v>0.47200000000000003</c:v>
                </c:pt>
                <c:pt idx="473">
                  <c:v>0.47300000000000003</c:v>
                </c:pt>
                <c:pt idx="474">
                  <c:v>0.47400000000000003</c:v>
                </c:pt>
                <c:pt idx="475">
                  <c:v>0.47500000000000003</c:v>
                </c:pt>
                <c:pt idx="476">
                  <c:v>0.47600000000000003</c:v>
                </c:pt>
                <c:pt idx="477">
                  <c:v>0.47700000000000004</c:v>
                </c:pt>
                <c:pt idx="478">
                  <c:v>0.47800000000000004</c:v>
                </c:pt>
                <c:pt idx="479">
                  <c:v>0.47900000000000004</c:v>
                </c:pt>
                <c:pt idx="480">
                  <c:v>0.48</c:v>
                </c:pt>
                <c:pt idx="481">
                  <c:v>0.48099999999999998</c:v>
                </c:pt>
                <c:pt idx="482">
                  <c:v>0.48199999999999998</c:v>
                </c:pt>
                <c:pt idx="483">
                  <c:v>0.48299999999999998</c:v>
                </c:pt>
                <c:pt idx="484">
                  <c:v>0.48399999999999999</c:v>
                </c:pt>
                <c:pt idx="485">
                  <c:v>0.48499999999999999</c:v>
                </c:pt>
                <c:pt idx="486">
                  <c:v>0.48599999999999999</c:v>
                </c:pt>
                <c:pt idx="487">
                  <c:v>0.48699999999999999</c:v>
                </c:pt>
                <c:pt idx="488">
                  <c:v>0.48799999999999999</c:v>
                </c:pt>
                <c:pt idx="489">
                  <c:v>0.48899999999999999</c:v>
                </c:pt>
                <c:pt idx="490">
                  <c:v>0.49</c:v>
                </c:pt>
                <c:pt idx="491">
                  <c:v>0.49099999999999999</c:v>
                </c:pt>
                <c:pt idx="492">
                  <c:v>0.49199999999999999</c:v>
                </c:pt>
                <c:pt idx="493">
                  <c:v>0.49299999999999999</c:v>
                </c:pt>
                <c:pt idx="494">
                  <c:v>0.49399999999999999</c:v>
                </c:pt>
                <c:pt idx="495">
                  <c:v>0.495</c:v>
                </c:pt>
                <c:pt idx="496">
                  <c:v>0.496</c:v>
                </c:pt>
                <c:pt idx="497">
                  <c:v>0.497</c:v>
                </c:pt>
                <c:pt idx="498">
                  <c:v>0.498</c:v>
                </c:pt>
                <c:pt idx="499">
                  <c:v>0.499</c:v>
                </c:pt>
                <c:pt idx="500">
                  <c:v>0.5</c:v>
                </c:pt>
                <c:pt idx="501">
                  <c:v>0.501</c:v>
                </c:pt>
                <c:pt idx="502">
                  <c:v>0.502</c:v>
                </c:pt>
                <c:pt idx="503">
                  <c:v>0.503</c:v>
                </c:pt>
                <c:pt idx="504">
                  <c:v>0.504</c:v>
                </c:pt>
                <c:pt idx="505">
                  <c:v>0.505</c:v>
                </c:pt>
                <c:pt idx="506">
                  <c:v>0.50600000000000001</c:v>
                </c:pt>
                <c:pt idx="507">
                  <c:v>0.50700000000000001</c:v>
                </c:pt>
                <c:pt idx="508">
                  <c:v>0.50800000000000001</c:v>
                </c:pt>
                <c:pt idx="509">
                  <c:v>0.50900000000000001</c:v>
                </c:pt>
                <c:pt idx="510">
                  <c:v>0.51</c:v>
                </c:pt>
                <c:pt idx="511">
                  <c:v>0.51100000000000001</c:v>
                </c:pt>
                <c:pt idx="512">
                  <c:v>0.51200000000000001</c:v>
                </c:pt>
                <c:pt idx="513">
                  <c:v>0.51300000000000001</c:v>
                </c:pt>
                <c:pt idx="514">
                  <c:v>0.51400000000000001</c:v>
                </c:pt>
                <c:pt idx="515">
                  <c:v>0.51500000000000001</c:v>
                </c:pt>
                <c:pt idx="516">
                  <c:v>0.51600000000000001</c:v>
                </c:pt>
                <c:pt idx="517">
                  <c:v>0.51700000000000002</c:v>
                </c:pt>
                <c:pt idx="518">
                  <c:v>0.51800000000000002</c:v>
                </c:pt>
                <c:pt idx="519">
                  <c:v>0.51900000000000002</c:v>
                </c:pt>
                <c:pt idx="520">
                  <c:v>0.52</c:v>
                </c:pt>
                <c:pt idx="521">
                  <c:v>0.52100000000000002</c:v>
                </c:pt>
                <c:pt idx="522">
                  <c:v>0.52200000000000002</c:v>
                </c:pt>
                <c:pt idx="523">
                  <c:v>0.52300000000000002</c:v>
                </c:pt>
                <c:pt idx="524">
                  <c:v>0.52400000000000002</c:v>
                </c:pt>
                <c:pt idx="525">
                  <c:v>0.52500000000000002</c:v>
                </c:pt>
                <c:pt idx="526">
                  <c:v>0.52600000000000002</c:v>
                </c:pt>
                <c:pt idx="527">
                  <c:v>0.52700000000000002</c:v>
                </c:pt>
                <c:pt idx="528">
                  <c:v>0.52800000000000002</c:v>
                </c:pt>
                <c:pt idx="529">
                  <c:v>0.52900000000000003</c:v>
                </c:pt>
                <c:pt idx="530">
                  <c:v>0.53</c:v>
                </c:pt>
                <c:pt idx="531">
                  <c:v>0.53100000000000003</c:v>
                </c:pt>
                <c:pt idx="532">
                  <c:v>0.53200000000000003</c:v>
                </c:pt>
                <c:pt idx="533">
                  <c:v>0.53300000000000003</c:v>
                </c:pt>
                <c:pt idx="534">
                  <c:v>0.53400000000000003</c:v>
                </c:pt>
                <c:pt idx="535">
                  <c:v>0.53500000000000003</c:v>
                </c:pt>
                <c:pt idx="536">
                  <c:v>0.53600000000000003</c:v>
                </c:pt>
                <c:pt idx="537">
                  <c:v>0.53700000000000003</c:v>
                </c:pt>
                <c:pt idx="538">
                  <c:v>0.53800000000000003</c:v>
                </c:pt>
                <c:pt idx="539">
                  <c:v>0.53900000000000003</c:v>
                </c:pt>
                <c:pt idx="540">
                  <c:v>0.54</c:v>
                </c:pt>
                <c:pt idx="541">
                  <c:v>0.54100000000000004</c:v>
                </c:pt>
                <c:pt idx="542">
                  <c:v>0.54200000000000004</c:v>
                </c:pt>
                <c:pt idx="543">
                  <c:v>0.54300000000000004</c:v>
                </c:pt>
                <c:pt idx="544">
                  <c:v>0.54400000000000004</c:v>
                </c:pt>
                <c:pt idx="545">
                  <c:v>0.54500000000000004</c:v>
                </c:pt>
                <c:pt idx="546">
                  <c:v>0.54600000000000004</c:v>
                </c:pt>
                <c:pt idx="547">
                  <c:v>0.54700000000000004</c:v>
                </c:pt>
                <c:pt idx="548">
                  <c:v>0.54800000000000004</c:v>
                </c:pt>
                <c:pt idx="549">
                  <c:v>0.54900000000000004</c:v>
                </c:pt>
                <c:pt idx="550">
                  <c:v>0.55000000000000004</c:v>
                </c:pt>
                <c:pt idx="551">
                  <c:v>0.55100000000000005</c:v>
                </c:pt>
                <c:pt idx="552">
                  <c:v>0.55200000000000005</c:v>
                </c:pt>
                <c:pt idx="553">
                  <c:v>0.55300000000000005</c:v>
                </c:pt>
                <c:pt idx="554">
                  <c:v>0.55400000000000005</c:v>
                </c:pt>
                <c:pt idx="555">
                  <c:v>0.55500000000000005</c:v>
                </c:pt>
                <c:pt idx="556">
                  <c:v>0.55600000000000005</c:v>
                </c:pt>
                <c:pt idx="557">
                  <c:v>0.55700000000000005</c:v>
                </c:pt>
                <c:pt idx="558">
                  <c:v>0.55800000000000005</c:v>
                </c:pt>
                <c:pt idx="559">
                  <c:v>0.55900000000000005</c:v>
                </c:pt>
                <c:pt idx="560">
                  <c:v>0.56000000000000005</c:v>
                </c:pt>
                <c:pt idx="561">
                  <c:v>0.56100000000000005</c:v>
                </c:pt>
                <c:pt idx="562">
                  <c:v>0.56200000000000006</c:v>
                </c:pt>
                <c:pt idx="563">
                  <c:v>0.56300000000000006</c:v>
                </c:pt>
                <c:pt idx="564">
                  <c:v>0.56400000000000006</c:v>
                </c:pt>
                <c:pt idx="565">
                  <c:v>0.56500000000000006</c:v>
                </c:pt>
                <c:pt idx="566">
                  <c:v>0.56600000000000006</c:v>
                </c:pt>
                <c:pt idx="567">
                  <c:v>0.56700000000000006</c:v>
                </c:pt>
                <c:pt idx="568">
                  <c:v>0.56800000000000006</c:v>
                </c:pt>
                <c:pt idx="569">
                  <c:v>0.56900000000000006</c:v>
                </c:pt>
                <c:pt idx="570">
                  <c:v>0.57000000000000006</c:v>
                </c:pt>
                <c:pt idx="571">
                  <c:v>0.57100000000000006</c:v>
                </c:pt>
                <c:pt idx="572">
                  <c:v>0.57200000000000006</c:v>
                </c:pt>
                <c:pt idx="573">
                  <c:v>0.57300000000000006</c:v>
                </c:pt>
                <c:pt idx="574">
                  <c:v>0.57400000000000007</c:v>
                </c:pt>
                <c:pt idx="575">
                  <c:v>0.57500000000000007</c:v>
                </c:pt>
                <c:pt idx="576">
                  <c:v>0.57600000000000007</c:v>
                </c:pt>
                <c:pt idx="577">
                  <c:v>0.57699999999999996</c:v>
                </c:pt>
                <c:pt idx="578">
                  <c:v>0.57799999999999996</c:v>
                </c:pt>
                <c:pt idx="579">
                  <c:v>0.57899999999999996</c:v>
                </c:pt>
                <c:pt idx="580">
                  <c:v>0.57999999999999996</c:v>
                </c:pt>
                <c:pt idx="581">
                  <c:v>0.58099999999999996</c:v>
                </c:pt>
                <c:pt idx="582">
                  <c:v>0.58199999999999996</c:v>
                </c:pt>
                <c:pt idx="583">
                  <c:v>0.58299999999999996</c:v>
                </c:pt>
                <c:pt idx="584">
                  <c:v>0.58399999999999996</c:v>
                </c:pt>
                <c:pt idx="585">
                  <c:v>0.58499999999999996</c:v>
                </c:pt>
                <c:pt idx="586">
                  <c:v>0.58599999999999997</c:v>
                </c:pt>
                <c:pt idx="587">
                  <c:v>0.58699999999999997</c:v>
                </c:pt>
                <c:pt idx="588">
                  <c:v>0.58799999999999997</c:v>
                </c:pt>
                <c:pt idx="589">
                  <c:v>0.58899999999999997</c:v>
                </c:pt>
                <c:pt idx="590">
                  <c:v>0.59</c:v>
                </c:pt>
                <c:pt idx="591">
                  <c:v>0.59099999999999997</c:v>
                </c:pt>
                <c:pt idx="592">
                  <c:v>0.59199999999999997</c:v>
                </c:pt>
                <c:pt idx="593">
                  <c:v>0.59299999999999997</c:v>
                </c:pt>
                <c:pt idx="594">
                  <c:v>0.59399999999999997</c:v>
                </c:pt>
                <c:pt idx="595">
                  <c:v>0.59499999999999997</c:v>
                </c:pt>
                <c:pt idx="596">
                  <c:v>0.59599999999999997</c:v>
                </c:pt>
                <c:pt idx="597">
                  <c:v>0.59699999999999998</c:v>
                </c:pt>
                <c:pt idx="598">
                  <c:v>0.59799999999999998</c:v>
                </c:pt>
                <c:pt idx="599">
                  <c:v>0.59899999999999998</c:v>
                </c:pt>
                <c:pt idx="600">
                  <c:v>0.6</c:v>
                </c:pt>
                <c:pt idx="601">
                  <c:v>0.60099999999999998</c:v>
                </c:pt>
                <c:pt idx="602">
                  <c:v>0.60199999999999998</c:v>
                </c:pt>
                <c:pt idx="603">
                  <c:v>0.60299999999999998</c:v>
                </c:pt>
                <c:pt idx="604">
                  <c:v>0.60399999999999998</c:v>
                </c:pt>
                <c:pt idx="605">
                  <c:v>0.60499999999999998</c:v>
                </c:pt>
                <c:pt idx="606">
                  <c:v>0.60599999999999998</c:v>
                </c:pt>
                <c:pt idx="607">
                  <c:v>0.60699999999999998</c:v>
                </c:pt>
                <c:pt idx="608">
                  <c:v>0.60799999999999998</c:v>
                </c:pt>
                <c:pt idx="609">
                  <c:v>0.60899999999999999</c:v>
                </c:pt>
                <c:pt idx="610">
                  <c:v>0.61</c:v>
                </c:pt>
                <c:pt idx="611">
                  <c:v>0.61099999999999999</c:v>
                </c:pt>
                <c:pt idx="612">
                  <c:v>0.61199999999999999</c:v>
                </c:pt>
                <c:pt idx="613">
                  <c:v>0.61299999999999999</c:v>
                </c:pt>
                <c:pt idx="614">
                  <c:v>0.61399999999999999</c:v>
                </c:pt>
                <c:pt idx="615">
                  <c:v>0.61499999999999999</c:v>
                </c:pt>
                <c:pt idx="616">
                  <c:v>0.61599999999999999</c:v>
                </c:pt>
                <c:pt idx="617">
                  <c:v>0.61699999999999999</c:v>
                </c:pt>
                <c:pt idx="618">
                  <c:v>0.61799999999999999</c:v>
                </c:pt>
                <c:pt idx="619">
                  <c:v>0.61899999999999999</c:v>
                </c:pt>
                <c:pt idx="620">
                  <c:v>0.62</c:v>
                </c:pt>
                <c:pt idx="621">
                  <c:v>0.621</c:v>
                </c:pt>
                <c:pt idx="622">
                  <c:v>0.622</c:v>
                </c:pt>
                <c:pt idx="623">
                  <c:v>0.623</c:v>
                </c:pt>
                <c:pt idx="624">
                  <c:v>0.624</c:v>
                </c:pt>
                <c:pt idx="625">
                  <c:v>0.625</c:v>
                </c:pt>
                <c:pt idx="626">
                  <c:v>0.626</c:v>
                </c:pt>
                <c:pt idx="627">
                  <c:v>0.627</c:v>
                </c:pt>
                <c:pt idx="628">
                  <c:v>0.628</c:v>
                </c:pt>
                <c:pt idx="629">
                  <c:v>0.629</c:v>
                </c:pt>
                <c:pt idx="630">
                  <c:v>0.63</c:v>
                </c:pt>
                <c:pt idx="631">
                  <c:v>0.63100000000000001</c:v>
                </c:pt>
                <c:pt idx="632">
                  <c:v>0.63200000000000001</c:v>
                </c:pt>
                <c:pt idx="633">
                  <c:v>0.63300000000000001</c:v>
                </c:pt>
                <c:pt idx="634">
                  <c:v>0.63400000000000001</c:v>
                </c:pt>
                <c:pt idx="635">
                  <c:v>0.63500000000000001</c:v>
                </c:pt>
                <c:pt idx="636">
                  <c:v>0.63600000000000001</c:v>
                </c:pt>
                <c:pt idx="637">
                  <c:v>0.63700000000000001</c:v>
                </c:pt>
                <c:pt idx="638">
                  <c:v>0.63800000000000001</c:v>
                </c:pt>
                <c:pt idx="639">
                  <c:v>0.63900000000000001</c:v>
                </c:pt>
                <c:pt idx="640">
                  <c:v>0.64</c:v>
                </c:pt>
                <c:pt idx="641">
                  <c:v>0.64100000000000001</c:v>
                </c:pt>
                <c:pt idx="642">
                  <c:v>0.64200000000000002</c:v>
                </c:pt>
                <c:pt idx="643">
                  <c:v>0.64300000000000002</c:v>
                </c:pt>
                <c:pt idx="644">
                  <c:v>0.64400000000000002</c:v>
                </c:pt>
                <c:pt idx="645">
                  <c:v>0.64500000000000002</c:v>
                </c:pt>
                <c:pt idx="646">
                  <c:v>0.64600000000000002</c:v>
                </c:pt>
                <c:pt idx="647">
                  <c:v>0.64700000000000002</c:v>
                </c:pt>
                <c:pt idx="648">
                  <c:v>0.64800000000000002</c:v>
                </c:pt>
                <c:pt idx="649">
                  <c:v>0.64900000000000002</c:v>
                </c:pt>
                <c:pt idx="650">
                  <c:v>0.65</c:v>
                </c:pt>
                <c:pt idx="651">
                  <c:v>0.65100000000000002</c:v>
                </c:pt>
                <c:pt idx="652">
                  <c:v>0.65200000000000002</c:v>
                </c:pt>
                <c:pt idx="653">
                  <c:v>0.65300000000000002</c:v>
                </c:pt>
                <c:pt idx="654">
                  <c:v>0.65400000000000003</c:v>
                </c:pt>
                <c:pt idx="655">
                  <c:v>0.65500000000000003</c:v>
                </c:pt>
                <c:pt idx="656">
                  <c:v>0.65600000000000003</c:v>
                </c:pt>
                <c:pt idx="657">
                  <c:v>0.65700000000000003</c:v>
                </c:pt>
                <c:pt idx="658">
                  <c:v>0.65800000000000003</c:v>
                </c:pt>
                <c:pt idx="659">
                  <c:v>0.65900000000000003</c:v>
                </c:pt>
                <c:pt idx="660">
                  <c:v>0.66</c:v>
                </c:pt>
                <c:pt idx="661">
                  <c:v>0.66100000000000003</c:v>
                </c:pt>
                <c:pt idx="662">
                  <c:v>0.66200000000000003</c:v>
                </c:pt>
                <c:pt idx="663">
                  <c:v>0.66300000000000003</c:v>
                </c:pt>
                <c:pt idx="664">
                  <c:v>0.66400000000000003</c:v>
                </c:pt>
                <c:pt idx="665">
                  <c:v>0.66500000000000004</c:v>
                </c:pt>
                <c:pt idx="666">
                  <c:v>0.66600000000000004</c:v>
                </c:pt>
                <c:pt idx="667">
                  <c:v>0.66700000000000004</c:v>
                </c:pt>
                <c:pt idx="668">
                  <c:v>0.66800000000000004</c:v>
                </c:pt>
                <c:pt idx="669">
                  <c:v>0.66900000000000004</c:v>
                </c:pt>
                <c:pt idx="670">
                  <c:v>0.67</c:v>
                </c:pt>
                <c:pt idx="671">
                  <c:v>0.67100000000000004</c:v>
                </c:pt>
                <c:pt idx="672">
                  <c:v>0.67200000000000004</c:v>
                </c:pt>
                <c:pt idx="673">
                  <c:v>0.67300000000000004</c:v>
                </c:pt>
                <c:pt idx="674">
                  <c:v>0.67400000000000004</c:v>
                </c:pt>
                <c:pt idx="675">
                  <c:v>0.67500000000000004</c:v>
                </c:pt>
                <c:pt idx="676">
                  <c:v>0.67600000000000005</c:v>
                </c:pt>
                <c:pt idx="677">
                  <c:v>0.67700000000000005</c:v>
                </c:pt>
                <c:pt idx="678">
                  <c:v>0.67800000000000005</c:v>
                </c:pt>
                <c:pt idx="679">
                  <c:v>0.67900000000000005</c:v>
                </c:pt>
                <c:pt idx="680">
                  <c:v>0.68</c:v>
                </c:pt>
                <c:pt idx="681">
                  <c:v>0.68100000000000005</c:v>
                </c:pt>
                <c:pt idx="682">
                  <c:v>0.68200000000000005</c:v>
                </c:pt>
                <c:pt idx="683">
                  <c:v>0.68300000000000005</c:v>
                </c:pt>
                <c:pt idx="684">
                  <c:v>0.68400000000000005</c:v>
                </c:pt>
                <c:pt idx="685">
                  <c:v>0.68500000000000005</c:v>
                </c:pt>
                <c:pt idx="686">
                  <c:v>0.68600000000000005</c:v>
                </c:pt>
                <c:pt idx="687">
                  <c:v>0.68700000000000006</c:v>
                </c:pt>
                <c:pt idx="688">
                  <c:v>0.68800000000000006</c:v>
                </c:pt>
                <c:pt idx="689">
                  <c:v>0.68900000000000006</c:v>
                </c:pt>
                <c:pt idx="690">
                  <c:v>0.69000000000000006</c:v>
                </c:pt>
                <c:pt idx="691">
                  <c:v>0.69100000000000006</c:v>
                </c:pt>
                <c:pt idx="692">
                  <c:v>0.69200000000000006</c:v>
                </c:pt>
                <c:pt idx="693">
                  <c:v>0.69300000000000006</c:v>
                </c:pt>
                <c:pt idx="694">
                  <c:v>0.69400000000000006</c:v>
                </c:pt>
                <c:pt idx="695">
                  <c:v>0.69500000000000006</c:v>
                </c:pt>
                <c:pt idx="696">
                  <c:v>0.69600000000000006</c:v>
                </c:pt>
                <c:pt idx="697">
                  <c:v>0.69700000000000006</c:v>
                </c:pt>
                <c:pt idx="698">
                  <c:v>0.69800000000000006</c:v>
                </c:pt>
                <c:pt idx="699">
                  <c:v>0.69900000000000007</c:v>
                </c:pt>
                <c:pt idx="700">
                  <c:v>0.70000000000000007</c:v>
                </c:pt>
                <c:pt idx="701">
                  <c:v>0.70100000000000007</c:v>
                </c:pt>
                <c:pt idx="702">
                  <c:v>0.70200000000000007</c:v>
                </c:pt>
                <c:pt idx="703">
                  <c:v>0.70300000000000007</c:v>
                </c:pt>
                <c:pt idx="704">
                  <c:v>0.70399999999999996</c:v>
                </c:pt>
                <c:pt idx="705">
                  <c:v>0.70499999999999996</c:v>
                </c:pt>
                <c:pt idx="706">
                  <c:v>0.70599999999999996</c:v>
                </c:pt>
                <c:pt idx="707">
                  <c:v>0.70699999999999996</c:v>
                </c:pt>
                <c:pt idx="708">
                  <c:v>0.70799999999999996</c:v>
                </c:pt>
                <c:pt idx="709">
                  <c:v>0.70899999999999996</c:v>
                </c:pt>
                <c:pt idx="710">
                  <c:v>0.71</c:v>
                </c:pt>
                <c:pt idx="711">
                  <c:v>0.71099999999999997</c:v>
                </c:pt>
                <c:pt idx="712">
                  <c:v>0.71199999999999997</c:v>
                </c:pt>
                <c:pt idx="713">
                  <c:v>0.71299999999999997</c:v>
                </c:pt>
                <c:pt idx="714">
                  <c:v>0.71399999999999997</c:v>
                </c:pt>
                <c:pt idx="715">
                  <c:v>0.71499999999999997</c:v>
                </c:pt>
                <c:pt idx="716">
                  <c:v>0.71599999999999997</c:v>
                </c:pt>
                <c:pt idx="717">
                  <c:v>0.71699999999999997</c:v>
                </c:pt>
                <c:pt idx="718">
                  <c:v>0.71799999999999997</c:v>
                </c:pt>
                <c:pt idx="719">
                  <c:v>0.71899999999999997</c:v>
                </c:pt>
                <c:pt idx="720">
                  <c:v>0.72</c:v>
                </c:pt>
                <c:pt idx="721">
                  <c:v>0.72099999999999997</c:v>
                </c:pt>
                <c:pt idx="722">
                  <c:v>0.72199999999999998</c:v>
                </c:pt>
                <c:pt idx="723">
                  <c:v>0.72299999999999998</c:v>
                </c:pt>
                <c:pt idx="724">
                  <c:v>0.72399999999999998</c:v>
                </c:pt>
                <c:pt idx="725">
                  <c:v>0.72499999999999998</c:v>
                </c:pt>
                <c:pt idx="726">
                  <c:v>0.72599999999999998</c:v>
                </c:pt>
                <c:pt idx="727">
                  <c:v>0.72699999999999998</c:v>
                </c:pt>
                <c:pt idx="728">
                  <c:v>0.72799999999999998</c:v>
                </c:pt>
                <c:pt idx="729">
                  <c:v>0.72899999999999998</c:v>
                </c:pt>
                <c:pt idx="730">
                  <c:v>0.73</c:v>
                </c:pt>
                <c:pt idx="731">
                  <c:v>0.73099999999999998</c:v>
                </c:pt>
                <c:pt idx="732">
                  <c:v>0.73199999999999998</c:v>
                </c:pt>
                <c:pt idx="733">
                  <c:v>0.73299999999999998</c:v>
                </c:pt>
                <c:pt idx="734">
                  <c:v>0.73399999999999999</c:v>
                </c:pt>
                <c:pt idx="735">
                  <c:v>0.73499999999999999</c:v>
                </c:pt>
                <c:pt idx="736">
                  <c:v>0.73599999999999999</c:v>
                </c:pt>
                <c:pt idx="737">
                  <c:v>0.73699999999999999</c:v>
                </c:pt>
                <c:pt idx="738">
                  <c:v>0.73799999999999999</c:v>
                </c:pt>
                <c:pt idx="739">
                  <c:v>0.73899999999999999</c:v>
                </c:pt>
                <c:pt idx="740">
                  <c:v>0.74</c:v>
                </c:pt>
                <c:pt idx="741">
                  <c:v>0.74099999999999999</c:v>
                </c:pt>
                <c:pt idx="742">
                  <c:v>0.74199999999999999</c:v>
                </c:pt>
                <c:pt idx="743">
                  <c:v>0.74299999999999999</c:v>
                </c:pt>
                <c:pt idx="744">
                  <c:v>0.74399999999999999</c:v>
                </c:pt>
                <c:pt idx="745">
                  <c:v>0.745</c:v>
                </c:pt>
                <c:pt idx="746">
                  <c:v>0.746</c:v>
                </c:pt>
                <c:pt idx="747">
                  <c:v>0.747</c:v>
                </c:pt>
                <c:pt idx="748">
                  <c:v>0.748</c:v>
                </c:pt>
                <c:pt idx="749">
                  <c:v>0.749</c:v>
                </c:pt>
                <c:pt idx="750">
                  <c:v>0.75</c:v>
                </c:pt>
                <c:pt idx="751">
                  <c:v>0.751</c:v>
                </c:pt>
                <c:pt idx="752">
                  <c:v>0.752</c:v>
                </c:pt>
                <c:pt idx="753">
                  <c:v>0.753</c:v>
                </c:pt>
                <c:pt idx="754">
                  <c:v>0.754</c:v>
                </c:pt>
                <c:pt idx="755">
                  <c:v>0.755</c:v>
                </c:pt>
                <c:pt idx="756">
                  <c:v>0.75600000000000001</c:v>
                </c:pt>
                <c:pt idx="757">
                  <c:v>0.75700000000000001</c:v>
                </c:pt>
                <c:pt idx="758">
                  <c:v>0.75800000000000001</c:v>
                </c:pt>
                <c:pt idx="759">
                  <c:v>0.75900000000000001</c:v>
                </c:pt>
                <c:pt idx="760">
                  <c:v>0.76</c:v>
                </c:pt>
                <c:pt idx="761">
                  <c:v>0.76100000000000001</c:v>
                </c:pt>
                <c:pt idx="762">
                  <c:v>0.76200000000000001</c:v>
                </c:pt>
                <c:pt idx="763">
                  <c:v>0.76300000000000001</c:v>
                </c:pt>
                <c:pt idx="764">
                  <c:v>0.76400000000000001</c:v>
                </c:pt>
                <c:pt idx="765">
                  <c:v>0.76500000000000001</c:v>
                </c:pt>
                <c:pt idx="766">
                  <c:v>0.76600000000000001</c:v>
                </c:pt>
                <c:pt idx="767">
                  <c:v>0.76700000000000002</c:v>
                </c:pt>
                <c:pt idx="768">
                  <c:v>0.76800000000000002</c:v>
                </c:pt>
                <c:pt idx="769">
                  <c:v>0.76900000000000002</c:v>
                </c:pt>
                <c:pt idx="770">
                  <c:v>0.77</c:v>
                </c:pt>
                <c:pt idx="771">
                  <c:v>0.77100000000000002</c:v>
                </c:pt>
                <c:pt idx="772">
                  <c:v>0.77200000000000002</c:v>
                </c:pt>
                <c:pt idx="773">
                  <c:v>0.77300000000000002</c:v>
                </c:pt>
                <c:pt idx="774">
                  <c:v>0.77400000000000002</c:v>
                </c:pt>
                <c:pt idx="775">
                  <c:v>0.77500000000000002</c:v>
                </c:pt>
                <c:pt idx="776">
                  <c:v>0.77600000000000002</c:v>
                </c:pt>
                <c:pt idx="777">
                  <c:v>0.77700000000000002</c:v>
                </c:pt>
                <c:pt idx="778">
                  <c:v>0.77800000000000002</c:v>
                </c:pt>
                <c:pt idx="779">
                  <c:v>0.77900000000000003</c:v>
                </c:pt>
                <c:pt idx="780">
                  <c:v>0.78</c:v>
                </c:pt>
                <c:pt idx="781">
                  <c:v>0.78100000000000003</c:v>
                </c:pt>
                <c:pt idx="782">
                  <c:v>0.78200000000000003</c:v>
                </c:pt>
                <c:pt idx="783">
                  <c:v>0.78300000000000003</c:v>
                </c:pt>
                <c:pt idx="784">
                  <c:v>0.78400000000000003</c:v>
                </c:pt>
                <c:pt idx="785">
                  <c:v>0.78500000000000003</c:v>
                </c:pt>
                <c:pt idx="786">
                  <c:v>0.78600000000000003</c:v>
                </c:pt>
                <c:pt idx="787">
                  <c:v>0.78700000000000003</c:v>
                </c:pt>
                <c:pt idx="788">
                  <c:v>0.78800000000000003</c:v>
                </c:pt>
                <c:pt idx="789">
                  <c:v>0.78900000000000003</c:v>
                </c:pt>
                <c:pt idx="790">
                  <c:v>0.79</c:v>
                </c:pt>
                <c:pt idx="791">
                  <c:v>0.79100000000000004</c:v>
                </c:pt>
                <c:pt idx="792">
                  <c:v>0.79200000000000004</c:v>
                </c:pt>
                <c:pt idx="793">
                  <c:v>0.79300000000000004</c:v>
                </c:pt>
                <c:pt idx="794">
                  <c:v>0.79400000000000004</c:v>
                </c:pt>
                <c:pt idx="795">
                  <c:v>0.79500000000000004</c:v>
                </c:pt>
                <c:pt idx="796">
                  <c:v>0.79600000000000004</c:v>
                </c:pt>
                <c:pt idx="797">
                  <c:v>0.79700000000000004</c:v>
                </c:pt>
                <c:pt idx="798">
                  <c:v>0.79800000000000004</c:v>
                </c:pt>
                <c:pt idx="799">
                  <c:v>0.79900000000000004</c:v>
                </c:pt>
                <c:pt idx="800">
                  <c:v>0.8</c:v>
                </c:pt>
                <c:pt idx="801">
                  <c:v>0.80100000000000005</c:v>
                </c:pt>
                <c:pt idx="802">
                  <c:v>0.80200000000000005</c:v>
                </c:pt>
                <c:pt idx="803">
                  <c:v>0.80300000000000005</c:v>
                </c:pt>
                <c:pt idx="804">
                  <c:v>0.80400000000000005</c:v>
                </c:pt>
                <c:pt idx="805">
                  <c:v>0.80500000000000005</c:v>
                </c:pt>
                <c:pt idx="806">
                  <c:v>0.80600000000000005</c:v>
                </c:pt>
                <c:pt idx="807">
                  <c:v>0.80700000000000005</c:v>
                </c:pt>
                <c:pt idx="808">
                  <c:v>0.80800000000000005</c:v>
                </c:pt>
                <c:pt idx="809">
                  <c:v>0.80900000000000005</c:v>
                </c:pt>
                <c:pt idx="810">
                  <c:v>0.81</c:v>
                </c:pt>
                <c:pt idx="811">
                  <c:v>0.81100000000000005</c:v>
                </c:pt>
                <c:pt idx="812">
                  <c:v>0.81200000000000006</c:v>
                </c:pt>
                <c:pt idx="813">
                  <c:v>0.81300000000000006</c:v>
                </c:pt>
                <c:pt idx="814">
                  <c:v>0.81400000000000006</c:v>
                </c:pt>
                <c:pt idx="815">
                  <c:v>0.81500000000000006</c:v>
                </c:pt>
                <c:pt idx="816">
                  <c:v>0.81600000000000006</c:v>
                </c:pt>
                <c:pt idx="817">
                  <c:v>0.81700000000000006</c:v>
                </c:pt>
                <c:pt idx="818">
                  <c:v>0.81800000000000006</c:v>
                </c:pt>
                <c:pt idx="819">
                  <c:v>0.81900000000000006</c:v>
                </c:pt>
                <c:pt idx="820">
                  <c:v>0.82000000000000006</c:v>
                </c:pt>
                <c:pt idx="821">
                  <c:v>0.82100000000000006</c:v>
                </c:pt>
                <c:pt idx="822">
                  <c:v>0.82200000000000006</c:v>
                </c:pt>
                <c:pt idx="823">
                  <c:v>0.82300000000000006</c:v>
                </c:pt>
                <c:pt idx="824">
                  <c:v>0.82400000000000007</c:v>
                </c:pt>
                <c:pt idx="825">
                  <c:v>0.82500000000000007</c:v>
                </c:pt>
                <c:pt idx="826">
                  <c:v>0.82600000000000007</c:v>
                </c:pt>
                <c:pt idx="827">
                  <c:v>0.82700000000000007</c:v>
                </c:pt>
                <c:pt idx="828">
                  <c:v>0.82800000000000007</c:v>
                </c:pt>
                <c:pt idx="829">
                  <c:v>0.82900000000000007</c:v>
                </c:pt>
                <c:pt idx="830">
                  <c:v>0.83000000000000007</c:v>
                </c:pt>
                <c:pt idx="831">
                  <c:v>0.83100000000000007</c:v>
                </c:pt>
                <c:pt idx="832">
                  <c:v>0.83200000000000007</c:v>
                </c:pt>
                <c:pt idx="833">
                  <c:v>0.83299999999999996</c:v>
                </c:pt>
                <c:pt idx="834">
                  <c:v>0.83399999999999996</c:v>
                </c:pt>
                <c:pt idx="835">
                  <c:v>0.83499999999999996</c:v>
                </c:pt>
                <c:pt idx="836">
                  <c:v>0.83599999999999997</c:v>
                </c:pt>
                <c:pt idx="837">
                  <c:v>0.83699999999999997</c:v>
                </c:pt>
                <c:pt idx="838">
                  <c:v>0.83799999999999997</c:v>
                </c:pt>
                <c:pt idx="839">
                  <c:v>0.83899999999999997</c:v>
                </c:pt>
                <c:pt idx="840">
                  <c:v>0.84</c:v>
                </c:pt>
                <c:pt idx="841">
                  <c:v>0.84099999999999997</c:v>
                </c:pt>
                <c:pt idx="842">
                  <c:v>0.84199999999999997</c:v>
                </c:pt>
                <c:pt idx="843">
                  <c:v>0.84299999999999997</c:v>
                </c:pt>
                <c:pt idx="844">
                  <c:v>0.84399999999999997</c:v>
                </c:pt>
                <c:pt idx="845">
                  <c:v>0.84499999999999997</c:v>
                </c:pt>
                <c:pt idx="846">
                  <c:v>0.84599999999999997</c:v>
                </c:pt>
                <c:pt idx="847">
                  <c:v>0.84699999999999998</c:v>
                </c:pt>
                <c:pt idx="848">
                  <c:v>0.84799999999999998</c:v>
                </c:pt>
                <c:pt idx="849">
                  <c:v>0.84899999999999998</c:v>
                </c:pt>
                <c:pt idx="850">
                  <c:v>0.85</c:v>
                </c:pt>
                <c:pt idx="851">
                  <c:v>0.85099999999999998</c:v>
                </c:pt>
                <c:pt idx="852">
                  <c:v>0.85199999999999998</c:v>
                </c:pt>
                <c:pt idx="853">
                  <c:v>0.85299999999999998</c:v>
                </c:pt>
                <c:pt idx="854">
                  <c:v>0.85399999999999998</c:v>
                </c:pt>
                <c:pt idx="855">
                  <c:v>0.85499999999999998</c:v>
                </c:pt>
                <c:pt idx="856">
                  <c:v>0.85599999999999998</c:v>
                </c:pt>
                <c:pt idx="857">
                  <c:v>0.85699999999999998</c:v>
                </c:pt>
                <c:pt idx="858">
                  <c:v>0.85799999999999998</c:v>
                </c:pt>
                <c:pt idx="859">
                  <c:v>0.85899999999999999</c:v>
                </c:pt>
                <c:pt idx="860">
                  <c:v>0.86</c:v>
                </c:pt>
                <c:pt idx="861">
                  <c:v>0.86099999999999999</c:v>
                </c:pt>
                <c:pt idx="862">
                  <c:v>0.86199999999999999</c:v>
                </c:pt>
                <c:pt idx="863">
                  <c:v>0.86299999999999999</c:v>
                </c:pt>
                <c:pt idx="864">
                  <c:v>0.86399999999999999</c:v>
                </c:pt>
                <c:pt idx="865">
                  <c:v>0.86499999999999999</c:v>
                </c:pt>
                <c:pt idx="866">
                  <c:v>0.86599999999999999</c:v>
                </c:pt>
                <c:pt idx="867">
                  <c:v>0.86699999999999999</c:v>
                </c:pt>
                <c:pt idx="868">
                  <c:v>0.86799999999999999</c:v>
                </c:pt>
                <c:pt idx="869">
                  <c:v>0.86899999999999999</c:v>
                </c:pt>
                <c:pt idx="870">
                  <c:v>0.87</c:v>
                </c:pt>
                <c:pt idx="871">
                  <c:v>0.871</c:v>
                </c:pt>
                <c:pt idx="872">
                  <c:v>0.872</c:v>
                </c:pt>
                <c:pt idx="873">
                  <c:v>0.873</c:v>
                </c:pt>
                <c:pt idx="874">
                  <c:v>0.874</c:v>
                </c:pt>
                <c:pt idx="875">
                  <c:v>0.875</c:v>
                </c:pt>
                <c:pt idx="876">
                  <c:v>0.876</c:v>
                </c:pt>
                <c:pt idx="877">
                  <c:v>0.877</c:v>
                </c:pt>
                <c:pt idx="878">
                  <c:v>0.878</c:v>
                </c:pt>
                <c:pt idx="879">
                  <c:v>0.879</c:v>
                </c:pt>
                <c:pt idx="880">
                  <c:v>0.88</c:v>
                </c:pt>
                <c:pt idx="881">
                  <c:v>0.88100000000000001</c:v>
                </c:pt>
                <c:pt idx="882">
                  <c:v>0.88200000000000001</c:v>
                </c:pt>
                <c:pt idx="883">
                  <c:v>0.88300000000000001</c:v>
                </c:pt>
                <c:pt idx="884">
                  <c:v>0.88400000000000001</c:v>
                </c:pt>
                <c:pt idx="885">
                  <c:v>0.88500000000000001</c:v>
                </c:pt>
                <c:pt idx="886">
                  <c:v>0.88600000000000001</c:v>
                </c:pt>
                <c:pt idx="887">
                  <c:v>0.88700000000000001</c:v>
                </c:pt>
                <c:pt idx="888">
                  <c:v>0.88800000000000001</c:v>
                </c:pt>
                <c:pt idx="889">
                  <c:v>0.88900000000000001</c:v>
                </c:pt>
                <c:pt idx="890">
                  <c:v>0.89</c:v>
                </c:pt>
                <c:pt idx="891">
                  <c:v>0.89100000000000001</c:v>
                </c:pt>
                <c:pt idx="892">
                  <c:v>0.89200000000000002</c:v>
                </c:pt>
                <c:pt idx="893">
                  <c:v>0.89300000000000002</c:v>
                </c:pt>
                <c:pt idx="894">
                  <c:v>0.89400000000000002</c:v>
                </c:pt>
                <c:pt idx="895">
                  <c:v>0.89500000000000002</c:v>
                </c:pt>
                <c:pt idx="896">
                  <c:v>0.89600000000000002</c:v>
                </c:pt>
                <c:pt idx="897">
                  <c:v>0.89700000000000002</c:v>
                </c:pt>
                <c:pt idx="898">
                  <c:v>0.89800000000000002</c:v>
                </c:pt>
                <c:pt idx="899">
                  <c:v>0.89900000000000002</c:v>
                </c:pt>
                <c:pt idx="900">
                  <c:v>0.9</c:v>
                </c:pt>
                <c:pt idx="901">
                  <c:v>0.90100000000000002</c:v>
                </c:pt>
                <c:pt idx="902">
                  <c:v>0.90200000000000002</c:v>
                </c:pt>
                <c:pt idx="903">
                  <c:v>0.90300000000000002</c:v>
                </c:pt>
                <c:pt idx="904">
                  <c:v>0.90400000000000003</c:v>
                </c:pt>
                <c:pt idx="905">
                  <c:v>0.90500000000000003</c:v>
                </c:pt>
                <c:pt idx="906">
                  <c:v>0.90600000000000003</c:v>
                </c:pt>
                <c:pt idx="907">
                  <c:v>0.90700000000000003</c:v>
                </c:pt>
                <c:pt idx="908">
                  <c:v>0.90800000000000003</c:v>
                </c:pt>
                <c:pt idx="909">
                  <c:v>0.90900000000000003</c:v>
                </c:pt>
                <c:pt idx="910">
                  <c:v>0.91</c:v>
                </c:pt>
                <c:pt idx="911">
                  <c:v>0.91100000000000003</c:v>
                </c:pt>
                <c:pt idx="912">
                  <c:v>0.91200000000000003</c:v>
                </c:pt>
                <c:pt idx="913">
                  <c:v>0.91300000000000003</c:v>
                </c:pt>
                <c:pt idx="914">
                  <c:v>0.91400000000000003</c:v>
                </c:pt>
                <c:pt idx="915">
                  <c:v>0.91500000000000004</c:v>
                </c:pt>
                <c:pt idx="916">
                  <c:v>0.91600000000000004</c:v>
                </c:pt>
                <c:pt idx="917">
                  <c:v>0.91700000000000004</c:v>
                </c:pt>
                <c:pt idx="918">
                  <c:v>0.91800000000000004</c:v>
                </c:pt>
                <c:pt idx="919">
                  <c:v>0.91900000000000004</c:v>
                </c:pt>
                <c:pt idx="920">
                  <c:v>0.92</c:v>
                </c:pt>
                <c:pt idx="921">
                  <c:v>0.92100000000000004</c:v>
                </c:pt>
                <c:pt idx="922">
                  <c:v>0.92200000000000004</c:v>
                </c:pt>
                <c:pt idx="923">
                  <c:v>0.92300000000000004</c:v>
                </c:pt>
                <c:pt idx="924">
                  <c:v>0.92400000000000004</c:v>
                </c:pt>
                <c:pt idx="925">
                  <c:v>0.92500000000000004</c:v>
                </c:pt>
                <c:pt idx="926">
                  <c:v>0.92600000000000005</c:v>
                </c:pt>
                <c:pt idx="927">
                  <c:v>0.92700000000000005</c:v>
                </c:pt>
                <c:pt idx="928">
                  <c:v>0.92800000000000005</c:v>
                </c:pt>
                <c:pt idx="929">
                  <c:v>0.92900000000000005</c:v>
                </c:pt>
                <c:pt idx="930">
                  <c:v>0.93</c:v>
                </c:pt>
                <c:pt idx="931">
                  <c:v>0.93100000000000005</c:v>
                </c:pt>
                <c:pt idx="932">
                  <c:v>0.93200000000000005</c:v>
                </c:pt>
                <c:pt idx="933">
                  <c:v>0.93300000000000005</c:v>
                </c:pt>
                <c:pt idx="934">
                  <c:v>0.93400000000000005</c:v>
                </c:pt>
                <c:pt idx="935">
                  <c:v>0.93500000000000005</c:v>
                </c:pt>
                <c:pt idx="936">
                  <c:v>0.93600000000000005</c:v>
                </c:pt>
                <c:pt idx="937">
                  <c:v>0.93700000000000006</c:v>
                </c:pt>
                <c:pt idx="938">
                  <c:v>0.93800000000000006</c:v>
                </c:pt>
                <c:pt idx="939">
                  <c:v>0.93900000000000006</c:v>
                </c:pt>
                <c:pt idx="940">
                  <c:v>0.94000000000000006</c:v>
                </c:pt>
                <c:pt idx="941">
                  <c:v>0.94100000000000006</c:v>
                </c:pt>
                <c:pt idx="942">
                  <c:v>0.94200000000000006</c:v>
                </c:pt>
                <c:pt idx="943">
                  <c:v>0.94300000000000006</c:v>
                </c:pt>
                <c:pt idx="944">
                  <c:v>0.94400000000000006</c:v>
                </c:pt>
                <c:pt idx="945">
                  <c:v>0.94500000000000006</c:v>
                </c:pt>
                <c:pt idx="946">
                  <c:v>0.94600000000000006</c:v>
                </c:pt>
                <c:pt idx="947">
                  <c:v>0.94700000000000006</c:v>
                </c:pt>
                <c:pt idx="948">
                  <c:v>0.94800000000000006</c:v>
                </c:pt>
                <c:pt idx="949">
                  <c:v>0.94900000000000007</c:v>
                </c:pt>
                <c:pt idx="950">
                  <c:v>0.95000000000000007</c:v>
                </c:pt>
                <c:pt idx="951">
                  <c:v>0.95100000000000007</c:v>
                </c:pt>
                <c:pt idx="952">
                  <c:v>0.95200000000000007</c:v>
                </c:pt>
                <c:pt idx="953">
                  <c:v>0.95300000000000007</c:v>
                </c:pt>
                <c:pt idx="954">
                  <c:v>0.95400000000000007</c:v>
                </c:pt>
                <c:pt idx="955">
                  <c:v>0.95500000000000007</c:v>
                </c:pt>
                <c:pt idx="956">
                  <c:v>0.95600000000000007</c:v>
                </c:pt>
                <c:pt idx="957">
                  <c:v>0.95700000000000007</c:v>
                </c:pt>
                <c:pt idx="958">
                  <c:v>0.95800000000000007</c:v>
                </c:pt>
                <c:pt idx="959">
                  <c:v>0.95900000000000007</c:v>
                </c:pt>
                <c:pt idx="960">
                  <c:v>0.96</c:v>
                </c:pt>
                <c:pt idx="961">
                  <c:v>0.96099999999999997</c:v>
                </c:pt>
                <c:pt idx="962">
                  <c:v>0.96199999999999997</c:v>
                </c:pt>
                <c:pt idx="963">
                  <c:v>0.96299999999999997</c:v>
                </c:pt>
                <c:pt idx="964">
                  <c:v>0.96399999999999997</c:v>
                </c:pt>
                <c:pt idx="965">
                  <c:v>0.96499999999999997</c:v>
                </c:pt>
                <c:pt idx="966">
                  <c:v>0.96599999999999997</c:v>
                </c:pt>
                <c:pt idx="967">
                  <c:v>0.96699999999999997</c:v>
                </c:pt>
                <c:pt idx="968">
                  <c:v>0.96799999999999997</c:v>
                </c:pt>
                <c:pt idx="969">
                  <c:v>0.96899999999999997</c:v>
                </c:pt>
                <c:pt idx="970">
                  <c:v>0.97</c:v>
                </c:pt>
                <c:pt idx="971">
                  <c:v>0.97099999999999997</c:v>
                </c:pt>
                <c:pt idx="972">
                  <c:v>0.97199999999999998</c:v>
                </c:pt>
                <c:pt idx="973">
                  <c:v>0.97299999999999998</c:v>
                </c:pt>
                <c:pt idx="974">
                  <c:v>0.97399999999999998</c:v>
                </c:pt>
                <c:pt idx="975">
                  <c:v>0.97499999999999998</c:v>
                </c:pt>
                <c:pt idx="976">
                  <c:v>0.97599999999999998</c:v>
                </c:pt>
                <c:pt idx="977">
                  <c:v>0.97699999999999998</c:v>
                </c:pt>
                <c:pt idx="978">
                  <c:v>0.97799999999999998</c:v>
                </c:pt>
                <c:pt idx="979">
                  <c:v>0.97899999999999998</c:v>
                </c:pt>
                <c:pt idx="980">
                  <c:v>0.98</c:v>
                </c:pt>
                <c:pt idx="981">
                  <c:v>0.98099999999999998</c:v>
                </c:pt>
                <c:pt idx="982">
                  <c:v>0.98199999999999998</c:v>
                </c:pt>
                <c:pt idx="983">
                  <c:v>0.98299999999999998</c:v>
                </c:pt>
                <c:pt idx="984">
                  <c:v>0.98399999999999999</c:v>
                </c:pt>
                <c:pt idx="985">
                  <c:v>0.98499999999999999</c:v>
                </c:pt>
                <c:pt idx="986">
                  <c:v>0.98599999999999999</c:v>
                </c:pt>
                <c:pt idx="987">
                  <c:v>0.98699999999999999</c:v>
                </c:pt>
                <c:pt idx="988">
                  <c:v>0.98799999999999999</c:v>
                </c:pt>
                <c:pt idx="989">
                  <c:v>0.98899999999999999</c:v>
                </c:pt>
                <c:pt idx="990">
                  <c:v>0.99</c:v>
                </c:pt>
                <c:pt idx="991">
                  <c:v>0.99099999999999999</c:v>
                </c:pt>
                <c:pt idx="992">
                  <c:v>0.99199999999999999</c:v>
                </c:pt>
                <c:pt idx="993">
                  <c:v>0.99299999999999999</c:v>
                </c:pt>
                <c:pt idx="994">
                  <c:v>0.99399999999999999</c:v>
                </c:pt>
                <c:pt idx="995">
                  <c:v>0.995</c:v>
                </c:pt>
                <c:pt idx="996">
                  <c:v>0.996</c:v>
                </c:pt>
                <c:pt idx="997">
                  <c:v>0.997</c:v>
                </c:pt>
                <c:pt idx="998">
                  <c:v>0.998</c:v>
                </c:pt>
                <c:pt idx="999">
                  <c:v>0.999</c:v>
                </c:pt>
                <c:pt idx="1000">
                  <c:v>1</c:v>
                </c:pt>
              </c:numCache>
            </c:numRef>
          </c:xVal>
          <c:yVal>
            <c:numRef>
              <c:f>Sheet2!$B$2:$B$1002</c:f>
              <c:numCache>
                <c:formatCode>General</c:formatCode>
                <c:ptCount val="1001"/>
                <c:pt idx="0">
                  <c:v>1</c:v>
                </c:pt>
                <c:pt idx="1">
                  <c:v>0.99995464955443969</c:v>
                </c:pt>
                <c:pt idx="2">
                  <c:v>0.99981861055736299</c:v>
                </c:pt>
                <c:pt idx="3">
                  <c:v>0.9995919200219876</c:v>
                </c:pt>
                <c:pt idx="4">
                  <c:v>0.99927463961836016</c:v>
                </c:pt>
                <c:pt idx="5">
                  <c:v>0.99886685564539612</c:v>
                </c:pt>
                <c:pt idx="6">
                  <c:v>0.99836867899175952</c:v>
                </c:pt>
                <c:pt idx="7">
                  <c:v>0.99778024508560648</c:v>
                </c:pt>
                <c:pt idx="8">
                  <c:v>0.99710171383322965</c:v>
                </c:pt>
                <c:pt idx="9">
                  <c:v>0.99633326954663448</c:v>
                </c:pt>
                <c:pt idx="10">
                  <c:v>0.99547512086010048</c:v>
                </c:pt>
                <c:pt idx="11">
                  <c:v>0.99452750063577688</c:v>
                </c:pt>
                <c:pt idx="12">
                  <c:v>0.9934906658583712</c:v>
                </c:pt>
                <c:pt idx="13">
                  <c:v>0.99236489751900192</c:v>
                </c:pt>
                <c:pt idx="14">
                  <c:v>0.99115050048828501</c:v>
                </c:pt>
                <c:pt idx="15">
                  <c:v>0.98984780337873379</c:v>
                </c:pt>
                <c:pt idx="16">
                  <c:v>0.98845715839656423</c:v>
                </c:pt>
                <c:pt idx="17">
                  <c:v>0.98697894118299323</c:v>
                </c:pt>
                <c:pt idx="18">
                  <c:v>0.98541355064513303</c:v>
                </c:pt>
                <c:pt idx="19">
                  <c:v>0.98376140877659024</c:v>
                </c:pt>
                <c:pt idx="20">
                  <c:v>0.98202296046787596</c:v>
                </c:pt>
                <c:pt idx="21">
                  <c:v>0.98019867330675536</c:v>
                </c:pt>
                <c:pt idx="22">
                  <c:v>0.97828903736865258</c:v>
                </c:pt>
                <c:pt idx="23">
                  <c:v>0.97629456499725076</c:v>
                </c:pt>
                <c:pt idx="24">
                  <c:v>0.97421579057541774</c:v>
                </c:pt>
                <c:pt idx="25">
                  <c:v>0.97205327028660826</c:v>
                </c:pt>
                <c:pt idx="26">
                  <c:v>0.96980758186688243</c:v>
                </c:pt>
                <c:pt idx="27">
                  <c:v>0.96747932434770567</c:v>
                </c:pt>
                <c:pt idx="28">
                  <c:v>0.96506911778968041</c:v>
                </c:pt>
                <c:pt idx="29">
                  <c:v>0.96257760300738437</c:v>
                </c:pt>
                <c:pt idx="30">
                  <c:v>0.96000544128547771</c:v>
                </c:pt>
                <c:pt idx="31">
                  <c:v>0.95735331408626323</c:v>
                </c:pt>
                <c:pt idx="32">
                  <c:v>0.9546219227488737</c:v>
                </c:pt>
                <c:pt idx="33">
                  <c:v>0.95181198818027613</c:v>
                </c:pt>
                <c:pt idx="34">
                  <c:v>0.948924250538283</c:v>
                </c:pt>
                <c:pt idx="35">
                  <c:v>0.94595946890676552</c:v>
                </c:pt>
                <c:pt idx="36">
                  <c:v>0.94291842096326517</c:v>
                </c:pt>
                <c:pt idx="37">
                  <c:v>0.93980190263921359</c:v>
                </c:pt>
                <c:pt idx="38">
                  <c:v>0.93661072777296095</c:v>
                </c:pt>
                <c:pt idx="39">
                  <c:v>0.93334572775583236</c:v>
                </c:pt>
                <c:pt idx="40">
                  <c:v>0.93000775117141932</c:v>
                </c:pt>
                <c:pt idx="41">
                  <c:v>0.92659766342833316</c:v>
                </c:pt>
                <c:pt idx="42">
                  <c:v>0.92311634638663576</c:v>
                </c:pt>
                <c:pt idx="43">
                  <c:v>0.9195646979781793</c:v>
                </c:pt>
                <c:pt idx="44">
                  <c:v>0.91594363182107752</c:v>
                </c:pt>
                <c:pt idx="45">
                  <c:v>0.91225407682854531</c:v>
                </c:pt>
                <c:pt idx="46">
                  <c:v>0.90849697681233754</c:v>
                </c:pt>
                <c:pt idx="47">
                  <c:v>0.90467329008102504</c:v>
                </c:pt>
                <c:pt idx="48">
                  <c:v>0.90078398903334456</c:v>
                </c:pt>
                <c:pt idx="49">
                  <c:v>0.8968300597468688</c:v>
                </c:pt>
                <c:pt idx="50">
                  <c:v>0.89281250156223313</c:v>
                </c:pt>
                <c:pt idx="51">
                  <c:v>0.88873232666316915</c:v>
                </c:pt>
                <c:pt idx="52">
                  <c:v>0.88459055965258793</c:v>
                </c:pt>
                <c:pt idx="53">
                  <c:v>0.88038823712496339</c:v>
                </c:pt>
                <c:pt idx="54">
                  <c:v>0.87612640723526425</c:v>
                </c:pt>
                <c:pt idx="55">
                  <c:v>0.87180612926468237</c:v>
                </c:pt>
                <c:pt idx="56">
                  <c:v>0.86742847318341088</c:v>
                </c:pt>
                <c:pt idx="57">
                  <c:v>0.86299451921072468</c:v>
                </c:pt>
                <c:pt idx="58">
                  <c:v>0.85850535737261213</c:v>
                </c:pt>
                <c:pt idx="59">
                  <c:v>0.85396208705721277</c:v>
                </c:pt>
                <c:pt idx="60">
                  <c:v>0.84936581656831245</c:v>
                </c:pt>
                <c:pt idx="61">
                  <c:v>0.84471766267714954</c:v>
                </c:pt>
                <c:pt idx="62">
                  <c:v>0.84001875017278227</c:v>
                </c:pt>
                <c:pt idx="63">
                  <c:v>0.83527021141127211</c:v>
                </c:pt>
                <c:pt idx="64">
                  <c:v>0.83047318586393049</c:v>
                </c:pt>
                <c:pt idx="65">
                  <c:v>0.82562881966488344</c:v>
                </c:pt>
                <c:pt idx="66">
                  <c:v>0.82073826515819859</c:v>
                </c:pt>
                <c:pt idx="67">
                  <c:v>0.81580268044482784</c:v>
                </c:pt>
                <c:pt idx="68">
                  <c:v>0.81082322892960956</c:v>
                </c:pt>
                <c:pt idx="69">
                  <c:v>0.80580107886857544</c:v>
                </c:pt>
                <c:pt idx="70">
                  <c:v>0.80073740291680806</c:v>
                </c:pt>
                <c:pt idx="71">
                  <c:v>0.79563337767708864</c:v>
                </c:pt>
                <c:pt idx="72">
                  <c:v>0.79049018324957698</c:v>
                </c:pt>
                <c:pt idx="73">
                  <c:v>0.78530900278276017</c:v>
                </c:pt>
                <c:pt idx="74">
                  <c:v>0.78009102202590497</c:v>
                </c:pt>
                <c:pt idx="75">
                  <c:v>0.77483742888324947</c:v>
                </c:pt>
                <c:pt idx="76">
                  <c:v>0.76954941297016077</c:v>
                </c:pt>
                <c:pt idx="77">
                  <c:v>0.76422816517149039</c:v>
                </c:pt>
                <c:pt idx="78">
                  <c:v>0.75887487720234847</c:v>
                </c:pt>
                <c:pt idx="79">
                  <c:v>0.75349074117151971</c:v>
                </c:pt>
                <c:pt idx="80">
                  <c:v>0.74807694914774148</c:v>
                </c:pt>
                <c:pt idx="81">
                  <c:v>0.74263469272905702</c:v>
                </c:pt>
                <c:pt idx="82">
                  <c:v>0.73716516261545451</c:v>
                </c:pt>
                <c:pt idx="83">
                  <c:v>0.73166954818500374</c:v>
                </c:pt>
                <c:pt idx="84">
                  <c:v>0.72614903707369083</c:v>
                </c:pt>
                <c:pt idx="85">
                  <c:v>0.72060481475915528</c:v>
                </c:pt>
                <c:pt idx="86">
                  <c:v>0.71503806414852145</c:v>
                </c:pt>
                <c:pt idx="87">
                  <c:v>0.70944996517052195</c:v>
                </c:pt>
                <c:pt idx="88">
                  <c:v>0.70384169437209831</c:v>
                </c:pt>
                <c:pt idx="89">
                  <c:v>0.69821442451966165</c:v>
                </c:pt>
                <c:pt idx="90">
                  <c:v>0.69256932420519779</c:v>
                </c:pt>
                <c:pt idx="91">
                  <c:v>0.68690755745738785</c:v>
                </c:pt>
                <c:pt idx="92">
                  <c:v>0.68123028335791602</c:v>
                </c:pt>
                <c:pt idx="93">
                  <c:v>0.67553865566313165</c:v>
                </c:pt>
                <c:pt idx="94">
                  <c:v>0.66983382243122602</c:v>
                </c:pt>
                <c:pt idx="95">
                  <c:v>0.66411692565507929</c:v>
                </c:pt>
                <c:pt idx="96">
                  <c:v>0.65838910090093206</c:v>
                </c:pt>
                <c:pt idx="97">
                  <c:v>0.65265147695302572</c:v>
                </c:pt>
                <c:pt idx="98">
                  <c:v>0.64690517546435233</c:v>
                </c:pt>
                <c:pt idx="99">
                  <c:v>0.64115131061365471</c:v>
                </c:pt>
                <c:pt idx="100">
                  <c:v>0.6353909887688034</c:v>
                </c:pt>
                <c:pt idx="101">
                  <c:v>0.62962530815667994</c:v>
                </c:pt>
                <c:pt idx="102">
                  <c:v>0.62385535853968566</c:v>
                </c:pt>
                <c:pt idx="103">
                  <c:v>0.61808222089899312</c:v>
                </c:pt>
                <c:pt idx="104">
                  <c:v>0.61230696712464849</c:v>
                </c:pt>
                <c:pt idx="105">
                  <c:v>0.60653065971263354</c:v>
                </c:pt>
                <c:pt idx="106">
                  <c:v>0.60075435146898126</c:v>
                </c:pt>
                <c:pt idx="107">
                  <c:v>0.59497908522104714</c:v>
                </c:pt>
                <c:pt idx="108">
                  <c:v>0.58920589353601671</c:v>
                </c:pt>
                <c:pt idx="109">
                  <c:v>0.58343579844673921</c:v>
                </c:pt>
                <c:pt idx="110">
                  <c:v>0.57766981118496297</c:v>
                </c:pt>
                <c:pt idx="111">
                  <c:v>0.57190893192204384</c:v>
                </c:pt>
                <c:pt idx="112">
                  <c:v>0.56615414951719756</c:v>
                </c:pt>
                <c:pt idx="113">
                  <c:v>0.56040644127335304</c:v>
                </c:pt>
                <c:pt idx="114">
                  <c:v>0.55466677270066822</c:v>
                </c:pt>
                <c:pt idx="115">
                  <c:v>0.54893609728775405</c:v>
                </c:pt>
                <c:pt idx="116">
                  <c:v>0.54321535628065687</c:v>
                </c:pt>
                <c:pt idx="117">
                  <c:v>0.53750547846963692</c:v>
                </c:pt>
                <c:pt idx="118">
                  <c:v>0.53180737998377747</c:v>
                </c:pt>
                <c:pt idx="119">
                  <c:v>0.52612196409345646</c:v>
                </c:pt>
                <c:pt idx="120">
                  <c:v>0.52045012102070209</c:v>
                </c:pt>
                <c:pt idx="121">
                  <c:v>0.51479272775745388</c:v>
                </c:pt>
                <c:pt idx="122">
                  <c:v>0.50915064789174136</c:v>
                </c:pt>
                <c:pt idx="123">
                  <c:v>0.50352473144179033</c:v>
                </c:pt>
                <c:pt idx="124">
                  <c:v>0.49791581469805946</c:v>
                </c:pt>
                <c:pt idx="125">
                  <c:v>0.49232472007320532</c:v>
                </c:pt>
                <c:pt idx="126">
                  <c:v>0.48675225595997174</c:v>
                </c:pt>
                <c:pt idx="127">
                  <c:v>0.48119921659698967</c:v>
                </c:pt>
                <c:pt idx="128">
                  <c:v>0.47566638194247246</c:v>
                </c:pt>
                <c:pt idx="129">
                  <c:v>0.47015451755578452</c:v>
                </c:pt>
                <c:pt idx="130">
                  <c:v>0.46466437448686004</c:v>
                </c:pt>
                <c:pt idx="131">
                  <c:v>0.45919668917343825</c:v>
                </c:pt>
                <c:pt idx="132">
                  <c:v>0.45375218334608247</c:v>
                </c:pt>
                <c:pt idx="133">
                  <c:v>0.44833156394094292</c:v>
                </c:pt>
                <c:pt idx="134">
                  <c:v>0.44293552302021827</c:v>
                </c:pt>
                <c:pt idx="135">
                  <c:v>0.43756473770026916</c:v>
                </c:pt>
                <c:pt idx="136">
                  <c:v>0.43221987008733065</c:v>
                </c:pt>
                <c:pt idx="137">
                  <c:v>0.42690156722076633</c:v>
                </c:pt>
                <c:pt idx="138">
                  <c:v>0.42161046102380467</c:v>
                </c:pt>
                <c:pt idx="139">
                  <c:v>0.41634716826169077</c:v>
                </c:pt>
                <c:pt idx="140">
                  <c:v>0.41111229050718734</c:v>
                </c:pt>
                <c:pt idx="141">
                  <c:v>0.40590641411335093</c:v>
                </c:pt>
                <c:pt idx="142">
                  <c:v>0.40073011019350707</c:v>
                </c:pt>
                <c:pt idx="143">
                  <c:v>0.39558393460834651</c:v>
                </c:pt>
                <c:pt idx="144">
                  <c:v>0.39046842796005682</c:v>
                </c:pt>
                <c:pt idx="145">
                  <c:v>0.3853841155934048</c:v>
                </c:pt>
                <c:pt idx="146">
                  <c:v>0.38033150760367895</c:v>
                </c:pt>
                <c:pt idx="147">
                  <c:v>0.37531109885139957</c:v>
                </c:pt>
                <c:pt idx="148">
                  <c:v>0.3703233689836995</c:v>
                </c:pt>
                <c:pt idx="149">
                  <c:v>0.36536878246227739</c:v>
                </c:pt>
                <c:pt idx="150">
                  <c:v>0.36044778859782106</c:v>
                </c:pt>
                <c:pt idx="151">
                  <c:v>0.35556082159079694</c:v>
                </c:pt>
                <c:pt idx="152">
                  <c:v>0.35070830057849778</c:v>
                </c:pt>
                <c:pt idx="153">
                  <c:v>0.34589062968823908</c:v>
                </c:pt>
                <c:pt idx="154">
                  <c:v>0.34110819809659193</c:v>
                </c:pt>
                <c:pt idx="155">
                  <c:v>0.33636138009454003</c:v>
                </c:pt>
                <c:pt idx="156">
                  <c:v>0.33165053515843901</c:v>
                </c:pt>
                <c:pt idx="157">
                  <c:v>0.3269760080266661</c:v>
                </c:pt>
                <c:pt idx="158">
                  <c:v>0.32233812878183443</c:v>
                </c:pt>
                <c:pt idx="159">
                  <c:v>0.31773721293845258</c:v>
                </c:pt>
                <c:pt idx="160">
                  <c:v>0.31317356153590376</c:v>
                </c:pt>
                <c:pt idx="161">
                  <c:v>0.30864746123661896</c:v>
                </c:pt>
                <c:pt idx="162">
                  <c:v>0.30415918442931789</c:v>
                </c:pt>
                <c:pt idx="163">
                  <c:v>0.29970898933718881</c:v>
                </c:pt>
                <c:pt idx="164">
                  <c:v>0.29529712013087633</c:v>
                </c:pt>
                <c:pt idx="165">
                  <c:v>0.29092380704614806</c:v>
                </c:pt>
                <c:pt idx="166">
                  <c:v>0.28658926650610622</c:v>
                </c:pt>
                <c:pt idx="167">
                  <c:v>0.28229370124781294</c:v>
                </c:pt>
                <c:pt idx="168">
                  <c:v>0.27803730045319408</c:v>
                </c:pt>
                <c:pt idx="169">
                  <c:v>0.27382023988408877</c:v>
                </c:pt>
                <c:pt idx="170">
                  <c:v>0.26964268202130792</c:v>
                </c:pt>
                <c:pt idx="171">
                  <c:v>0.26550477620756668</c:v>
                </c:pt>
                <c:pt idx="172">
                  <c:v>0.26140665879415553</c:v>
                </c:pt>
                <c:pt idx="173">
                  <c:v>0.25734845329121359</c:v>
                </c:pt>
                <c:pt idx="174">
                  <c:v>0.25333027052146695</c:v>
                </c:pt>
                <c:pt idx="175">
                  <c:v>0.24935220877729614</c:v>
                </c:pt>
                <c:pt idx="176">
                  <c:v>0.24541435398099634</c:v>
                </c:pt>
                <c:pt idx="177">
                  <c:v>0.24151677984809353</c:v>
                </c:pt>
                <c:pt idx="178">
                  <c:v>0.23765954805358111</c:v>
                </c:pt>
                <c:pt idx="179">
                  <c:v>0.23384270840094029</c:v>
                </c:pt>
                <c:pt idx="180">
                  <c:v>0.23006629899380915</c:v>
                </c:pt>
                <c:pt idx="181">
                  <c:v>0.22633034641016581</c:v>
                </c:pt>
                <c:pt idx="182">
                  <c:v>0.22263486587889089</c:v>
                </c:pt>
                <c:pt idx="183">
                  <c:v>0.21897986145857526</c:v>
                </c:pt>
                <c:pt idx="184">
                  <c:v>0.21536532621844051</c:v>
                </c:pt>
                <c:pt idx="185">
                  <c:v>0.21179124242124053</c:v>
                </c:pt>
                <c:pt idx="186">
                  <c:v>0.20825758170801162</c:v>
                </c:pt>
                <c:pt idx="187">
                  <c:v>0.20476430528454229</c:v>
                </c:pt>
                <c:pt idx="188">
                  <c:v>0.20131136410943237</c:v>
                </c:pt>
                <c:pt idx="189">
                  <c:v>0.19789869908361465</c:v>
                </c:pt>
                <c:pt idx="190">
                  <c:v>0.19452624124121126</c:v>
                </c:pt>
                <c:pt idx="191">
                  <c:v>0.19119391194159971</c:v>
                </c:pt>
                <c:pt idx="192">
                  <c:v>0.18790162306256486</c:v>
                </c:pt>
                <c:pt idx="193">
                  <c:v>0.18464927719441282</c:v>
                </c:pt>
                <c:pt idx="194">
                  <c:v>0.18143676783492738</c:v>
                </c:pt>
                <c:pt idx="195">
                  <c:v>0.17826397958504794</c:v>
                </c:pt>
                <c:pt idx="196">
                  <c:v>0.17513078834515086</c:v>
                </c:pt>
                <c:pt idx="197">
                  <c:v>0.17203706151181969</c:v>
                </c:pt>
                <c:pt idx="198">
                  <c:v>0.16898265817498626</c:v>
                </c:pt>
                <c:pt idx="199">
                  <c:v>0.16596742931533337</c:v>
                </c:pt>
                <c:pt idx="200">
                  <c:v>0.16299121800184541</c:v>
                </c:pt>
                <c:pt idx="201">
                  <c:v>0.16005385958939938</c:v>
                </c:pt>
                <c:pt idx="202">
                  <c:v>0.15715518191628761</c:v>
                </c:pt>
                <c:pt idx="203">
                  <c:v>0.15429500550156827</c:v>
                </c:pt>
                <c:pt idx="204">
                  <c:v>0.15147314374213891</c:v>
                </c:pt>
                <c:pt idx="205">
                  <c:v>0.14868940310943365</c:v>
                </c:pt>
                <c:pt idx="206">
                  <c:v>0.14594358334564247</c:v>
                </c:pt>
                <c:pt idx="207">
                  <c:v>0.14323547765935785</c:v>
                </c:pt>
                <c:pt idx="208">
                  <c:v>0.14056487292055236</c:v>
                </c:pt>
                <c:pt idx="209">
                  <c:v>0.13793154985479447</c:v>
                </c:pt>
                <c:pt idx="210">
                  <c:v>0.1353352832366127</c:v>
                </c:pt>
                <c:pt idx="211">
                  <c:v>0.13277584208191967</c:v>
                </c:pt>
                <c:pt idx="212">
                  <c:v>0.13025298983940925</c:v>
                </c:pt>
                <c:pt idx="213">
                  <c:v>0.12776648458084364</c:v>
                </c:pt>
                <c:pt idx="214">
                  <c:v>0.1253160791901482</c:v>
                </c:pt>
                <c:pt idx="215">
                  <c:v>0.12290152155123582</c:v>
                </c:pt>
                <c:pt idx="216">
                  <c:v>0.12052255473448244</c:v>
                </c:pt>
                <c:pt idx="217">
                  <c:v>0.1181789171817805</c:v>
                </c:pt>
                <c:pt idx="218">
                  <c:v>0.11587034289009655</c:v>
                </c:pt>
                <c:pt idx="219">
                  <c:v>0.1135965615934644</c:v>
                </c:pt>
                <c:pt idx="220">
                  <c:v>0.11135729894334546</c:v>
                </c:pt>
                <c:pt idx="221">
                  <c:v>0.10915227668729093</c:v>
                </c:pt>
                <c:pt idx="222">
                  <c:v>0.10698121284584336</c:v>
                </c:pt>
                <c:pt idx="223">
                  <c:v>0.10484382188761632</c:v>
                </c:pt>
                <c:pt idx="224">
                  <c:v>0.10273981490249436</c:v>
                </c:pt>
                <c:pt idx="225">
                  <c:v>0.10066889977289782</c:v>
                </c:pt>
                <c:pt idx="226">
                  <c:v>9.8630781343057305E-2</c:v>
                </c:pt>
                <c:pt idx="227">
                  <c:v>9.6625161586248967E-2</c:v>
                </c:pt>
                <c:pt idx="228">
                  <c:v>9.4651739769938625E-2</c:v>
                </c:pt>
                <c:pt idx="229">
                  <c:v>9.2710212618791185E-2</c:v>
                </c:pt>
                <c:pt idx="230">
                  <c:v>9.080027447549878E-2</c:v>
                </c:pt>
                <c:pt idx="231">
                  <c:v>8.8921617459386301E-2</c:v>
                </c:pt>
                <c:pt idx="232">
                  <c:v>8.7073931622754924E-2</c:v>
                </c:pt>
                <c:pt idx="233">
                  <c:v>8.5256905104925146E-2</c:v>
                </c:pt>
                <c:pt idx="234">
                  <c:v>8.3470224283944502E-2</c:v>
                </c:pt>
                <c:pt idx="235">
                  <c:v>8.1713573925926833E-2</c:v>
                </c:pt>
                <c:pt idx="236">
                  <c:v>7.9986637331992128E-2</c:v>
                </c:pt>
                <c:pt idx="237">
                  <c:v>7.8289096482777432E-2</c:v>
                </c:pt>
                <c:pt idx="238">
                  <c:v>7.662063218049342E-2</c:v>
                </c:pt>
                <c:pt idx="239">
                  <c:v>7.4980924188500428E-2</c:v>
                </c:pt>
                <c:pt idx="240">
                  <c:v>7.3369651368382902E-2</c:v>
                </c:pt>
                <c:pt idx="241">
                  <c:v>7.1786491814500836E-2</c:v>
                </c:pt>
                <c:pt idx="242">
                  <c:v>7.0231122986000288E-2</c:v>
                </c:pt>
                <c:pt idx="243">
                  <c:v>6.8703221836266135E-2</c:v>
                </c:pt>
                <c:pt idx="244">
                  <c:v>6.7202464939802892E-2</c:v>
                </c:pt>
                <c:pt idx="245">
                  <c:v>6.572852861653046E-2</c:v>
                </c:pt>
                <c:pt idx="246">
                  <c:v>6.4281089053485174E-2</c:v>
                </c:pt>
                <c:pt idx="247">
                  <c:v>6.2859822423916273E-2</c:v>
                </c:pt>
                <c:pt idx="248">
                  <c:v>6.1464405003771282E-2</c:v>
                </c:pt>
                <c:pt idx="249">
                  <c:v>6.0094513285565344E-2</c:v>
                </c:pt>
                <c:pt idx="250">
                  <c:v>5.8749824089630552E-2</c:v>
                </c:pt>
                <c:pt idx="251">
                  <c:v>5.7430014672743869E-2</c:v>
                </c:pt>
                <c:pt idx="252">
                  <c:v>5.6134762834133725E-2</c:v>
                </c:pt>
                <c:pt idx="253">
                  <c:v>5.4863747018866552E-2</c:v>
                </c:pt>
                <c:pt idx="254">
                  <c:v>5.3616646418616937E-2</c:v>
                </c:pt>
                <c:pt idx="255">
                  <c:v>5.2393141069825559E-2</c:v>
                </c:pt>
                <c:pt idx="256">
                  <c:v>5.1192911949252046E-2</c:v>
                </c:pt>
                <c:pt idx="257">
                  <c:v>5.001564106692985E-2</c:v>
                </c:pt>
                <c:pt idx="258">
                  <c:v>4.8861011556532857E-2</c:v>
                </c:pt>
                <c:pt idx="259">
                  <c:v>4.7728707763164138E-2</c:v>
                </c:pt>
                <c:pt idx="260">
                  <c:v>4.6618415328579188E-2</c:v>
                </c:pt>
                <c:pt idx="261">
                  <c:v>4.5529821273856755E-2</c:v>
                </c:pt>
                <c:pt idx="262">
                  <c:v>4.4462614079532052E-2</c:v>
                </c:pt>
                <c:pt idx="263">
                  <c:v>4.341648376320844E-2</c:v>
                </c:pt>
                <c:pt idx="264">
                  <c:v>4.2391121954664365E-2</c:v>
                </c:pt>
                <c:pt idx="265">
                  <c:v>4.1386221968474447E-2</c:v>
                </c:pt>
                <c:pt idx="266">
                  <c:v>4.0401478874163205E-2</c:v>
                </c:pt>
                <c:pt idx="267">
                  <c:v>3.9436589563913077E-2</c:v>
                </c:pt>
                <c:pt idx="268">
                  <c:v>3.8491252817847592E-2</c:v>
                </c:pt>
                <c:pt idx="269">
                  <c:v>3.756516936691242E-2</c:v>
                </c:pt>
                <c:pt idx="270">
                  <c:v>3.6658041953377997E-2</c:v>
                </c:pt>
                <c:pt idx="271">
                  <c:v>3.5769575388987986E-2</c:v>
                </c:pt>
                <c:pt idx="272">
                  <c:v>3.4899476610779259E-2</c:v>
                </c:pt>
                <c:pt idx="273">
                  <c:v>3.4047454734599338E-2</c:v>
                </c:pt>
                <c:pt idx="274">
                  <c:v>3.3213221106348424E-2</c:v>
                </c:pt>
                <c:pt idx="275">
                  <c:v>3.2396489350974028E-2</c:v>
                </c:pt>
                <c:pt idx="276">
                  <c:v>3.1596975419246151E-2</c:v>
                </c:pt>
                <c:pt idx="277">
                  <c:v>3.0814397632342998E-2</c:v>
                </c:pt>
                <c:pt idx="278">
                  <c:v>3.0048476724276636E-2</c:v>
                </c:pt>
                <c:pt idx="279">
                  <c:v>2.9298935882189115E-2</c:v>
                </c:pt>
                <c:pt idx="280">
                  <c:v>2.8565500784550352E-2</c:v>
                </c:pt>
                <c:pt idx="281">
                  <c:v>2.784789963728921E-2</c:v>
                </c:pt>
                <c:pt idx="282">
                  <c:v>2.7145863207889986E-2</c:v>
                </c:pt>
                <c:pt idx="283">
                  <c:v>2.6459124857486974E-2</c:v>
                </c:pt>
                <c:pt idx="284">
                  <c:v>2.5787420570989941E-2</c:v>
                </c:pt>
                <c:pt idx="285">
                  <c:v>2.5130488985274375E-2</c:v>
                </c:pt>
                <c:pt idx="286">
                  <c:v>2.4488071415469687E-2</c:v>
                </c:pt>
                <c:pt idx="287">
                  <c:v>2.3859911879380215E-2</c:v>
                </c:pt>
                <c:pt idx="288">
                  <c:v>2.3245757120072989E-2</c:v>
                </c:pt>
                <c:pt idx="289">
                  <c:v>2.2645356626667203E-2</c:v>
                </c:pt>
                <c:pt idx="290">
                  <c:v>2.2058462653360235E-2</c:v>
                </c:pt>
                <c:pt idx="291">
                  <c:v>2.1484830236725611E-2</c:v>
                </c:pt>
                <c:pt idx="292">
                  <c:v>2.0924217211317861E-2</c:v>
                </c:pt>
                <c:pt idx="293">
                  <c:v>2.0376384223620193E-2</c:v>
                </c:pt>
                <c:pt idx="294">
                  <c:v>1.9841094744370298E-2</c:v>
                </c:pt>
                <c:pt idx="295">
                  <c:v>1.931811507930006E-2</c:v>
                </c:pt>
                <c:pt idx="296">
                  <c:v>1.8807214378324999E-2</c:v>
                </c:pt>
                <c:pt idx="297">
                  <c:v>1.8308164643219178E-2</c:v>
                </c:pt>
                <c:pt idx="298">
                  <c:v>1.7820740733811343E-2</c:v>
                </c:pt>
                <c:pt idx="299">
                  <c:v>1.7344720372738095E-2</c:v>
                </c:pt>
                <c:pt idx="300">
                  <c:v>1.6879884148789912E-2</c:v>
                </c:pt>
                <c:pt idx="301">
                  <c:v>1.6426015518885544E-2</c:v>
                </c:pt>
                <c:pt idx="302">
                  <c:v>1.598290080871051E-2</c:v>
                </c:pt>
                <c:pt idx="303">
                  <c:v>1.5550329212054974E-2</c:v>
                </c:pt>
                <c:pt idx="304">
                  <c:v>1.5128092788886502E-2</c:v>
                </c:pt>
                <c:pt idx="305">
                  <c:v>1.4715986462192803E-2</c:v>
                </c:pt>
                <c:pt idx="306">
                  <c:v>1.4313808013629336E-2</c:v>
                </c:pt>
                <c:pt idx="307">
                  <c:v>1.3921358078006686E-2</c:v>
                </c:pt>
                <c:pt idx="308">
                  <c:v>1.3538440136652346E-2</c:v>
                </c:pt>
                <c:pt idx="309">
                  <c:v>1.3164860509680933E-2</c:v>
                </c:pt>
                <c:pt idx="310">
                  <c:v>1.2800428347207217E-2</c:v>
                </c:pt>
                <c:pt idx="311">
                  <c:v>1.244495561953564E-2</c:v>
                </c:pt>
                <c:pt idx="312">
                  <c:v>1.2098257106359842E-2</c:v>
                </c:pt>
                <c:pt idx="313">
                  <c:v>1.1760150385005282E-2</c:v>
                </c:pt>
                <c:pt idx="314">
                  <c:v>1.1430455817748065E-2</c:v>
                </c:pt>
                <c:pt idx="315">
                  <c:v>1.1108996538242308E-2</c:v>
                </c:pt>
                <c:pt idx="316">
                  <c:v>1.0795598437088329E-2</c:v>
                </c:pt>
                <c:pt idx="317">
                  <c:v>1.0490090146573502E-2</c:v>
                </c:pt>
                <c:pt idx="318">
                  <c:v>1.0192303024617152E-2</c:v>
                </c:pt>
                <c:pt idx="319">
                  <c:v>9.9020711379506823E-3</c:v>
                </c:pt>
                <c:pt idx="320">
                  <c:v>9.6192312445634275E-3</c:v>
                </c:pt>
                <c:pt idx="321">
                  <c:v>9.3436227754446835E-3</c:v>
                </c:pt>
                <c:pt idx="322">
                  <c:v>9.0750878156515523E-3</c:v>
                </c:pt>
                <c:pt idx="323">
                  <c:v>8.8134710847322419E-3</c:v>
                </c:pt>
                <c:pt idx="324">
                  <c:v>8.558619916533533E-3</c:v>
                </c:pt>
                <c:pt idx="325">
                  <c:v>8.3103842384211219E-3</c:v>
                </c:pt>
                <c:pt idx="326">
                  <c:v>8.0686165499408765E-3</c:v>
                </c:pt>
                <c:pt idx="327">
                  <c:v>7.8331719009485153E-3</c:v>
                </c:pt>
                <c:pt idx="328">
                  <c:v>7.6039078692350008E-3</c:v>
                </c:pt>
                <c:pt idx="329">
                  <c:v>7.3806845376742439E-3</c:v>
                </c:pt>
                <c:pt idx="330">
                  <c:v>7.163364470919204E-3</c:v>
                </c:pt>
                <c:pt idx="331">
                  <c:v>6.9518126916723573E-3</c:v>
                </c:pt>
                <c:pt idx="332">
                  <c:v>6.7458966565554623E-3</c:v>
                </c:pt>
                <c:pt idx="333">
                  <c:v>6.5454862316035685E-3</c:v>
                </c:pt>
                <c:pt idx="334">
                  <c:v>6.3504536674073948E-3</c:v>
                </c:pt>
                <c:pt idx="335">
                  <c:v>6.1606735739278507E-3</c:v>
                </c:pt>
                <c:pt idx="336">
                  <c:v>5.9760228950059375E-3</c:v>
                </c:pt>
                <c:pt idx="337">
                  <c:v>5.7963808825907638E-3</c:v>
                </c:pt>
                <c:pt idx="338">
                  <c:v>5.6216290707078957E-3</c:v>
                </c:pt>
                <c:pt idx="339">
                  <c:v>5.4516512491898893E-3</c:v>
                </c:pt>
                <c:pt idx="340">
                  <c:v>5.2863334371899759E-3</c:v>
                </c:pt>
                <c:pt idx="341">
                  <c:v>5.1255638564999678E-3</c:v>
                </c:pt>
                <c:pt idx="342">
                  <c:v>4.9692329046923042E-3</c:v>
                </c:pt>
                <c:pt idx="343">
                  <c:v>4.8172331281061817E-3</c:v>
                </c:pt>
                <c:pt idx="344">
                  <c:v>4.6694591946968194E-3</c:v>
                </c:pt>
                <c:pt idx="345">
                  <c:v>4.5258078667667146E-3</c:v>
                </c:pt>
                <c:pt idx="346">
                  <c:v>4.3861779735970049E-3</c:v>
                </c:pt>
                <c:pt idx="347">
                  <c:v>4.2504703839967347E-3</c:v>
                </c:pt>
                <c:pt idx="348">
                  <c:v>4.1185879787872439E-3</c:v>
                </c:pt>
                <c:pt idx="349">
                  <c:v>3.9904356232383685E-3</c:v>
                </c:pt>
                <c:pt idx="350">
                  <c:v>3.8659201394728011E-3</c:v>
                </c:pt>
                <c:pt idx="351">
                  <c:v>3.7449502788542916E-3</c:v>
                </c:pt>
                <c:pt idx="352">
                  <c:v>3.6274366943750522E-3</c:v>
                </c:pt>
                <c:pt idx="353">
                  <c:v>3.513291913057126E-3</c:v>
                </c:pt>
                <c:pt idx="354">
                  <c:v>3.4024303083821233E-3</c:v>
                </c:pt>
                <c:pt idx="355">
                  <c:v>3.2947680727631215E-3</c:v>
                </c:pt>
                <c:pt idx="356">
                  <c:v>3.1902231900722412E-3</c:v>
                </c:pt>
                <c:pt idx="357">
                  <c:v>3.0887154082367718E-3</c:v>
                </c:pt>
                <c:pt idx="358">
                  <c:v>2.9901662119163831E-3</c:v>
                </c:pt>
                <c:pt idx="359">
                  <c:v>2.8944987952735156E-3</c:v>
                </c:pt>
                <c:pt idx="360">
                  <c:v>2.8016380348484869E-3</c:v>
                </c:pt>
                <c:pt idx="361">
                  <c:v>2.7115104625505876E-3</c:v>
                </c:pt>
                <c:pt idx="362">
                  <c:v>2.624044238775847E-3</c:v>
                </c:pt>
                <c:pt idx="363">
                  <c:v>2.5391691256618095E-3</c:v>
                </c:pt>
                <c:pt idx="364">
                  <c:v>2.4568164604892857E-3</c:v>
                </c:pt>
                <c:pt idx="365">
                  <c:v>2.3769191292404958E-3</c:v>
                </c:pt>
                <c:pt idx="366">
                  <c:v>2.2994115403227708E-3</c:v>
                </c:pt>
                <c:pt idx="367">
                  <c:v>2.2242295984664603E-3</c:v>
                </c:pt>
                <c:pt idx="368">
                  <c:v>2.1513106788053878E-3</c:v>
                </c:pt>
                <c:pt idx="369">
                  <c:v>2.0805936011477448E-3</c:v>
                </c:pt>
                <c:pt idx="370">
                  <c:v>2.0120186044449927E-3</c:v>
                </c:pt>
                <c:pt idx="371">
                  <c:v>1.9455273214659288E-3</c:v>
                </c:pt>
                <c:pt idx="372">
                  <c:v>1.8810627536827351E-3</c:v>
                </c:pt>
                <c:pt idx="373">
                  <c:v>1.8185692463754666E-3</c:v>
                </c:pt>
                <c:pt idx="374">
                  <c:v>1.7579924639610591E-3</c:v>
                </c:pt>
                <c:pt idx="375">
                  <c:v>1.6992793655526571E-3</c:v>
                </c:pt>
                <c:pt idx="376">
                  <c:v>1.6423781807546499E-3</c:v>
                </c:pt>
                <c:pt idx="377">
                  <c:v>1.5872383856985525E-3</c:v>
                </c:pt>
                <c:pt idx="378">
                  <c:v>1.533810679324463E-3</c:v>
                </c:pt>
                <c:pt idx="379">
                  <c:v>1.4820469599126224E-3</c:v>
                </c:pt>
                <c:pt idx="380">
                  <c:v>1.4319003018691703E-3</c:v>
                </c:pt>
                <c:pt idx="381">
                  <c:v>1.3833249327700212E-3</c:v>
                </c:pt>
                <c:pt idx="382">
                  <c:v>1.3362762106663743E-3</c:v>
                </c:pt>
                <c:pt idx="383">
                  <c:v>1.2907106016552007E-3</c:v>
                </c:pt>
                <c:pt idx="384">
                  <c:v>1.2465856577176535E-3</c:v>
                </c:pt>
                <c:pt idx="385">
                  <c:v>1.2038599948282019E-3</c:v>
                </c:pt>
                <c:pt idx="386">
                  <c:v>1.162493271336927E-3</c:v>
                </c:pt>
                <c:pt idx="387">
                  <c:v>1.1224461666272179E-3</c:v>
                </c:pt>
                <c:pt idx="388">
                  <c:v>1.0836803600508399E-3</c:v>
                </c:pt>
                <c:pt idx="389">
                  <c:v>1.0461585101421104E-3</c:v>
                </c:pt>
                <c:pt idx="390">
                  <c:v>1.0098442341126815E-3</c:v>
                </c:pt>
                <c:pt idx="391">
                  <c:v>9.7470208762819857E-4</c:v>
                </c:pt>
                <c:pt idx="392">
                  <c:v>9.4069754486790079E-4</c:v>
                </c:pt>
                <c:pt idx="393">
                  <c:v>9.0779697886799674E-4</c:v>
                </c:pt>
                <c:pt idx="394">
                  <c:v>8.7596764214943254E-4</c:v>
                </c:pt>
                <c:pt idx="395">
                  <c:v>8.4517764763052908E-4</c:v>
                </c:pt>
                <c:pt idx="396">
                  <c:v>8.1539594982468506E-4</c:v>
                </c:pt>
                <c:pt idx="397">
                  <c:v>7.8659232632323571E-4</c:v>
                </c:pt>
                <c:pt idx="398">
                  <c:v>7.5873735956331933E-4</c:v>
                </c:pt>
                <c:pt idx="399">
                  <c:v>7.3180241888047212E-4</c:v>
                </c:pt>
                <c:pt idx="400">
                  <c:v>7.0575964284547447E-4</c:v>
                </c:pt>
                <c:pt idx="401">
                  <c:v>6.8058192188483256E-4</c:v>
                </c:pt>
                <c:pt idx="402">
                  <c:v>6.5624288118410574E-4</c:v>
                </c:pt>
                <c:pt idx="403">
                  <c:v>6.3271686387315949E-4</c:v>
                </c:pt>
                <c:pt idx="404">
                  <c:v>6.0997891449227494E-4</c:v>
                </c:pt>
                <c:pt idx="405">
                  <c:v>5.8800476273788787E-4</c:v>
                </c:pt>
                <c:pt idx="406">
                  <c:v>5.6677080748664685E-4</c:v>
                </c:pt>
                <c:pt idx="407">
                  <c:v>5.4625410109629987E-4</c:v>
                </c:pt>
                <c:pt idx="408">
                  <c:v>5.2643233398184421E-4</c:v>
                </c:pt>
                <c:pt idx="409">
                  <c:v>5.0728381946522612E-4</c:v>
                </c:pt>
                <c:pt idx="410">
                  <c:v>4.8878747889679187E-4</c:v>
                </c:pt>
                <c:pt idx="411">
                  <c:v>4.7092282704657362E-4</c:v>
                </c:pt>
                <c:pt idx="412">
                  <c:v>4.5366995776340409E-4</c:v>
                </c:pt>
                <c:pt idx="413">
                  <c:v>4.3700952989974624E-4</c:v>
                </c:pt>
                <c:pt idx="414">
                  <c:v>4.2092275350006286E-4</c:v>
                </c:pt>
                <c:pt idx="415">
                  <c:v>4.053913762504227E-4</c:v>
                </c:pt>
                <c:pt idx="416">
                  <c:v>3.9039767018701408E-4</c:v>
                </c:pt>
                <c:pt idx="417">
                  <c:v>3.7592441866111926E-4</c:v>
                </c:pt>
                <c:pt idx="418">
                  <c:v>3.6195490355804614E-4</c:v>
                </c:pt>
                <c:pt idx="419">
                  <c:v>3.4847289276746624E-4</c:v>
                </c:pt>
                <c:pt idx="420">
                  <c:v>3.3546262790251191E-4</c:v>
                </c:pt>
                <c:pt idx="421">
                  <c:v>3.2290881226495826E-4</c:v>
                </c:pt>
                <c:pt idx="422">
                  <c:v>3.1079659905374575E-4</c:v>
                </c:pt>
                <c:pt idx="423">
                  <c:v>2.9911157981405963E-4</c:v>
                </c:pt>
                <c:pt idx="424">
                  <c:v>2.8783977312412149E-4</c:v>
                </c:pt>
                <c:pt idx="425">
                  <c:v>2.7696761351683112E-4</c:v>
                </c:pt>
                <c:pt idx="426">
                  <c:v>2.6648194063332926E-4</c:v>
                </c:pt>
                <c:pt idx="427">
                  <c:v>2.5636998860554324E-4</c:v>
                </c:pt>
                <c:pt idx="428">
                  <c:v>2.4661937566473061E-4</c:v>
                </c:pt>
                <c:pt idx="429">
                  <c:v>2.3721809397300825E-4</c:v>
                </c:pt>
                <c:pt idx="430">
                  <c:v>2.2815449967484043E-4</c:v>
                </c:pt>
                <c:pt idx="431">
                  <c:v>2.1941730316542735E-4</c:v>
                </c:pt>
                <c:pt idx="432">
                  <c:v>2.1099555957291942E-4</c:v>
                </c:pt>
                <c:pt idx="433">
                  <c:v>2.0287865945136497E-4</c:v>
                </c:pt>
                <c:pt idx="434">
                  <c:v>1.9505631968129718E-4</c:v>
                </c:pt>
                <c:pt idx="435">
                  <c:v>1.8751857457483816E-4</c:v>
                </c:pt>
                <c:pt idx="436">
                  <c:v>1.8025576718220328E-4</c:v>
                </c:pt>
                <c:pt idx="437">
                  <c:v>1.7325854079647959E-4</c:v>
                </c:pt>
                <c:pt idx="438">
                  <c:v>1.6651783065354831E-4</c:v>
                </c:pt>
                <c:pt idx="439">
                  <c:v>1.600248558240234E-4</c:v>
                </c:pt>
                <c:pt idx="440">
                  <c:v>1.5377111129407763E-4</c:v>
                </c:pt>
                <c:pt idx="441">
                  <c:v>1.4774836023203364E-4</c:v>
                </c:pt>
                <c:pt idx="442">
                  <c:v>1.4194862643760169E-4</c:v>
                </c:pt>
                <c:pt idx="443">
                  <c:v>1.3636418697065495E-4</c:v>
                </c:pt>
                <c:pt idx="444">
                  <c:v>1.3098756495644325E-4</c:v>
                </c:pt>
                <c:pt idx="445">
                  <c:v>1.2581152256415639E-4</c:v>
                </c:pt>
                <c:pt idx="446">
                  <c:v>1.2082905415576416E-4</c:v>
                </c:pt>
                <c:pt idx="447">
                  <c:v>1.1603337960207127E-4</c:v>
                </c:pt>
                <c:pt idx="448">
                  <c:v>1.1141793776294909E-4</c:v>
                </c:pt>
                <c:pt idx="449">
                  <c:v>1.069763801287145E-4</c:v>
                </c:pt>
                <c:pt idx="450">
                  <c:v>1.0270256461965543E-4</c:v>
                </c:pt>
                <c:pt idx="451">
                  <c:v>9.8590549540716104E-5</c:v>
                </c:pt>
                <c:pt idx="452">
                  <c:v>9.4634587688384301E-5</c:v>
                </c:pt>
                <c:pt idx="453">
                  <c:v>9.0829120606840047E-5</c:v>
                </c:pt>
                <c:pt idx="454">
                  <c:v>8.7168772990449904E-5</c:v>
                </c:pt>
                <c:pt idx="455">
                  <c:v>8.3648347229727389E-5</c:v>
                </c:pt>
                <c:pt idx="456">
                  <c:v>8.0262818097889466E-5</c:v>
                </c:pt>
                <c:pt idx="457">
                  <c:v>7.7007327575183101E-5</c:v>
                </c:pt>
                <c:pt idx="458">
                  <c:v>7.3877179808172038E-5</c:v>
                </c:pt>
                <c:pt idx="459">
                  <c:v>7.0867836201213508E-5</c:v>
                </c:pt>
                <c:pt idx="460">
                  <c:v>6.7974910637375575E-5</c:v>
                </c:pt>
                <c:pt idx="461">
                  <c:v>6.5194164826084733E-5</c:v>
                </c:pt>
                <c:pt idx="462">
                  <c:v>6.2521503774820152E-5</c:v>
                </c:pt>
                <c:pt idx="463">
                  <c:v>5.9952971382203181E-5</c:v>
                </c:pt>
                <c:pt idx="464">
                  <c:v>5.7484746149867506E-5</c:v>
                </c:pt>
                <c:pt idx="465">
                  <c:v>5.5113137010524554E-5</c:v>
                </c:pt>
                <c:pt idx="466">
                  <c:v>5.2834579269673355E-5</c:v>
                </c:pt>
                <c:pt idx="467">
                  <c:v>5.064563065844076E-5</c:v>
                </c:pt>
                <c:pt idx="468">
                  <c:v>4.8542967495069428E-5</c:v>
                </c:pt>
                <c:pt idx="469">
                  <c:v>4.6523380952607508E-5</c:v>
                </c:pt>
                <c:pt idx="470">
                  <c:v>4.4583773430388951E-5</c:v>
                </c:pt>
                <c:pt idx="471">
                  <c:v>4.272115502692918E-5</c:v>
                </c:pt>
                <c:pt idx="472">
                  <c:v>4.0932640111894792E-5</c:v>
                </c:pt>
                <c:pt idx="473">
                  <c:v>3.9215443994844942E-5</c:v>
                </c:pt>
                <c:pt idx="474">
                  <c:v>3.7566879688475756E-5</c:v>
                </c:pt>
                <c:pt idx="475">
                  <c:v>3.5984354764134173E-5</c:v>
                </c:pt>
                <c:pt idx="476">
                  <c:v>3.4465368297408267E-5</c:v>
                </c:pt>
                <c:pt idx="477">
                  <c:v>3.300750790163235E-5</c:v>
                </c:pt>
                <c:pt idx="478">
                  <c:v>3.1608446847184403E-5</c:v>
                </c:pt>
                <c:pt idx="479">
                  <c:v>3.0265941264488342E-5</c:v>
                </c:pt>
                <c:pt idx="480">
                  <c:v>2.8977827428671099E-5</c:v>
                </c:pt>
                <c:pt idx="481">
                  <c:v>2.7742019123858096E-5</c:v>
                </c:pt>
                <c:pt idx="482">
                  <c:v>2.6556505085130561E-5</c:v>
                </c:pt>
                <c:pt idx="483">
                  <c:v>2.5419346516199291E-5</c:v>
                </c:pt>
                <c:pt idx="484">
                  <c:v>2.4328674680889839E-5</c:v>
                </c:pt>
                <c:pt idx="485">
                  <c:v>2.3282688566565932E-5</c:v>
                </c:pt>
                <c:pt idx="486">
                  <c:v>2.2279652617656193E-5</c:v>
                </c:pt>
                <c:pt idx="487">
                  <c:v>2.1317894537481357E-5</c:v>
                </c:pt>
                <c:pt idx="488">
                  <c:v>2.03958031566181E-5</c:v>
                </c:pt>
                <c:pt idx="489">
                  <c:v>1.9511826366065742E-5</c:v>
                </c:pt>
                <c:pt idx="490">
                  <c:v>1.8664469113520537E-5</c:v>
                </c:pt>
                <c:pt idx="491">
                  <c:v>1.7852291461093407E-5</c:v>
                </c:pt>
                <c:pt idx="492">
                  <c:v>1.7073906702842595E-5</c:v>
                </c:pt>
                <c:pt idx="493">
                  <c:v>1.6327979540525933E-5</c:v>
                </c:pt>
                <c:pt idx="494">
                  <c:v>1.5613224316009548E-5</c:v>
                </c:pt>
                <c:pt idx="495">
                  <c:v>1.4928403298804427E-5</c:v>
                </c:pt>
                <c:pt idx="496">
                  <c:v>1.4272325027233431E-5</c:v>
                </c:pt>
                <c:pt idx="497">
                  <c:v>1.3643842701763781E-5</c:v>
                </c:pt>
                <c:pt idx="498">
                  <c:v>1.3041852629072559E-5</c:v>
                </c:pt>
                <c:pt idx="499">
                  <c:v>1.24652927154433E-5</c:v>
                </c:pt>
                <c:pt idx="500">
                  <c:v>1.1913141008122973E-5</c:v>
                </c:pt>
                <c:pt idx="501">
                  <c:v>1.1384414283299924E-5</c:v>
                </c:pt>
                <c:pt idx="502">
                  <c:v>1.0878166679392641E-5</c:v>
                </c:pt>
                <c:pt idx="503">
                  <c:v>1.0393488374369845E-5</c:v>
                </c:pt>
                <c:pt idx="504">
                  <c:v>9.9295043058510828E-6</c:v>
                </c:pt>
                <c:pt idx="505">
                  <c:v>9.4853729327668311E-6</c:v>
                </c:pt>
                <c:pt idx="506">
                  <c:v>9.0602850373848911E-6</c:v>
                </c:pt>
                <c:pt idx="507">
                  <c:v>8.6534625665386801E-6</c:v>
                </c:pt>
                <c:pt idx="508">
                  <c:v>8.2641575109199081E-6</c:v>
                </c:pt>
                <c:pt idx="509">
                  <c:v>7.8916508213265723E-6</c:v>
                </c:pt>
                <c:pt idx="510">
                  <c:v>7.5352513607829111E-6</c:v>
                </c:pt>
                <c:pt idx="511">
                  <c:v>7.1942948914750644E-6</c:v>
                </c:pt>
                <c:pt idx="512">
                  <c:v>6.8681430954718775E-6</c:v>
                </c:pt>
                <c:pt idx="513">
                  <c:v>6.5561826282259292E-6</c:v>
                </c:pt>
                <c:pt idx="514">
                  <c:v>6.2578242038749015E-6</c:v>
                </c:pt>
                <c:pt idx="515">
                  <c:v>5.9725017113880495E-6</c:v>
                </c:pt>
                <c:pt idx="516">
                  <c:v>5.6996713606268053E-6</c:v>
                </c:pt>
                <c:pt idx="517">
                  <c:v>5.4388108574121902E-6</c:v>
                </c:pt>
                <c:pt idx="518">
                  <c:v>5.189418606715275E-6</c:v>
                </c:pt>
                <c:pt idx="519">
                  <c:v>4.9510129431094999E-6</c:v>
                </c:pt>
                <c:pt idx="520">
                  <c:v>4.7231313876463812E-6</c:v>
                </c:pt>
                <c:pt idx="521">
                  <c:v>4.5053299303381472E-6</c:v>
                </c:pt>
                <c:pt idx="522">
                  <c:v>4.2971823374522122E-6</c:v>
                </c:pt>
                <c:pt idx="523">
                  <c:v>4.0982794828438008E-6</c:v>
                </c:pt>
                <c:pt idx="524">
                  <c:v>3.9082287025737617E-6</c:v>
                </c:pt>
                <c:pt idx="525">
                  <c:v>3.7266531720786714E-6</c:v>
                </c:pt>
                <c:pt idx="526">
                  <c:v>3.5531913051806338E-6</c:v>
                </c:pt>
                <c:pt idx="527">
                  <c:v>3.387496174243212E-6</c:v>
                </c:pt>
                <c:pt idx="528">
                  <c:v>3.2292349507995045E-6</c:v>
                </c:pt>
                <c:pt idx="529">
                  <c:v>3.0780883659964134E-6</c:v>
                </c:pt>
                <c:pt idx="530">
                  <c:v>2.933750190218087E-6</c:v>
                </c:pt>
                <c:pt idx="531">
                  <c:v>2.7959267312688968E-6</c:v>
                </c:pt>
                <c:pt idx="532">
                  <c:v>2.6643363505138809E-6</c:v>
                </c:pt>
                <c:pt idx="533">
                  <c:v>2.53870899639182E-6</c:v>
                </c:pt>
                <c:pt idx="534">
                  <c:v>2.4187857547326054E-6</c:v>
                </c:pt>
                <c:pt idx="535">
                  <c:v>2.3043184153269167E-6</c:v>
                </c:pt>
                <c:pt idx="536">
                  <c:v>2.1950690542122514E-6</c:v>
                </c:pt>
                <c:pt idx="537">
                  <c:v>2.0908096311547523E-6</c:v>
                </c:pt>
                <c:pt idx="538">
                  <c:v>1.9913216018215887E-6</c:v>
                </c:pt>
                <c:pt idx="539">
                  <c:v>1.8963955441534189E-6</c:v>
                </c:pt>
                <c:pt idx="540">
                  <c:v>1.8058307984609255E-6</c:v>
                </c:pt>
                <c:pt idx="541">
                  <c:v>1.7194351207836106E-6</c:v>
                </c:pt>
                <c:pt idx="542">
                  <c:v>1.637024349062725E-6</c:v>
                </c:pt>
                <c:pt idx="543">
                  <c:v>1.5584220816937064E-6</c:v>
                </c:pt>
                <c:pt idx="544">
                  <c:v>1.4834593680365777E-6</c:v>
                </c:pt>
                <c:pt idx="545">
                  <c:v>1.4119744104755511E-6</c:v>
                </c:pt>
                <c:pt idx="546">
                  <c:v>1.3438122776315193E-6</c:v>
                </c:pt>
                <c:pt idx="547">
                  <c:v>1.2788246283432632E-6</c:v>
                </c:pt>
                <c:pt idx="548">
                  <c:v>1.2168694460450504E-6</c:v>
                </c:pt>
                <c:pt idx="549">
                  <c:v>1.1578107831797218E-6</c:v>
                </c:pt>
                <c:pt idx="550">
                  <c:v>1.1015185152977546E-6</c:v>
                </c:pt>
                <c:pt idx="551">
                  <c:v>1.0478681045035324E-6</c:v>
                </c:pt>
                <c:pt idx="552">
                  <c:v>9.9674037192079971E-7</c:v>
                </c:pt>
                <c:pt idx="553">
                  <c:v>9.4802127885957599E-7</c:v>
                </c:pt>
                <c:pt idx="554">
                  <c:v>9.0160171637692072E-7</c:v>
                </c:pt>
                <c:pt idx="555">
                  <c:v>8.573773029336756E-7</c:v>
                </c:pt>
                <c:pt idx="556">
                  <c:v>8.1524818985889474E-7</c:v>
                </c:pt>
                <c:pt idx="557">
                  <c:v>7.7511887434293755E-7</c:v>
                </c:pt>
                <c:pt idx="558">
                  <c:v>7.3689801968917121E-7</c:v>
                </c:pt>
                <c:pt idx="559">
                  <c:v>7.0049828256303468E-7</c:v>
                </c:pt>
                <c:pt idx="560">
                  <c:v>6.6583614698572917E-7</c:v>
                </c:pt>
                <c:pt idx="561">
                  <c:v>6.3283176482803159E-7</c:v>
                </c:pt>
                <c:pt idx="562">
                  <c:v>6.0140880256784033E-7</c:v>
                </c:pt>
                <c:pt idx="563">
                  <c:v>5.7149429408279419E-7</c:v>
                </c:pt>
                <c:pt idx="564">
                  <c:v>5.4301849925696948E-7</c:v>
                </c:pt>
                <c:pt idx="565">
                  <c:v>5.1591476818795217E-7</c:v>
                </c:pt>
                <c:pt idx="566">
                  <c:v>4.9011941078780012E-7</c:v>
                </c:pt>
                <c:pt idx="567">
                  <c:v>4.6557157157830787E-7</c:v>
                </c:pt>
                <c:pt idx="568">
                  <c:v>4.4221310948773204E-7</c:v>
                </c:pt>
                <c:pt idx="569">
                  <c:v>4.1998848246270979E-7</c:v>
                </c:pt>
                <c:pt idx="570">
                  <c:v>3.9884463671536419E-7</c:v>
                </c:pt>
                <c:pt idx="571">
                  <c:v>3.7873090043185354E-7</c:v>
                </c:pt>
                <c:pt idx="572">
                  <c:v>3.595988817744791E-7</c:v>
                </c:pt>
                <c:pt idx="573">
                  <c:v>3.4140237101532828E-7</c:v>
                </c:pt>
                <c:pt idx="574">
                  <c:v>3.2409724664499813E-7</c:v>
                </c:pt>
                <c:pt idx="575">
                  <c:v>3.0764138530539796E-7</c:v>
                </c:pt>
                <c:pt idx="576">
                  <c:v>2.9199457540089035E-7</c:v>
                </c:pt>
                <c:pt idx="577">
                  <c:v>2.7711843424714158E-7</c:v>
                </c:pt>
                <c:pt idx="578">
                  <c:v>2.629763286219862E-7</c:v>
                </c:pt>
                <c:pt idx="579">
                  <c:v>2.4953329858742527E-7</c:v>
                </c:pt>
                <c:pt idx="580">
                  <c:v>2.3675598445648128E-7</c:v>
                </c:pt>
                <c:pt idx="581">
                  <c:v>2.2461255678315936E-7</c:v>
                </c:pt>
                <c:pt idx="582">
                  <c:v>2.130726492580922E-7</c:v>
                </c:pt>
                <c:pt idx="583">
                  <c:v>2.0210729439666786E-7</c:v>
                </c:pt>
                <c:pt idx="584">
                  <c:v>1.9168886191050278E-7</c:v>
                </c:pt>
                <c:pt idx="585">
                  <c:v>1.8179099965707552E-7</c:v>
                </c:pt>
                <c:pt idx="586">
                  <c:v>1.7238857706614467E-7</c:v>
                </c:pt>
                <c:pt idx="587">
                  <c:v>1.6345763094526591E-7</c:v>
                </c:pt>
                <c:pt idx="588">
                  <c:v>1.5497531357028997E-7</c:v>
                </c:pt>
                <c:pt idx="589">
                  <c:v>1.4691984297017934E-7</c:v>
                </c:pt>
                <c:pt idx="590">
                  <c:v>1.3927045531880916E-7</c:v>
                </c:pt>
                <c:pt idx="591">
                  <c:v>1.3200735934964928E-7</c:v>
                </c:pt>
                <c:pt idx="592">
                  <c:v>1.2511169271234363E-7</c:v>
                </c:pt>
                <c:pt idx="593">
                  <c:v>1.1856548019320583E-7</c:v>
                </c:pt>
                <c:pt idx="594">
                  <c:v>1.1235159372457344E-7</c:v>
                </c:pt>
                <c:pt idx="595">
                  <c:v>1.0645371411076024E-7</c:v>
                </c:pt>
                <c:pt idx="596">
                  <c:v>1.0085629440108154E-7</c:v>
                </c:pt>
                <c:pt idx="597">
                  <c:v>9.5544524843028526E-8</c:v>
                </c:pt>
                <c:pt idx="598">
                  <c:v>9.0504299351219711E-8</c:v>
                </c:pt>
                <c:pt idx="599">
                  <c:v>8.5722183430188837E-8</c:v>
                </c:pt>
                <c:pt idx="600">
                  <c:v>8.1185383491440544E-8</c:v>
                </c:pt>
                <c:pt idx="601">
                  <c:v>7.6881717507472704E-8</c:v>
                </c:pt>
                <c:pt idx="602">
                  <c:v>7.2799586947673839E-8</c:v>
                </c:pt>
                <c:pt idx="603">
                  <c:v>6.8927949943114509E-8</c:v>
                </c:pt>
                <c:pt idx="604">
                  <c:v>6.5256295629308776E-8</c:v>
                </c:pt>
                <c:pt idx="605">
                  <c:v>6.1774619617985712E-8</c:v>
                </c:pt>
                <c:pt idx="606">
                  <c:v>5.8473400550823175E-8</c:v>
                </c:pt>
                <c:pt idx="607">
                  <c:v>5.5343577689926881E-8</c:v>
                </c:pt>
                <c:pt idx="608">
                  <c:v>5.2376529501608814E-8</c:v>
                </c:pt>
                <c:pt idx="609">
                  <c:v>4.9564053191724981E-8</c:v>
                </c:pt>
                <c:pt idx="610">
                  <c:v>4.6898345152479273E-8</c:v>
                </c:pt>
                <c:pt idx="611">
                  <c:v>4.4371982282180433E-8</c:v>
                </c:pt>
                <c:pt idx="612">
                  <c:v>4.1977904140970386E-8</c:v>
                </c:pt>
                <c:pt idx="613">
                  <c:v>3.9709395907011402E-8</c:v>
                </c:pt>
                <c:pt idx="614">
                  <c:v>3.7560072099035671E-8</c:v>
                </c:pt>
                <c:pt idx="615">
                  <c:v>3.5523861032527812E-8</c:v>
                </c:pt>
                <c:pt idx="616">
                  <c:v>3.3594989978122662E-8</c:v>
                </c:pt>
                <c:pt idx="617">
                  <c:v>3.1767970992068891E-8</c:v>
                </c:pt>
                <c:pt idx="618">
                  <c:v>3.0037587389824141E-8</c:v>
                </c:pt>
                <c:pt idx="619">
                  <c:v>2.8398880835022781E-8</c:v>
                </c:pt>
                <c:pt idx="620">
                  <c:v>2.6847139017182738E-8</c:v>
                </c:pt>
                <c:pt idx="621">
                  <c:v>2.5377883892607446E-8</c:v>
                </c:pt>
                <c:pt idx="622">
                  <c:v>2.3986860463980399E-8</c:v>
                </c:pt>
                <c:pt idx="623">
                  <c:v>2.2670026075156666E-8</c:v>
                </c:pt>
                <c:pt idx="624">
                  <c:v>2.1423540198622367E-8</c:v>
                </c:pt>
                <c:pt idx="625">
                  <c:v>2.0243754694022527E-8</c:v>
                </c:pt>
                <c:pt idx="626">
                  <c:v>1.9127204517051115E-8</c:v>
                </c:pt>
                <c:pt idx="627">
                  <c:v>1.8070598858858286E-8</c:v>
                </c:pt>
                <c:pt idx="628">
                  <c:v>1.7070812696954039E-8</c:v>
                </c:pt>
                <c:pt idx="629">
                  <c:v>1.6124878739383789E-8</c:v>
                </c:pt>
                <c:pt idx="630">
                  <c:v>1.5229979744712629E-8</c:v>
                </c:pt>
                <c:pt idx="631">
                  <c:v>1.4383441201090263E-8</c:v>
                </c:pt>
                <c:pt idx="632">
                  <c:v>1.3582724348371605E-8</c:v>
                </c:pt>
                <c:pt idx="633">
                  <c:v>1.2825419527946466E-8</c:v>
                </c:pt>
                <c:pt idx="634">
                  <c:v>1.2109239845580332E-8</c:v>
                </c:pt>
                <c:pt idx="635">
                  <c:v>1.1432015133194105E-8</c:v>
                </c:pt>
                <c:pt idx="636">
                  <c:v>1.0791686196109344E-8</c:v>
                </c:pt>
                <c:pt idx="637">
                  <c:v>1.0186299332860541E-8</c:v>
                </c:pt>
                <c:pt idx="638">
                  <c:v>9.6140011152309457E-9</c:v>
                </c:pt>
                <c:pt idx="639">
                  <c:v>9.0730334166957989E-9</c:v>
                </c:pt>
                <c:pt idx="640">
                  <c:v>8.5617286779677635E-9</c:v>
                </c:pt>
                <c:pt idx="641">
                  <c:v>8.0785053988274833E-9</c:v>
                </c:pt>
                <c:pt idx="642">
                  <c:v>7.6218638458901175E-9</c:v>
                </c:pt>
                <c:pt idx="643">
                  <c:v>7.1903819664089625E-9</c:v>
                </c:pt>
                <c:pt idx="644">
                  <c:v>6.7827114986483266E-9</c:v>
                </c:pt>
                <c:pt idx="645">
                  <c:v>6.3975742697704955E-9</c:v>
                </c:pt>
                <c:pt idx="646">
                  <c:v>6.0337586725797779E-9</c:v>
                </c:pt>
                <c:pt idx="647">
                  <c:v>5.6901163128451436E-9</c:v>
                </c:pt>
                <c:pt idx="648">
                  <c:v>5.365558819288405E-9</c:v>
                </c:pt>
                <c:pt idx="649">
                  <c:v>5.0590548086740162E-9</c:v>
                </c:pt>
                <c:pt idx="650">
                  <c:v>4.7696269987713184E-9</c:v>
                </c:pt>
                <c:pt idx="651">
                  <c:v>4.4963494622808543E-9</c:v>
                </c:pt>
                <c:pt idx="652">
                  <c:v>4.2383450151238498E-9</c:v>
                </c:pt>
                <c:pt idx="653">
                  <c:v>3.9947827327885145E-9</c:v>
                </c:pt>
                <c:pt idx="654">
                  <c:v>3.764875588708845E-9</c:v>
                </c:pt>
                <c:pt idx="655">
                  <c:v>3.5478782089216572E-9</c:v>
                </c:pt>
                <c:pt idx="656">
                  <c:v>3.3430847375066068E-9</c:v>
                </c:pt>
                <c:pt idx="657">
                  <c:v>3.1498268075614506E-9</c:v>
                </c:pt>
                <c:pt idx="658">
                  <c:v>2.967471612701879E-9</c:v>
                </c:pt>
                <c:pt idx="659">
                  <c:v>2.7954200743027329E-9</c:v>
                </c:pt>
                <c:pt idx="660">
                  <c:v>2.6331050999142316E-9</c:v>
                </c:pt>
                <c:pt idx="661">
                  <c:v>2.4799899284950224E-9</c:v>
                </c:pt>
                <c:pt idx="662">
                  <c:v>2.3355665583027433E-9</c:v>
                </c:pt>
                <c:pt idx="663">
                  <c:v>2.1993542534734592E-9</c:v>
                </c:pt>
                <c:pt idx="664">
                  <c:v>2.0708981255029045E-9</c:v>
                </c:pt>
                <c:pt idx="665">
                  <c:v>1.9497677860172241E-9</c:v>
                </c:pt>
                <c:pt idx="666">
                  <c:v>1.8355560673871799E-9</c:v>
                </c:pt>
                <c:pt idx="667">
                  <c:v>1.7278778078991217E-9</c:v>
                </c:pt>
                <c:pt idx="668">
                  <c:v>1.6263686983484897E-9</c:v>
                </c:pt>
                <c:pt idx="669">
                  <c:v>1.5306841870670345E-9</c:v>
                </c:pt>
                <c:pt idx="670">
                  <c:v>1.4404984405343163E-9</c:v>
                </c:pt>
                <c:pt idx="671">
                  <c:v>1.3555033568569167E-9</c:v>
                </c:pt>
                <c:pt idx="672">
                  <c:v>1.2754076295260396E-9</c:v>
                </c:pt>
                <c:pt idx="673">
                  <c:v>1.1999358589856384E-9</c:v>
                </c:pt>
                <c:pt idx="674">
                  <c:v>1.1288277096591173E-9</c:v>
                </c:pt>
                <c:pt idx="675">
                  <c:v>1.0618371101937901E-9</c:v>
                </c:pt>
                <c:pt idx="676">
                  <c:v>9.9873149478788325E-10</c:v>
                </c:pt>
                <c:pt idx="677">
                  <c:v>9.3929108356620705E-10</c:v>
                </c:pt>
                <c:pt idx="678">
                  <c:v>8.8330820006700098E-10</c:v>
                </c:pt>
                <c:pt idx="679">
                  <c:v>8.3058662399489995E-10</c:v>
                </c:pt>
                <c:pt idx="680">
                  <c:v>7.8094097748272449E-10</c:v>
                </c:pt>
                <c:pt idx="681">
                  <c:v>7.341961431889749E-10</c:v>
                </c:pt>
                <c:pt idx="682">
                  <c:v>6.901867126380654E-10</c:v>
                </c:pt>
                <c:pt idx="683">
                  <c:v>6.4875646328683969E-10</c:v>
                </c:pt>
                <c:pt idx="684">
                  <c:v>6.0975786287392308E-10</c:v>
                </c:pt>
                <c:pt idx="685">
                  <c:v>5.7305159967813482E-10</c:v>
                </c:pt>
                <c:pt idx="686">
                  <c:v>5.3850613737864396E-10</c:v>
                </c:pt>
                <c:pt idx="687">
                  <c:v>5.0599729327293079E-10</c:v>
                </c:pt>
                <c:pt idx="688">
                  <c:v>4.7540783866904273E-10</c:v>
                </c:pt>
                <c:pt idx="689">
                  <c:v>4.4662712032630319E-10</c:v>
                </c:pt>
                <c:pt idx="690">
                  <c:v>4.1955070187358077E-10</c:v>
                </c:pt>
                <c:pt idx="691">
                  <c:v>3.9408002418662612E-10</c:v>
                </c:pt>
                <c:pt idx="692">
                  <c:v>3.7012208375590376E-10</c:v>
                </c:pt>
                <c:pt idx="693">
                  <c:v>3.4758912812399101E-10</c:v>
                </c:pt>
                <c:pt idx="694">
                  <c:v>3.2639836751693879E-10</c:v>
                </c:pt>
                <c:pt idx="695">
                  <c:v>3.0647170183723509E-10</c:v>
                </c:pt>
                <c:pt idx="696">
                  <c:v>2.8773546222719773E-10</c:v>
                </c:pt>
                <c:pt idx="697">
                  <c:v>2.7012016645084755E-10</c:v>
                </c:pt>
                <c:pt idx="698">
                  <c:v>2.5356028737968859E-10</c:v>
                </c:pt>
                <c:pt idx="699">
                  <c:v>2.3799403390338909E-10</c:v>
                </c:pt>
                <c:pt idx="700">
                  <c:v>2.2336314362031505E-10</c:v>
                </c:pt>
                <c:pt idx="701">
                  <c:v>2.0961268669504128E-10</c:v>
                </c:pt>
                <c:pt idx="702">
                  <c:v>1.966908803007908E-10</c:v>
                </c:pt>
                <c:pt idx="703">
                  <c:v>1.8454891309391117E-10</c:v>
                </c:pt>
                <c:pt idx="704">
                  <c:v>1.7314077919541268E-10</c:v>
                </c:pt>
                <c:pt idx="705">
                  <c:v>1.6242312118101194E-10</c:v>
                </c:pt>
                <c:pt idx="706">
                  <c:v>1.5235508160640952E-10</c:v>
                </c:pt>
                <c:pt idx="707">
                  <c:v>1.4289816261845064E-10</c:v>
                </c:pt>
                <c:pt idx="708">
                  <c:v>1.3401609322568119E-10</c:v>
                </c:pt>
                <c:pt idx="709">
                  <c:v>1.2567470382350446E-10</c:v>
                </c:pt>
                <c:pt idx="710">
                  <c:v>1.1784180758979037E-10</c:v>
                </c:pt>
                <c:pt idx="711">
                  <c:v>1.1048708838642368E-10</c:v>
                </c:pt>
                <c:pt idx="712">
                  <c:v>1.035819948209488E-10</c:v>
                </c:pt>
                <c:pt idx="713">
                  <c:v>9.7099640140226144E-11</c:v>
                </c:pt>
                <c:pt idx="714">
                  <c:v>9.1014707644879687E-11</c:v>
                </c:pt>
                <c:pt idx="715">
                  <c:v>8.5303361329367681E-11</c:v>
                </c:pt>
                <c:pt idx="716">
                  <c:v>7.9943161467749369E-11</c:v>
                </c:pt>
                <c:pt idx="717">
                  <c:v>7.491298487970925E-11</c:v>
                </c:pt>
                <c:pt idx="718">
                  <c:v>7.0192949625169118E-11</c:v>
                </c:pt>
                <c:pt idx="719">
                  <c:v>6.5764343888899719E-11</c:v>
                </c:pt>
                <c:pt idx="720">
                  <c:v>6.1609558828968406E-11</c:v>
                </c:pt>
                <c:pt idx="721">
                  <c:v>5.7712025174661577E-11</c:v>
                </c:pt>
                <c:pt idx="722">
                  <c:v>5.4056153370731579E-11</c:v>
                </c:pt>
                <c:pt idx="723">
                  <c:v>5.0627277075466863E-11</c:v>
                </c:pt>
                <c:pt idx="724">
                  <c:v>4.7411599830183058E-11</c:v>
                </c:pt>
                <c:pt idx="725">
                  <c:v>4.439614472734189E-11</c:v>
                </c:pt>
                <c:pt idx="726">
                  <c:v>4.1568706913605407E-11</c:v>
                </c:pt>
                <c:pt idx="727">
                  <c:v>3.8917808772784512E-11</c:v>
                </c:pt>
                <c:pt idx="728">
                  <c:v>3.6432657641847694E-11</c:v>
                </c:pt>
                <c:pt idx="729">
                  <c:v>3.4103105920943977E-11</c:v>
                </c:pt>
                <c:pt idx="730">
                  <c:v>3.1919613445784448E-11</c:v>
                </c:pt>
                <c:pt idx="731">
                  <c:v>2.9873211997735686E-11</c:v>
                </c:pt>
                <c:pt idx="732">
                  <c:v>2.7955471833633267E-11</c:v>
                </c:pt>
                <c:pt idx="733">
                  <c:v>2.6158470123627815E-11</c:v>
                </c:pt>
                <c:pt idx="734">
                  <c:v>2.4474761191363054E-11</c:v>
                </c:pt>
                <c:pt idx="735">
                  <c:v>2.2897348456455533E-11</c:v>
                </c:pt>
                <c:pt idx="736">
                  <c:v>2.1419657984628737E-11</c:v>
                </c:pt>
                <c:pt idx="737">
                  <c:v>2.0035513555951577E-11</c:v>
                </c:pt>
                <c:pt idx="738">
                  <c:v>1.8739113166469093E-11</c:v>
                </c:pt>
                <c:pt idx="739">
                  <c:v>1.7525006883093401E-11</c:v>
                </c:pt>
                <c:pt idx="740">
                  <c:v>1.6388075975968676E-11</c:v>
                </c:pt>
                <c:pt idx="741">
                  <c:v>1.532351325663769E-11</c:v>
                </c:pt>
                <c:pt idx="742">
                  <c:v>1.4326804554239077E-11</c:v>
                </c:pt>
                <c:pt idx="743">
                  <c:v>1.3393711265657762E-11</c:v>
                </c:pt>
                <c:pt idx="744">
                  <c:v>1.2520253919052694E-11</c:v>
                </c:pt>
                <c:pt idx="745">
                  <c:v>1.1702696693498908E-11</c:v>
                </c:pt>
                <c:pt idx="746">
                  <c:v>1.0937532840623763E-11</c:v>
                </c:pt>
                <c:pt idx="747">
                  <c:v>1.0221470957087386E-11</c:v>
                </c:pt>
                <c:pt idx="748">
                  <c:v>9.5514220595749974E-12</c:v>
                </c:pt>
                <c:pt idx="749">
                  <c:v>8.9244874166325348E-12</c:v>
                </c:pt>
                <c:pt idx="750">
                  <c:v>8.3379470942011614E-12</c:v>
                </c:pt>
                <c:pt idx="751">
                  <c:v>7.789249174093995E-12</c:v>
                </c:pt>
                <c:pt idx="752">
                  <c:v>7.2759996069186056E-12</c:v>
                </c:pt>
                <c:pt idx="753">
                  <c:v>6.7959526630879148E-12</c:v>
                </c:pt>
                <c:pt idx="754">
                  <c:v>6.3470019475860122E-12</c:v>
                </c:pt>
                <c:pt idx="755">
                  <c:v>5.9271719460701053E-12</c:v>
                </c:pt>
                <c:pt idx="756">
                  <c:v>5.5346100717010135E-12</c:v>
                </c:pt>
                <c:pt idx="757">
                  <c:v>5.1675791838080567E-12</c:v>
                </c:pt>
                <c:pt idx="758">
                  <c:v>4.8244505511146538E-12</c:v>
                </c:pt>
                <c:pt idx="759">
                  <c:v>4.5036972337831668E-12</c:v>
                </c:pt>
                <c:pt idx="760">
                  <c:v>4.2038878599863691E-12</c:v>
                </c:pt>
                <c:pt idx="761">
                  <c:v>3.9236807740828923E-12</c:v>
                </c:pt>
                <c:pt idx="762">
                  <c:v>3.6618185347689931E-12</c:v>
                </c:pt>
                <c:pt idx="763">
                  <c:v>3.4171227428030119E-12</c:v>
                </c:pt>
                <c:pt idx="764">
                  <c:v>3.1884891790556009E-12</c:v>
                </c:pt>
                <c:pt idx="765">
                  <c:v>2.9748832347325156E-12</c:v>
                </c:pt>
                <c:pt idx="766">
                  <c:v>2.7753356166489995E-12</c:v>
                </c:pt>
                <c:pt idx="767">
                  <c:v>2.5889383114118991E-12</c:v>
                </c:pt>
                <c:pt idx="768">
                  <c:v>2.4148407932865608E-12</c:v>
                </c:pt>
                <c:pt idx="769">
                  <c:v>2.2522464613972885E-12</c:v>
                </c:pt>
                <c:pt idx="770">
                  <c:v>2.1004092927322453E-12</c:v>
                </c:pt>
                <c:pt idx="771">
                  <c:v>1.9586306982008015E-12</c:v>
                </c:pt>
                <c:pt idx="772">
                  <c:v>1.8262565697245805E-12</c:v>
                </c:pt>
                <c:pt idx="773">
                  <c:v>1.7026745070362556E-12</c:v>
                </c:pt>
                <c:pt idx="774">
                  <c:v>1.5873112135137154E-12</c:v>
                </c:pt>
                <c:pt idx="775">
                  <c:v>1.4796300509945916E-12</c:v>
                </c:pt>
                <c:pt idx="776">
                  <c:v>1.3791287440984253E-12</c:v>
                </c:pt>
                <c:pt idx="777">
                  <c:v>1.2853372251336459E-12</c:v>
                </c:pt>
                <c:pt idx="778">
                  <c:v>1.1978156111850921E-12</c:v>
                </c:pt>
                <c:pt idx="779">
                  <c:v>1.1161523054673863E-12</c:v>
                </c:pt>
                <c:pt idx="780">
                  <c:v>1.0399622154910405E-12</c:v>
                </c:pt>
                <c:pt idx="781">
                  <c:v>9.6888508102385507E-13</c:v>
                </c:pt>
                <c:pt idx="782">
                  <c:v>9.0258390524093256E-13</c:v>
                </c:pt>
                <c:pt idx="783">
                  <c:v>8.4074348284396664E-13</c:v>
                </c:pt>
                <c:pt idx="784">
                  <c:v>7.8306901929601257E-13</c:v>
                </c:pt>
                <c:pt idx="785">
                  <c:v>7.2928483566223921E-13</c:v>
                </c:pt>
                <c:pt idx="786">
                  <c:v>6.7913315387193456E-13</c:v>
                </c:pt>
                <c:pt idx="787">
                  <c:v>6.3237295752335322E-13</c:v>
                </c:pt>
                <c:pt idx="788">
                  <c:v>5.8877892364134628E-13</c:v>
                </c:pt>
                <c:pt idx="789">
                  <c:v>5.4814042106977963E-13</c:v>
                </c:pt>
                <c:pt idx="790">
                  <c:v>5.1026057143700546E-13</c:v>
                </c:pt>
                <c:pt idx="791">
                  <c:v>4.7495536887413705E-13</c:v>
                </c:pt>
                <c:pt idx="792">
                  <c:v>4.4205285489337568E-13</c:v>
                </c:pt>
                <c:pt idx="793">
                  <c:v>4.1139234504795777E-13</c:v>
                </c:pt>
                <c:pt idx="794">
                  <c:v>3.8282370419716471E-13</c:v>
                </c:pt>
                <c:pt idx="795">
                  <c:v>3.5620666739001657E-13</c:v>
                </c:pt>
                <c:pt idx="796">
                  <c:v>3.3141020356023762E-13</c:v>
                </c:pt>
                <c:pt idx="797">
                  <c:v>3.0831191939377025E-13</c:v>
                </c:pt>
                <c:pt idx="798">
                  <c:v>2.8679750088880877E-13</c:v>
                </c:pt>
                <c:pt idx="799">
                  <c:v>2.6676019027776224E-13</c:v>
                </c:pt>
                <c:pt idx="800">
                  <c:v>2.4810029612125372E-13</c:v>
                </c:pt>
                <c:pt idx="801">
                  <c:v>2.3072473451663449E-13</c:v>
                </c:pt>
                <c:pt idx="802">
                  <c:v>2.1454659948809643E-13</c:v>
                </c:pt>
                <c:pt idx="803">
                  <c:v>1.994847607427445E-13</c:v>
                </c:pt>
                <c:pt idx="804">
                  <c:v>1.854634870872482E-13</c:v>
                </c:pt>
                <c:pt idx="805">
                  <c:v>1.7241209390354996E-13</c:v>
                </c:pt>
                <c:pt idx="806">
                  <c:v>1.6026461317967322E-13</c:v>
                </c:pt>
                <c:pt idx="807">
                  <c:v>1.4895948468354234E-13</c:v>
                </c:pt>
                <c:pt idx="808">
                  <c:v>1.3843926695407222E-13</c:v>
                </c:pt>
                <c:pt idx="809">
                  <c:v>1.286503668650097E-13</c:v>
                </c:pt>
                <c:pt idx="810">
                  <c:v>1.1954278659334634E-13</c:v>
                </c:pt>
                <c:pt idx="811">
                  <c:v>1.1106988689595475E-13</c:v>
                </c:pt>
                <c:pt idx="812">
                  <c:v>1.0318816566554648E-13</c:v>
                </c:pt>
                <c:pt idx="813">
                  <c:v>9.5857050800527914E-14</c:v>
                </c:pt>
                <c:pt idx="814">
                  <c:v>8.9038706482922822E-14</c:v>
                </c:pt>
                <c:pt idx="815">
                  <c:v>8.2697852014576407E-14</c:v>
                </c:pt>
                <c:pt idx="816">
                  <c:v>7.6801592414503431E-14</c:v>
                </c:pt>
                <c:pt idx="817">
                  <c:v>7.1319260029702986E-14</c:v>
                </c:pt>
                <c:pt idx="818">
                  <c:v>6.6222266458240316E-14</c:v>
                </c:pt>
                <c:pt idx="819">
                  <c:v>6.1483964127047349E-14</c:v>
                </c:pt>
                <c:pt idx="820">
                  <c:v>5.7079516907884939E-14</c:v>
                </c:pt>
                <c:pt idx="821">
                  <c:v>5.2985779193430334E-14</c:v>
                </c:pt>
                <c:pt idx="822">
                  <c:v>4.9181182891594444E-14</c:v>
                </c:pt>
                <c:pt idx="823">
                  <c:v>4.5645631830131922E-14</c:v>
                </c:pt>
                <c:pt idx="824">
                  <c:v>4.2360403095477141E-14</c:v>
                </c:pt>
                <c:pt idx="825">
                  <c:v>3.9308054859658447E-14</c:v>
                </c:pt>
                <c:pt idx="826">
                  <c:v>3.6472340277225428E-14</c:v>
                </c:pt>
                <c:pt idx="827">
                  <c:v>3.3838127060483342E-14</c:v>
                </c:pt>
                <c:pt idx="828">
                  <c:v>3.1391322366057437E-14</c:v>
                </c:pt>
                <c:pt idx="829">
                  <c:v>2.9118802649026829E-14</c:v>
                </c:pt>
                <c:pt idx="830">
                  <c:v>2.7008348162631398E-14</c:v>
                </c:pt>
                <c:pt idx="831">
                  <c:v>2.5048581801990537E-14</c:v>
                </c:pt>
                <c:pt idx="832">
                  <c:v>2.3228912009428291E-14</c:v>
                </c:pt>
                <c:pt idx="833">
                  <c:v>2.1539479476972533E-14</c:v>
                </c:pt>
                <c:pt idx="834">
                  <c:v>1.9971107398448098E-14</c:v>
                </c:pt>
                <c:pt idx="835">
                  <c:v>1.8515255039390487E-14</c:v>
                </c:pt>
                <c:pt idx="836">
                  <c:v>1.7163974407817855E-14</c:v>
                </c:pt>
                <c:pt idx="837">
                  <c:v>1.5909869822798317E-14</c:v>
                </c:pt>
                <c:pt idx="838">
                  <c:v>1.4746060190765707E-14</c:v>
                </c:pt>
                <c:pt idx="839">
                  <c:v>1.3666143811746092E-14</c:v>
                </c:pt>
                <c:pt idx="840">
                  <c:v>1.2664165549094176E-14</c:v>
                </c:pt>
                <c:pt idx="841">
                  <c:v>1.1734586207060271E-14</c:v>
                </c:pt>
                <c:pt idx="842">
                  <c:v>1.0872253970551062E-14</c:v>
                </c:pt>
                <c:pt idx="843">
                  <c:v>1.0072377770859312E-14</c:v>
                </c:pt>
                <c:pt idx="844">
                  <c:v>9.3305024499528648E-15</c:v>
                </c:pt>
                <c:pt idx="845">
                  <c:v>8.6424856041702758E-15</c:v>
                </c:pt>
                <c:pt idx="846">
                  <c:v>8.0044759959060259E-15</c:v>
                </c:pt>
                <c:pt idx="847">
                  <c:v>7.4128934291099565E-15</c:v>
                </c:pt>
                <c:pt idx="848">
                  <c:v>6.8644099912087399E-15</c:v>
                </c:pt>
                <c:pt idx="849">
                  <c:v>6.3559325704065011E-15</c:v>
                </c:pt>
                <c:pt idx="850">
                  <c:v>5.8845865632679102E-15</c:v>
                </c:pt>
                <c:pt idx="851">
                  <c:v>5.4477006930512789E-15</c:v>
                </c:pt>
                <c:pt idx="852">
                  <c:v>5.0427928644687798E-15</c:v>
                </c:pt>
                <c:pt idx="853">
                  <c:v>4.6675569854249438E-15</c:v>
                </c:pt>
                <c:pt idx="854">
                  <c:v>4.3198506908484626E-15</c:v>
                </c:pt>
                <c:pt idx="855">
                  <c:v>3.9976839079982402E-15</c:v>
                </c:pt>
                <c:pt idx="856">
                  <c:v>3.6992082066212006E-15</c:v>
                </c:pt>
                <c:pt idx="857">
                  <c:v>3.4227068810734367E-15</c:v>
                </c:pt>
                <c:pt idx="858">
                  <c:v>3.166585715011661E-15</c:v>
                </c:pt>
                <c:pt idx="859">
                  <c:v>2.9293643825307241E-15</c:v>
                </c:pt>
                <c:pt idx="860">
                  <c:v>2.709668442679456E-15</c:v>
                </c:pt>
                <c:pt idx="861">
                  <c:v>2.506221887145239E-15</c:v>
                </c:pt>
                <c:pt idx="862">
                  <c:v>2.3178402035709388E-15</c:v>
                </c:pt>
                <c:pt idx="863">
                  <c:v>2.1434239194652475E-15</c:v>
                </c:pt>
                <c:pt idx="864">
                  <c:v>1.9819525940045314E-15</c:v>
                </c:pt>
                <c:pt idx="865">
                  <c:v>1.8324792272061283E-15</c:v>
                </c:pt>
                <c:pt idx="866">
                  <c:v>1.6941250579939195E-15</c:v>
                </c:pt>
                <c:pt idx="867">
                  <c:v>1.5660747245836912E-15</c:v>
                </c:pt>
                <c:pt idx="868">
                  <c:v>1.4475717623972519E-15</c:v>
                </c:pt>
                <c:pt idx="869">
                  <c:v>1.3379144163786635E-15</c:v>
                </c:pt>
                <c:pt idx="870">
                  <c:v>1.2364517461413621E-15</c:v>
                </c:pt>
                <c:pt idx="871">
                  <c:v>1.142580003826915E-15</c:v>
                </c:pt>
                <c:pt idx="872">
                  <c:v>1.0557392659133159E-15</c:v>
                </c:pt>
                <c:pt idx="873">
                  <c:v>9.7541030147727374E-16</c:v>
                </c:pt>
                <c:pt idx="874">
                  <c:v>9.0111166059848516E-16</c:v>
                </c:pt>
                <c:pt idx="875">
                  <c:v>8.3239696769811071E-16</c:v>
                </c:pt>
                <c:pt idx="876">
                  <c:v>7.6885240563538173E-16</c:v>
                </c:pt>
                <c:pt idx="877">
                  <c:v>7.1009437734870296E-16</c:v>
                </c:pt>
                <c:pt idx="878">
                  <c:v>6.5576733272654871E-16</c:v>
                </c:pt>
                <c:pt idx="879">
                  <c:v>6.0554174923184606E-16</c:v>
                </c:pt>
                <c:pt idx="880">
                  <c:v>5.5911225558648931E-16</c:v>
                </c:pt>
                <c:pt idx="881">
                  <c:v>5.1619588855274251E-16</c:v>
                </c:pt>
                <c:pt idx="882">
                  <c:v>4.7653047352990878E-16</c:v>
                </c:pt>
                <c:pt idx="883">
                  <c:v>4.3987312032011257E-16</c:v>
                </c:pt>
                <c:pt idx="884">
                  <c:v>4.0599882601022839E-16</c:v>
                </c:pt>
                <c:pt idx="885">
                  <c:v>3.7469917746990644E-16</c:v>
                </c:pt>
                <c:pt idx="886">
                  <c:v>3.4578114648162604E-16</c:v>
                </c:pt>
                <c:pt idx="887">
                  <c:v>3.1906597099955704E-16</c:v>
                </c:pt>
                <c:pt idx="888">
                  <c:v>2.9438811648263861E-16</c:v>
                </c:pt>
                <c:pt idx="889">
                  <c:v>2.7159431166538117E-16</c:v>
                </c:pt>
                <c:pt idx="890">
                  <c:v>2.5054265351969742E-16</c:v>
                </c:pt>
                <c:pt idx="891">
                  <c:v>2.3110177652446362E-16</c:v>
                </c:pt>
                <c:pt idx="892">
                  <c:v>2.1315008169813328E-16</c:v>
                </c:pt>
                <c:pt idx="893">
                  <c:v>1.9657502116534395E-16</c:v>
                </c:pt>
                <c:pt idx="894">
                  <c:v>1.8127243432255294E-16</c:v>
                </c:pt>
                <c:pt idx="895">
                  <c:v>1.6714593194173047E-16</c:v>
                </c:pt>
                <c:pt idx="896">
                  <c:v>1.5410632480645135E-16</c:v>
                </c:pt>
                <c:pt idx="897">
                  <c:v>1.4207109371251405E-16</c:v>
                </c:pt>
                <c:pt idx="898">
                  <c:v>1.3096389788671071E-16</c:v>
                </c:pt>
                <c:pt idx="899">
                  <c:v>1.2071411908368936E-16</c:v>
                </c:pt>
                <c:pt idx="900">
                  <c:v>1.1125643881294176E-16</c:v>
                </c:pt>
                <c:pt idx="901">
                  <c:v>1.0253044632684249E-16</c:v>
                </c:pt>
                <c:pt idx="902">
                  <c:v>9.4480275167217554E-17</c:v>
                </c:pt>
                <c:pt idx="903">
                  <c:v>8.7054266222961263E-17</c:v>
                </c:pt>
                <c:pt idx="904">
                  <c:v>8.0204655395572035E-17</c:v>
                </c:pt>
                <c:pt idx="905">
                  <c:v>7.3887284103782323E-17</c:v>
                </c:pt>
                <c:pt idx="906">
                  <c:v>6.8061330983515967E-17</c:v>
                </c:pt>
                <c:pt idx="907">
                  <c:v>6.2689063255725824E-17</c:v>
                </c:pt>
                <c:pt idx="908">
                  <c:v>5.7735606342915173E-17</c:v>
                </c:pt>
                <c:pt idx="909">
                  <c:v>5.3168730415877322E-17</c:v>
                </c:pt>
                <c:pt idx="910">
                  <c:v>4.895865264586045E-17</c:v>
                </c:pt>
                <c:pt idx="911">
                  <c:v>4.507785402453551E-17</c:v>
                </c:pt>
                <c:pt idx="912">
                  <c:v>4.1500909695180429E-17</c:v>
                </c:pt>
                <c:pt idx="913">
                  <c:v>3.8204331813893916E-17</c:v>
                </c:pt>
                <c:pt idx="914">
                  <c:v>3.5166424029732964E-17</c:v>
                </c:pt>
                <c:pt idx="915">
                  <c:v>3.2367146737857529E-17</c:v>
                </c:pt>
                <c:pt idx="916">
                  <c:v>2.978799232034291E-17</c:v>
                </c:pt>
                <c:pt idx="917">
                  <c:v>2.7411869645660211E-17</c:v>
                </c:pt>
                <c:pt idx="918">
                  <c:v>2.522299715016929E-17</c:v>
                </c:pt>
                <c:pt idx="919">
                  <c:v>2.3206803873638667E-17</c:v>
                </c:pt>
                <c:pt idx="920">
                  <c:v>2.1349837866015134E-17</c:v>
                </c:pt>
                <c:pt idx="921">
                  <c:v>1.9639681424692282E-17</c:v>
                </c:pt>
                <c:pt idx="922">
                  <c:v>1.8064872660563074E-17</c:v>
                </c:pt>
                <c:pt idx="923">
                  <c:v>1.661483292740917E-17</c:v>
                </c:pt>
                <c:pt idx="924">
                  <c:v>1.527979968287294E-17</c:v>
                </c:pt>
                <c:pt idx="925">
                  <c:v>1.4050764380548089E-17</c:v>
                </c:pt>
                <c:pt idx="926">
                  <c:v>1.2919415021788637E-17</c:v>
                </c:pt>
                <c:pt idx="927">
                  <c:v>1.1878083022821585E-17</c:v>
                </c:pt>
                <c:pt idx="928">
                  <c:v>1.0919694077811977E-17</c:v>
                </c:pt>
                <c:pt idx="929">
                  <c:v>1.0037722721790572E-17</c:v>
                </c:pt>
                <c:pt idx="930">
                  <c:v>9.2261503189555145E-18</c:v>
                </c:pt>
                <c:pt idx="931">
                  <c:v>8.4794262219094948E-18</c:v>
                </c:pt>
                <c:pt idx="932">
                  <c:v>7.7924318659990869E-18</c:v>
                </c:pt>
                <c:pt idx="933">
                  <c:v>7.1604475801958816E-18</c:v>
                </c:pt>
                <c:pt idx="934">
                  <c:v>6.5791219119826449E-18</c:v>
                </c:pt>
                <c:pt idx="935">
                  <c:v>6.044443278578269E-18</c:v>
                </c:pt>
                <c:pt idx="936">
                  <c:v>5.5527137706297561E-18</c:v>
                </c:pt>
                <c:pt idx="937">
                  <c:v>5.1005249472981474E-18</c:v>
                </c:pt>
                <c:pt idx="938">
                  <c:v>4.6847354735354945E-18</c:v>
                </c:pt>
                <c:pt idx="939">
                  <c:v>4.3024504613593768E-18</c:v>
                </c:pt>
                <c:pt idx="940">
                  <c:v>3.9510023871432412E-18</c:v>
                </c:pt>
                <c:pt idx="941">
                  <c:v>3.6279334664071907E-18</c:v>
                </c:pt>
                <c:pt idx="942">
                  <c:v>3.3309793763732971E-18</c:v>
                </c:pt>
                <c:pt idx="943">
                  <c:v>3.0580542246885481E-18</c:v>
                </c:pt>
                <c:pt idx="944">
                  <c:v>2.807236670261681E-18</c:v>
                </c:pt>
                <c:pt idx="945">
                  <c:v>2.5767571091549445E-18</c:v>
                </c:pt>
                <c:pt idx="946">
                  <c:v>2.3649858449514187E-18</c:v>
                </c:pt>
                <c:pt idx="947">
                  <c:v>2.1704221690258285E-18</c:v>
                </c:pt>
                <c:pt idx="948">
                  <c:v>1.9916842817121267E-18</c:v>
                </c:pt>
                <c:pt idx="949">
                  <c:v>1.8274999905172911E-18</c:v>
                </c:pt>
                <c:pt idx="950">
                  <c:v>1.6766981263083809E-18</c:v>
                </c:pt>
                <c:pt idx="951">
                  <c:v>1.5382006228250744E-18</c:v>
                </c:pt>
                <c:pt idx="952">
                  <c:v>1.411015208968636E-18</c:v>
                </c:pt>
                <c:pt idx="953">
                  <c:v>1.2942286671146505E-18</c:v>
                </c:pt>
                <c:pt idx="954">
                  <c:v>1.187000614212061E-18</c:v>
                </c:pt>
                <c:pt idx="955">
                  <c:v>1.0885577656863014E-18</c:v>
                </c:pt>
                <c:pt idx="956">
                  <c:v>9.9818864517786208E-19</c:v>
                </c:pt>
                <c:pt idx="957">
                  <c:v>9.1523870593801882E-19</c:v>
                </c:pt>
                <c:pt idx="958">
                  <c:v>8.3910583228571299E-19</c:v>
                </c:pt>
                <c:pt idx="959">
                  <c:v>7.6923619192020063E-19</c:v>
                </c:pt>
                <c:pt idx="960">
                  <c:v>7.0512041209646726E-19</c:v>
                </c:pt>
                <c:pt idx="961">
                  <c:v>6.4629005471729535E-19</c:v>
                </c:pt>
                <c:pt idx="962">
                  <c:v>5.9231436729059106E-19</c:v>
                </c:pt>
                <c:pt idx="963">
                  <c:v>5.4279728845267855E-19</c:v>
                </c:pt>
                <c:pt idx="964">
                  <c:v>4.9737468837987735E-19</c:v>
                </c:pt>
                <c:pt idx="965">
                  <c:v>4.55711825910334E-19</c:v>
                </c:pt>
                <c:pt idx="966">
                  <c:v>4.1750100558505445E-19</c:v>
                </c:pt>
                <c:pt idx="967">
                  <c:v>3.8245941909998622E-19</c:v>
                </c:pt>
                <c:pt idx="968">
                  <c:v>3.5032715684727581E-19</c:v>
                </c:pt>
                <c:pt idx="969">
                  <c:v>3.2086537632051923E-19</c:v>
                </c:pt>
                <c:pt idx="970">
                  <c:v>2.9385461517303436E-19</c:v>
                </c:pt>
                <c:pt idx="971">
                  <c:v>2.6909323765546111E-19</c:v>
                </c:pt>
                <c:pt idx="972">
                  <c:v>2.4639600402563801E-19</c:v>
                </c:pt>
                <c:pt idx="973">
                  <c:v>2.2559275332449444E-19</c:v>
                </c:pt>
                <c:pt idx="974">
                  <c:v>2.0652719065181306E-19</c:v>
                </c:pt>
                <c:pt idx="975">
                  <c:v>1.8905577075970124E-19</c:v>
                </c:pt>
                <c:pt idx="976">
                  <c:v>1.7304667041346731E-19</c:v>
                </c:pt>
                <c:pt idx="977">
                  <c:v>1.5837884255344723E-19</c:v>
                </c:pt>
                <c:pt idx="978">
                  <c:v>1.4494114583064854E-19</c:v>
                </c:pt>
                <c:pt idx="979">
                  <c:v>1.3263154358717523E-19</c:v>
                </c:pt>
                <c:pt idx="980">
                  <c:v>1.2135636681257875E-19</c:v>
                </c:pt>
                <c:pt idx="981">
                  <c:v>1.110296360320888E-19</c:v>
                </c:pt>
                <c:pt idx="982">
                  <c:v>1.0157243747507919E-19</c:v>
                </c:pt>
                <c:pt idx="983">
                  <c:v>9.291234923435454E-20</c:v>
                </c:pt>
                <c:pt idx="984">
                  <c:v>8.4982913461296381E-20</c:v>
                </c:pt>
                <c:pt idx="985">
                  <c:v>7.7723150950622758E-20</c:v>
                </c:pt>
                <c:pt idx="986">
                  <c:v>7.1077114753496726E-20</c:v>
                </c:pt>
                <c:pt idx="987">
                  <c:v>6.4993479720708472E-20</c:v>
                </c:pt>
                <c:pt idx="988">
                  <c:v>5.9425165120374718E-20</c:v>
                </c:pt>
                <c:pt idx="989">
                  <c:v>5.432898769854618E-20</c:v>
                </c:pt>
                <c:pt idx="990">
                  <c:v>4.9665342757768544E-20</c:v>
                </c:pt>
                <c:pt idx="991">
                  <c:v>4.5397911019255603E-20</c:v>
                </c:pt>
                <c:pt idx="992">
                  <c:v>4.1493389210196763E-20</c:v>
                </c:pt>
                <c:pt idx="993">
                  <c:v>3.792124247992639E-20</c:v>
                </c:pt>
                <c:pt idx="994">
                  <c:v>3.4653476898263233E-20</c:v>
                </c:pt>
                <c:pt idx="995">
                  <c:v>3.1664430427294368E-20</c:v>
                </c:pt>
                <c:pt idx="996">
                  <c:v>2.8930580885078058E-20</c:v>
                </c:pt>
                <c:pt idx="997">
                  <c:v>2.6430369537021272E-20</c:v>
                </c:pt>
                <c:pt idx="998">
                  <c:v>2.4144039058815929E-20</c:v>
                </c:pt>
                <c:pt idx="999">
                  <c:v>2.2053484714483274E-20</c:v>
                </c:pt>
                <c:pt idx="1000">
                  <c:v>2.0142117684944088E-20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Sheet2!$C$1</c:f>
              <c:strCache>
                <c:ptCount val="1"/>
                <c:pt idx="0">
                  <c:v>S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Sheet2!$A$2:$A$1002</c:f>
              <c:numCache>
                <c:formatCode>General</c:formatCode>
                <c:ptCount val="1001"/>
                <c:pt idx="0">
                  <c:v>0</c:v>
                </c:pt>
                <c:pt idx="1">
                  <c:v>1E-3</c:v>
                </c:pt>
                <c:pt idx="2">
                  <c:v>2E-3</c:v>
                </c:pt>
                <c:pt idx="3">
                  <c:v>3.0000000000000001E-3</c:v>
                </c:pt>
                <c:pt idx="4">
                  <c:v>4.0000000000000001E-3</c:v>
                </c:pt>
                <c:pt idx="5">
                  <c:v>5.0000000000000001E-3</c:v>
                </c:pt>
                <c:pt idx="6">
                  <c:v>6.0000000000000001E-3</c:v>
                </c:pt>
                <c:pt idx="7">
                  <c:v>7.0000000000000001E-3</c:v>
                </c:pt>
                <c:pt idx="8">
                  <c:v>8.0000000000000002E-3</c:v>
                </c:pt>
                <c:pt idx="9">
                  <c:v>9.0000000000000011E-3</c:v>
                </c:pt>
                <c:pt idx="10">
                  <c:v>0.01</c:v>
                </c:pt>
                <c:pt idx="11">
                  <c:v>1.0999999999999999E-2</c:v>
                </c:pt>
                <c:pt idx="12">
                  <c:v>1.2E-2</c:v>
                </c:pt>
                <c:pt idx="13">
                  <c:v>1.3000000000000001E-2</c:v>
                </c:pt>
                <c:pt idx="14">
                  <c:v>1.4E-2</c:v>
                </c:pt>
                <c:pt idx="15">
                  <c:v>1.4999999999999999E-2</c:v>
                </c:pt>
                <c:pt idx="16">
                  <c:v>1.6E-2</c:v>
                </c:pt>
                <c:pt idx="17">
                  <c:v>1.7000000000000001E-2</c:v>
                </c:pt>
                <c:pt idx="18">
                  <c:v>1.8000000000000002E-2</c:v>
                </c:pt>
                <c:pt idx="19">
                  <c:v>1.9E-2</c:v>
                </c:pt>
                <c:pt idx="20">
                  <c:v>0.02</c:v>
                </c:pt>
                <c:pt idx="21">
                  <c:v>2.1000000000000001E-2</c:v>
                </c:pt>
                <c:pt idx="22">
                  <c:v>2.1999999999999999E-2</c:v>
                </c:pt>
                <c:pt idx="23">
                  <c:v>2.3E-2</c:v>
                </c:pt>
                <c:pt idx="24">
                  <c:v>2.4E-2</c:v>
                </c:pt>
                <c:pt idx="25">
                  <c:v>2.5000000000000001E-2</c:v>
                </c:pt>
                <c:pt idx="26">
                  <c:v>2.6000000000000002E-2</c:v>
                </c:pt>
                <c:pt idx="27">
                  <c:v>2.7E-2</c:v>
                </c:pt>
                <c:pt idx="28">
                  <c:v>2.8000000000000001E-2</c:v>
                </c:pt>
                <c:pt idx="29">
                  <c:v>2.9000000000000001E-2</c:v>
                </c:pt>
                <c:pt idx="30">
                  <c:v>0.03</c:v>
                </c:pt>
                <c:pt idx="31">
                  <c:v>3.1E-2</c:v>
                </c:pt>
                <c:pt idx="32">
                  <c:v>3.2000000000000001E-2</c:v>
                </c:pt>
                <c:pt idx="33">
                  <c:v>3.3000000000000002E-2</c:v>
                </c:pt>
                <c:pt idx="34">
                  <c:v>3.4000000000000002E-2</c:v>
                </c:pt>
                <c:pt idx="35">
                  <c:v>3.5000000000000003E-2</c:v>
                </c:pt>
                <c:pt idx="36">
                  <c:v>3.6000000000000004E-2</c:v>
                </c:pt>
                <c:pt idx="37">
                  <c:v>3.6999999999999998E-2</c:v>
                </c:pt>
                <c:pt idx="38">
                  <c:v>3.7999999999999999E-2</c:v>
                </c:pt>
                <c:pt idx="39">
                  <c:v>3.9E-2</c:v>
                </c:pt>
                <c:pt idx="40">
                  <c:v>0.04</c:v>
                </c:pt>
                <c:pt idx="41">
                  <c:v>4.1000000000000002E-2</c:v>
                </c:pt>
                <c:pt idx="42">
                  <c:v>4.2000000000000003E-2</c:v>
                </c:pt>
                <c:pt idx="43">
                  <c:v>4.3000000000000003E-2</c:v>
                </c:pt>
                <c:pt idx="44">
                  <c:v>4.3999999999999997E-2</c:v>
                </c:pt>
                <c:pt idx="45">
                  <c:v>4.4999999999999998E-2</c:v>
                </c:pt>
                <c:pt idx="46">
                  <c:v>4.5999999999999999E-2</c:v>
                </c:pt>
                <c:pt idx="47">
                  <c:v>4.7E-2</c:v>
                </c:pt>
                <c:pt idx="48">
                  <c:v>4.8000000000000001E-2</c:v>
                </c:pt>
                <c:pt idx="49">
                  <c:v>4.9000000000000002E-2</c:v>
                </c:pt>
                <c:pt idx="50">
                  <c:v>0.05</c:v>
                </c:pt>
                <c:pt idx="51">
                  <c:v>5.1000000000000004E-2</c:v>
                </c:pt>
                <c:pt idx="52">
                  <c:v>5.2000000000000005E-2</c:v>
                </c:pt>
                <c:pt idx="53">
                  <c:v>5.2999999999999999E-2</c:v>
                </c:pt>
                <c:pt idx="54">
                  <c:v>5.3999999999999999E-2</c:v>
                </c:pt>
                <c:pt idx="55">
                  <c:v>5.5E-2</c:v>
                </c:pt>
                <c:pt idx="56">
                  <c:v>5.6000000000000001E-2</c:v>
                </c:pt>
                <c:pt idx="57">
                  <c:v>5.7000000000000002E-2</c:v>
                </c:pt>
                <c:pt idx="58">
                  <c:v>5.8000000000000003E-2</c:v>
                </c:pt>
                <c:pt idx="59">
                  <c:v>5.9000000000000004E-2</c:v>
                </c:pt>
                <c:pt idx="60">
                  <c:v>0.06</c:v>
                </c:pt>
                <c:pt idx="61">
                  <c:v>6.0999999999999999E-2</c:v>
                </c:pt>
                <c:pt idx="62">
                  <c:v>6.2E-2</c:v>
                </c:pt>
                <c:pt idx="63">
                  <c:v>6.3E-2</c:v>
                </c:pt>
                <c:pt idx="64">
                  <c:v>6.4000000000000001E-2</c:v>
                </c:pt>
                <c:pt idx="65">
                  <c:v>6.5000000000000002E-2</c:v>
                </c:pt>
                <c:pt idx="66">
                  <c:v>6.6000000000000003E-2</c:v>
                </c:pt>
                <c:pt idx="67">
                  <c:v>6.7000000000000004E-2</c:v>
                </c:pt>
                <c:pt idx="68">
                  <c:v>6.8000000000000005E-2</c:v>
                </c:pt>
                <c:pt idx="69">
                  <c:v>6.9000000000000006E-2</c:v>
                </c:pt>
                <c:pt idx="70">
                  <c:v>7.0000000000000007E-2</c:v>
                </c:pt>
                <c:pt idx="71">
                  <c:v>7.1000000000000008E-2</c:v>
                </c:pt>
                <c:pt idx="72">
                  <c:v>7.2000000000000008E-2</c:v>
                </c:pt>
                <c:pt idx="73">
                  <c:v>7.2999999999999995E-2</c:v>
                </c:pt>
                <c:pt idx="74">
                  <c:v>7.3999999999999996E-2</c:v>
                </c:pt>
                <c:pt idx="75">
                  <c:v>7.4999999999999997E-2</c:v>
                </c:pt>
                <c:pt idx="76">
                  <c:v>7.5999999999999998E-2</c:v>
                </c:pt>
                <c:pt idx="77">
                  <c:v>7.6999999999999999E-2</c:v>
                </c:pt>
                <c:pt idx="78">
                  <c:v>7.8E-2</c:v>
                </c:pt>
                <c:pt idx="79">
                  <c:v>7.9000000000000001E-2</c:v>
                </c:pt>
                <c:pt idx="80">
                  <c:v>0.08</c:v>
                </c:pt>
                <c:pt idx="81">
                  <c:v>8.1000000000000003E-2</c:v>
                </c:pt>
                <c:pt idx="82">
                  <c:v>8.2000000000000003E-2</c:v>
                </c:pt>
                <c:pt idx="83">
                  <c:v>8.3000000000000004E-2</c:v>
                </c:pt>
                <c:pt idx="84">
                  <c:v>8.4000000000000005E-2</c:v>
                </c:pt>
                <c:pt idx="85">
                  <c:v>8.5000000000000006E-2</c:v>
                </c:pt>
                <c:pt idx="86">
                  <c:v>8.6000000000000007E-2</c:v>
                </c:pt>
                <c:pt idx="87">
                  <c:v>8.7000000000000008E-2</c:v>
                </c:pt>
                <c:pt idx="88">
                  <c:v>8.7999999999999995E-2</c:v>
                </c:pt>
                <c:pt idx="89">
                  <c:v>8.8999999999999996E-2</c:v>
                </c:pt>
                <c:pt idx="90">
                  <c:v>0.09</c:v>
                </c:pt>
                <c:pt idx="91">
                  <c:v>9.0999999999999998E-2</c:v>
                </c:pt>
                <c:pt idx="92">
                  <c:v>9.1999999999999998E-2</c:v>
                </c:pt>
                <c:pt idx="93">
                  <c:v>9.2999999999999999E-2</c:v>
                </c:pt>
                <c:pt idx="94">
                  <c:v>9.4E-2</c:v>
                </c:pt>
                <c:pt idx="95">
                  <c:v>9.5000000000000001E-2</c:v>
                </c:pt>
                <c:pt idx="96">
                  <c:v>9.6000000000000002E-2</c:v>
                </c:pt>
                <c:pt idx="97">
                  <c:v>9.7000000000000003E-2</c:v>
                </c:pt>
                <c:pt idx="98">
                  <c:v>9.8000000000000004E-2</c:v>
                </c:pt>
                <c:pt idx="99">
                  <c:v>9.9000000000000005E-2</c:v>
                </c:pt>
                <c:pt idx="100">
                  <c:v>0.1</c:v>
                </c:pt>
                <c:pt idx="101">
                  <c:v>0.10100000000000001</c:v>
                </c:pt>
                <c:pt idx="102">
                  <c:v>0.10200000000000001</c:v>
                </c:pt>
                <c:pt idx="103">
                  <c:v>0.10300000000000001</c:v>
                </c:pt>
                <c:pt idx="104">
                  <c:v>0.10400000000000001</c:v>
                </c:pt>
                <c:pt idx="105">
                  <c:v>0.105</c:v>
                </c:pt>
                <c:pt idx="106">
                  <c:v>0.106</c:v>
                </c:pt>
                <c:pt idx="107">
                  <c:v>0.107</c:v>
                </c:pt>
                <c:pt idx="108">
                  <c:v>0.108</c:v>
                </c:pt>
                <c:pt idx="109">
                  <c:v>0.109</c:v>
                </c:pt>
                <c:pt idx="110">
                  <c:v>0.11</c:v>
                </c:pt>
                <c:pt idx="111">
                  <c:v>0.111</c:v>
                </c:pt>
                <c:pt idx="112">
                  <c:v>0.112</c:v>
                </c:pt>
                <c:pt idx="113">
                  <c:v>0.113</c:v>
                </c:pt>
                <c:pt idx="114">
                  <c:v>0.114</c:v>
                </c:pt>
                <c:pt idx="115">
                  <c:v>0.115</c:v>
                </c:pt>
                <c:pt idx="116">
                  <c:v>0.11600000000000001</c:v>
                </c:pt>
                <c:pt idx="117">
                  <c:v>0.11700000000000001</c:v>
                </c:pt>
                <c:pt idx="118">
                  <c:v>0.11800000000000001</c:v>
                </c:pt>
                <c:pt idx="119">
                  <c:v>0.11900000000000001</c:v>
                </c:pt>
                <c:pt idx="120">
                  <c:v>0.12</c:v>
                </c:pt>
                <c:pt idx="121">
                  <c:v>0.121</c:v>
                </c:pt>
                <c:pt idx="122">
                  <c:v>0.122</c:v>
                </c:pt>
                <c:pt idx="123">
                  <c:v>0.123</c:v>
                </c:pt>
                <c:pt idx="124">
                  <c:v>0.124</c:v>
                </c:pt>
                <c:pt idx="125">
                  <c:v>0.125</c:v>
                </c:pt>
                <c:pt idx="126">
                  <c:v>0.126</c:v>
                </c:pt>
                <c:pt idx="127">
                  <c:v>0.127</c:v>
                </c:pt>
                <c:pt idx="128">
                  <c:v>0.128</c:v>
                </c:pt>
                <c:pt idx="129">
                  <c:v>0.129</c:v>
                </c:pt>
                <c:pt idx="130">
                  <c:v>0.13</c:v>
                </c:pt>
                <c:pt idx="131">
                  <c:v>0.13100000000000001</c:v>
                </c:pt>
                <c:pt idx="132">
                  <c:v>0.13200000000000001</c:v>
                </c:pt>
                <c:pt idx="133">
                  <c:v>0.13300000000000001</c:v>
                </c:pt>
                <c:pt idx="134">
                  <c:v>0.13400000000000001</c:v>
                </c:pt>
                <c:pt idx="135">
                  <c:v>0.13500000000000001</c:v>
                </c:pt>
                <c:pt idx="136">
                  <c:v>0.13600000000000001</c:v>
                </c:pt>
                <c:pt idx="137">
                  <c:v>0.13700000000000001</c:v>
                </c:pt>
                <c:pt idx="138">
                  <c:v>0.13800000000000001</c:v>
                </c:pt>
                <c:pt idx="139">
                  <c:v>0.13900000000000001</c:v>
                </c:pt>
                <c:pt idx="140">
                  <c:v>0.14000000000000001</c:v>
                </c:pt>
                <c:pt idx="141">
                  <c:v>0.14100000000000001</c:v>
                </c:pt>
                <c:pt idx="142">
                  <c:v>0.14200000000000002</c:v>
                </c:pt>
                <c:pt idx="143">
                  <c:v>0.14300000000000002</c:v>
                </c:pt>
                <c:pt idx="144">
                  <c:v>0.14400000000000002</c:v>
                </c:pt>
                <c:pt idx="145">
                  <c:v>0.14499999999999999</c:v>
                </c:pt>
                <c:pt idx="146">
                  <c:v>0.14599999999999999</c:v>
                </c:pt>
                <c:pt idx="147">
                  <c:v>0.14699999999999999</c:v>
                </c:pt>
                <c:pt idx="148">
                  <c:v>0.14799999999999999</c:v>
                </c:pt>
                <c:pt idx="149">
                  <c:v>0.14899999999999999</c:v>
                </c:pt>
                <c:pt idx="150">
                  <c:v>0.15</c:v>
                </c:pt>
                <c:pt idx="151">
                  <c:v>0.151</c:v>
                </c:pt>
                <c:pt idx="152">
                  <c:v>0.152</c:v>
                </c:pt>
                <c:pt idx="153">
                  <c:v>0.153</c:v>
                </c:pt>
                <c:pt idx="154">
                  <c:v>0.154</c:v>
                </c:pt>
                <c:pt idx="155">
                  <c:v>0.155</c:v>
                </c:pt>
                <c:pt idx="156">
                  <c:v>0.156</c:v>
                </c:pt>
                <c:pt idx="157">
                  <c:v>0.157</c:v>
                </c:pt>
                <c:pt idx="158">
                  <c:v>0.158</c:v>
                </c:pt>
                <c:pt idx="159">
                  <c:v>0.159</c:v>
                </c:pt>
                <c:pt idx="160">
                  <c:v>0.16</c:v>
                </c:pt>
                <c:pt idx="161">
                  <c:v>0.161</c:v>
                </c:pt>
                <c:pt idx="162">
                  <c:v>0.16200000000000001</c:v>
                </c:pt>
                <c:pt idx="163">
                  <c:v>0.16300000000000001</c:v>
                </c:pt>
                <c:pt idx="164">
                  <c:v>0.16400000000000001</c:v>
                </c:pt>
                <c:pt idx="165">
                  <c:v>0.16500000000000001</c:v>
                </c:pt>
                <c:pt idx="166">
                  <c:v>0.16600000000000001</c:v>
                </c:pt>
                <c:pt idx="167">
                  <c:v>0.16700000000000001</c:v>
                </c:pt>
                <c:pt idx="168">
                  <c:v>0.16800000000000001</c:v>
                </c:pt>
                <c:pt idx="169">
                  <c:v>0.16900000000000001</c:v>
                </c:pt>
                <c:pt idx="170">
                  <c:v>0.17</c:v>
                </c:pt>
                <c:pt idx="171">
                  <c:v>0.17100000000000001</c:v>
                </c:pt>
                <c:pt idx="172">
                  <c:v>0.17200000000000001</c:v>
                </c:pt>
                <c:pt idx="173">
                  <c:v>0.17300000000000001</c:v>
                </c:pt>
                <c:pt idx="174">
                  <c:v>0.17400000000000002</c:v>
                </c:pt>
                <c:pt idx="175">
                  <c:v>0.17500000000000002</c:v>
                </c:pt>
                <c:pt idx="176">
                  <c:v>0.17599999999999999</c:v>
                </c:pt>
                <c:pt idx="177">
                  <c:v>0.17699999999999999</c:v>
                </c:pt>
                <c:pt idx="178">
                  <c:v>0.17799999999999999</c:v>
                </c:pt>
                <c:pt idx="179">
                  <c:v>0.17899999999999999</c:v>
                </c:pt>
                <c:pt idx="180">
                  <c:v>0.18</c:v>
                </c:pt>
                <c:pt idx="181">
                  <c:v>0.18099999999999999</c:v>
                </c:pt>
                <c:pt idx="182">
                  <c:v>0.182</c:v>
                </c:pt>
                <c:pt idx="183">
                  <c:v>0.183</c:v>
                </c:pt>
                <c:pt idx="184">
                  <c:v>0.184</c:v>
                </c:pt>
                <c:pt idx="185">
                  <c:v>0.185</c:v>
                </c:pt>
                <c:pt idx="186">
                  <c:v>0.186</c:v>
                </c:pt>
                <c:pt idx="187">
                  <c:v>0.187</c:v>
                </c:pt>
                <c:pt idx="188">
                  <c:v>0.188</c:v>
                </c:pt>
                <c:pt idx="189">
                  <c:v>0.189</c:v>
                </c:pt>
                <c:pt idx="190">
                  <c:v>0.19</c:v>
                </c:pt>
                <c:pt idx="191">
                  <c:v>0.191</c:v>
                </c:pt>
                <c:pt idx="192">
                  <c:v>0.192</c:v>
                </c:pt>
                <c:pt idx="193">
                  <c:v>0.193</c:v>
                </c:pt>
                <c:pt idx="194">
                  <c:v>0.19400000000000001</c:v>
                </c:pt>
                <c:pt idx="195">
                  <c:v>0.19500000000000001</c:v>
                </c:pt>
                <c:pt idx="196">
                  <c:v>0.19600000000000001</c:v>
                </c:pt>
                <c:pt idx="197">
                  <c:v>0.19700000000000001</c:v>
                </c:pt>
                <c:pt idx="198">
                  <c:v>0.19800000000000001</c:v>
                </c:pt>
                <c:pt idx="199">
                  <c:v>0.19900000000000001</c:v>
                </c:pt>
                <c:pt idx="200">
                  <c:v>0.2</c:v>
                </c:pt>
                <c:pt idx="201">
                  <c:v>0.20100000000000001</c:v>
                </c:pt>
                <c:pt idx="202">
                  <c:v>0.20200000000000001</c:v>
                </c:pt>
                <c:pt idx="203">
                  <c:v>0.20300000000000001</c:v>
                </c:pt>
                <c:pt idx="204">
                  <c:v>0.20400000000000001</c:v>
                </c:pt>
                <c:pt idx="205">
                  <c:v>0.20500000000000002</c:v>
                </c:pt>
                <c:pt idx="206">
                  <c:v>0.20600000000000002</c:v>
                </c:pt>
                <c:pt idx="207">
                  <c:v>0.20700000000000002</c:v>
                </c:pt>
                <c:pt idx="208">
                  <c:v>0.20800000000000002</c:v>
                </c:pt>
                <c:pt idx="209">
                  <c:v>0.20899999999999999</c:v>
                </c:pt>
                <c:pt idx="210">
                  <c:v>0.21</c:v>
                </c:pt>
                <c:pt idx="211">
                  <c:v>0.21099999999999999</c:v>
                </c:pt>
                <c:pt idx="212">
                  <c:v>0.21199999999999999</c:v>
                </c:pt>
                <c:pt idx="213">
                  <c:v>0.21299999999999999</c:v>
                </c:pt>
                <c:pt idx="214">
                  <c:v>0.214</c:v>
                </c:pt>
                <c:pt idx="215">
                  <c:v>0.215</c:v>
                </c:pt>
                <c:pt idx="216">
                  <c:v>0.216</c:v>
                </c:pt>
                <c:pt idx="217">
                  <c:v>0.217</c:v>
                </c:pt>
                <c:pt idx="218">
                  <c:v>0.218</c:v>
                </c:pt>
                <c:pt idx="219">
                  <c:v>0.219</c:v>
                </c:pt>
                <c:pt idx="220">
                  <c:v>0.22</c:v>
                </c:pt>
                <c:pt idx="221">
                  <c:v>0.221</c:v>
                </c:pt>
                <c:pt idx="222">
                  <c:v>0.222</c:v>
                </c:pt>
                <c:pt idx="223">
                  <c:v>0.223</c:v>
                </c:pt>
                <c:pt idx="224">
                  <c:v>0.224</c:v>
                </c:pt>
                <c:pt idx="225">
                  <c:v>0.22500000000000001</c:v>
                </c:pt>
                <c:pt idx="226">
                  <c:v>0.22600000000000001</c:v>
                </c:pt>
                <c:pt idx="227">
                  <c:v>0.22700000000000001</c:v>
                </c:pt>
                <c:pt idx="228">
                  <c:v>0.22800000000000001</c:v>
                </c:pt>
                <c:pt idx="229">
                  <c:v>0.22900000000000001</c:v>
                </c:pt>
                <c:pt idx="230">
                  <c:v>0.23</c:v>
                </c:pt>
                <c:pt idx="231">
                  <c:v>0.23100000000000001</c:v>
                </c:pt>
                <c:pt idx="232">
                  <c:v>0.23200000000000001</c:v>
                </c:pt>
                <c:pt idx="233">
                  <c:v>0.23300000000000001</c:v>
                </c:pt>
                <c:pt idx="234">
                  <c:v>0.23400000000000001</c:v>
                </c:pt>
                <c:pt idx="235">
                  <c:v>0.23500000000000001</c:v>
                </c:pt>
                <c:pt idx="236">
                  <c:v>0.23600000000000002</c:v>
                </c:pt>
                <c:pt idx="237">
                  <c:v>0.23700000000000002</c:v>
                </c:pt>
                <c:pt idx="238">
                  <c:v>0.23800000000000002</c:v>
                </c:pt>
                <c:pt idx="239">
                  <c:v>0.23900000000000002</c:v>
                </c:pt>
                <c:pt idx="240">
                  <c:v>0.24</c:v>
                </c:pt>
                <c:pt idx="241">
                  <c:v>0.24099999999999999</c:v>
                </c:pt>
                <c:pt idx="242">
                  <c:v>0.24199999999999999</c:v>
                </c:pt>
                <c:pt idx="243">
                  <c:v>0.24299999999999999</c:v>
                </c:pt>
                <c:pt idx="244">
                  <c:v>0.24399999999999999</c:v>
                </c:pt>
                <c:pt idx="245">
                  <c:v>0.245</c:v>
                </c:pt>
                <c:pt idx="246">
                  <c:v>0.246</c:v>
                </c:pt>
                <c:pt idx="247">
                  <c:v>0.247</c:v>
                </c:pt>
                <c:pt idx="248">
                  <c:v>0.248</c:v>
                </c:pt>
                <c:pt idx="249">
                  <c:v>0.249</c:v>
                </c:pt>
                <c:pt idx="250">
                  <c:v>0.25</c:v>
                </c:pt>
                <c:pt idx="251">
                  <c:v>0.251</c:v>
                </c:pt>
                <c:pt idx="252">
                  <c:v>0.252</c:v>
                </c:pt>
                <c:pt idx="253">
                  <c:v>0.253</c:v>
                </c:pt>
                <c:pt idx="254">
                  <c:v>0.254</c:v>
                </c:pt>
                <c:pt idx="255">
                  <c:v>0.255</c:v>
                </c:pt>
                <c:pt idx="256">
                  <c:v>0.25600000000000001</c:v>
                </c:pt>
                <c:pt idx="257">
                  <c:v>0.25700000000000001</c:v>
                </c:pt>
                <c:pt idx="258">
                  <c:v>0.25800000000000001</c:v>
                </c:pt>
                <c:pt idx="259">
                  <c:v>0.25900000000000001</c:v>
                </c:pt>
                <c:pt idx="260">
                  <c:v>0.26</c:v>
                </c:pt>
                <c:pt idx="261">
                  <c:v>0.26100000000000001</c:v>
                </c:pt>
                <c:pt idx="262">
                  <c:v>0.26200000000000001</c:v>
                </c:pt>
                <c:pt idx="263">
                  <c:v>0.26300000000000001</c:v>
                </c:pt>
                <c:pt idx="264">
                  <c:v>0.26400000000000001</c:v>
                </c:pt>
                <c:pt idx="265">
                  <c:v>0.26500000000000001</c:v>
                </c:pt>
                <c:pt idx="266">
                  <c:v>0.26600000000000001</c:v>
                </c:pt>
                <c:pt idx="267">
                  <c:v>0.26700000000000002</c:v>
                </c:pt>
                <c:pt idx="268">
                  <c:v>0.26800000000000002</c:v>
                </c:pt>
                <c:pt idx="269">
                  <c:v>0.26900000000000002</c:v>
                </c:pt>
                <c:pt idx="270">
                  <c:v>0.27</c:v>
                </c:pt>
                <c:pt idx="271">
                  <c:v>0.27100000000000002</c:v>
                </c:pt>
                <c:pt idx="272">
                  <c:v>0.27200000000000002</c:v>
                </c:pt>
                <c:pt idx="273">
                  <c:v>0.27300000000000002</c:v>
                </c:pt>
                <c:pt idx="274">
                  <c:v>0.27400000000000002</c:v>
                </c:pt>
                <c:pt idx="275">
                  <c:v>0.27500000000000002</c:v>
                </c:pt>
                <c:pt idx="276">
                  <c:v>0.27600000000000002</c:v>
                </c:pt>
                <c:pt idx="277">
                  <c:v>0.27700000000000002</c:v>
                </c:pt>
                <c:pt idx="278">
                  <c:v>0.27800000000000002</c:v>
                </c:pt>
                <c:pt idx="279">
                  <c:v>0.27900000000000003</c:v>
                </c:pt>
                <c:pt idx="280">
                  <c:v>0.28000000000000003</c:v>
                </c:pt>
                <c:pt idx="281">
                  <c:v>0.28100000000000003</c:v>
                </c:pt>
                <c:pt idx="282">
                  <c:v>0.28200000000000003</c:v>
                </c:pt>
                <c:pt idx="283">
                  <c:v>0.28300000000000003</c:v>
                </c:pt>
                <c:pt idx="284">
                  <c:v>0.28400000000000003</c:v>
                </c:pt>
                <c:pt idx="285">
                  <c:v>0.28500000000000003</c:v>
                </c:pt>
                <c:pt idx="286">
                  <c:v>0.28600000000000003</c:v>
                </c:pt>
                <c:pt idx="287">
                  <c:v>0.28700000000000003</c:v>
                </c:pt>
                <c:pt idx="288">
                  <c:v>0.28800000000000003</c:v>
                </c:pt>
                <c:pt idx="289">
                  <c:v>0.28899999999999998</c:v>
                </c:pt>
                <c:pt idx="290">
                  <c:v>0.28999999999999998</c:v>
                </c:pt>
                <c:pt idx="291">
                  <c:v>0.29099999999999998</c:v>
                </c:pt>
                <c:pt idx="292">
                  <c:v>0.29199999999999998</c:v>
                </c:pt>
                <c:pt idx="293">
                  <c:v>0.29299999999999998</c:v>
                </c:pt>
                <c:pt idx="294">
                  <c:v>0.29399999999999998</c:v>
                </c:pt>
                <c:pt idx="295">
                  <c:v>0.29499999999999998</c:v>
                </c:pt>
                <c:pt idx="296">
                  <c:v>0.29599999999999999</c:v>
                </c:pt>
                <c:pt idx="297">
                  <c:v>0.29699999999999999</c:v>
                </c:pt>
                <c:pt idx="298">
                  <c:v>0.29799999999999999</c:v>
                </c:pt>
                <c:pt idx="299">
                  <c:v>0.29899999999999999</c:v>
                </c:pt>
                <c:pt idx="300">
                  <c:v>0.3</c:v>
                </c:pt>
                <c:pt idx="301">
                  <c:v>0.30099999999999999</c:v>
                </c:pt>
                <c:pt idx="302">
                  <c:v>0.30199999999999999</c:v>
                </c:pt>
                <c:pt idx="303">
                  <c:v>0.30299999999999999</c:v>
                </c:pt>
                <c:pt idx="304">
                  <c:v>0.30399999999999999</c:v>
                </c:pt>
                <c:pt idx="305">
                  <c:v>0.30499999999999999</c:v>
                </c:pt>
                <c:pt idx="306">
                  <c:v>0.30599999999999999</c:v>
                </c:pt>
                <c:pt idx="307">
                  <c:v>0.307</c:v>
                </c:pt>
                <c:pt idx="308">
                  <c:v>0.308</c:v>
                </c:pt>
                <c:pt idx="309">
                  <c:v>0.309</c:v>
                </c:pt>
                <c:pt idx="310">
                  <c:v>0.31</c:v>
                </c:pt>
                <c:pt idx="311">
                  <c:v>0.311</c:v>
                </c:pt>
                <c:pt idx="312">
                  <c:v>0.312</c:v>
                </c:pt>
                <c:pt idx="313">
                  <c:v>0.313</c:v>
                </c:pt>
                <c:pt idx="314">
                  <c:v>0.314</c:v>
                </c:pt>
                <c:pt idx="315">
                  <c:v>0.315</c:v>
                </c:pt>
                <c:pt idx="316">
                  <c:v>0.316</c:v>
                </c:pt>
                <c:pt idx="317">
                  <c:v>0.317</c:v>
                </c:pt>
                <c:pt idx="318">
                  <c:v>0.318</c:v>
                </c:pt>
                <c:pt idx="319">
                  <c:v>0.31900000000000001</c:v>
                </c:pt>
                <c:pt idx="320">
                  <c:v>0.32</c:v>
                </c:pt>
                <c:pt idx="321">
                  <c:v>0.32100000000000001</c:v>
                </c:pt>
                <c:pt idx="322">
                  <c:v>0.32200000000000001</c:v>
                </c:pt>
                <c:pt idx="323">
                  <c:v>0.32300000000000001</c:v>
                </c:pt>
                <c:pt idx="324">
                  <c:v>0.32400000000000001</c:v>
                </c:pt>
                <c:pt idx="325">
                  <c:v>0.32500000000000001</c:v>
                </c:pt>
                <c:pt idx="326">
                  <c:v>0.32600000000000001</c:v>
                </c:pt>
                <c:pt idx="327">
                  <c:v>0.32700000000000001</c:v>
                </c:pt>
                <c:pt idx="328">
                  <c:v>0.32800000000000001</c:v>
                </c:pt>
                <c:pt idx="329">
                  <c:v>0.32900000000000001</c:v>
                </c:pt>
                <c:pt idx="330">
                  <c:v>0.33</c:v>
                </c:pt>
                <c:pt idx="331">
                  <c:v>0.33100000000000002</c:v>
                </c:pt>
                <c:pt idx="332">
                  <c:v>0.33200000000000002</c:v>
                </c:pt>
                <c:pt idx="333">
                  <c:v>0.33300000000000002</c:v>
                </c:pt>
                <c:pt idx="334">
                  <c:v>0.33400000000000002</c:v>
                </c:pt>
                <c:pt idx="335">
                  <c:v>0.33500000000000002</c:v>
                </c:pt>
                <c:pt idx="336">
                  <c:v>0.33600000000000002</c:v>
                </c:pt>
                <c:pt idx="337">
                  <c:v>0.33700000000000002</c:v>
                </c:pt>
                <c:pt idx="338">
                  <c:v>0.33800000000000002</c:v>
                </c:pt>
                <c:pt idx="339">
                  <c:v>0.33900000000000002</c:v>
                </c:pt>
                <c:pt idx="340">
                  <c:v>0.34</c:v>
                </c:pt>
                <c:pt idx="341">
                  <c:v>0.34100000000000003</c:v>
                </c:pt>
                <c:pt idx="342">
                  <c:v>0.34200000000000003</c:v>
                </c:pt>
                <c:pt idx="343">
                  <c:v>0.34300000000000003</c:v>
                </c:pt>
                <c:pt idx="344">
                  <c:v>0.34400000000000003</c:v>
                </c:pt>
                <c:pt idx="345">
                  <c:v>0.34500000000000003</c:v>
                </c:pt>
                <c:pt idx="346">
                  <c:v>0.34600000000000003</c:v>
                </c:pt>
                <c:pt idx="347">
                  <c:v>0.34700000000000003</c:v>
                </c:pt>
                <c:pt idx="348">
                  <c:v>0.34800000000000003</c:v>
                </c:pt>
                <c:pt idx="349">
                  <c:v>0.34900000000000003</c:v>
                </c:pt>
                <c:pt idx="350">
                  <c:v>0.35000000000000003</c:v>
                </c:pt>
                <c:pt idx="351">
                  <c:v>0.35100000000000003</c:v>
                </c:pt>
                <c:pt idx="352">
                  <c:v>0.35199999999999998</c:v>
                </c:pt>
                <c:pt idx="353">
                  <c:v>0.35299999999999998</c:v>
                </c:pt>
                <c:pt idx="354">
                  <c:v>0.35399999999999998</c:v>
                </c:pt>
                <c:pt idx="355">
                  <c:v>0.35499999999999998</c:v>
                </c:pt>
                <c:pt idx="356">
                  <c:v>0.35599999999999998</c:v>
                </c:pt>
                <c:pt idx="357">
                  <c:v>0.35699999999999998</c:v>
                </c:pt>
                <c:pt idx="358">
                  <c:v>0.35799999999999998</c:v>
                </c:pt>
                <c:pt idx="359">
                  <c:v>0.35899999999999999</c:v>
                </c:pt>
                <c:pt idx="360">
                  <c:v>0.36</c:v>
                </c:pt>
                <c:pt idx="361">
                  <c:v>0.36099999999999999</c:v>
                </c:pt>
                <c:pt idx="362">
                  <c:v>0.36199999999999999</c:v>
                </c:pt>
                <c:pt idx="363">
                  <c:v>0.36299999999999999</c:v>
                </c:pt>
                <c:pt idx="364">
                  <c:v>0.36399999999999999</c:v>
                </c:pt>
                <c:pt idx="365">
                  <c:v>0.36499999999999999</c:v>
                </c:pt>
                <c:pt idx="366">
                  <c:v>0.36599999999999999</c:v>
                </c:pt>
                <c:pt idx="367">
                  <c:v>0.36699999999999999</c:v>
                </c:pt>
                <c:pt idx="368">
                  <c:v>0.36799999999999999</c:v>
                </c:pt>
                <c:pt idx="369">
                  <c:v>0.36899999999999999</c:v>
                </c:pt>
                <c:pt idx="370">
                  <c:v>0.37</c:v>
                </c:pt>
                <c:pt idx="371">
                  <c:v>0.371</c:v>
                </c:pt>
                <c:pt idx="372">
                  <c:v>0.372</c:v>
                </c:pt>
                <c:pt idx="373">
                  <c:v>0.373</c:v>
                </c:pt>
                <c:pt idx="374">
                  <c:v>0.374</c:v>
                </c:pt>
                <c:pt idx="375">
                  <c:v>0.375</c:v>
                </c:pt>
                <c:pt idx="376">
                  <c:v>0.376</c:v>
                </c:pt>
                <c:pt idx="377">
                  <c:v>0.377</c:v>
                </c:pt>
                <c:pt idx="378">
                  <c:v>0.378</c:v>
                </c:pt>
                <c:pt idx="379">
                  <c:v>0.379</c:v>
                </c:pt>
                <c:pt idx="380">
                  <c:v>0.38</c:v>
                </c:pt>
                <c:pt idx="381">
                  <c:v>0.38100000000000001</c:v>
                </c:pt>
                <c:pt idx="382">
                  <c:v>0.38200000000000001</c:v>
                </c:pt>
                <c:pt idx="383">
                  <c:v>0.38300000000000001</c:v>
                </c:pt>
                <c:pt idx="384">
                  <c:v>0.38400000000000001</c:v>
                </c:pt>
                <c:pt idx="385">
                  <c:v>0.38500000000000001</c:v>
                </c:pt>
                <c:pt idx="386">
                  <c:v>0.38600000000000001</c:v>
                </c:pt>
                <c:pt idx="387">
                  <c:v>0.38700000000000001</c:v>
                </c:pt>
                <c:pt idx="388">
                  <c:v>0.38800000000000001</c:v>
                </c:pt>
                <c:pt idx="389">
                  <c:v>0.38900000000000001</c:v>
                </c:pt>
                <c:pt idx="390">
                  <c:v>0.39</c:v>
                </c:pt>
                <c:pt idx="391">
                  <c:v>0.39100000000000001</c:v>
                </c:pt>
                <c:pt idx="392">
                  <c:v>0.39200000000000002</c:v>
                </c:pt>
                <c:pt idx="393">
                  <c:v>0.39300000000000002</c:v>
                </c:pt>
                <c:pt idx="394">
                  <c:v>0.39400000000000002</c:v>
                </c:pt>
                <c:pt idx="395">
                  <c:v>0.39500000000000002</c:v>
                </c:pt>
                <c:pt idx="396">
                  <c:v>0.39600000000000002</c:v>
                </c:pt>
                <c:pt idx="397">
                  <c:v>0.39700000000000002</c:v>
                </c:pt>
                <c:pt idx="398">
                  <c:v>0.39800000000000002</c:v>
                </c:pt>
                <c:pt idx="399">
                  <c:v>0.39900000000000002</c:v>
                </c:pt>
                <c:pt idx="400">
                  <c:v>0.4</c:v>
                </c:pt>
                <c:pt idx="401">
                  <c:v>0.40100000000000002</c:v>
                </c:pt>
                <c:pt idx="402">
                  <c:v>0.40200000000000002</c:v>
                </c:pt>
                <c:pt idx="403">
                  <c:v>0.40300000000000002</c:v>
                </c:pt>
                <c:pt idx="404">
                  <c:v>0.40400000000000003</c:v>
                </c:pt>
                <c:pt idx="405">
                  <c:v>0.40500000000000003</c:v>
                </c:pt>
                <c:pt idx="406">
                  <c:v>0.40600000000000003</c:v>
                </c:pt>
                <c:pt idx="407">
                  <c:v>0.40700000000000003</c:v>
                </c:pt>
                <c:pt idx="408">
                  <c:v>0.40800000000000003</c:v>
                </c:pt>
                <c:pt idx="409">
                  <c:v>0.40900000000000003</c:v>
                </c:pt>
                <c:pt idx="410">
                  <c:v>0.41000000000000003</c:v>
                </c:pt>
                <c:pt idx="411">
                  <c:v>0.41100000000000003</c:v>
                </c:pt>
                <c:pt idx="412">
                  <c:v>0.41200000000000003</c:v>
                </c:pt>
                <c:pt idx="413">
                  <c:v>0.41300000000000003</c:v>
                </c:pt>
                <c:pt idx="414">
                  <c:v>0.41400000000000003</c:v>
                </c:pt>
                <c:pt idx="415">
                  <c:v>0.41500000000000004</c:v>
                </c:pt>
                <c:pt idx="416">
                  <c:v>0.41600000000000004</c:v>
                </c:pt>
                <c:pt idx="417">
                  <c:v>0.41699999999999998</c:v>
                </c:pt>
                <c:pt idx="418">
                  <c:v>0.41799999999999998</c:v>
                </c:pt>
                <c:pt idx="419">
                  <c:v>0.41899999999999998</c:v>
                </c:pt>
                <c:pt idx="420">
                  <c:v>0.42</c:v>
                </c:pt>
                <c:pt idx="421">
                  <c:v>0.42099999999999999</c:v>
                </c:pt>
                <c:pt idx="422">
                  <c:v>0.42199999999999999</c:v>
                </c:pt>
                <c:pt idx="423">
                  <c:v>0.42299999999999999</c:v>
                </c:pt>
                <c:pt idx="424">
                  <c:v>0.42399999999999999</c:v>
                </c:pt>
                <c:pt idx="425">
                  <c:v>0.42499999999999999</c:v>
                </c:pt>
                <c:pt idx="426">
                  <c:v>0.42599999999999999</c:v>
                </c:pt>
                <c:pt idx="427">
                  <c:v>0.42699999999999999</c:v>
                </c:pt>
                <c:pt idx="428">
                  <c:v>0.42799999999999999</c:v>
                </c:pt>
                <c:pt idx="429">
                  <c:v>0.42899999999999999</c:v>
                </c:pt>
                <c:pt idx="430">
                  <c:v>0.43</c:v>
                </c:pt>
                <c:pt idx="431">
                  <c:v>0.43099999999999999</c:v>
                </c:pt>
                <c:pt idx="432">
                  <c:v>0.432</c:v>
                </c:pt>
                <c:pt idx="433">
                  <c:v>0.433</c:v>
                </c:pt>
                <c:pt idx="434">
                  <c:v>0.434</c:v>
                </c:pt>
                <c:pt idx="435">
                  <c:v>0.435</c:v>
                </c:pt>
                <c:pt idx="436">
                  <c:v>0.436</c:v>
                </c:pt>
                <c:pt idx="437">
                  <c:v>0.437</c:v>
                </c:pt>
                <c:pt idx="438">
                  <c:v>0.438</c:v>
                </c:pt>
                <c:pt idx="439">
                  <c:v>0.439</c:v>
                </c:pt>
                <c:pt idx="440">
                  <c:v>0.44</c:v>
                </c:pt>
                <c:pt idx="441">
                  <c:v>0.441</c:v>
                </c:pt>
                <c:pt idx="442">
                  <c:v>0.442</c:v>
                </c:pt>
                <c:pt idx="443">
                  <c:v>0.443</c:v>
                </c:pt>
                <c:pt idx="444">
                  <c:v>0.44400000000000001</c:v>
                </c:pt>
                <c:pt idx="445">
                  <c:v>0.44500000000000001</c:v>
                </c:pt>
                <c:pt idx="446">
                  <c:v>0.44600000000000001</c:v>
                </c:pt>
                <c:pt idx="447">
                  <c:v>0.44700000000000001</c:v>
                </c:pt>
                <c:pt idx="448">
                  <c:v>0.44800000000000001</c:v>
                </c:pt>
                <c:pt idx="449">
                  <c:v>0.44900000000000001</c:v>
                </c:pt>
                <c:pt idx="450">
                  <c:v>0.45</c:v>
                </c:pt>
                <c:pt idx="451">
                  <c:v>0.45100000000000001</c:v>
                </c:pt>
                <c:pt idx="452">
                  <c:v>0.45200000000000001</c:v>
                </c:pt>
                <c:pt idx="453">
                  <c:v>0.45300000000000001</c:v>
                </c:pt>
                <c:pt idx="454">
                  <c:v>0.45400000000000001</c:v>
                </c:pt>
                <c:pt idx="455">
                  <c:v>0.45500000000000002</c:v>
                </c:pt>
                <c:pt idx="456">
                  <c:v>0.45600000000000002</c:v>
                </c:pt>
                <c:pt idx="457">
                  <c:v>0.45700000000000002</c:v>
                </c:pt>
                <c:pt idx="458">
                  <c:v>0.45800000000000002</c:v>
                </c:pt>
                <c:pt idx="459">
                  <c:v>0.45900000000000002</c:v>
                </c:pt>
                <c:pt idx="460">
                  <c:v>0.46</c:v>
                </c:pt>
                <c:pt idx="461">
                  <c:v>0.46100000000000002</c:v>
                </c:pt>
                <c:pt idx="462">
                  <c:v>0.46200000000000002</c:v>
                </c:pt>
                <c:pt idx="463">
                  <c:v>0.46300000000000002</c:v>
                </c:pt>
                <c:pt idx="464">
                  <c:v>0.46400000000000002</c:v>
                </c:pt>
                <c:pt idx="465">
                  <c:v>0.46500000000000002</c:v>
                </c:pt>
                <c:pt idx="466">
                  <c:v>0.46600000000000003</c:v>
                </c:pt>
                <c:pt idx="467">
                  <c:v>0.46700000000000003</c:v>
                </c:pt>
                <c:pt idx="468">
                  <c:v>0.46800000000000003</c:v>
                </c:pt>
                <c:pt idx="469">
                  <c:v>0.46900000000000003</c:v>
                </c:pt>
                <c:pt idx="470">
                  <c:v>0.47000000000000003</c:v>
                </c:pt>
                <c:pt idx="471">
                  <c:v>0.47100000000000003</c:v>
                </c:pt>
                <c:pt idx="472">
                  <c:v>0.47200000000000003</c:v>
                </c:pt>
                <c:pt idx="473">
                  <c:v>0.47300000000000003</c:v>
                </c:pt>
                <c:pt idx="474">
                  <c:v>0.47400000000000003</c:v>
                </c:pt>
                <c:pt idx="475">
                  <c:v>0.47500000000000003</c:v>
                </c:pt>
                <c:pt idx="476">
                  <c:v>0.47600000000000003</c:v>
                </c:pt>
                <c:pt idx="477">
                  <c:v>0.47700000000000004</c:v>
                </c:pt>
                <c:pt idx="478">
                  <c:v>0.47800000000000004</c:v>
                </c:pt>
                <c:pt idx="479">
                  <c:v>0.47900000000000004</c:v>
                </c:pt>
                <c:pt idx="480">
                  <c:v>0.48</c:v>
                </c:pt>
                <c:pt idx="481">
                  <c:v>0.48099999999999998</c:v>
                </c:pt>
                <c:pt idx="482">
                  <c:v>0.48199999999999998</c:v>
                </c:pt>
                <c:pt idx="483">
                  <c:v>0.48299999999999998</c:v>
                </c:pt>
                <c:pt idx="484">
                  <c:v>0.48399999999999999</c:v>
                </c:pt>
                <c:pt idx="485">
                  <c:v>0.48499999999999999</c:v>
                </c:pt>
                <c:pt idx="486">
                  <c:v>0.48599999999999999</c:v>
                </c:pt>
                <c:pt idx="487">
                  <c:v>0.48699999999999999</c:v>
                </c:pt>
                <c:pt idx="488">
                  <c:v>0.48799999999999999</c:v>
                </c:pt>
                <c:pt idx="489">
                  <c:v>0.48899999999999999</c:v>
                </c:pt>
                <c:pt idx="490">
                  <c:v>0.49</c:v>
                </c:pt>
                <c:pt idx="491">
                  <c:v>0.49099999999999999</c:v>
                </c:pt>
                <c:pt idx="492">
                  <c:v>0.49199999999999999</c:v>
                </c:pt>
                <c:pt idx="493">
                  <c:v>0.49299999999999999</c:v>
                </c:pt>
                <c:pt idx="494">
                  <c:v>0.49399999999999999</c:v>
                </c:pt>
                <c:pt idx="495">
                  <c:v>0.495</c:v>
                </c:pt>
                <c:pt idx="496">
                  <c:v>0.496</c:v>
                </c:pt>
                <c:pt idx="497">
                  <c:v>0.497</c:v>
                </c:pt>
                <c:pt idx="498">
                  <c:v>0.498</c:v>
                </c:pt>
                <c:pt idx="499">
                  <c:v>0.499</c:v>
                </c:pt>
                <c:pt idx="500">
                  <c:v>0.5</c:v>
                </c:pt>
                <c:pt idx="501">
                  <c:v>0.501</c:v>
                </c:pt>
                <c:pt idx="502">
                  <c:v>0.502</c:v>
                </c:pt>
                <c:pt idx="503">
                  <c:v>0.503</c:v>
                </c:pt>
                <c:pt idx="504">
                  <c:v>0.504</c:v>
                </c:pt>
                <c:pt idx="505">
                  <c:v>0.505</c:v>
                </c:pt>
                <c:pt idx="506">
                  <c:v>0.50600000000000001</c:v>
                </c:pt>
                <c:pt idx="507">
                  <c:v>0.50700000000000001</c:v>
                </c:pt>
                <c:pt idx="508">
                  <c:v>0.50800000000000001</c:v>
                </c:pt>
                <c:pt idx="509">
                  <c:v>0.50900000000000001</c:v>
                </c:pt>
                <c:pt idx="510">
                  <c:v>0.51</c:v>
                </c:pt>
                <c:pt idx="511">
                  <c:v>0.51100000000000001</c:v>
                </c:pt>
                <c:pt idx="512">
                  <c:v>0.51200000000000001</c:v>
                </c:pt>
                <c:pt idx="513">
                  <c:v>0.51300000000000001</c:v>
                </c:pt>
                <c:pt idx="514">
                  <c:v>0.51400000000000001</c:v>
                </c:pt>
                <c:pt idx="515">
                  <c:v>0.51500000000000001</c:v>
                </c:pt>
                <c:pt idx="516">
                  <c:v>0.51600000000000001</c:v>
                </c:pt>
                <c:pt idx="517">
                  <c:v>0.51700000000000002</c:v>
                </c:pt>
                <c:pt idx="518">
                  <c:v>0.51800000000000002</c:v>
                </c:pt>
                <c:pt idx="519">
                  <c:v>0.51900000000000002</c:v>
                </c:pt>
                <c:pt idx="520">
                  <c:v>0.52</c:v>
                </c:pt>
                <c:pt idx="521">
                  <c:v>0.52100000000000002</c:v>
                </c:pt>
                <c:pt idx="522">
                  <c:v>0.52200000000000002</c:v>
                </c:pt>
                <c:pt idx="523">
                  <c:v>0.52300000000000002</c:v>
                </c:pt>
                <c:pt idx="524">
                  <c:v>0.52400000000000002</c:v>
                </c:pt>
                <c:pt idx="525">
                  <c:v>0.52500000000000002</c:v>
                </c:pt>
                <c:pt idx="526">
                  <c:v>0.52600000000000002</c:v>
                </c:pt>
                <c:pt idx="527">
                  <c:v>0.52700000000000002</c:v>
                </c:pt>
                <c:pt idx="528">
                  <c:v>0.52800000000000002</c:v>
                </c:pt>
                <c:pt idx="529">
                  <c:v>0.52900000000000003</c:v>
                </c:pt>
                <c:pt idx="530">
                  <c:v>0.53</c:v>
                </c:pt>
                <c:pt idx="531">
                  <c:v>0.53100000000000003</c:v>
                </c:pt>
                <c:pt idx="532">
                  <c:v>0.53200000000000003</c:v>
                </c:pt>
                <c:pt idx="533">
                  <c:v>0.53300000000000003</c:v>
                </c:pt>
                <c:pt idx="534">
                  <c:v>0.53400000000000003</c:v>
                </c:pt>
                <c:pt idx="535">
                  <c:v>0.53500000000000003</c:v>
                </c:pt>
                <c:pt idx="536">
                  <c:v>0.53600000000000003</c:v>
                </c:pt>
                <c:pt idx="537">
                  <c:v>0.53700000000000003</c:v>
                </c:pt>
                <c:pt idx="538">
                  <c:v>0.53800000000000003</c:v>
                </c:pt>
                <c:pt idx="539">
                  <c:v>0.53900000000000003</c:v>
                </c:pt>
                <c:pt idx="540">
                  <c:v>0.54</c:v>
                </c:pt>
                <c:pt idx="541">
                  <c:v>0.54100000000000004</c:v>
                </c:pt>
                <c:pt idx="542">
                  <c:v>0.54200000000000004</c:v>
                </c:pt>
                <c:pt idx="543">
                  <c:v>0.54300000000000004</c:v>
                </c:pt>
                <c:pt idx="544">
                  <c:v>0.54400000000000004</c:v>
                </c:pt>
                <c:pt idx="545">
                  <c:v>0.54500000000000004</c:v>
                </c:pt>
                <c:pt idx="546">
                  <c:v>0.54600000000000004</c:v>
                </c:pt>
                <c:pt idx="547">
                  <c:v>0.54700000000000004</c:v>
                </c:pt>
                <c:pt idx="548">
                  <c:v>0.54800000000000004</c:v>
                </c:pt>
                <c:pt idx="549">
                  <c:v>0.54900000000000004</c:v>
                </c:pt>
                <c:pt idx="550">
                  <c:v>0.55000000000000004</c:v>
                </c:pt>
                <c:pt idx="551">
                  <c:v>0.55100000000000005</c:v>
                </c:pt>
                <c:pt idx="552">
                  <c:v>0.55200000000000005</c:v>
                </c:pt>
                <c:pt idx="553">
                  <c:v>0.55300000000000005</c:v>
                </c:pt>
                <c:pt idx="554">
                  <c:v>0.55400000000000005</c:v>
                </c:pt>
                <c:pt idx="555">
                  <c:v>0.55500000000000005</c:v>
                </c:pt>
                <c:pt idx="556">
                  <c:v>0.55600000000000005</c:v>
                </c:pt>
                <c:pt idx="557">
                  <c:v>0.55700000000000005</c:v>
                </c:pt>
                <c:pt idx="558">
                  <c:v>0.55800000000000005</c:v>
                </c:pt>
                <c:pt idx="559">
                  <c:v>0.55900000000000005</c:v>
                </c:pt>
                <c:pt idx="560">
                  <c:v>0.56000000000000005</c:v>
                </c:pt>
                <c:pt idx="561">
                  <c:v>0.56100000000000005</c:v>
                </c:pt>
                <c:pt idx="562">
                  <c:v>0.56200000000000006</c:v>
                </c:pt>
                <c:pt idx="563">
                  <c:v>0.56300000000000006</c:v>
                </c:pt>
                <c:pt idx="564">
                  <c:v>0.56400000000000006</c:v>
                </c:pt>
                <c:pt idx="565">
                  <c:v>0.56500000000000006</c:v>
                </c:pt>
                <c:pt idx="566">
                  <c:v>0.56600000000000006</c:v>
                </c:pt>
                <c:pt idx="567">
                  <c:v>0.56700000000000006</c:v>
                </c:pt>
                <c:pt idx="568">
                  <c:v>0.56800000000000006</c:v>
                </c:pt>
                <c:pt idx="569">
                  <c:v>0.56900000000000006</c:v>
                </c:pt>
                <c:pt idx="570">
                  <c:v>0.57000000000000006</c:v>
                </c:pt>
                <c:pt idx="571">
                  <c:v>0.57100000000000006</c:v>
                </c:pt>
                <c:pt idx="572">
                  <c:v>0.57200000000000006</c:v>
                </c:pt>
                <c:pt idx="573">
                  <c:v>0.57300000000000006</c:v>
                </c:pt>
                <c:pt idx="574">
                  <c:v>0.57400000000000007</c:v>
                </c:pt>
                <c:pt idx="575">
                  <c:v>0.57500000000000007</c:v>
                </c:pt>
                <c:pt idx="576">
                  <c:v>0.57600000000000007</c:v>
                </c:pt>
                <c:pt idx="577">
                  <c:v>0.57699999999999996</c:v>
                </c:pt>
                <c:pt idx="578">
                  <c:v>0.57799999999999996</c:v>
                </c:pt>
                <c:pt idx="579">
                  <c:v>0.57899999999999996</c:v>
                </c:pt>
                <c:pt idx="580">
                  <c:v>0.57999999999999996</c:v>
                </c:pt>
                <c:pt idx="581">
                  <c:v>0.58099999999999996</c:v>
                </c:pt>
                <c:pt idx="582">
                  <c:v>0.58199999999999996</c:v>
                </c:pt>
                <c:pt idx="583">
                  <c:v>0.58299999999999996</c:v>
                </c:pt>
                <c:pt idx="584">
                  <c:v>0.58399999999999996</c:v>
                </c:pt>
                <c:pt idx="585">
                  <c:v>0.58499999999999996</c:v>
                </c:pt>
                <c:pt idx="586">
                  <c:v>0.58599999999999997</c:v>
                </c:pt>
                <c:pt idx="587">
                  <c:v>0.58699999999999997</c:v>
                </c:pt>
                <c:pt idx="588">
                  <c:v>0.58799999999999997</c:v>
                </c:pt>
                <c:pt idx="589">
                  <c:v>0.58899999999999997</c:v>
                </c:pt>
                <c:pt idx="590">
                  <c:v>0.59</c:v>
                </c:pt>
                <c:pt idx="591">
                  <c:v>0.59099999999999997</c:v>
                </c:pt>
                <c:pt idx="592">
                  <c:v>0.59199999999999997</c:v>
                </c:pt>
                <c:pt idx="593">
                  <c:v>0.59299999999999997</c:v>
                </c:pt>
                <c:pt idx="594">
                  <c:v>0.59399999999999997</c:v>
                </c:pt>
                <c:pt idx="595">
                  <c:v>0.59499999999999997</c:v>
                </c:pt>
                <c:pt idx="596">
                  <c:v>0.59599999999999997</c:v>
                </c:pt>
                <c:pt idx="597">
                  <c:v>0.59699999999999998</c:v>
                </c:pt>
                <c:pt idx="598">
                  <c:v>0.59799999999999998</c:v>
                </c:pt>
                <c:pt idx="599">
                  <c:v>0.59899999999999998</c:v>
                </c:pt>
                <c:pt idx="600">
                  <c:v>0.6</c:v>
                </c:pt>
                <c:pt idx="601">
                  <c:v>0.60099999999999998</c:v>
                </c:pt>
                <c:pt idx="602">
                  <c:v>0.60199999999999998</c:v>
                </c:pt>
                <c:pt idx="603">
                  <c:v>0.60299999999999998</c:v>
                </c:pt>
                <c:pt idx="604">
                  <c:v>0.60399999999999998</c:v>
                </c:pt>
                <c:pt idx="605">
                  <c:v>0.60499999999999998</c:v>
                </c:pt>
                <c:pt idx="606">
                  <c:v>0.60599999999999998</c:v>
                </c:pt>
                <c:pt idx="607">
                  <c:v>0.60699999999999998</c:v>
                </c:pt>
                <c:pt idx="608">
                  <c:v>0.60799999999999998</c:v>
                </c:pt>
                <c:pt idx="609">
                  <c:v>0.60899999999999999</c:v>
                </c:pt>
                <c:pt idx="610">
                  <c:v>0.61</c:v>
                </c:pt>
                <c:pt idx="611">
                  <c:v>0.61099999999999999</c:v>
                </c:pt>
                <c:pt idx="612">
                  <c:v>0.61199999999999999</c:v>
                </c:pt>
                <c:pt idx="613">
                  <c:v>0.61299999999999999</c:v>
                </c:pt>
                <c:pt idx="614">
                  <c:v>0.61399999999999999</c:v>
                </c:pt>
                <c:pt idx="615">
                  <c:v>0.61499999999999999</c:v>
                </c:pt>
                <c:pt idx="616">
                  <c:v>0.61599999999999999</c:v>
                </c:pt>
                <c:pt idx="617">
                  <c:v>0.61699999999999999</c:v>
                </c:pt>
                <c:pt idx="618">
                  <c:v>0.61799999999999999</c:v>
                </c:pt>
                <c:pt idx="619">
                  <c:v>0.61899999999999999</c:v>
                </c:pt>
                <c:pt idx="620">
                  <c:v>0.62</c:v>
                </c:pt>
                <c:pt idx="621">
                  <c:v>0.621</c:v>
                </c:pt>
                <c:pt idx="622">
                  <c:v>0.622</c:v>
                </c:pt>
                <c:pt idx="623">
                  <c:v>0.623</c:v>
                </c:pt>
                <c:pt idx="624">
                  <c:v>0.624</c:v>
                </c:pt>
                <c:pt idx="625">
                  <c:v>0.625</c:v>
                </c:pt>
                <c:pt idx="626">
                  <c:v>0.626</c:v>
                </c:pt>
                <c:pt idx="627">
                  <c:v>0.627</c:v>
                </c:pt>
                <c:pt idx="628">
                  <c:v>0.628</c:v>
                </c:pt>
                <c:pt idx="629">
                  <c:v>0.629</c:v>
                </c:pt>
                <c:pt idx="630">
                  <c:v>0.63</c:v>
                </c:pt>
                <c:pt idx="631">
                  <c:v>0.63100000000000001</c:v>
                </c:pt>
                <c:pt idx="632">
                  <c:v>0.63200000000000001</c:v>
                </c:pt>
                <c:pt idx="633">
                  <c:v>0.63300000000000001</c:v>
                </c:pt>
                <c:pt idx="634">
                  <c:v>0.63400000000000001</c:v>
                </c:pt>
                <c:pt idx="635">
                  <c:v>0.63500000000000001</c:v>
                </c:pt>
                <c:pt idx="636">
                  <c:v>0.63600000000000001</c:v>
                </c:pt>
                <c:pt idx="637">
                  <c:v>0.63700000000000001</c:v>
                </c:pt>
                <c:pt idx="638">
                  <c:v>0.63800000000000001</c:v>
                </c:pt>
                <c:pt idx="639">
                  <c:v>0.63900000000000001</c:v>
                </c:pt>
                <c:pt idx="640">
                  <c:v>0.64</c:v>
                </c:pt>
                <c:pt idx="641">
                  <c:v>0.64100000000000001</c:v>
                </c:pt>
                <c:pt idx="642">
                  <c:v>0.64200000000000002</c:v>
                </c:pt>
                <c:pt idx="643">
                  <c:v>0.64300000000000002</c:v>
                </c:pt>
                <c:pt idx="644">
                  <c:v>0.64400000000000002</c:v>
                </c:pt>
                <c:pt idx="645">
                  <c:v>0.64500000000000002</c:v>
                </c:pt>
                <c:pt idx="646">
                  <c:v>0.64600000000000002</c:v>
                </c:pt>
                <c:pt idx="647">
                  <c:v>0.64700000000000002</c:v>
                </c:pt>
                <c:pt idx="648">
                  <c:v>0.64800000000000002</c:v>
                </c:pt>
                <c:pt idx="649">
                  <c:v>0.64900000000000002</c:v>
                </c:pt>
                <c:pt idx="650">
                  <c:v>0.65</c:v>
                </c:pt>
                <c:pt idx="651">
                  <c:v>0.65100000000000002</c:v>
                </c:pt>
                <c:pt idx="652">
                  <c:v>0.65200000000000002</c:v>
                </c:pt>
                <c:pt idx="653">
                  <c:v>0.65300000000000002</c:v>
                </c:pt>
                <c:pt idx="654">
                  <c:v>0.65400000000000003</c:v>
                </c:pt>
                <c:pt idx="655">
                  <c:v>0.65500000000000003</c:v>
                </c:pt>
                <c:pt idx="656">
                  <c:v>0.65600000000000003</c:v>
                </c:pt>
                <c:pt idx="657">
                  <c:v>0.65700000000000003</c:v>
                </c:pt>
                <c:pt idx="658">
                  <c:v>0.65800000000000003</c:v>
                </c:pt>
                <c:pt idx="659">
                  <c:v>0.65900000000000003</c:v>
                </c:pt>
                <c:pt idx="660">
                  <c:v>0.66</c:v>
                </c:pt>
                <c:pt idx="661">
                  <c:v>0.66100000000000003</c:v>
                </c:pt>
                <c:pt idx="662">
                  <c:v>0.66200000000000003</c:v>
                </c:pt>
                <c:pt idx="663">
                  <c:v>0.66300000000000003</c:v>
                </c:pt>
                <c:pt idx="664">
                  <c:v>0.66400000000000003</c:v>
                </c:pt>
                <c:pt idx="665">
                  <c:v>0.66500000000000004</c:v>
                </c:pt>
                <c:pt idx="666">
                  <c:v>0.66600000000000004</c:v>
                </c:pt>
                <c:pt idx="667">
                  <c:v>0.66700000000000004</c:v>
                </c:pt>
                <c:pt idx="668">
                  <c:v>0.66800000000000004</c:v>
                </c:pt>
                <c:pt idx="669">
                  <c:v>0.66900000000000004</c:v>
                </c:pt>
                <c:pt idx="670">
                  <c:v>0.67</c:v>
                </c:pt>
                <c:pt idx="671">
                  <c:v>0.67100000000000004</c:v>
                </c:pt>
                <c:pt idx="672">
                  <c:v>0.67200000000000004</c:v>
                </c:pt>
                <c:pt idx="673">
                  <c:v>0.67300000000000004</c:v>
                </c:pt>
                <c:pt idx="674">
                  <c:v>0.67400000000000004</c:v>
                </c:pt>
                <c:pt idx="675">
                  <c:v>0.67500000000000004</c:v>
                </c:pt>
                <c:pt idx="676">
                  <c:v>0.67600000000000005</c:v>
                </c:pt>
                <c:pt idx="677">
                  <c:v>0.67700000000000005</c:v>
                </c:pt>
                <c:pt idx="678">
                  <c:v>0.67800000000000005</c:v>
                </c:pt>
                <c:pt idx="679">
                  <c:v>0.67900000000000005</c:v>
                </c:pt>
                <c:pt idx="680">
                  <c:v>0.68</c:v>
                </c:pt>
                <c:pt idx="681">
                  <c:v>0.68100000000000005</c:v>
                </c:pt>
                <c:pt idx="682">
                  <c:v>0.68200000000000005</c:v>
                </c:pt>
                <c:pt idx="683">
                  <c:v>0.68300000000000005</c:v>
                </c:pt>
                <c:pt idx="684">
                  <c:v>0.68400000000000005</c:v>
                </c:pt>
                <c:pt idx="685">
                  <c:v>0.68500000000000005</c:v>
                </c:pt>
                <c:pt idx="686">
                  <c:v>0.68600000000000005</c:v>
                </c:pt>
                <c:pt idx="687">
                  <c:v>0.68700000000000006</c:v>
                </c:pt>
                <c:pt idx="688">
                  <c:v>0.68800000000000006</c:v>
                </c:pt>
                <c:pt idx="689">
                  <c:v>0.68900000000000006</c:v>
                </c:pt>
                <c:pt idx="690">
                  <c:v>0.69000000000000006</c:v>
                </c:pt>
                <c:pt idx="691">
                  <c:v>0.69100000000000006</c:v>
                </c:pt>
                <c:pt idx="692">
                  <c:v>0.69200000000000006</c:v>
                </c:pt>
                <c:pt idx="693">
                  <c:v>0.69300000000000006</c:v>
                </c:pt>
                <c:pt idx="694">
                  <c:v>0.69400000000000006</c:v>
                </c:pt>
                <c:pt idx="695">
                  <c:v>0.69500000000000006</c:v>
                </c:pt>
                <c:pt idx="696">
                  <c:v>0.69600000000000006</c:v>
                </c:pt>
                <c:pt idx="697">
                  <c:v>0.69700000000000006</c:v>
                </c:pt>
                <c:pt idx="698">
                  <c:v>0.69800000000000006</c:v>
                </c:pt>
                <c:pt idx="699">
                  <c:v>0.69900000000000007</c:v>
                </c:pt>
                <c:pt idx="700">
                  <c:v>0.70000000000000007</c:v>
                </c:pt>
                <c:pt idx="701">
                  <c:v>0.70100000000000007</c:v>
                </c:pt>
                <c:pt idx="702">
                  <c:v>0.70200000000000007</c:v>
                </c:pt>
                <c:pt idx="703">
                  <c:v>0.70300000000000007</c:v>
                </c:pt>
                <c:pt idx="704">
                  <c:v>0.70399999999999996</c:v>
                </c:pt>
                <c:pt idx="705">
                  <c:v>0.70499999999999996</c:v>
                </c:pt>
                <c:pt idx="706">
                  <c:v>0.70599999999999996</c:v>
                </c:pt>
                <c:pt idx="707">
                  <c:v>0.70699999999999996</c:v>
                </c:pt>
                <c:pt idx="708">
                  <c:v>0.70799999999999996</c:v>
                </c:pt>
                <c:pt idx="709">
                  <c:v>0.70899999999999996</c:v>
                </c:pt>
                <c:pt idx="710">
                  <c:v>0.71</c:v>
                </c:pt>
                <c:pt idx="711">
                  <c:v>0.71099999999999997</c:v>
                </c:pt>
                <c:pt idx="712">
                  <c:v>0.71199999999999997</c:v>
                </c:pt>
                <c:pt idx="713">
                  <c:v>0.71299999999999997</c:v>
                </c:pt>
                <c:pt idx="714">
                  <c:v>0.71399999999999997</c:v>
                </c:pt>
                <c:pt idx="715">
                  <c:v>0.71499999999999997</c:v>
                </c:pt>
                <c:pt idx="716">
                  <c:v>0.71599999999999997</c:v>
                </c:pt>
                <c:pt idx="717">
                  <c:v>0.71699999999999997</c:v>
                </c:pt>
                <c:pt idx="718">
                  <c:v>0.71799999999999997</c:v>
                </c:pt>
                <c:pt idx="719">
                  <c:v>0.71899999999999997</c:v>
                </c:pt>
                <c:pt idx="720">
                  <c:v>0.72</c:v>
                </c:pt>
                <c:pt idx="721">
                  <c:v>0.72099999999999997</c:v>
                </c:pt>
                <c:pt idx="722">
                  <c:v>0.72199999999999998</c:v>
                </c:pt>
                <c:pt idx="723">
                  <c:v>0.72299999999999998</c:v>
                </c:pt>
                <c:pt idx="724">
                  <c:v>0.72399999999999998</c:v>
                </c:pt>
                <c:pt idx="725">
                  <c:v>0.72499999999999998</c:v>
                </c:pt>
                <c:pt idx="726">
                  <c:v>0.72599999999999998</c:v>
                </c:pt>
                <c:pt idx="727">
                  <c:v>0.72699999999999998</c:v>
                </c:pt>
                <c:pt idx="728">
                  <c:v>0.72799999999999998</c:v>
                </c:pt>
                <c:pt idx="729">
                  <c:v>0.72899999999999998</c:v>
                </c:pt>
                <c:pt idx="730">
                  <c:v>0.73</c:v>
                </c:pt>
                <c:pt idx="731">
                  <c:v>0.73099999999999998</c:v>
                </c:pt>
                <c:pt idx="732">
                  <c:v>0.73199999999999998</c:v>
                </c:pt>
                <c:pt idx="733">
                  <c:v>0.73299999999999998</c:v>
                </c:pt>
                <c:pt idx="734">
                  <c:v>0.73399999999999999</c:v>
                </c:pt>
                <c:pt idx="735">
                  <c:v>0.73499999999999999</c:v>
                </c:pt>
                <c:pt idx="736">
                  <c:v>0.73599999999999999</c:v>
                </c:pt>
                <c:pt idx="737">
                  <c:v>0.73699999999999999</c:v>
                </c:pt>
                <c:pt idx="738">
                  <c:v>0.73799999999999999</c:v>
                </c:pt>
                <c:pt idx="739">
                  <c:v>0.73899999999999999</c:v>
                </c:pt>
                <c:pt idx="740">
                  <c:v>0.74</c:v>
                </c:pt>
                <c:pt idx="741">
                  <c:v>0.74099999999999999</c:v>
                </c:pt>
                <c:pt idx="742">
                  <c:v>0.74199999999999999</c:v>
                </c:pt>
                <c:pt idx="743">
                  <c:v>0.74299999999999999</c:v>
                </c:pt>
                <c:pt idx="744">
                  <c:v>0.74399999999999999</c:v>
                </c:pt>
                <c:pt idx="745">
                  <c:v>0.745</c:v>
                </c:pt>
                <c:pt idx="746">
                  <c:v>0.746</c:v>
                </c:pt>
                <c:pt idx="747">
                  <c:v>0.747</c:v>
                </c:pt>
                <c:pt idx="748">
                  <c:v>0.748</c:v>
                </c:pt>
                <c:pt idx="749">
                  <c:v>0.749</c:v>
                </c:pt>
                <c:pt idx="750">
                  <c:v>0.75</c:v>
                </c:pt>
                <c:pt idx="751">
                  <c:v>0.751</c:v>
                </c:pt>
                <c:pt idx="752">
                  <c:v>0.752</c:v>
                </c:pt>
                <c:pt idx="753">
                  <c:v>0.753</c:v>
                </c:pt>
                <c:pt idx="754">
                  <c:v>0.754</c:v>
                </c:pt>
                <c:pt idx="755">
                  <c:v>0.755</c:v>
                </c:pt>
                <c:pt idx="756">
                  <c:v>0.75600000000000001</c:v>
                </c:pt>
                <c:pt idx="757">
                  <c:v>0.75700000000000001</c:v>
                </c:pt>
                <c:pt idx="758">
                  <c:v>0.75800000000000001</c:v>
                </c:pt>
                <c:pt idx="759">
                  <c:v>0.75900000000000001</c:v>
                </c:pt>
                <c:pt idx="760">
                  <c:v>0.76</c:v>
                </c:pt>
                <c:pt idx="761">
                  <c:v>0.76100000000000001</c:v>
                </c:pt>
                <c:pt idx="762">
                  <c:v>0.76200000000000001</c:v>
                </c:pt>
                <c:pt idx="763">
                  <c:v>0.76300000000000001</c:v>
                </c:pt>
                <c:pt idx="764">
                  <c:v>0.76400000000000001</c:v>
                </c:pt>
                <c:pt idx="765">
                  <c:v>0.76500000000000001</c:v>
                </c:pt>
                <c:pt idx="766">
                  <c:v>0.76600000000000001</c:v>
                </c:pt>
                <c:pt idx="767">
                  <c:v>0.76700000000000002</c:v>
                </c:pt>
                <c:pt idx="768">
                  <c:v>0.76800000000000002</c:v>
                </c:pt>
                <c:pt idx="769">
                  <c:v>0.76900000000000002</c:v>
                </c:pt>
                <c:pt idx="770">
                  <c:v>0.77</c:v>
                </c:pt>
                <c:pt idx="771">
                  <c:v>0.77100000000000002</c:v>
                </c:pt>
                <c:pt idx="772">
                  <c:v>0.77200000000000002</c:v>
                </c:pt>
                <c:pt idx="773">
                  <c:v>0.77300000000000002</c:v>
                </c:pt>
                <c:pt idx="774">
                  <c:v>0.77400000000000002</c:v>
                </c:pt>
                <c:pt idx="775">
                  <c:v>0.77500000000000002</c:v>
                </c:pt>
                <c:pt idx="776">
                  <c:v>0.77600000000000002</c:v>
                </c:pt>
                <c:pt idx="777">
                  <c:v>0.77700000000000002</c:v>
                </c:pt>
                <c:pt idx="778">
                  <c:v>0.77800000000000002</c:v>
                </c:pt>
                <c:pt idx="779">
                  <c:v>0.77900000000000003</c:v>
                </c:pt>
                <c:pt idx="780">
                  <c:v>0.78</c:v>
                </c:pt>
                <c:pt idx="781">
                  <c:v>0.78100000000000003</c:v>
                </c:pt>
                <c:pt idx="782">
                  <c:v>0.78200000000000003</c:v>
                </c:pt>
                <c:pt idx="783">
                  <c:v>0.78300000000000003</c:v>
                </c:pt>
                <c:pt idx="784">
                  <c:v>0.78400000000000003</c:v>
                </c:pt>
                <c:pt idx="785">
                  <c:v>0.78500000000000003</c:v>
                </c:pt>
                <c:pt idx="786">
                  <c:v>0.78600000000000003</c:v>
                </c:pt>
                <c:pt idx="787">
                  <c:v>0.78700000000000003</c:v>
                </c:pt>
                <c:pt idx="788">
                  <c:v>0.78800000000000003</c:v>
                </c:pt>
                <c:pt idx="789">
                  <c:v>0.78900000000000003</c:v>
                </c:pt>
                <c:pt idx="790">
                  <c:v>0.79</c:v>
                </c:pt>
                <c:pt idx="791">
                  <c:v>0.79100000000000004</c:v>
                </c:pt>
                <c:pt idx="792">
                  <c:v>0.79200000000000004</c:v>
                </c:pt>
                <c:pt idx="793">
                  <c:v>0.79300000000000004</c:v>
                </c:pt>
                <c:pt idx="794">
                  <c:v>0.79400000000000004</c:v>
                </c:pt>
                <c:pt idx="795">
                  <c:v>0.79500000000000004</c:v>
                </c:pt>
                <c:pt idx="796">
                  <c:v>0.79600000000000004</c:v>
                </c:pt>
                <c:pt idx="797">
                  <c:v>0.79700000000000004</c:v>
                </c:pt>
                <c:pt idx="798">
                  <c:v>0.79800000000000004</c:v>
                </c:pt>
                <c:pt idx="799">
                  <c:v>0.79900000000000004</c:v>
                </c:pt>
                <c:pt idx="800">
                  <c:v>0.8</c:v>
                </c:pt>
                <c:pt idx="801">
                  <c:v>0.80100000000000005</c:v>
                </c:pt>
                <c:pt idx="802">
                  <c:v>0.80200000000000005</c:v>
                </c:pt>
                <c:pt idx="803">
                  <c:v>0.80300000000000005</c:v>
                </c:pt>
                <c:pt idx="804">
                  <c:v>0.80400000000000005</c:v>
                </c:pt>
                <c:pt idx="805">
                  <c:v>0.80500000000000005</c:v>
                </c:pt>
                <c:pt idx="806">
                  <c:v>0.80600000000000005</c:v>
                </c:pt>
                <c:pt idx="807">
                  <c:v>0.80700000000000005</c:v>
                </c:pt>
                <c:pt idx="808">
                  <c:v>0.80800000000000005</c:v>
                </c:pt>
                <c:pt idx="809">
                  <c:v>0.80900000000000005</c:v>
                </c:pt>
                <c:pt idx="810">
                  <c:v>0.81</c:v>
                </c:pt>
                <c:pt idx="811">
                  <c:v>0.81100000000000005</c:v>
                </c:pt>
                <c:pt idx="812">
                  <c:v>0.81200000000000006</c:v>
                </c:pt>
                <c:pt idx="813">
                  <c:v>0.81300000000000006</c:v>
                </c:pt>
                <c:pt idx="814">
                  <c:v>0.81400000000000006</c:v>
                </c:pt>
                <c:pt idx="815">
                  <c:v>0.81500000000000006</c:v>
                </c:pt>
                <c:pt idx="816">
                  <c:v>0.81600000000000006</c:v>
                </c:pt>
                <c:pt idx="817">
                  <c:v>0.81700000000000006</c:v>
                </c:pt>
                <c:pt idx="818">
                  <c:v>0.81800000000000006</c:v>
                </c:pt>
                <c:pt idx="819">
                  <c:v>0.81900000000000006</c:v>
                </c:pt>
                <c:pt idx="820">
                  <c:v>0.82000000000000006</c:v>
                </c:pt>
                <c:pt idx="821">
                  <c:v>0.82100000000000006</c:v>
                </c:pt>
                <c:pt idx="822">
                  <c:v>0.82200000000000006</c:v>
                </c:pt>
                <c:pt idx="823">
                  <c:v>0.82300000000000006</c:v>
                </c:pt>
                <c:pt idx="824">
                  <c:v>0.82400000000000007</c:v>
                </c:pt>
                <c:pt idx="825">
                  <c:v>0.82500000000000007</c:v>
                </c:pt>
                <c:pt idx="826">
                  <c:v>0.82600000000000007</c:v>
                </c:pt>
                <c:pt idx="827">
                  <c:v>0.82700000000000007</c:v>
                </c:pt>
                <c:pt idx="828">
                  <c:v>0.82800000000000007</c:v>
                </c:pt>
                <c:pt idx="829">
                  <c:v>0.82900000000000007</c:v>
                </c:pt>
                <c:pt idx="830">
                  <c:v>0.83000000000000007</c:v>
                </c:pt>
                <c:pt idx="831">
                  <c:v>0.83100000000000007</c:v>
                </c:pt>
                <c:pt idx="832">
                  <c:v>0.83200000000000007</c:v>
                </c:pt>
                <c:pt idx="833">
                  <c:v>0.83299999999999996</c:v>
                </c:pt>
                <c:pt idx="834">
                  <c:v>0.83399999999999996</c:v>
                </c:pt>
                <c:pt idx="835">
                  <c:v>0.83499999999999996</c:v>
                </c:pt>
                <c:pt idx="836">
                  <c:v>0.83599999999999997</c:v>
                </c:pt>
                <c:pt idx="837">
                  <c:v>0.83699999999999997</c:v>
                </c:pt>
                <c:pt idx="838">
                  <c:v>0.83799999999999997</c:v>
                </c:pt>
                <c:pt idx="839">
                  <c:v>0.83899999999999997</c:v>
                </c:pt>
                <c:pt idx="840">
                  <c:v>0.84</c:v>
                </c:pt>
                <c:pt idx="841">
                  <c:v>0.84099999999999997</c:v>
                </c:pt>
                <c:pt idx="842">
                  <c:v>0.84199999999999997</c:v>
                </c:pt>
                <c:pt idx="843">
                  <c:v>0.84299999999999997</c:v>
                </c:pt>
                <c:pt idx="844">
                  <c:v>0.84399999999999997</c:v>
                </c:pt>
                <c:pt idx="845">
                  <c:v>0.84499999999999997</c:v>
                </c:pt>
                <c:pt idx="846">
                  <c:v>0.84599999999999997</c:v>
                </c:pt>
                <c:pt idx="847">
                  <c:v>0.84699999999999998</c:v>
                </c:pt>
                <c:pt idx="848">
                  <c:v>0.84799999999999998</c:v>
                </c:pt>
                <c:pt idx="849">
                  <c:v>0.84899999999999998</c:v>
                </c:pt>
                <c:pt idx="850">
                  <c:v>0.85</c:v>
                </c:pt>
                <c:pt idx="851">
                  <c:v>0.85099999999999998</c:v>
                </c:pt>
                <c:pt idx="852">
                  <c:v>0.85199999999999998</c:v>
                </c:pt>
                <c:pt idx="853">
                  <c:v>0.85299999999999998</c:v>
                </c:pt>
                <c:pt idx="854">
                  <c:v>0.85399999999999998</c:v>
                </c:pt>
                <c:pt idx="855">
                  <c:v>0.85499999999999998</c:v>
                </c:pt>
                <c:pt idx="856">
                  <c:v>0.85599999999999998</c:v>
                </c:pt>
                <c:pt idx="857">
                  <c:v>0.85699999999999998</c:v>
                </c:pt>
                <c:pt idx="858">
                  <c:v>0.85799999999999998</c:v>
                </c:pt>
                <c:pt idx="859">
                  <c:v>0.85899999999999999</c:v>
                </c:pt>
                <c:pt idx="860">
                  <c:v>0.86</c:v>
                </c:pt>
                <c:pt idx="861">
                  <c:v>0.86099999999999999</c:v>
                </c:pt>
                <c:pt idx="862">
                  <c:v>0.86199999999999999</c:v>
                </c:pt>
                <c:pt idx="863">
                  <c:v>0.86299999999999999</c:v>
                </c:pt>
                <c:pt idx="864">
                  <c:v>0.86399999999999999</c:v>
                </c:pt>
                <c:pt idx="865">
                  <c:v>0.86499999999999999</c:v>
                </c:pt>
                <c:pt idx="866">
                  <c:v>0.86599999999999999</c:v>
                </c:pt>
                <c:pt idx="867">
                  <c:v>0.86699999999999999</c:v>
                </c:pt>
                <c:pt idx="868">
                  <c:v>0.86799999999999999</c:v>
                </c:pt>
                <c:pt idx="869">
                  <c:v>0.86899999999999999</c:v>
                </c:pt>
                <c:pt idx="870">
                  <c:v>0.87</c:v>
                </c:pt>
                <c:pt idx="871">
                  <c:v>0.871</c:v>
                </c:pt>
                <c:pt idx="872">
                  <c:v>0.872</c:v>
                </c:pt>
                <c:pt idx="873">
                  <c:v>0.873</c:v>
                </c:pt>
                <c:pt idx="874">
                  <c:v>0.874</c:v>
                </c:pt>
                <c:pt idx="875">
                  <c:v>0.875</c:v>
                </c:pt>
                <c:pt idx="876">
                  <c:v>0.876</c:v>
                </c:pt>
                <c:pt idx="877">
                  <c:v>0.877</c:v>
                </c:pt>
                <c:pt idx="878">
                  <c:v>0.878</c:v>
                </c:pt>
                <c:pt idx="879">
                  <c:v>0.879</c:v>
                </c:pt>
                <c:pt idx="880">
                  <c:v>0.88</c:v>
                </c:pt>
                <c:pt idx="881">
                  <c:v>0.88100000000000001</c:v>
                </c:pt>
                <c:pt idx="882">
                  <c:v>0.88200000000000001</c:v>
                </c:pt>
                <c:pt idx="883">
                  <c:v>0.88300000000000001</c:v>
                </c:pt>
                <c:pt idx="884">
                  <c:v>0.88400000000000001</c:v>
                </c:pt>
                <c:pt idx="885">
                  <c:v>0.88500000000000001</c:v>
                </c:pt>
                <c:pt idx="886">
                  <c:v>0.88600000000000001</c:v>
                </c:pt>
                <c:pt idx="887">
                  <c:v>0.88700000000000001</c:v>
                </c:pt>
                <c:pt idx="888">
                  <c:v>0.88800000000000001</c:v>
                </c:pt>
                <c:pt idx="889">
                  <c:v>0.88900000000000001</c:v>
                </c:pt>
                <c:pt idx="890">
                  <c:v>0.89</c:v>
                </c:pt>
                <c:pt idx="891">
                  <c:v>0.89100000000000001</c:v>
                </c:pt>
                <c:pt idx="892">
                  <c:v>0.89200000000000002</c:v>
                </c:pt>
                <c:pt idx="893">
                  <c:v>0.89300000000000002</c:v>
                </c:pt>
                <c:pt idx="894">
                  <c:v>0.89400000000000002</c:v>
                </c:pt>
                <c:pt idx="895">
                  <c:v>0.89500000000000002</c:v>
                </c:pt>
                <c:pt idx="896">
                  <c:v>0.89600000000000002</c:v>
                </c:pt>
                <c:pt idx="897">
                  <c:v>0.89700000000000002</c:v>
                </c:pt>
                <c:pt idx="898">
                  <c:v>0.89800000000000002</c:v>
                </c:pt>
                <c:pt idx="899">
                  <c:v>0.89900000000000002</c:v>
                </c:pt>
                <c:pt idx="900">
                  <c:v>0.9</c:v>
                </c:pt>
                <c:pt idx="901">
                  <c:v>0.90100000000000002</c:v>
                </c:pt>
                <c:pt idx="902">
                  <c:v>0.90200000000000002</c:v>
                </c:pt>
                <c:pt idx="903">
                  <c:v>0.90300000000000002</c:v>
                </c:pt>
                <c:pt idx="904">
                  <c:v>0.90400000000000003</c:v>
                </c:pt>
                <c:pt idx="905">
                  <c:v>0.90500000000000003</c:v>
                </c:pt>
                <c:pt idx="906">
                  <c:v>0.90600000000000003</c:v>
                </c:pt>
                <c:pt idx="907">
                  <c:v>0.90700000000000003</c:v>
                </c:pt>
                <c:pt idx="908">
                  <c:v>0.90800000000000003</c:v>
                </c:pt>
                <c:pt idx="909">
                  <c:v>0.90900000000000003</c:v>
                </c:pt>
                <c:pt idx="910">
                  <c:v>0.91</c:v>
                </c:pt>
                <c:pt idx="911">
                  <c:v>0.91100000000000003</c:v>
                </c:pt>
                <c:pt idx="912">
                  <c:v>0.91200000000000003</c:v>
                </c:pt>
                <c:pt idx="913">
                  <c:v>0.91300000000000003</c:v>
                </c:pt>
                <c:pt idx="914">
                  <c:v>0.91400000000000003</c:v>
                </c:pt>
                <c:pt idx="915">
                  <c:v>0.91500000000000004</c:v>
                </c:pt>
                <c:pt idx="916">
                  <c:v>0.91600000000000004</c:v>
                </c:pt>
                <c:pt idx="917">
                  <c:v>0.91700000000000004</c:v>
                </c:pt>
                <c:pt idx="918">
                  <c:v>0.91800000000000004</c:v>
                </c:pt>
                <c:pt idx="919">
                  <c:v>0.91900000000000004</c:v>
                </c:pt>
                <c:pt idx="920">
                  <c:v>0.92</c:v>
                </c:pt>
                <c:pt idx="921">
                  <c:v>0.92100000000000004</c:v>
                </c:pt>
                <c:pt idx="922">
                  <c:v>0.92200000000000004</c:v>
                </c:pt>
                <c:pt idx="923">
                  <c:v>0.92300000000000004</c:v>
                </c:pt>
                <c:pt idx="924">
                  <c:v>0.92400000000000004</c:v>
                </c:pt>
                <c:pt idx="925">
                  <c:v>0.92500000000000004</c:v>
                </c:pt>
                <c:pt idx="926">
                  <c:v>0.92600000000000005</c:v>
                </c:pt>
                <c:pt idx="927">
                  <c:v>0.92700000000000005</c:v>
                </c:pt>
                <c:pt idx="928">
                  <c:v>0.92800000000000005</c:v>
                </c:pt>
                <c:pt idx="929">
                  <c:v>0.92900000000000005</c:v>
                </c:pt>
                <c:pt idx="930">
                  <c:v>0.93</c:v>
                </c:pt>
                <c:pt idx="931">
                  <c:v>0.93100000000000005</c:v>
                </c:pt>
                <c:pt idx="932">
                  <c:v>0.93200000000000005</c:v>
                </c:pt>
                <c:pt idx="933">
                  <c:v>0.93300000000000005</c:v>
                </c:pt>
                <c:pt idx="934">
                  <c:v>0.93400000000000005</c:v>
                </c:pt>
                <c:pt idx="935">
                  <c:v>0.93500000000000005</c:v>
                </c:pt>
                <c:pt idx="936">
                  <c:v>0.93600000000000005</c:v>
                </c:pt>
                <c:pt idx="937">
                  <c:v>0.93700000000000006</c:v>
                </c:pt>
                <c:pt idx="938">
                  <c:v>0.93800000000000006</c:v>
                </c:pt>
                <c:pt idx="939">
                  <c:v>0.93900000000000006</c:v>
                </c:pt>
                <c:pt idx="940">
                  <c:v>0.94000000000000006</c:v>
                </c:pt>
                <c:pt idx="941">
                  <c:v>0.94100000000000006</c:v>
                </c:pt>
                <c:pt idx="942">
                  <c:v>0.94200000000000006</c:v>
                </c:pt>
                <c:pt idx="943">
                  <c:v>0.94300000000000006</c:v>
                </c:pt>
                <c:pt idx="944">
                  <c:v>0.94400000000000006</c:v>
                </c:pt>
                <c:pt idx="945">
                  <c:v>0.94500000000000006</c:v>
                </c:pt>
                <c:pt idx="946">
                  <c:v>0.94600000000000006</c:v>
                </c:pt>
                <c:pt idx="947">
                  <c:v>0.94700000000000006</c:v>
                </c:pt>
                <c:pt idx="948">
                  <c:v>0.94800000000000006</c:v>
                </c:pt>
                <c:pt idx="949">
                  <c:v>0.94900000000000007</c:v>
                </c:pt>
                <c:pt idx="950">
                  <c:v>0.95000000000000007</c:v>
                </c:pt>
                <c:pt idx="951">
                  <c:v>0.95100000000000007</c:v>
                </c:pt>
                <c:pt idx="952">
                  <c:v>0.95200000000000007</c:v>
                </c:pt>
                <c:pt idx="953">
                  <c:v>0.95300000000000007</c:v>
                </c:pt>
                <c:pt idx="954">
                  <c:v>0.95400000000000007</c:v>
                </c:pt>
                <c:pt idx="955">
                  <c:v>0.95500000000000007</c:v>
                </c:pt>
                <c:pt idx="956">
                  <c:v>0.95600000000000007</c:v>
                </c:pt>
                <c:pt idx="957">
                  <c:v>0.95700000000000007</c:v>
                </c:pt>
                <c:pt idx="958">
                  <c:v>0.95800000000000007</c:v>
                </c:pt>
                <c:pt idx="959">
                  <c:v>0.95900000000000007</c:v>
                </c:pt>
                <c:pt idx="960">
                  <c:v>0.96</c:v>
                </c:pt>
                <c:pt idx="961">
                  <c:v>0.96099999999999997</c:v>
                </c:pt>
                <c:pt idx="962">
                  <c:v>0.96199999999999997</c:v>
                </c:pt>
                <c:pt idx="963">
                  <c:v>0.96299999999999997</c:v>
                </c:pt>
                <c:pt idx="964">
                  <c:v>0.96399999999999997</c:v>
                </c:pt>
                <c:pt idx="965">
                  <c:v>0.96499999999999997</c:v>
                </c:pt>
                <c:pt idx="966">
                  <c:v>0.96599999999999997</c:v>
                </c:pt>
                <c:pt idx="967">
                  <c:v>0.96699999999999997</c:v>
                </c:pt>
                <c:pt idx="968">
                  <c:v>0.96799999999999997</c:v>
                </c:pt>
                <c:pt idx="969">
                  <c:v>0.96899999999999997</c:v>
                </c:pt>
                <c:pt idx="970">
                  <c:v>0.97</c:v>
                </c:pt>
                <c:pt idx="971">
                  <c:v>0.97099999999999997</c:v>
                </c:pt>
                <c:pt idx="972">
                  <c:v>0.97199999999999998</c:v>
                </c:pt>
                <c:pt idx="973">
                  <c:v>0.97299999999999998</c:v>
                </c:pt>
                <c:pt idx="974">
                  <c:v>0.97399999999999998</c:v>
                </c:pt>
                <c:pt idx="975">
                  <c:v>0.97499999999999998</c:v>
                </c:pt>
                <c:pt idx="976">
                  <c:v>0.97599999999999998</c:v>
                </c:pt>
                <c:pt idx="977">
                  <c:v>0.97699999999999998</c:v>
                </c:pt>
                <c:pt idx="978">
                  <c:v>0.97799999999999998</c:v>
                </c:pt>
                <c:pt idx="979">
                  <c:v>0.97899999999999998</c:v>
                </c:pt>
                <c:pt idx="980">
                  <c:v>0.98</c:v>
                </c:pt>
                <c:pt idx="981">
                  <c:v>0.98099999999999998</c:v>
                </c:pt>
                <c:pt idx="982">
                  <c:v>0.98199999999999998</c:v>
                </c:pt>
                <c:pt idx="983">
                  <c:v>0.98299999999999998</c:v>
                </c:pt>
                <c:pt idx="984">
                  <c:v>0.98399999999999999</c:v>
                </c:pt>
                <c:pt idx="985">
                  <c:v>0.98499999999999999</c:v>
                </c:pt>
                <c:pt idx="986">
                  <c:v>0.98599999999999999</c:v>
                </c:pt>
                <c:pt idx="987">
                  <c:v>0.98699999999999999</c:v>
                </c:pt>
                <c:pt idx="988">
                  <c:v>0.98799999999999999</c:v>
                </c:pt>
                <c:pt idx="989">
                  <c:v>0.98899999999999999</c:v>
                </c:pt>
                <c:pt idx="990">
                  <c:v>0.99</c:v>
                </c:pt>
                <c:pt idx="991">
                  <c:v>0.99099999999999999</c:v>
                </c:pt>
                <c:pt idx="992">
                  <c:v>0.99199999999999999</c:v>
                </c:pt>
                <c:pt idx="993">
                  <c:v>0.99299999999999999</c:v>
                </c:pt>
                <c:pt idx="994">
                  <c:v>0.99399999999999999</c:v>
                </c:pt>
                <c:pt idx="995">
                  <c:v>0.995</c:v>
                </c:pt>
                <c:pt idx="996">
                  <c:v>0.996</c:v>
                </c:pt>
                <c:pt idx="997">
                  <c:v>0.997</c:v>
                </c:pt>
                <c:pt idx="998">
                  <c:v>0.998</c:v>
                </c:pt>
                <c:pt idx="999">
                  <c:v>0.999</c:v>
                </c:pt>
                <c:pt idx="1000">
                  <c:v>1</c:v>
                </c:pt>
              </c:numCache>
            </c:numRef>
          </c:xVal>
          <c:yVal>
            <c:numRef>
              <c:f>Sheet2!$C$2:$C$1002</c:f>
              <c:numCache>
                <c:formatCode>General</c:formatCode>
                <c:ptCount val="1001"/>
                <c:pt idx="0">
                  <c:v>5.8749824089630552E-2</c:v>
                </c:pt>
                <c:pt idx="1">
                  <c:v>6.0094513285565344E-2</c:v>
                </c:pt>
                <c:pt idx="2">
                  <c:v>6.1464405003771282E-2</c:v>
                </c:pt>
                <c:pt idx="3">
                  <c:v>6.2859822423916273E-2</c:v>
                </c:pt>
                <c:pt idx="4">
                  <c:v>6.4281089053485174E-2</c:v>
                </c:pt>
                <c:pt idx="5">
                  <c:v>6.572852861653046E-2</c:v>
                </c:pt>
                <c:pt idx="6">
                  <c:v>6.7202464939802892E-2</c:v>
                </c:pt>
                <c:pt idx="7">
                  <c:v>6.8703221836266135E-2</c:v>
                </c:pt>
                <c:pt idx="8">
                  <c:v>7.0231122986000288E-2</c:v>
                </c:pt>
                <c:pt idx="9">
                  <c:v>7.1786491814500836E-2</c:v>
                </c:pt>
                <c:pt idx="10">
                  <c:v>7.3369651368382902E-2</c:v>
                </c:pt>
                <c:pt idx="11">
                  <c:v>7.4980924188500511E-2</c:v>
                </c:pt>
                <c:pt idx="12">
                  <c:v>7.6620632180493545E-2</c:v>
                </c:pt>
                <c:pt idx="13">
                  <c:v>7.8289096482777501E-2</c:v>
                </c:pt>
                <c:pt idx="14">
                  <c:v>7.9986637331992128E-2</c:v>
                </c:pt>
                <c:pt idx="15">
                  <c:v>8.1713573925926833E-2</c:v>
                </c:pt>
                <c:pt idx="16">
                  <c:v>8.3470224283944502E-2</c:v>
                </c:pt>
                <c:pt idx="17">
                  <c:v>8.5256905104925146E-2</c:v>
                </c:pt>
                <c:pt idx="18">
                  <c:v>8.7073931622754924E-2</c:v>
                </c:pt>
                <c:pt idx="19">
                  <c:v>8.8921617459386301E-2</c:v>
                </c:pt>
                <c:pt idx="20">
                  <c:v>9.080027447549878E-2</c:v>
                </c:pt>
                <c:pt idx="21">
                  <c:v>9.2710212618791185E-2</c:v>
                </c:pt>
                <c:pt idx="22">
                  <c:v>9.4651739769938625E-2</c:v>
                </c:pt>
                <c:pt idx="23">
                  <c:v>9.6625161586248967E-2</c:v>
                </c:pt>
                <c:pt idx="24">
                  <c:v>9.8630781343057305E-2</c:v>
                </c:pt>
                <c:pt idx="25">
                  <c:v>0.10066889977289782</c:v>
                </c:pt>
                <c:pt idx="26">
                  <c:v>0.10273981490249436</c:v>
                </c:pt>
                <c:pt idx="27">
                  <c:v>0.10484382188761632</c:v>
                </c:pt>
                <c:pt idx="28">
                  <c:v>0.10698121284584336</c:v>
                </c:pt>
                <c:pt idx="29">
                  <c:v>0.10915227668729093</c:v>
                </c:pt>
                <c:pt idx="30">
                  <c:v>0.11135729894334546</c:v>
                </c:pt>
                <c:pt idx="31">
                  <c:v>0.1135965615934644</c:v>
                </c:pt>
                <c:pt idx="32">
                  <c:v>0.11587034289009655</c:v>
                </c:pt>
                <c:pt idx="33">
                  <c:v>0.1181789171817805</c:v>
                </c:pt>
                <c:pt idx="34">
                  <c:v>0.12052255473448244</c:v>
                </c:pt>
                <c:pt idx="35">
                  <c:v>0.12290152155123582</c:v>
                </c:pt>
                <c:pt idx="36">
                  <c:v>0.1253160791901482</c:v>
                </c:pt>
                <c:pt idx="37">
                  <c:v>0.12776648458084364</c:v>
                </c:pt>
                <c:pt idx="38">
                  <c:v>0.13025298983940925</c:v>
                </c:pt>
                <c:pt idx="39">
                  <c:v>0.13277584208191967</c:v>
                </c:pt>
                <c:pt idx="40">
                  <c:v>0.1353352832366127</c:v>
                </c:pt>
                <c:pt idx="41">
                  <c:v>0.13793154985479447</c:v>
                </c:pt>
                <c:pt idx="42">
                  <c:v>0.14056487292055242</c:v>
                </c:pt>
                <c:pt idx="43">
                  <c:v>0.14323547765935798</c:v>
                </c:pt>
                <c:pt idx="44">
                  <c:v>0.14594358334564247</c:v>
                </c:pt>
                <c:pt idx="45">
                  <c:v>0.14868940310943365</c:v>
                </c:pt>
                <c:pt idx="46">
                  <c:v>0.15147314374213891</c:v>
                </c:pt>
                <c:pt idx="47">
                  <c:v>0.15429500550156827</c:v>
                </c:pt>
                <c:pt idx="48">
                  <c:v>0.15715518191628761</c:v>
                </c:pt>
                <c:pt idx="49">
                  <c:v>0.16005385958939938</c:v>
                </c:pt>
                <c:pt idx="50">
                  <c:v>0.16299121800184541</c:v>
                </c:pt>
                <c:pt idx="51">
                  <c:v>0.16596742931533337</c:v>
                </c:pt>
                <c:pt idx="52">
                  <c:v>0.16898265817498626</c:v>
                </c:pt>
                <c:pt idx="53">
                  <c:v>0.17203706151181969</c:v>
                </c:pt>
                <c:pt idx="54">
                  <c:v>0.17513078834515086</c:v>
                </c:pt>
                <c:pt idx="55">
                  <c:v>0.17826397958504794</c:v>
                </c:pt>
                <c:pt idx="56">
                  <c:v>0.18143676783492738</c:v>
                </c:pt>
                <c:pt idx="57">
                  <c:v>0.18464927719441282</c:v>
                </c:pt>
                <c:pt idx="58">
                  <c:v>0.18790162306256486</c:v>
                </c:pt>
                <c:pt idx="59">
                  <c:v>0.19119391194159971</c:v>
                </c:pt>
                <c:pt idx="60">
                  <c:v>0.19452624124121126</c:v>
                </c:pt>
                <c:pt idx="61">
                  <c:v>0.19789869908361465</c:v>
                </c:pt>
                <c:pt idx="62">
                  <c:v>0.20131136410943237</c:v>
                </c:pt>
                <c:pt idx="63">
                  <c:v>0.20476430528454229</c:v>
                </c:pt>
                <c:pt idx="64">
                  <c:v>0.20825758170801162</c:v>
                </c:pt>
                <c:pt idx="65">
                  <c:v>0.21179124242124053</c:v>
                </c:pt>
                <c:pt idx="66">
                  <c:v>0.21536532621844051</c:v>
                </c:pt>
                <c:pt idx="67">
                  <c:v>0.21897986145857526</c:v>
                </c:pt>
                <c:pt idx="68">
                  <c:v>0.22263486587889089</c:v>
                </c:pt>
                <c:pt idx="69">
                  <c:v>0.22633034641016581</c:v>
                </c:pt>
                <c:pt idx="70">
                  <c:v>0.23006629899380915</c:v>
                </c:pt>
                <c:pt idx="71">
                  <c:v>0.23384270840094029</c:v>
                </c:pt>
                <c:pt idx="72">
                  <c:v>0.23765954805358111</c:v>
                </c:pt>
                <c:pt idx="73">
                  <c:v>0.24151677984809353</c:v>
                </c:pt>
                <c:pt idx="74">
                  <c:v>0.24541435398099634</c:v>
                </c:pt>
                <c:pt idx="75">
                  <c:v>0.24935220877729627</c:v>
                </c:pt>
                <c:pt idx="76">
                  <c:v>0.25333027052146706</c:v>
                </c:pt>
                <c:pt idx="77">
                  <c:v>0.2573484532912137</c:v>
                </c:pt>
                <c:pt idx="78">
                  <c:v>0.26140665879415559</c:v>
                </c:pt>
                <c:pt idx="79">
                  <c:v>0.26550477620756679</c:v>
                </c:pt>
                <c:pt idx="80">
                  <c:v>0.26964268202130803</c:v>
                </c:pt>
                <c:pt idx="81">
                  <c:v>0.27382023988408905</c:v>
                </c:pt>
                <c:pt idx="82">
                  <c:v>0.27803730045319419</c:v>
                </c:pt>
                <c:pt idx="83">
                  <c:v>0.282293701247813</c:v>
                </c:pt>
                <c:pt idx="84">
                  <c:v>0.28658926650610644</c:v>
                </c:pt>
                <c:pt idx="85">
                  <c:v>0.29092380704614823</c:v>
                </c:pt>
                <c:pt idx="86">
                  <c:v>0.29529712013087644</c:v>
                </c:pt>
                <c:pt idx="87">
                  <c:v>0.29970898933718887</c:v>
                </c:pt>
                <c:pt idx="88">
                  <c:v>0.30415918442931789</c:v>
                </c:pt>
                <c:pt idx="89">
                  <c:v>0.30864746123661896</c:v>
                </c:pt>
                <c:pt idx="90">
                  <c:v>0.31317356153590376</c:v>
                </c:pt>
                <c:pt idx="91">
                  <c:v>0.31773721293845258</c:v>
                </c:pt>
                <c:pt idx="92">
                  <c:v>0.32233812878183443</c:v>
                </c:pt>
                <c:pt idx="93">
                  <c:v>0.3269760080266661</c:v>
                </c:pt>
                <c:pt idx="94">
                  <c:v>0.33165053515843901</c:v>
                </c:pt>
                <c:pt idx="95">
                  <c:v>0.33636138009454003</c:v>
                </c:pt>
                <c:pt idx="96">
                  <c:v>0.34110819809659193</c:v>
                </c:pt>
                <c:pt idx="97">
                  <c:v>0.34589062968823908</c:v>
                </c:pt>
                <c:pt idx="98">
                  <c:v>0.35070830057849778</c:v>
                </c:pt>
                <c:pt idx="99">
                  <c:v>0.35556082159079694</c:v>
                </c:pt>
                <c:pt idx="100">
                  <c:v>0.36044778859782106</c:v>
                </c:pt>
                <c:pt idx="101">
                  <c:v>0.36536878246227739</c:v>
                </c:pt>
                <c:pt idx="102">
                  <c:v>0.3703233689836995</c:v>
                </c:pt>
                <c:pt idx="103">
                  <c:v>0.37531109885139957</c:v>
                </c:pt>
                <c:pt idx="104">
                  <c:v>0.38033150760367895</c:v>
                </c:pt>
                <c:pt idx="105">
                  <c:v>0.38538411559340469</c:v>
                </c:pt>
                <c:pt idx="106">
                  <c:v>0.39046842796005682</c:v>
                </c:pt>
                <c:pt idx="107">
                  <c:v>0.39558393460834651</c:v>
                </c:pt>
                <c:pt idx="108">
                  <c:v>0.40073011019350707</c:v>
                </c:pt>
                <c:pt idx="109">
                  <c:v>0.40590641411335093</c:v>
                </c:pt>
                <c:pt idx="110">
                  <c:v>0.41111229050718734</c:v>
                </c:pt>
                <c:pt idx="111">
                  <c:v>0.41634716826169077</c:v>
                </c:pt>
                <c:pt idx="112">
                  <c:v>0.42161046102380467</c:v>
                </c:pt>
                <c:pt idx="113">
                  <c:v>0.42690156722076633</c:v>
                </c:pt>
                <c:pt idx="114">
                  <c:v>0.43221987008733065</c:v>
                </c:pt>
                <c:pt idx="115">
                  <c:v>0.43756473770026916</c:v>
                </c:pt>
                <c:pt idx="116">
                  <c:v>0.44293552302021827</c:v>
                </c:pt>
                <c:pt idx="117">
                  <c:v>0.44833156394094292</c:v>
                </c:pt>
                <c:pt idx="118">
                  <c:v>0.45375218334608247</c:v>
                </c:pt>
                <c:pt idx="119">
                  <c:v>0.45919668917343825</c:v>
                </c:pt>
                <c:pt idx="120">
                  <c:v>0.46466437448686004</c:v>
                </c:pt>
                <c:pt idx="121">
                  <c:v>0.47015451755578452</c:v>
                </c:pt>
                <c:pt idx="122">
                  <c:v>0.47566638194247246</c:v>
                </c:pt>
                <c:pt idx="123">
                  <c:v>0.48119921659698967</c:v>
                </c:pt>
                <c:pt idx="124">
                  <c:v>0.48675225595997174</c:v>
                </c:pt>
                <c:pt idx="125">
                  <c:v>0.49232472007320532</c:v>
                </c:pt>
                <c:pt idx="126">
                  <c:v>0.49791581469805946</c:v>
                </c:pt>
                <c:pt idx="127">
                  <c:v>0.50352473144179033</c:v>
                </c:pt>
                <c:pt idx="128">
                  <c:v>0.50915064789174136</c:v>
                </c:pt>
                <c:pt idx="129">
                  <c:v>0.51479272775745388</c:v>
                </c:pt>
                <c:pt idx="130">
                  <c:v>0.52045012102070209</c:v>
                </c:pt>
                <c:pt idx="131">
                  <c:v>0.52612196409345657</c:v>
                </c:pt>
                <c:pt idx="132">
                  <c:v>0.53180737998377747</c:v>
                </c:pt>
                <c:pt idx="133">
                  <c:v>0.53750547846963692</c:v>
                </c:pt>
                <c:pt idx="134">
                  <c:v>0.54321535628065687</c:v>
                </c:pt>
                <c:pt idx="135">
                  <c:v>0.54893609728775417</c:v>
                </c:pt>
                <c:pt idx="136">
                  <c:v>0.55466677270066833</c:v>
                </c:pt>
                <c:pt idx="137">
                  <c:v>0.56040644127335326</c:v>
                </c:pt>
                <c:pt idx="138">
                  <c:v>0.56615414951719756</c:v>
                </c:pt>
                <c:pt idx="139">
                  <c:v>0.57190893192204384</c:v>
                </c:pt>
                <c:pt idx="140">
                  <c:v>0.57766981118496297</c:v>
                </c:pt>
                <c:pt idx="141">
                  <c:v>0.58343579844673932</c:v>
                </c:pt>
                <c:pt idx="142">
                  <c:v>0.58920589353601682</c:v>
                </c:pt>
                <c:pt idx="143">
                  <c:v>0.59497908522104714</c:v>
                </c:pt>
                <c:pt idx="144">
                  <c:v>0.60075435146898126</c:v>
                </c:pt>
                <c:pt idx="145">
                  <c:v>0.60653065971263342</c:v>
                </c:pt>
                <c:pt idx="146">
                  <c:v>0.61230696712464849</c:v>
                </c:pt>
                <c:pt idx="147">
                  <c:v>0.61808222089899312</c:v>
                </c:pt>
                <c:pt idx="148">
                  <c:v>0.62385535853968566</c:v>
                </c:pt>
                <c:pt idx="149">
                  <c:v>0.62962530815667994</c:v>
                </c:pt>
                <c:pt idx="150">
                  <c:v>0.6353909887688034</c:v>
                </c:pt>
                <c:pt idx="151">
                  <c:v>0.64115131061365471</c:v>
                </c:pt>
                <c:pt idx="152">
                  <c:v>0.64690517546435233</c:v>
                </c:pt>
                <c:pt idx="153">
                  <c:v>0.65265147695302572</c:v>
                </c:pt>
                <c:pt idx="154">
                  <c:v>0.65838910090093206</c:v>
                </c:pt>
                <c:pt idx="155">
                  <c:v>0.66411692565507929</c:v>
                </c:pt>
                <c:pt idx="156">
                  <c:v>0.66983382243122602</c:v>
                </c:pt>
                <c:pt idx="157">
                  <c:v>0.67553865566313165</c:v>
                </c:pt>
                <c:pt idx="158">
                  <c:v>0.68123028335791602</c:v>
                </c:pt>
                <c:pt idx="159">
                  <c:v>0.68690755745738785</c:v>
                </c:pt>
                <c:pt idx="160">
                  <c:v>0.69256932420519779</c:v>
                </c:pt>
                <c:pt idx="161">
                  <c:v>0.69821442451966165</c:v>
                </c:pt>
                <c:pt idx="162">
                  <c:v>0.70384169437209831</c:v>
                </c:pt>
                <c:pt idx="163">
                  <c:v>0.70944996517052206</c:v>
                </c:pt>
                <c:pt idx="164">
                  <c:v>0.71503806414852145</c:v>
                </c:pt>
                <c:pt idx="165">
                  <c:v>0.72060481475915528</c:v>
                </c:pt>
                <c:pt idx="166">
                  <c:v>0.72614903707369094</c:v>
                </c:pt>
                <c:pt idx="167">
                  <c:v>0.73166954818500374</c:v>
                </c:pt>
                <c:pt idx="168">
                  <c:v>0.73716516261545473</c:v>
                </c:pt>
                <c:pt idx="169">
                  <c:v>0.74263469272905724</c:v>
                </c:pt>
                <c:pt idx="170">
                  <c:v>0.74807694914774159</c:v>
                </c:pt>
                <c:pt idx="171">
                  <c:v>0.75349074117151982</c:v>
                </c:pt>
                <c:pt idx="172">
                  <c:v>0.75887487720234859</c:v>
                </c:pt>
                <c:pt idx="173">
                  <c:v>0.7642281651714905</c:v>
                </c:pt>
                <c:pt idx="174">
                  <c:v>0.76954941297016077</c:v>
                </c:pt>
                <c:pt idx="175">
                  <c:v>0.77483742888324947</c:v>
                </c:pt>
                <c:pt idx="176">
                  <c:v>0.78009102202590486</c:v>
                </c:pt>
                <c:pt idx="177">
                  <c:v>0.78530900278276006</c:v>
                </c:pt>
                <c:pt idx="178">
                  <c:v>0.79049018324957698</c:v>
                </c:pt>
                <c:pt idx="179">
                  <c:v>0.79563337767708864</c:v>
                </c:pt>
                <c:pt idx="180">
                  <c:v>0.80073740291680806</c:v>
                </c:pt>
                <c:pt idx="181">
                  <c:v>0.80580107886857544</c:v>
                </c:pt>
                <c:pt idx="182">
                  <c:v>0.81082322892960956</c:v>
                </c:pt>
                <c:pt idx="183">
                  <c:v>0.81580268044482784</c:v>
                </c:pt>
                <c:pt idx="184">
                  <c:v>0.82073826515819859</c:v>
                </c:pt>
                <c:pt idx="185">
                  <c:v>0.82562881966488344</c:v>
                </c:pt>
                <c:pt idx="186">
                  <c:v>0.83047318586393049</c:v>
                </c:pt>
                <c:pt idx="187">
                  <c:v>0.83527021141127211</c:v>
                </c:pt>
                <c:pt idx="188">
                  <c:v>0.84001875017278227</c:v>
                </c:pt>
                <c:pt idx="189">
                  <c:v>0.84471766267714954</c:v>
                </c:pt>
                <c:pt idx="190">
                  <c:v>0.84936581656831245</c:v>
                </c:pt>
                <c:pt idx="191">
                  <c:v>0.85396208705721277</c:v>
                </c:pt>
                <c:pt idx="192">
                  <c:v>0.85850535737261213</c:v>
                </c:pt>
                <c:pt idx="193">
                  <c:v>0.86299451921072468</c:v>
                </c:pt>
                <c:pt idx="194">
                  <c:v>0.86742847318341088</c:v>
                </c:pt>
                <c:pt idx="195">
                  <c:v>0.87180612926468237</c:v>
                </c:pt>
                <c:pt idx="196">
                  <c:v>0.87612640723526458</c:v>
                </c:pt>
                <c:pt idx="197">
                  <c:v>0.88038823712496339</c:v>
                </c:pt>
                <c:pt idx="198">
                  <c:v>0.88459055965258793</c:v>
                </c:pt>
                <c:pt idx="199">
                  <c:v>0.88873232666316915</c:v>
                </c:pt>
                <c:pt idx="200">
                  <c:v>0.89281250156223313</c:v>
                </c:pt>
                <c:pt idx="201">
                  <c:v>0.8968300597468688</c:v>
                </c:pt>
                <c:pt idx="202">
                  <c:v>0.90078398903334456</c:v>
                </c:pt>
                <c:pt idx="203">
                  <c:v>0.90467329008102504</c:v>
                </c:pt>
                <c:pt idx="204">
                  <c:v>0.90849697681233765</c:v>
                </c:pt>
                <c:pt idx="205">
                  <c:v>0.91225407682854531</c:v>
                </c:pt>
                <c:pt idx="206">
                  <c:v>0.91594363182107752</c:v>
                </c:pt>
                <c:pt idx="207">
                  <c:v>0.9195646979781793</c:v>
                </c:pt>
                <c:pt idx="208">
                  <c:v>0.92311634638663598</c:v>
                </c:pt>
                <c:pt idx="209">
                  <c:v>0.92659766342833316</c:v>
                </c:pt>
                <c:pt idx="210">
                  <c:v>0.93000775117141921</c:v>
                </c:pt>
                <c:pt idx="211">
                  <c:v>0.93334572775583236</c:v>
                </c:pt>
                <c:pt idx="212">
                  <c:v>0.93661072777296095</c:v>
                </c:pt>
                <c:pt idx="213">
                  <c:v>0.93980190263921359</c:v>
                </c:pt>
                <c:pt idx="214">
                  <c:v>0.94291842096326517</c:v>
                </c:pt>
                <c:pt idx="215">
                  <c:v>0.94595946890676552</c:v>
                </c:pt>
                <c:pt idx="216">
                  <c:v>0.948924250538283</c:v>
                </c:pt>
                <c:pt idx="217">
                  <c:v>0.95181198818027613</c:v>
                </c:pt>
                <c:pt idx="218">
                  <c:v>0.9546219227488737</c:v>
                </c:pt>
                <c:pt idx="219">
                  <c:v>0.95735331408626323</c:v>
                </c:pt>
                <c:pt idx="220">
                  <c:v>0.96000544128547771</c:v>
                </c:pt>
                <c:pt idx="221">
                  <c:v>0.96257760300738437</c:v>
                </c:pt>
                <c:pt idx="222">
                  <c:v>0.96506911778968041</c:v>
                </c:pt>
                <c:pt idx="223">
                  <c:v>0.96747932434770567</c:v>
                </c:pt>
                <c:pt idx="224">
                  <c:v>0.96980758186688243</c:v>
                </c:pt>
                <c:pt idx="225">
                  <c:v>0.97205327028660826</c:v>
                </c:pt>
                <c:pt idx="226">
                  <c:v>0.97421579057541774</c:v>
                </c:pt>
                <c:pt idx="227">
                  <c:v>0.97629456499725076</c:v>
                </c:pt>
                <c:pt idx="228">
                  <c:v>0.97828903736865258</c:v>
                </c:pt>
                <c:pt idx="229">
                  <c:v>0.98019867330675536</c:v>
                </c:pt>
                <c:pt idx="230">
                  <c:v>0.98202296046787596</c:v>
                </c:pt>
                <c:pt idx="231">
                  <c:v>0.98376140877659024</c:v>
                </c:pt>
                <c:pt idx="232">
                  <c:v>0.98541355064513303</c:v>
                </c:pt>
                <c:pt idx="233">
                  <c:v>0.98697894118299323</c:v>
                </c:pt>
                <c:pt idx="234">
                  <c:v>0.98845715839656423</c:v>
                </c:pt>
                <c:pt idx="235">
                  <c:v>0.98984780337873379</c:v>
                </c:pt>
                <c:pt idx="236">
                  <c:v>0.99115050048828501</c:v>
                </c:pt>
                <c:pt idx="237">
                  <c:v>0.99236489751900192</c:v>
                </c:pt>
                <c:pt idx="238">
                  <c:v>0.9934906658583712</c:v>
                </c:pt>
                <c:pt idx="239">
                  <c:v>0.99452750063577688</c:v>
                </c:pt>
                <c:pt idx="240">
                  <c:v>0.99547512086010048</c:v>
                </c:pt>
                <c:pt idx="241">
                  <c:v>0.99633326954663448</c:v>
                </c:pt>
                <c:pt idx="242">
                  <c:v>0.99710171383322965</c:v>
                </c:pt>
                <c:pt idx="243">
                  <c:v>0.99778024508560648</c:v>
                </c:pt>
                <c:pt idx="244">
                  <c:v>0.99836867899175952</c:v>
                </c:pt>
                <c:pt idx="245">
                  <c:v>0.99886685564539612</c:v>
                </c:pt>
                <c:pt idx="246">
                  <c:v>0.99927463961836016</c:v>
                </c:pt>
                <c:pt idx="247">
                  <c:v>0.9995919200219876</c:v>
                </c:pt>
                <c:pt idx="248">
                  <c:v>0.99981861055736299</c:v>
                </c:pt>
                <c:pt idx="249">
                  <c:v>0.99995464955443969</c:v>
                </c:pt>
                <c:pt idx="250">
                  <c:v>1</c:v>
                </c:pt>
                <c:pt idx="251">
                  <c:v>0.99995464955443969</c:v>
                </c:pt>
                <c:pt idx="252">
                  <c:v>0.99981861055736299</c:v>
                </c:pt>
                <c:pt idx="253">
                  <c:v>0.9995919200219876</c:v>
                </c:pt>
                <c:pt idx="254">
                  <c:v>0.99927463961836016</c:v>
                </c:pt>
                <c:pt idx="255">
                  <c:v>0.99886685564539612</c:v>
                </c:pt>
                <c:pt idx="256">
                  <c:v>0.99836867899175952</c:v>
                </c:pt>
                <c:pt idx="257">
                  <c:v>0.99778024508560648</c:v>
                </c:pt>
                <c:pt idx="258">
                  <c:v>0.99710171383322965</c:v>
                </c:pt>
                <c:pt idx="259">
                  <c:v>0.99633326954663448</c:v>
                </c:pt>
                <c:pt idx="260">
                  <c:v>0.99547512086010048</c:v>
                </c:pt>
                <c:pt idx="261">
                  <c:v>0.99452750063577688</c:v>
                </c:pt>
                <c:pt idx="262">
                  <c:v>0.9934906658583712</c:v>
                </c:pt>
                <c:pt idx="263">
                  <c:v>0.99236489751900192</c:v>
                </c:pt>
                <c:pt idx="264">
                  <c:v>0.99115050048828501</c:v>
                </c:pt>
                <c:pt idx="265">
                  <c:v>0.98984780337873379</c:v>
                </c:pt>
                <c:pt idx="266">
                  <c:v>0.98845715839656423</c:v>
                </c:pt>
                <c:pt idx="267">
                  <c:v>0.98697894118299323</c:v>
                </c:pt>
                <c:pt idx="268">
                  <c:v>0.98541355064513303</c:v>
                </c:pt>
                <c:pt idx="269">
                  <c:v>0.98376140877659013</c:v>
                </c:pt>
                <c:pt idx="270">
                  <c:v>0.98202296046787596</c:v>
                </c:pt>
                <c:pt idx="271">
                  <c:v>0.98019867330675536</c:v>
                </c:pt>
                <c:pt idx="272">
                  <c:v>0.97828903736865258</c:v>
                </c:pt>
                <c:pt idx="273">
                  <c:v>0.97629456499725076</c:v>
                </c:pt>
                <c:pt idx="274">
                  <c:v>0.97421579057541774</c:v>
                </c:pt>
                <c:pt idx="275">
                  <c:v>0.97205327028660804</c:v>
                </c:pt>
                <c:pt idx="276">
                  <c:v>0.96980758186688243</c:v>
                </c:pt>
                <c:pt idx="277">
                  <c:v>0.96747932434770567</c:v>
                </c:pt>
                <c:pt idx="278">
                  <c:v>0.9650691177896803</c:v>
                </c:pt>
                <c:pt idx="279">
                  <c:v>0.96257760300738437</c:v>
                </c:pt>
                <c:pt idx="280">
                  <c:v>0.96000544128547771</c:v>
                </c:pt>
                <c:pt idx="281">
                  <c:v>0.95735331408626323</c:v>
                </c:pt>
                <c:pt idx="282">
                  <c:v>0.9546219227488737</c:v>
                </c:pt>
                <c:pt idx="283">
                  <c:v>0.95181198818027613</c:v>
                </c:pt>
                <c:pt idx="284">
                  <c:v>0.948924250538283</c:v>
                </c:pt>
                <c:pt idx="285">
                  <c:v>0.94595946890676552</c:v>
                </c:pt>
                <c:pt idx="286">
                  <c:v>0.94291842096326517</c:v>
                </c:pt>
                <c:pt idx="287">
                  <c:v>0.93980190263921337</c:v>
                </c:pt>
                <c:pt idx="288">
                  <c:v>0.93661072777296084</c:v>
                </c:pt>
                <c:pt idx="289">
                  <c:v>0.93334572775583236</c:v>
                </c:pt>
                <c:pt idx="290">
                  <c:v>0.93000775117141932</c:v>
                </c:pt>
                <c:pt idx="291">
                  <c:v>0.92659766342833316</c:v>
                </c:pt>
                <c:pt idx="292">
                  <c:v>0.92311634638663598</c:v>
                </c:pt>
                <c:pt idx="293">
                  <c:v>0.9195646979781793</c:v>
                </c:pt>
                <c:pt idx="294">
                  <c:v>0.91594363182107752</c:v>
                </c:pt>
                <c:pt idx="295">
                  <c:v>0.91225407682854531</c:v>
                </c:pt>
                <c:pt idx="296">
                  <c:v>0.90849697681233765</c:v>
                </c:pt>
                <c:pt idx="297">
                  <c:v>0.90467329008102504</c:v>
                </c:pt>
                <c:pt idx="298">
                  <c:v>0.90078398903334456</c:v>
                </c:pt>
                <c:pt idx="299">
                  <c:v>0.8968300597468688</c:v>
                </c:pt>
                <c:pt idx="300">
                  <c:v>0.89281250156223313</c:v>
                </c:pt>
                <c:pt idx="301">
                  <c:v>0.88873232666316915</c:v>
                </c:pt>
                <c:pt idx="302">
                  <c:v>0.88459055965258793</c:v>
                </c:pt>
                <c:pt idx="303">
                  <c:v>0.88038823712496339</c:v>
                </c:pt>
                <c:pt idx="304">
                  <c:v>0.87612640723526458</c:v>
                </c:pt>
                <c:pt idx="305">
                  <c:v>0.87180612926468237</c:v>
                </c:pt>
                <c:pt idx="306">
                  <c:v>0.86742847318341088</c:v>
                </c:pt>
                <c:pt idx="307">
                  <c:v>0.86299451921072468</c:v>
                </c:pt>
                <c:pt idx="308">
                  <c:v>0.85850535737261213</c:v>
                </c:pt>
                <c:pt idx="309">
                  <c:v>0.85396208705721277</c:v>
                </c:pt>
                <c:pt idx="310">
                  <c:v>0.84936581656831245</c:v>
                </c:pt>
                <c:pt idx="311">
                  <c:v>0.84471766267714954</c:v>
                </c:pt>
                <c:pt idx="312">
                  <c:v>0.84001875017278227</c:v>
                </c:pt>
                <c:pt idx="313">
                  <c:v>0.83527021141127211</c:v>
                </c:pt>
                <c:pt idx="314">
                  <c:v>0.83047318586393049</c:v>
                </c:pt>
                <c:pt idx="315">
                  <c:v>0.82562881966488344</c:v>
                </c:pt>
                <c:pt idx="316">
                  <c:v>0.82073826515819859</c:v>
                </c:pt>
                <c:pt idx="317">
                  <c:v>0.81580268044482784</c:v>
                </c:pt>
                <c:pt idx="318">
                  <c:v>0.81082322892960956</c:v>
                </c:pt>
                <c:pt idx="319">
                  <c:v>0.80580107886857544</c:v>
                </c:pt>
                <c:pt idx="320">
                  <c:v>0.80073740291680806</c:v>
                </c:pt>
                <c:pt idx="321">
                  <c:v>0.79563337767708864</c:v>
                </c:pt>
                <c:pt idx="322">
                  <c:v>0.79049018324957698</c:v>
                </c:pt>
                <c:pt idx="323">
                  <c:v>0.78530900278276006</c:v>
                </c:pt>
                <c:pt idx="324">
                  <c:v>0.78009102202590486</c:v>
                </c:pt>
                <c:pt idx="325">
                  <c:v>0.77483742888324936</c:v>
                </c:pt>
                <c:pt idx="326">
                  <c:v>0.76954941297016066</c:v>
                </c:pt>
                <c:pt idx="327">
                  <c:v>0.76422816517149039</c:v>
                </c:pt>
                <c:pt idx="328">
                  <c:v>0.75887487720234847</c:v>
                </c:pt>
                <c:pt idx="329">
                  <c:v>0.7534907411715196</c:v>
                </c:pt>
                <c:pt idx="330">
                  <c:v>0.74807694914774148</c:v>
                </c:pt>
                <c:pt idx="331">
                  <c:v>0.74263469272905702</c:v>
                </c:pt>
                <c:pt idx="332">
                  <c:v>0.73716516261545451</c:v>
                </c:pt>
                <c:pt idx="333">
                  <c:v>0.73166954818500363</c:v>
                </c:pt>
                <c:pt idx="334">
                  <c:v>0.72614903707369072</c:v>
                </c:pt>
                <c:pt idx="335">
                  <c:v>0.72060481475915505</c:v>
                </c:pt>
                <c:pt idx="336">
                  <c:v>0.71503806414852134</c:v>
                </c:pt>
                <c:pt idx="337">
                  <c:v>0.70944996517052183</c:v>
                </c:pt>
                <c:pt idx="338">
                  <c:v>0.70384169437209809</c:v>
                </c:pt>
                <c:pt idx="339">
                  <c:v>0.69821442451966154</c:v>
                </c:pt>
                <c:pt idx="340">
                  <c:v>0.69256932420519768</c:v>
                </c:pt>
                <c:pt idx="341">
                  <c:v>0.68690755745738774</c:v>
                </c:pt>
                <c:pt idx="342">
                  <c:v>0.6812302833579158</c:v>
                </c:pt>
                <c:pt idx="343">
                  <c:v>0.67553865566313154</c:v>
                </c:pt>
                <c:pt idx="344">
                  <c:v>0.66983382243122591</c:v>
                </c:pt>
                <c:pt idx="345">
                  <c:v>0.66411692565507907</c:v>
                </c:pt>
                <c:pt idx="346">
                  <c:v>0.65838910090093195</c:v>
                </c:pt>
                <c:pt idx="347">
                  <c:v>0.6526514769530255</c:v>
                </c:pt>
                <c:pt idx="348">
                  <c:v>0.64690517546435211</c:v>
                </c:pt>
                <c:pt idx="349">
                  <c:v>0.64115131061365449</c:v>
                </c:pt>
                <c:pt idx="350">
                  <c:v>0.63539098876880318</c:v>
                </c:pt>
                <c:pt idx="351">
                  <c:v>0.62962530815667983</c:v>
                </c:pt>
                <c:pt idx="352">
                  <c:v>0.62385535853968577</c:v>
                </c:pt>
                <c:pt idx="353">
                  <c:v>0.61808222089899312</c:v>
                </c:pt>
                <c:pt idx="354">
                  <c:v>0.6123069671246486</c:v>
                </c:pt>
                <c:pt idx="355">
                  <c:v>0.60653065971263354</c:v>
                </c:pt>
                <c:pt idx="356">
                  <c:v>0.60075435146898126</c:v>
                </c:pt>
                <c:pt idx="357">
                  <c:v>0.59497908522104714</c:v>
                </c:pt>
                <c:pt idx="358">
                  <c:v>0.58920589353601682</c:v>
                </c:pt>
                <c:pt idx="359">
                  <c:v>0.58343579844673932</c:v>
                </c:pt>
                <c:pt idx="360">
                  <c:v>0.57766981118496297</c:v>
                </c:pt>
                <c:pt idx="361">
                  <c:v>0.57190893192204384</c:v>
                </c:pt>
                <c:pt idx="362">
                  <c:v>0.56615414951719756</c:v>
                </c:pt>
                <c:pt idx="363">
                  <c:v>0.56040644127335326</c:v>
                </c:pt>
                <c:pt idx="364">
                  <c:v>0.55466677270066833</c:v>
                </c:pt>
                <c:pt idx="365">
                  <c:v>0.54893609728775417</c:v>
                </c:pt>
                <c:pt idx="366">
                  <c:v>0.54321535628065687</c:v>
                </c:pt>
                <c:pt idx="367">
                  <c:v>0.53750547846963692</c:v>
                </c:pt>
                <c:pt idx="368">
                  <c:v>0.53180737998377747</c:v>
                </c:pt>
                <c:pt idx="369">
                  <c:v>0.52612196409345657</c:v>
                </c:pt>
                <c:pt idx="370">
                  <c:v>0.52045012102070209</c:v>
                </c:pt>
                <c:pt idx="371">
                  <c:v>0.51479272775745388</c:v>
                </c:pt>
                <c:pt idx="372">
                  <c:v>0.50915064789174136</c:v>
                </c:pt>
                <c:pt idx="373">
                  <c:v>0.50352473144179033</c:v>
                </c:pt>
                <c:pt idx="374">
                  <c:v>0.49791581469805946</c:v>
                </c:pt>
                <c:pt idx="375">
                  <c:v>0.49232472007320532</c:v>
                </c:pt>
                <c:pt idx="376">
                  <c:v>0.48675225595997174</c:v>
                </c:pt>
                <c:pt idx="377">
                  <c:v>0.48119921659698967</c:v>
                </c:pt>
                <c:pt idx="378">
                  <c:v>0.47566638194247246</c:v>
                </c:pt>
                <c:pt idx="379">
                  <c:v>0.47015451755578452</c:v>
                </c:pt>
                <c:pt idx="380">
                  <c:v>0.46466437448686004</c:v>
                </c:pt>
                <c:pt idx="381">
                  <c:v>0.45919668917343825</c:v>
                </c:pt>
                <c:pt idx="382">
                  <c:v>0.45375218334608247</c:v>
                </c:pt>
                <c:pt idx="383">
                  <c:v>0.44833156394094292</c:v>
                </c:pt>
                <c:pt idx="384">
                  <c:v>0.44293552302021827</c:v>
                </c:pt>
                <c:pt idx="385">
                  <c:v>0.43756473770026916</c:v>
                </c:pt>
                <c:pt idx="386">
                  <c:v>0.43221987008733065</c:v>
                </c:pt>
                <c:pt idx="387">
                  <c:v>0.42690156722076633</c:v>
                </c:pt>
                <c:pt idx="388">
                  <c:v>0.42161046102380467</c:v>
                </c:pt>
                <c:pt idx="389">
                  <c:v>0.41634716826169077</c:v>
                </c:pt>
                <c:pt idx="390">
                  <c:v>0.41111229050718734</c:v>
                </c:pt>
                <c:pt idx="391">
                  <c:v>0.40590641411335093</c:v>
                </c:pt>
                <c:pt idx="392">
                  <c:v>0.40073011019350707</c:v>
                </c:pt>
                <c:pt idx="393">
                  <c:v>0.39558393460834651</c:v>
                </c:pt>
                <c:pt idx="394">
                  <c:v>0.39046842796005682</c:v>
                </c:pt>
                <c:pt idx="395">
                  <c:v>0.38538411559340469</c:v>
                </c:pt>
                <c:pt idx="396">
                  <c:v>0.38033150760367884</c:v>
                </c:pt>
                <c:pt idx="397">
                  <c:v>0.37531109885139946</c:v>
                </c:pt>
                <c:pt idx="398">
                  <c:v>0.37032336898369933</c:v>
                </c:pt>
                <c:pt idx="399">
                  <c:v>0.36536878246227716</c:v>
                </c:pt>
                <c:pt idx="400">
                  <c:v>0.36044778859782084</c:v>
                </c:pt>
                <c:pt idx="401">
                  <c:v>0.35556082159079683</c:v>
                </c:pt>
                <c:pt idx="402">
                  <c:v>0.35070830057849767</c:v>
                </c:pt>
                <c:pt idx="403">
                  <c:v>0.3458906296882388</c:v>
                </c:pt>
                <c:pt idx="404">
                  <c:v>0.34110819809659182</c:v>
                </c:pt>
                <c:pt idx="405">
                  <c:v>0.33636138009453986</c:v>
                </c:pt>
                <c:pt idx="406">
                  <c:v>0.3316505351584389</c:v>
                </c:pt>
                <c:pt idx="407">
                  <c:v>0.32697600802666593</c:v>
                </c:pt>
                <c:pt idx="408">
                  <c:v>0.32233812878183415</c:v>
                </c:pt>
                <c:pt idx="409">
                  <c:v>0.31773721293845242</c:v>
                </c:pt>
                <c:pt idx="410">
                  <c:v>0.31317356153590364</c:v>
                </c:pt>
                <c:pt idx="411">
                  <c:v>0.30864746123661874</c:v>
                </c:pt>
                <c:pt idx="412">
                  <c:v>0.30415918442931777</c:v>
                </c:pt>
                <c:pt idx="413">
                  <c:v>0.29970898933718865</c:v>
                </c:pt>
                <c:pt idx="414">
                  <c:v>0.29529712013087617</c:v>
                </c:pt>
                <c:pt idx="415">
                  <c:v>0.29092380704614801</c:v>
                </c:pt>
                <c:pt idx="416">
                  <c:v>0.28658926650610622</c:v>
                </c:pt>
                <c:pt idx="417">
                  <c:v>0.282293701247813</c:v>
                </c:pt>
                <c:pt idx="418">
                  <c:v>0.27803730045319419</c:v>
                </c:pt>
                <c:pt idx="419">
                  <c:v>0.27382023988408905</c:v>
                </c:pt>
                <c:pt idx="420">
                  <c:v>0.26964268202130803</c:v>
                </c:pt>
                <c:pt idx="421">
                  <c:v>0.26550477620756679</c:v>
                </c:pt>
                <c:pt idx="422">
                  <c:v>0.26140665879415559</c:v>
                </c:pt>
                <c:pt idx="423">
                  <c:v>0.2573484532912137</c:v>
                </c:pt>
                <c:pt idx="424">
                  <c:v>0.25333027052146706</c:v>
                </c:pt>
                <c:pt idx="425">
                  <c:v>0.24935220877729627</c:v>
                </c:pt>
                <c:pt idx="426">
                  <c:v>0.24541435398099634</c:v>
                </c:pt>
                <c:pt idx="427">
                  <c:v>0.24151677984809353</c:v>
                </c:pt>
                <c:pt idx="428">
                  <c:v>0.23765954805358111</c:v>
                </c:pt>
                <c:pt idx="429">
                  <c:v>0.23384270840094029</c:v>
                </c:pt>
                <c:pt idx="430">
                  <c:v>0.23006629899380915</c:v>
                </c:pt>
                <c:pt idx="431">
                  <c:v>0.22633034641016581</c:v>
                </c:pt>
                <c:pt idx="432">
                  <c:v>0.22263486587889089</c:v>
                </c:pt>
                <c:pt idx="433">
                  <c:v>0.21897986145857526</c:v>
                </c:pt>
                <c:pt idx="434">
                  <c:v>0.21536532621844051</c:v>
                </c:pt>
                <c:pt idx="435">
                  <c:v>0.21179124242124053</c:v>
                </c:pt>
                <c:pt idx="436">
                  <c:v>0.20825758170801162</c:v>
                </c:pt>
                <c:pt idx="437">
                  <c:v>0.20476430528454229</c:v>
                </c:pt>
                <c:pt idx="438">
                  <c:v>0.20131136410943237</c:v>
                </c:pt>
                <c:pt idx="439">
                  <c:v>0.19789869908361465</c:v>
                </c:pt>
                <c:pt idx="440">
                  <c:v>0.19452624124121126</c:v>
                </c:pt>
                <c:pt idx="441">
                  <c:v>0.19119391194159971</c:v>
                </c:pt>
                <c:pt idx="442">
                  <c:v>0.18790162306256486</c:v>
                </c:pt>
                <c:pt idx="443">
                  <c:v>0.18464927719441282</c:v>
                </c:pt>
                <c:pt idx="444">
                  <c:v>0.18143676783492738</c:v>
                </c:pt>
                <c:pt idx="445">
                  <c:v>0.17826397958504794</c:v>
                </c:pt>
                <c:pt idx="446">
                  <c:v>0.17513078834515086</c:v>
                </c:pt>
                <c:pt idx="447">
                  <c:v>0.17203706151181969</c:v>
                </c:pt>
                <c:pt idx="448">
                  <c:v>0.16898265817498626</c:v>
                </c:pt>
                <c:pt idx="449">
                  <c:v>0.16596742931533337</c:v>
                </c:pt>
                <c:pt idx="450">
                  <c:v>0.16299121800184541</c:v>
                </c:pt>
                <c:pt idx="451">
                  <c:v>0.16005385958939938</c:v>
                </c:pt>
                <c:pt idx="452">
                  <c:v>0.15715518191628761</c:v>
                </c:pt>
                <c:pt idx="453">
                  <c:v>0.15429500550156827</c:v>
                </c:pt>
                <c:pt idx="454">
                  <c:v>0.15147314374213891</c:v>
                </c:pt>
                <c:pt idx="455">
                  <c:v>0.14868940310943365</c:v>
                </c:pt>
                <c:pt idx="456">
                  <c:v>0.14594358334564247</c:v>
                </c:pt>
                <c:pt idx="457">
                  <c:v>0.14323547765935785</c:v>
                </c:pt>
                <c:pt idx="458">
                  <c:v>0.14056487292055236</c:v>
                </c:pt>
                <c:pt idx="459">
                  <c:v>0.13793154985479442</c:v>
                </c:pt>
                <c:pt idx="460">
                  <c:v>0.13533528323661256</c:v>
                </c:pt>
                <c:pt idx="461">
                  <c:v>0.13277584208191956</c:v>
                </c:pt>
                <c:pt idx="462">
                  <c:v>0.13025298983940914</c:v>
                </c:pt>
                <c:pt idx="463">
                  <c:v>0.12776648458084347</c:v>
                </c:pt>
                <c:pt idx="464">
                  <c:v>0.12531607919014812</c:v>
                </c:pt>
                <c:pt idx="465">
                  <c:v>0.12290152155123571</c:v>
                </c:pt>
                <c:pt idx="466">
                  <c:v>0.12052255473448244</c:v>
                </c:pt>
                <c:pt idx="467">
                  <c:v>0.1181789171817805</c:v>
                </c:pt>
                <c:pt idx="468">
                  <c:v>0.11587034289009655</c:v>
                </c:pt>
                <c:pt idx="469">
                  <c:v>0.1135965615934644</c:v>
                </c:pt>
                <c:pt idx="470">
                  <c:v>0.11135729894334534</c:v>
                </c:pt>
                <c:pt idx="471">
                  <c:v>0.10915227668729084</c:v>
                </c:pt>
                <c:pt idx="472">
                  <c:v>0.10698121284584326</c:v>
                </c:pt>
                <c:pt idx="473">
                  <c:v>0.10484382188761618</c:v>
                </c:pt>
                <c:pt idx="474">
                  <c:v>0.10273981490249426</c:v>
                </c:pt>
                <c:pt idx="475">
                  <c:v>0.10066889977289772</c:v>
                </c:pt>
                <c:pt idx="476">
                  <c:v>9.8630781343057305E-2</c:v>
                </c:pt>
                <c:pt idx="477">
                  <c:v>9.6625161586248967E-2</c:v>
                </c:pt>
                <c:pt idx="478">
                  <c:v>9.4651739769938625E-2</c:v>
                </c:pt>
                <c:pt idx="479">
                  <c:v>9.2710212618791185E-2</c:v>
                </c:pt>
                <c:pt idx="480">
                  <c:v>9.0800274475498849E-2</c:v>
                </c:pt>
                <c:pt idx="481">
                  <c:v>8.8921617459386398E-2</c:v>
                </c:pt>
                <c:pt idx="482">
                  <c:v>8.7073931622754924E-2</c:v>
                </c:pt>
                <c:pt idx="483">
                  <c:v>8.5256905104925146E-2</c:v>
                </c:pt>
                <c:pt idx="484">
                  <c:v>8.3470224283944502E-2</c:v>
                </c:pt>
                <c:pt idx="485">
                  <c:v>8.1713573925926833E-2</c:v>
                </c:pt>
                <c:pt idx="486">
                  <c:v>7.9986637331992128E-2</c:v>
                </c:pt>
                <c:pt idx="487">
                  <c:v>7.8289096482777501E-2</c:v>
                </c:pt>
                <c:pt idx="488">
                  <c:v>7.6620632180493545E-2</c:v>
                </c:pt>
                <c:pt idx="489">
                  <c:v>7.4980924188500511E-2</c:v>
                </c:pt>
                <c:pt idx="490">
                  <c:v>7.3369651368382902E-2</c:v>
                </c:pt>
                <c:pt idx="491">
                  <c:v>7.1786491814500836E-2</c:v>
                </c:pt>
                <c:pt idx="492">
                  <c:v>7.0231122986000288E-2</c:v>
                </c:pt>
                <c:pt idx="493">
                  <c:v>6.8703221836266135E-2</c:v>
                </c:pt>
                <c:pt idx="494">
                  <c:v>6.7202464939802892E-2</c:v>
                </c:pt>
                <c:pt idx="495">
                  <c:v>6.572852861653046E-2</c:v>
                </c:pt>
                <c:pt idx="496">
                  <c:v>6.4281089053485174E-2</c:v>
                </c:pt>
                <c:pt idx="497">
                  <c:v>6.2859822423916273E-2</c:v>
                </c:pt>
                <c:pt idx="498">
                  <c:v>6.1464405003771282E-2</c:v>
                </c:pt>
                <c:pt idx="499">
                  <c:v>6.0094513285565344E-2</c:v>
                </c:pt>
                <c:pt idx="500">
                  <c:v>5.8749824089630552E-2</c:v>
                </c:pt>
                <c:pt idx="501">
                  <c:v>5.7430014672743869E-2</c:v>
                </c:pt>
                <c:pt idx="502">
                  <c:v>5.6134762834133725E-2</c:v>
                </c:pt>
                <c:pt idx="503">
                  <c:v>5.4863747018866552E-2</c:v>
                </c:pt>
                <c:pt idx="504">
                  <c:v>5.3616646418616937E-2</c:v>
                </c:pt>
                <c:pt idx="505">
                  <c:v>5.2393141069825559E-2</c:v>
                </c:pt>
                <c:pt idx="506">
                  <c:v>5.1192911949252046E-2</c:v>
                </c:pt>
                <c:pt idx="507">
                  <c:v>5.001564106692985E-2</c:v>
                </c:pt>
                <c:pt idx="508">
                  <c:v>4.8861011556532857E-2</c:v>
                </c:pt>
                <c:pt idx="509">
                  <c:v>4.7728707763164138E-2</c:v>
                </c:pt>
                <c:pt idx="510">
                  <c:v>4.6618415328579188E-2</c:v>
                </c:pt>
                <c:pt idx="511">
                  <c:v>4.5529821273856755E-2</c:v>
                </c:pt>
                <c:pt idx="512">
                  <c:v>4.4462614079532052E-2</c:v>
                </c:pt>
                <c:pt idx="513">
                  <c:v>4.341648376320844E-2</c:v>
                </c:pt>
                <c:pt idx="514">
                  <c:v>4.2391121954664365E-2</c:v>
                </c:pt>
                <c:pt idx="515">
                  <c:v>4.1386221968474447E-2</c:v>
                </c:pt>
                <c:pt idx="516">
                  <c:v>4.0401478874163205E-2</c:v>
                </c:pt>
                <c:pt idx="517">
                  <c:v>3.9436589563913077E-2</c:v>
                </c:pt>
                <c:pt idx="518">
                  <c:v>3.8491252817847592E-2</c:v>
                </c:pt>
                <c:pt idx="519">
                  <c:v>3.756516936691242E-2</c:v>
                </c:pt>
                <c:pt idx="520">
                  <c:v>3.6658041953377997E-2</c:v>
                </c:pt>
                <c:pt idx="521">
                  <c:v>3.5769575388987986E-2</c:v>
                </c:pt>
                <c:pt idx="522">
                  <c:v>3.4899476610779259E-2</c:v>
                </c:pt>
                <c:pt idx="523">
                  <c:v>3.4047454734599338E-2</c:v>
                </c:pt>
                <c:pt idx="524">
                  <c:v>3.3213221106348424E-2</c:v>
                </c:pt>
                <c:pt idx="525">
                  <c:v>3.2396489350974028E-2</c:v>
                </c:pt>
                <c:pt idx="526">
                  <c:v>3.1596975419246151E-2</c:v>
                </c:pt>
                <c:pt idx="527">
                  <c:v>3.0814397632342998E-2</c:v>
                </c:pt>
                <c:pt idx="528">
                  <c:v>3.0048476724276636E-2</c:v>
                </c:pt>
                <c:pt idx="529">
                  <c:v>2.9298935882189115E-2</c:v>
                </c:pt>
                <c:pt idx="530">
                  <c:v>2.8565500784550352E-2</c:v>
                </c:pt>
                <c:pt idx="531">
                  <c:v>2.784789963728921E-2</c:v>
                </c:pt>
                <c:pt idx="532">
                  <c:v>2.7145863207889986E-2</c:v>
                </c:pt>
                <c:pt idx="533">
                  <c:v>2.6459124857486974E-2</c:v>
                </c:pt>
                <c:pt idx="534">
                  <c:v>2.5787420570989941E-2</c:v>
                </c:pt>
                <c:pt idx="535">
                  <c:v>2.5130488985274375E-2</c:v>
                </c:pt>
                <c:pt idx="536">
                  <c:v>2.4488071415469687E-2</c:v>
                </c:pt>
                <c:pt idx="537">
                  <c:v>2.3859911879380215E-2</c:v>
                </c:pt>
                <c:pt idx="538">
                  <c:v>2.3245757120072989E-2</c:v>
                </c:pt>
                <c:pt idx="539">
                  <c:v>2.2645356626667185E-2</c:v>
                </c:pt>
                <c:pt idx="540">
                  <c:v>2.2058462653360221E-2</c:v>
                </c:pt>
                <c:pt idx="541">
                  <c:v>2.1484830236725587E-2</c:v>
                </c:pt>
                <c:pt idx="542">
                  <c:v>2.0924217211317837E-2</c:v>
                </c:pt>
                <c:pt idx="543">
                  <c:v>2.0376384223620175E-2</c:v>
                </c:pt>
                <c:pt idx="544">
                  <c:v>1.984109474437027E-2</c:v>
                </c:pt>
                <c:pt idx="545">
                  <c:v>1.9318115079300008E-2</c:v>
                </c:pt>
                <c:pt idx="546">
                  <c:v>1.8807214378324961E-2</c:v>
                </c:pt>
                <c:pt idx="547">
                  <c:v>1.8308164643219146E-2</c:v>
                </c:pt>
                <c:pt idx="548">
                  <c:v>1.7820740733811312E-2</c:v>
                </c:pt>
                <c:pt idx="549">
                  <c:v>1.7344720372738067E-2</c:v>
                </c:pt>
                <c:pt idx="550">
                  <c:v>1.6879884148789884E-2</c:v>
                </c:pt>
                <c:pt idx="551">
                  <c:v>1.6426015518885534E-2</c:v>
                </c:pt>
                <c:pt idx="552">
                  <c:v>1.5982900808710489E-2</c:v>
                </c:pt>
                <c:pt idx="553">
                  <c:v>1.5550329212054945E-2</c:v>
                </c:pt>
                <c:pt idx="554">
                  <c:v>1.5128092788886476E-2</c:v>
                </c:pt>
                <c:pt idx="555">
                  <c:v>1.471598646219276E-2</c:v>
                </c:pt>
                <c:pt idx="556">
                  <c:v>1.43138080136293E-2</c:v>
                </c:pt>
                <c:pt idx="557">
                  <c:v>1.392135807800666E-2</c:v>
                </c:pt>
                <c:pt idx="558">
                  <c:v>1.3538440136652332E-2</c:v>
                </c:pt>
                <c:pt idx="559">
                  <c:v>1.3164860509680919E-2</c:v>
                </c:pt>
                <c:pt idx="560">
                  <c:v>1.2800428347207193E-2</c:v>
                </c:pt>
                <c:pt idx="561">
                  <c:v>1.244495561953563E-2</c:v>
                </c:pt>
                <c:pt idx="562">
                  <c:v>1.2098257106359828E-2</c:v>
                </c:pt>
                <c:pt idx="563">
                  <c:v>1.1760150385005273E-2</c:v>
                </c:pt>
                <c:pt idx="564">
                  <c:v>1.1430455817748056E-2</c:v>
                </c:pt>
                <c:pt idx="565">
                  <c:v>1.1108996538242287E-2</c:v>
                </c:pt>
                <c:pt idx="566">
                  <c:v>1.0795598437088303E-2</c:v>
                </c:pt>
                <c:pt idx="567">
                  <c:v>1.0490090146573474E-2</c:v>
                </c:pt>
                <c:pt idx="568">
                  <c:v>1.0192303024617133E-2</c:v>
                </c:pt>
                <c:pt idx="569">
                  <c:v>9.9020711379506632E-3</c:v>
                </c:pt>
                <c:pt idx="570">
                  <c:v>9.6192312445634188E-3</c:v>
                </c:pt>
                <c:pt idx="571">
                  <c:v>9.3436227754446662E-3</c:v>
                </c:pt>
                <c:pt idx="572">
                  <c:v>9.0750878156515349E-3</c:v>
                </c:pt>
                <c:pt idx="573">
                  <c:v>8.8134710847322332E-3</c:v>
                </c:pt>
                <c:pt idx="574">
                  <c:v>8.5586199165335174E-3</c:v>
                </c:pt>
                <c:pt idx="575">
                  <c:v>8.310384238421115E-3</c:v>
                </c:pt>
                <c:pt idx="576">
                  <c:v>8.0686165499408522E-3</c:v>
                </c:pt>
                <c:pt idx="577">
                  <c:v>7.8331719009485223E-3</c:v>
                </c:pt>
                <c:pt idx="578">
                  <c:v>7.6039078692350208E-3</c:v>
                </c:pt>
                <c:pt idx="579">
                  <c:v>7.3806845376742638E-3</c:v>
                </c:pt>
                <c:pt idx="580">
                  <c:v>7.1633644709192179E-3</c:v>
                </c:pt>
                <c:pt idx="581">
                  <c:v>6.9518126916723712E-3</c:v>
                </c:pt>
                <c:pt idx="582">
                  <c:v>6.7458966565554744E-3</c:v>
                </c:pt>
                <c:pt idx="583">
                  <c:v>6.5454862316035797E-3</c:v>
                </c:pt>
                <c:pt idx="584">
                  <c:v>6.3504536674074061E-3</c:v>
                </c:pt>
                <c:pt idx="585">
                  <c:v>6.160673573927862E-3</c:v>
                </c:pt>
                <c:pt idx="586">
                  <c:v>5.9760228950059488E-3</c:v>
                </c:pt>
                <c:pt idx="587">
                  <c:v>5.796380882590769E-3</c:v>
                </c:pt>
                <c:pt idx="588">
                  <c:v>5.6216290707079165E-3</c:v>
                </c:pt>
                <c:pt idx="589">
                  <c:v>5.4516512491899049E-3</c:v>
                </c:pt>
                <c:pt idx="590">
                  <c:v>5.2863334371899863E-3</c:v>
                </c:pt>
                <c:pt idx="591">
                  <c:v>5.1255638564999722E-3</c:v>
                </c:pt>
                <c:pt idx="592">
                  <c:v>4.969232904692312E-3</c:v>
                </c:pt>
                <c:pt idx="593">
                  <c:v>4.8172331281061869E-3</c:v>
                </c:pt>
                <c:pt idx="594">
                  <c:v>4.6694591946968272E-3</c:v>
                </c:pt>
                <c:pt idx="595">
                  <c:v>4.5258078667667224E-3</c:v>
                </c:pt>
                <c:pt idx="596">
                  <c:v>4.3861779735970084E-3</c:v>
                </c:pt>
                <c:pt idx="597">
                  <c:v>4.2504703839967416E-3</c:v>
                </c:pt>
                <c:pt idx="598">
                  <c:v>4.1185879787872517E-3</c:v>
                </c:pt>
                <c:pt idx="599">
                  <c:v>3.9904356232383789E-3</c:v>
                </c:pt>
                <c:pt idx="600">
                  <c:v>3.865920139472811E-3</c:v>
                </c:pt>
                <c:pt idx="601">
                  <c:v>3.7449502788542946E-3</c:v>
                </c:pt>
                <c:pt idx="602">
                  <c:v>3.6274366943750522E-3</c:v>
                </c:pt>
                <c:pt idx="603">
                  <c:v>3.513291913057126E-3</c:v>
                </c:pt>
                <c:pt idx="604">
                  <c:v>3.4024303083821233E-3</c:v>
                </c:pt>
                <c:pt idx="605">
                  <c:v>3.2947680727631215E-3</c:v>
                </c:pt>
                <c:pt idx="606">
                  <c:v>3.1902231900722412E-3</c:v>
                </c:pt>
                <c:pt idx="607">
                  <c:v>3.0887154082367718E-3</c:v>
                </c:pt>
                <c:pt idx="608">
                  <c:v>2.9901662119163831E-3</c:v>
                </c:pt>
                <c:pt idx="609">
                  <c:v>2.8944987952735156E-3</c:v>
                </c:pt>
                <c:pt idx="610">
                  <c:v>2.8016380348484869E-3</c:v>
                </c:pt>
                <c:pt idx="611">
                  <c:v>2.7115104625505876E-3</c:v>
                </c:pt>
                <c:pt idx="612">
                  <c:v>2.624044238775847E-3</c:v>
                </c:pt>
                <c:pt idx="613">
                  <c:v>2.5391691256618095E-3</c:v>
                </c:pt>
                <c:pt idx="614">
                  <c:v>2.4568164604892857E-3</c:v>
                </c:pt>
                <c:pt idx="615">
                  <c:v>2.3769191292404958E-3</c:v>
                </c:pt>
                <c:pt idx="616">
                  <c:v>2.2994115403227708E-3</c:v>
                </c:pt>
                <c:pt idx="617">
                  <c:v>2.2242295984664603E-3</c:v>
                </c:pt>
                <c:pt idx="618">
                  <c:v>2.1513106788053878E-3</c:v>
                </c:pt>
                <c:pt idx="619">
                  <c:v>2.0805936011477448E-3</c:v>
                </c:pt>
                <c:pt idx="620">
                  <c:v>2.0120186044449927E-3</c:v>
                </c:pt>
                <c:pt idx="621">
                  <c:v>1.9455273214659288E-3</c:v>
                </c:pt>
                <c:pt idx="622">
                  <c:v>1.8810627536827351E-3</c:v>
                </c:pt>
                <c:pt idx="623">
                  <c:v>1.8185692463754666E-3</c:v>
                </c:pt>
                <c:pt idx="624">
                  <c:v>1.7579924639610591E-3</c:v>
                </c:pt>
                <c:pt idx="625">
                  <c:v>1.6992793655526571E-3</c:v>
                </c:pt>
                <c:pt idx="626">
                  <c:v>1.6423781807546499E-3</c:v>
                </c:pt>
                <c:pt idx="627">
                  <c:v>1.5872383856985525E-3</c:v>
                </c:pt>
                <c:pt idx="628">
                  <c:v>1.533810679324463E-3</c:v>
                </c:pt>
                <c:pt idx="629">
                  <c:v>1.4820469599126224E-3</c:v>
                </c:pt>
                <c:pt idx="630">
                  <c:v>1.4319003018691703E-3</c:v>
                </c:pt>
                <c:pt idx="631">
                  <c:v>1.3833249327700212E-3</c:v>
                </c:pt>
                <c:pt idx="632">
                  <c:v>1.3362762106663743E-3</c:v>
                </c:pt>
                <c:pt idx="633">
                  <c:v>1.2907106016552007E-3</c:v>
                </c:pt>
                <c:pt idx="634">
                  <c:v>1.2465856577176535E-3</c:v>
                </c:pt>
                <c:pt idx="635">
                  <c:v>1.2038599948282019E-3</c:v>
                </c:pt>
                <c:pt idx="636">
                  <c:v>1.162493271336927E-3</c:v>
                </c:pt>
                <c:pt idx="637">
                  <c:v>1.1224461666272179E-3</c:v>
                </c:pt>
                <c:pt idx="638">
                  <c:v>1.0836803600508399E-3</c:v>
                </c:pt>
                <c:pt idx="639">
                  <c:v>1.0461585101421104E-3</c:v>
                </c:pt>
                <c:pt idx="640">
                  <c:v>1.0098442341126815E-3</c:v>
                </c:pt>
                <c:pt idx="641">
                  <c:v>9.7470208762819857E-4</c:v>
                </c:pt>
                <c:pt idx="642">
                  <c:v>9.4069754486790079E-4</c:v>
                </c:pt>
                <c:pt idx="643">
                  <c:v>9.0779697886799674E-4</c:v>
                </c:pt>
                <c:pt idx="644">
                  <c:v>8.7596764214943254E-4</c:v>
                </c:pt>
                <c:pt idx="645">
                  <c:v>8.4517764763052908E-4</c:v>
                </c:pt>
                <c:pt idx="646">
                  <c:v>8.1539594982468506E-4</c:v>
                </c:pt>
                <c:pt idx="647">
                  <c:v>7.8659232632323571E-4</c:v>
                </c:pt>
                <c:pt idx="648">
                  <c:v>7.5873735956331933E-4</c:v>
                </c:pt>
                <c:pt idx="649">
                  <c:v>7.3180241888047212E-4</c:v>
                </c:pt>
                <c:pt idx="650">
                  <c:v>7.0575964284547447E-4</c:v>
                </c:pt>
                <c:pt idx="651">
                  <c:v>6.8058192188483256E-4</c:v>
                </c:pt>
                <c:pt idx="652">
                  <c:v>6.5624288118410574E-4</c:v>
                </c:pt>
                <c:pt idx="653">
                  <c:v>6.3271686387315949E-4</c:v>
                </c:pt>
                <c:pt idx="654">
                  <c:v>6.0997891449227494E-4</c:v>
                </c:pt>
                <c:pt idx="655">
                  <c:v>5.8800476273788787E-4</c:v>
                </c:pt>
                <c:pt idx="656">
                  <c:v>5.6677080748664685E-4</c:v>
                </c:pt>
                <c:pt idx="657">
                  <c:v>5.4625410109629987E-4</c:v>
                </c:pt>
                <c:pt idx="658">
                  <c:v>5.2643233398184421E-4</c:v>
                </c:pt>
                <c:pt idx="659">
                  <c:v>5.0728381946522612E-4</c:v>
                </c:pt>
                <c:pt idx="660">
                  <c:v>4.8878747889679187E-4</c:v>
                </c:pt>
                <c:pt idx="661">
                  <c:v>4.7092282704657362E-4</c:v>
                </c:pt>
                <c:pt idx="662">
                  <c:v>4.5366995776340409E-4</c:v>
                </c:pt>
                <c:pt idx="663">
                  <c:v>4.3700952989974624E-4</c:v>
                </c:pt>
                <c:pt idx="664">
                  <c:v>4.2092275350006286E-4</c:v>
                </c:pt>
                <c:pt idx="665">
                  <c:v>4.053913762504227E-4</c:v>
                </c:pt>
                <c:pt idx="666">
                  <c:v>3.9039767018701408E-4</c:v>
                </c:pt>
                <c:pt idx="667">
                  <c:v>3.759244186611186E-4</c:v>
                </c:pt>
                <c:pt idx="668">
                  <c:v>3.6195490355804544E-4</c:v>
                </c:pt>
                <c:pt idx="669">
                  <c:v>3.4847289276746559E-4</c:v>
                </c:pt>
                <c:pt idx="670">
                  <c:v>3.3546262790251066E-4</c:v>
                </c:pt>
                <c:pt idx="671">
                  <c:v>3.2290881226495712E-4</c:v>
                </c:pt>
                <c:pt idx="672">
                  <c:v>3.1079659905374466E-4</c:v>
                </c:pt>
                <c:pt idx="673">
                  <c:v>2.9911157981405854E-4</c:v>
                </c:pt>
                <c:pt idx="674">
                  <c:v>2.8783977312412046E-4</c:v>
                </c:pt>
                <c:pt idx="675">
                  <c:v>2.7696761351683009E-4</c:v>
                </c:pt>
                <c:pt idx="676">
                  <c:v>2.664819406333279E-4</c:v>
                </c:pt>
                <c:pt idx="677">
                  <c:v>2.5636998860554232E-4</c:v>
                </c:pt>
                <c:pt idx="678">
                  <c:v>2.466193756647298E-4</c:v>
                </c:pt>
                <c:pt idx="679">
                  <c:v>2.3721809397300739E-4</c:v>
                </c:pt>
                <c:pt idx="680">
                  <c:v>2.2815449967483962E-4</c:v>
                </c:pt>
                <c:pt idx="681">
                  <c:v>2.1941730316542735E-4</c:v>
                </c:pt>
                <c:pt idx="682">
                  <c:v>2.1099555957291942E-4</c:v>
                </c:pt>
                <c:pt idx="683">
                  <c:v>2.0287865945136497E-4</c:v>
                </c:pt>
                <c:pt idx="684">
                  <c:v>1.9505631968129718E-4</c:v>
                </c:pt>
                <c:pt idx="685">
                  <c:v>1.8751857457483816E-4</c:v>
                </c:pt>
                <c:pt idx="686">
                  <c:v>1.8025576718220328E-4</c:v>
                </c:pt>
                <c:pt idx="687">
                  <c:v>1.7325854079647959E-4</c:v>
                </c:pt>
                <c:pt idx="688">
                  <c:v>1.6651783065354831E-4</c:v>
                </c:pt>
                <c:pt idx="689">
                  <c:v>1.6002485582402283E-4</c:v>
                </c:pt>
                <c:pt idx="690">
                  <c:v>1.5377111129407709E-4</c:v>
                </c:pt>
                <c:pt idx="691">
                  <c:v>1.4774836023203315E-4</c:v>
                </c:pt>
                <c:pt idx="692">
                  <c:v>1.4194862643760115E-4</c:v>
                </c:pt>
                <c:pt idx="693">
                  <c:v>1.3636418697065446E-4</c:v>
                </c:pt>
                <c:pt idx="694">
                  <c:v>1.3098756495644276E-4</c:v>
                </c:pt>
                <c:pt idx="695">
                  <c:v>1.2581152256415596E-4</c:v>
                </c:pt>
                <c:pt idx="696">
                  <c:v>1.2082905415576352E-4</c:v>
                </c:pt>
                <c:pt idx="697">
                  <c:v>1.1603337960207085E-4</c:v>
                </c:pt>
                <c:pt idx="698">
                  <c:v>1.1141793776294867E-4</c:v>
                </c:pt>
                <c:pt idx="699">
                  <c:v>1.0697638012871414E-4</c:v>
                </c:pt>
                <c:pt idx="700">
                  <c:v>1.0270256461965505E-4</c:v>
                </c:pt>
                <c:pt idx="701">
                  <c:v>9.8590549540715738E-5</c:v>
                </c:pt>
                <c:pt idx="702">
                  <c:v>9.4634587688384301E-5</c:v>
                </c:pt>
                <c:pt idx="703">
                  <c:v>9.0829120606840047E-5</c:v>
                </c:pt>
                <c:pt idx="704">
                  <c:v>8.7168772990450229E-5</c:v>
                </c:pt>
                <c:pt idx="705">
                  <c:v>8.3648347229727673E-5</c:v>
                </c:pt>
                <c:pt idx="706">
                  <c:v>8.026281809788975E-5</c:v>
                </c:pt>
                <c:pt idx="707">
                  <c:v>7.7007327575183372E-5</c:v>
                </c:pt>
                <c:pt idx="708">
                  <c:v>7.3877179808172445E-5</c:v>
                </c:pt>
                <c:pt idx="709">
                  <c:v>7.0867836201213765E-5</c:v>
                </c:pt>
                <c:pt idx="710">
                  <c:v>6.7974910637375819E-5</c:v>
                </c:pt>
                <c:pt idx="711">
                  <c:v>6.5194164826084963E-5</c:v>
                </c:pt>
                <c:pt idx="712">
                  <c:v>6.2521503774820382E-5</c:v>
                </c:pt>
                <c:pt idx="713">
                  <c:v>5.9952971382203398E-5</c:v>
                </c:pt>
                <c:pt idx="714">
                  <c:v>5.7484746149867506E-5</c:v>
                </c:pt>
                <c:pt idx="715">
                  <c:v>5.5113137010524554E-5</c:v>
                </c:pt>
                <c:pt idx="716">
                  <c:v>5.2834579269673355E-5</c:v>
                </c:pt>
                <c:pt idx="717">
                  <c:v>5.064563065844076E-5</c:v>
                </c:pt>
                <c:pt idx="718">
                  <c:v>4.8542967495069428E-5</c:v>
                </c:pt>
                <c:pt idx="719">
                  <c:v>4.6523380952607508E-5</c:v>
                </c:pt>
                <c:pt idx="720">
                  <c:v>4.4583773430388951E-5</c:v>
                </c:pt>
                <c:pt idx="721">
                  <c:v>4.272115502692918E-5</c:v>
                </c:pt>
                <c:pt idx="722">
                  <c:v>4.0932640111894792E-5</c:v>
                </c:pt>
                <c:pt idx="723">
                  <c:v>3.9215443994845077E-5</c:v>
                </c:pt>
                <c:pt idx="724">
                  <c:v>3.7566879688475885E-5</c:v>
                </c:pt>
                <c:pt idx="725">
                  <c:v>3.5984354764134302E-5</c:v>
                </c:pt>
                <c:pt idx="726">
                  <c:v>3.446536829740845E-5</c:v>
                </c:pt>
                <c:pt idx="727">
                  <c:v>3.3007507901632526E-5</c:v>
                </c:pt>
                <c:pt idx="728">
                  <c:v>3.1608446847184518E-5</c:v>
                </c:pt>
                <c:pt idx="729">
                  <c:v>3.026594126448845E-5</c:v>
                </c:pt>
                <c:pt idx="730">
                  <c:v>2.8977827428671099E-5</c:v>
                </c:pt>
                <c:pt idx="731">
                  <c:v>2.7742019123858096E-5</c:v>
                </c:pt>
                <c:pt idx="732">
                  <c:v>2.6556505085130561E-5</c:v>
                </c:pt>
                <c:pt idx="733">
                  <c:v>2.5419346516199291E-5</c:v>
                </c:pt>
                <c:pt idx="734">
                  <c:v>2.4328674680889839E-5</c:v>
                </c:pt>
                <c:pt idx="735">
                  <c:v>2.3282688566565932E-5</c:v>
                </c:pt>
                <c:pt idx="736">
                  <c:v>2.2279652617656193E-5</c:v>
                </c:pt>
                <c:pt idx="737">
                  <c:v>2.1317894537481357E-5</c:v>
                </c:pt>
                <c:pt idx="738">
                  <c:v>2.03958031566181E-5</c:v>
                </c:pt>
                <c:pt idx="739">
                  <c:v>1.9511826366065742E-5</c:v>
                </c:pt>
                <c:pt idx="740">
                  <c:v>1.8664469113520537E-5</c:v>
                </c:pt>
                <c:pt idx="741">
                  <c:v>1.7852291461093407E-5</c:v>
                </c:pt>
                <c:pt idx="742">
                  <c:v>1.7073906702842595E-5</c:v>
                </c:pt>
                <c:pt idx="743">
                  <c:v>1.6327979540525933E-5</c:v>
                </c:pt>
                <c:pt idx="744">
                  <c:v>1.5613224316009548E-5</c:v>
                </c:pt>
                <c:pt idx="745">
                  <c:v>1.4928403298804427E-5</c:v>
                </c:pt>
                <c:pt idx="746">
                  <c:v>1.4272325027233431E-5</c:v>
                </c:pt>
                <c:pt idx="747">
                  <c:v>1.3643842701763781E-5</c:v>
                </c:pt>
                <c:pt idx="748">
                  <c:v>1.3041852629072559E-5</c:v>
                </c:pt>
                <c:pt idx="749">
                  <c:v>1.24652927154433E-5</c:v>
                </c:pt>
                <c:pt idx="750">
                  <c:v>1.1913141008122973E-5</c:v>
                </c:pt>
                <c:pt idx="751">
                  <c:v>1.1384414283299924E-5</c:v>
                </c:pt>
                <c:pt idx="752">
                  <c:v>1.0878166679392641E-5</c:v>
                </c:pt>
                <c:pt idx="753">
                  <c:v>1.0393488374369845E-5</c:v>
                </c:pt>
                <c:pt idx="754">
                  <c:v>9.9295043058510828E-6</c:v>
                </c:pt>
                <c:pt idx="755">
                  <c:v>9.4853729327668311E-6</c:v>
                </c:pt>
                <c:pt idx="756">
                  <c:v>9.0602850373848911E-6</c:v>
                </c:pt>
                <c:pt idx="757">
                  <c:v>8.6534625665386801E-6</c:v>
                </c:pt>
                <c:pt idx="758">
                  <c:v>8.2641575109199081E-6</c:v>
                </c:pt>
                <c:pt idx="759">
                  <c:v>7.8916508213265723E-6</c:v>
                </c:pt>
                <c:pt idx="760">
                  <c:v>7.5352513607829111E-6</c:v>
                </c:pt>
                <c:pt idx="761">
                  <c:v>7.1942948914750644E-6</c:v>
                </c:pt>
                <c:pt idx="762">
                  <c:v>6.8681430954718775E-6</c:v>
                </c:pt>
                <c:pt idx="763">
                  <c:v>6.5561826282259292E-6</c:v>
                </c:pt>
                <c:pt idx="764">
                  <c:v>6.2578242038749015E-6</c:v>
                </c:pt>
                <c:pt idx="765">
                  <c:v>5.9725017113880495E-6</c:v>
                </c:pt>
                <c:pt idx="766">
                  <c:v>5.6996713606268053E-6</c:v>
                </c:pt>
                <c:pt idx="767">
                  <c:v>5.4388108574121902E-6</c:v>
                </c:pt>
                <c:pt idx="768">
                  <c:v>5.189418606715275E-6</c:v>
                </c:pt>
                <c:pt idx="769">
                  <c:v>4.9510129431094999E-6</c:v>
                </c:pt>
                <c:pt idx="770">
                  <c:v>4.7231313876463812E-6</c:v>
                </c:pt>
                <c:pt idx="771">
                  <c:v>4.5053299303381472E-6</c:v>
                </c:pt>
                <c:pt idx="772">
                  <c:v>4.2971823374522122E-6</c:v>
                </c:pt>
                <c:pt idx="773">
                  <c:v>4.0982794828438008E-6</c:v>
                </c:pt>
                <c:pt idx="774">
                  <c:v>3.9082287025737617E-6</c:v>
                </c:pt>
                <c:pt idx="775">
                  <c:v>3.7266531720786714E-6</c:v>
                </c:pt>
                <c:pt idx="776">
                  <c:v>3.5531913051806338E-6</c:v>
                </c:pt>
                <c:pt idx="777">
                  <c:v>3.387496174243212E-6</c:v>
                </c:pt>
                <c:pt idx="778">
                  <c:v>3.2292349507995045E-6</c:v>
                </c:pt>
                <c:pt idx="779">
                  <c:v>3.0780883659964134E-6</c:v>
                </c:pt>
                <c:pt idx="780">
                  <c:v>2.933750190218087E-6</c:v>
                </c:pt>
                <c:pt idx="781">
                  <c:v>2.7959267312688968E-6</c:v>
                </c:pt>
                <c:pt idx="782">
                  <c:v>2.6643363505138809E-6</c:v>
                </c:pt>
                <c:pt idx="783">
                  <c:v>2.53870899639182E-6</c:v>
                </c:pt>
                <c:pt idx="784">
                  <c:v>2.4187857547326054E-6</c:v>
                </c:pt>
                <c:pt idx="785">
                  <c:v>2.3043184153269167E-6</c:v>
                </c:pt>
                <c:pt idx="786">
                  <c:v>2.1950690542122514E-6</c:v>
                </c:pt>
                <c:pt idx="787">
                  <c:v>2.0908096311547523E-6</c:v>
                </c:pt>
                <c:pt idx="788">
                  <c:v>1.9913216018215887E-6</c:v>
                </c:pt>
                <c:pt idx="789">
                  <c:v>1.8963955441534189E-6</c:v>
                </c:pt>
                <c:pt idx="790">
                  <c:v>1.8058307984609255E-6</c:v>
                </c:pt>
                <c:pt idx="791">
                  <c:v>1.7194351207836106E-6</c:v>
                </c:pt>
                <c:pt idx="792">
                  <c:v>1.637024349062725E-6</c:v>
                </c:pt>
                <c:pt idx="793">
                  <c:v>1.5584220816937064E-6</c:v>
                </c:pt>
                <c:pt idx="794">
                  <c:v>1.4834593680365777E-6</c:v>
                </c:pt>
                <c:pt idx="795">
                  <c:v>1.4119744104755511E-6</c:v>
                </c:pt>
                <c:pt idx="796">
                  <c:v>1.3438122776315193E-6</c:v>
                </c:pt>
                <c:pt idx="797">
                  <c:v>1.2788246283432632E-6</c:v>
                </c:pt>
                <c:pt idx="798">
                  <c:v>1.2168694460450504E-6</c:v>
                </c:pt>
                <c:pt idx="799">
                  <c:v>1.1578107831797218E-6</c:v>
                </c:pt>
                <c:pt idx="800">
                  <c:v>1.1015185152977546E-6</c:v>
                </c:pt>
                <c:pt idx="801">
                  <c:v>1.0478681045035324E-6</c:v>
                </c:pt>
                <c:pt idx="802">
                  <c:v>9.9674037192079971E-7</c:v>
                </c:pt>
                <c:pt idx="803">
                  <c:v>9.4802127885957599E-7</c:v>
                </c:pt>
                <c:pt idx="804">
                  <c:v>9.0160171637692072E-7</c:v>
                </c:pt>
                <c:pt idx="805">
                  <c:v>8.573773029336756E-7</c:v>
                </c:pt>
                <c:pt idx="806">
                  <c:v>8.1524818985889474E-7</c:v>
                </c:pt>
                <c:pt idx="807">
                  <c:v>7.7511887434293755E-7</c:v>
                </c:pt>
                <c:pt idx="808">
                  <c:v>7.3689801968917121E-7</c:v>
                </c:pt>
                <c:pt idx="809">
                  <c:v>7.0049828256303468E-7</c:v>
                </c:pt>
                <c:pt idx="810">
                  <c:v>6.6583614698572917E-7</c:v>
                </c:pt>
                <c:pt idx="811">
                  <c:v>6.3283176482803159E-7</c:v>
                </c:pt>
                <c:pt idx="812">
                  <c:v>6.0140880256784033E-7</c:v>
                </c:pt>
                <c:pt idx="813">
                  <c:v>5.7149429408279419E-7</c:v>
                </c:pt>
                <c:pt idx="814">
                  <c:v>5.4301849925696948E-7</c:v>
                </c:pt>
                <c:pt idx="815">
                  <c:v>5.1591476818795217E-7</c:v>
                </c:pt>
                <c:pt idx="816">
                  <c:v>4.9011941078780012E-7</c:v>
                </c:pt>
                <c:pt idx="817">
                  <c:v>4.6557157157830787E-7</c:v>
                </c:pt>
                <c:pt idx="818">
                  <c:v>4.4221310948773204E-7</c:v>
                </c:pt>
                <c:pt idx="819">
                  <c:v>4.1998848246270979E-7</c:v>
                </c:pt>
                <c:pt idx="820">
                  <c:v>3.9884463671536419E-7</c:v>
                </c:pt>
                <c:pt idx="821">
                  <c:v>3.7873090043185354E-7</c:v>
                </c:pt>
                <c:pt idx="822">
                  <c:v>3.595988817744791E-7</c:v>
                </c:pt>
                <c:pt idx="823">
                  <c:v>3.4140237101532828E-7</c:v>
                </c:pt>
                <c:pt idx="824">
                  <c:v>3.2409724664499813E-7</c:v>
                </c:pt>
                <c:pt idx="825">
                  <c:v>3.0764138530539796E-7</c:v>
                </c:pt>
                <c:pt idx="826">
                  <c:v>2.9199457540089035E-7</c:v>
                </c:pt>
                <c:pt idx="827">
                  <c:v>2.7711843424714062E-7</c:v>
                </c:pt>
                <c:pt idx="828">
                  <c:v>2.6297632862198525E-7</c:v>
                </c:pt>
                <c:pt idx="829">
                  <c:v>2.4953329858742437E-7</c:v>
                </c:pt>
                <c:pt idx="830">
                  <c:v>2.367559844564804E-7</c:v>
                </c:pt>
                <c:pt idx="831">
                  <c:v>2.2461255678315817E-7</c:v>
                </c:pt>
                <c:pt idx="832">
                  <c:v>2.1307264925809109E-7</c:v>
                </c:pt>
                <c:pt idx="833">
                  <c:v>2.0210729439666786E-7</c:v>
                </c:pt>
                <c:pt idx="834">
                  <c:v>1.9168886191050278E-7</c:v>
                </c:pt>
                <c:pt idx="835">
                  <c:v>1.8179099965707552E-7</c:v>
                </c:pt>
                <c:pt idx="836">
                  <c:v>1.7238857706614467E-7</c:v>
                </c:pt>
                <c:pt idx="837">
                  <c:v>1.6345763094526591E-7</c:v>
                </c:pt>
                <c:pt idx="838">
                  <c:v>1.5497531357028997E-7</c:v>
                </c:pt>
                <c:pt idx="839">
                  <c:v>1.4691984297017934E-7</c:v>
                </c:pt>
                <c:pt idx="840">
                  <c:v>1.3927045531880916E-7</c:v>
                </c:pt>
                <c:pt idx="841">
                  <c:v>1.3200735934964928E-7</c:v>
                </c:pt>
                <c:pt idx="842">
                  <c:v>1.2511169271234363E-7</c:v>
                </c:pt>
                <c:pt idx="843">
                  <c:v>1.1856548019320583E-7</c:v>
                </c:pt>
                <c:pt idx="844">
                  <c:v>1.1235159372457344E-7</c:v>
                </c:pt>
                <c:pt idx="845">
                  <c:v>1.0645371411076024E-7</c:v>
                </c:pt>
                <c:pt idx="846">
                  <c:v>1.0085629440108154E-7</c:v>
                </c:pt>
                <c:pt idx="847">
                  <c:v>9.5544524843028526E-8</c:v>
                </c:pt>
                <c:pt idx="848">
                  <c:v>9.0504299351219711E-8</c:v>
                </c:pt>
                <c:pt idx="849">
                  <c:v>8.5722183430188837E-8</c:v>
                </c:pt>
                <c:pt idx="850">
                  <c:v>8.1185383491440544E-8</c:v>
                </c:pt>
                <c:pt idx="851">
                  <c:v>7.6881717507472704E-8</c:v>
                </c:pt>
                <c:pt idx="852">
                  <c:v>7.2799586947673839E-8</c:v>
                </c:pt>
                <c:pt idx="853">
                  <c:v>6.8927949943114509E-8</c:v>
                </c:pt>
                <c:pt idx="854">
                  <c:v>6.5256295629308776E-8</c:v>
                </c:pt>
                <c:pt idx="855">
                  <c:v>6.1774619617985712E-8</c:v>
                </c:pt>
                <c:pt idx="856">
                  <c:v>5.8473400550823175E-8</c:v>
                </c:pt>
                <c:pt idx="857">
                  <c:v>5.5343577689926881E-8</c:v>
                </c:pt>
                <c:pt idx="858">
                  <c:v>5.2376529501608814E-8</c:v>
                </c:pt>
                <c:pt idx="859">
                  <c:v>4.9564053191724981E-8</c:v>
                </c:pt>
                <c:pt idx="860">
                  <c:v>4.6898345152479273E-8</c:v>
                </c:pt>
                <c:pt idx="861">
                  <c:v>4.4371982282180433E-8</c:v>
                </c:pt>
                <c:pt idx="862">
                  <c:v>4.1977904140970386E-8</c:v>
                </c:pt>
                <c:pt idx="863">
                  <c:v>3.9709395907011402E-8</c:v>
                </c:pt>
                <c:pt idx="864">
                  <c:v>3.7560072099035671E-8</c:v>
                </c:pt>
                <c:pt idx="865">
                  <c:v>3.5523861032527812E-8</c:v>
                </c:pt>
                <c:pt idx="866">
                  <c:v>3.3594989978122662E-8</c:v>
                </c:pt>
                <c:pt idx="867">
                  <c:v>3.1767970992068891E-8</c:v>
                </c:pt>
                <c:pt idx="868">
                  <c:v>3.0037587389824141E-8</c:v>
                </c:pt>
                <c:pt idx="869">
                  <c:v>2.8398880835022781E-8</c:v>
                </c:pt>
                <c:pt idx="870">
                  <c:v>2.6847139017182738E-8</c:v>
                </c:pt>
                <c:pt idx="871">
                  <c:v>2.5377883892607446E-8</c:v>
                </c:pt>
                <c:pt idx="872">
                  <c:v>2.3986860463980399E-8</c:v>
                </c:pt>
                <c:pt idx="873">
                  <c:v>2.2670026075156666E-8</c:v>
                </c:pt>
                <c:pt idx="874">
                  <c:v>2.1423540198622367E-8</c:v>
                </c:pt>
                <c:pt idx="875">
                  <c:v>2.0243754694022527E-8</c:v>
                </c:pt>
                <c:pt idx="876">
                  <c:v>1.9127204517051115E-8</c:v>
                </c:pt>
                <c:pt idx="877">
                  <c:v>1.8070598858858286E-8</c:v>
                </c:pt>
                <c:pt idx="878">
                  <c:v>1.7070812696954039E-8</c:v>
                </c:pt>
                <c:pt idx="879">
                  <c:v>1.6124878739383789E-8</c:v>
                </c:pt>
                <c:pt idx="880">
                  <c:v>1.5229979744712629E-8</c:v>
                </c:pt>
                <c:pt idx="881">
                  <c:v>1.4383441201090263E-8</c:v>
                </c:pt>
                <c:pt idx="882">
                  <c:v>1.3582724348371605E-8</c:v>
                </c:pt>
                <c:pt idx="883">
                  <c:v>1.2825419527946466E-8</c:v>
                </c:pt>
                <c:pt idx="884">
                  <c:v>1.2109239845580332E-8</c:v>
                </c:pt>
                <c:pt idx="885">
                  <c:v>1.1432015133194105E-8</c:v>
                </c:pt>
                <c:pt idx="886">
                  <c:v>1.0791686196109344E-8</c:v>
                </c:pt>
                <c:pt idx="887">
                  <c:v>1.0186299332860541E-8</c:v>
                </c:pt>
                <c:pt idx="888">
                  <c:v>9.6140011152309457E-9</c:v>
                </c:pt>
                <c:pt idx="889">
                  <c:v>9.0730334166957989E-9</c:v>
                </c:pt>
                <c:pt idx="890">
                  <c:v>8.5617286779677635E-9</c:v>
                </c:pt>
                <c:pt idx="891">
                  <c:v>8.0785053988274833E-9</c:v>
                </c:pt>
                <c:pt idx="892">
                  <c:v>7.6218638458901175E-9</c:v>
                </c:pt>
                <c:pt idx="893">
                  <c:v>7.1903819664089625E-9</c:v>
                </c:pt>
                <c:pt idx="894">
                  <c:v>6.7827114986483266E-9</c:v>
                </c:pt>
                <c:pt idx="895">
                  <c:v>6.3975742697704955E-9</c:v>
                </c:pt>
                <c:pt idx="896">
                  <c:v>6.0337586725797779E-9</c:v>
                </c:pt>
                <c:pt idx="897">
                  <c:v>5.6901163128451436E-9</c:v>
                </c:pt>
                <c:pt idx="898">
                  <c:v>5.365558819288405E-9</c:v>
                </c:pt>
                <c:pt idx="899">
                  <c:v>5.0590548086740162E-9</c:v>
                </c:pt>
                <c:pt idx="900">
                  <c:v>4.7696269987713184E-9</c:v>
                </c:pt>
                <c:pt idx="901">
                  <c:v>4.4963494622808543E-9</c:v>
                </c:pt>
                <c:pt idx="902">
                  <c:v>4.2383450151238498E-9</c:v>
                </c:pt>
                <c:pt idx="903">
                  <c:v>3.9947827327885145E-9</c:v>
                </c:pt>
                <c:pt idx="904">
                  <c:v>3.764875588708845E-9</c:v>
                </c:pt>
                <c:pt idx="905">
                  <c:v>3.5478782089216572E-9</c:v>
                </c:pt>
                <c:pt idx="906">
                  <c:v>3.3430847375066068E-9</c:v>
                </c:pt>
                <c:pt idx="907">
                  <c:v>3.1498268075614506E-9</c:v>
                </c:pt>
                <c:pt idx="908">
                  <c:v>2.967471612701879E-9</c:v>
                </c:pt>
                <c:pt idx="909">
                  <c:v>2.7954200743027329E-9</c:v>
                </c:pt>
                <c:pt idx="910">
                  <c:v>2.6331050999142316E-9</c:v>
                </c:pt>
                <c:pt idx="911">
                  <c:v>2.4799899284950224E-9</c:v>
                </c:pt>
                <c:pt idx="912">
                  <c:v>2.3355665583027433E-9</c:v>
                </c:pt>
                <c:pt idx="913">
                  <c:v>2.1993542534734592E-9</c:v>
                </c:pt>
                <c:pt idx="914">
                  <c:v>2.0708981255029045E-9</c:v>
                </c:pt>
                <c:pt idx="915">
                  <c:v>1.9497677860172241E-9</c:v>
                </c:pt>
                <c:pt idx="916">
                  <c:v>1.8355560673871799E-9</c:v>
                </c:pt>
                <c:pt idx="917">
                  <c:v>1.7278778078991217E-9</c:v>
                </c:pt>
                <c:pt idx="918">
                  <c:v>1.6263686983484897E-9</c:v>
                </c:pt>
                <c:pt idx="919">
                  <c:v>1.5306841870670345E-9</c:v>
                </c:pt>
                <c:pt idx="920">
                  <c:v>1.4404984405343163E-9</c:v>
                </c:pt>
                <c:pt idx="921">
                  <c:v>1.3555033568569167E-9</c:v>
                </c:pt>
                <c:pt idx="922">
                  <c:v>1.2754076295260396E-9</c:v>
                </c:pt>
                <c:pt idx="923">
                  <c:v>1.1999358589856384E-9</c:v>
                </c:pt>
                <c:pt idx="924">
                  <c:v>1.1288277096591173E-9</c:v>
                </c:pt>
                <c:pt idx="925">
                  <c:v>1.0618371101937901E-9</c:v>
                </c:pt>
                <c:pt idx="926">
                  <c:v>9.9873149478788325E-10</c:v>
                </c:pt>
                <c:pt idx="927">
                  <c:v>9.3929108356620705E-10</c:v>
                </c:pt>
                <c:pt idx="928">
                  <c:v>8.8330820006700098E-10</c:v>
                </c:pt>
                <c:pt idx="929">
                  <c:v>8.3058662399489995E-10</c:v>
                </c:pt>
                <c:pt idx="930">
                  <c:v>7.8094097748272449E-10</c:v>
                </c:pt>
                <c:pt idx="931">
                  <c:v>7.341961431889749E-10</c:v>
                </c:pt>
                <c:pt idx="932">
                  <c:v>6.901867126380654E-10</c:v>
                </c:pt>
                <c:pt idx="933">
                  <c:v>6.4875646328683969E-10</c:v>
                </c:pt>
                <c:pt idx="934">
                  <c:v>6.0975786287392308E-10</c:v>
                </c:pt>
                <c:pt idx="935">
                  <c:v>5.7305159967813482E-10</c:v>
                </c:pt>
                <c:pt idx="936">
                  <c:v>5.3850613737864396E-10</c:v>
                </c:pt>
                <c:pt idx="937">
                  <c:v>5.0599729327293079E-10</c:v>
                </c:pt>
                <c:pt idx="938">
                  <c:v>4.7540783866904273E-10</c:v>
                </c:pt>
                <c:pt idx="939">
                  <c:v>4.4662712032630319E-10</c:v>
                </c:pt>
                <c:pt idx="940">
                  <c:v>4.1955070187358077E-10</c:v>
                </c:pt>
                <c:pt idx="941">
                  <c:v>3.9408002418662612E-10</c:v>
                </c:pt>
                <c:pt idx="942">
                  <c:v>3.7012208375590376E-10</c:v>
                </c:pt>
                <c:pt idx="943">
                  <c:v>3.4758912812399101E-10</c:v>
                </c:pt>
                <c:pt idx="944">
                  <c:v>3.2639836751693879E-10</c:v>
                </c:pt>
                <c:pt idx="945">
                  <c:v>3.0647170183723509E-10</c:v>
                </c:pt>
                <c:pt idx="946">
                  <c:v>2.8773546222719773E-10</c:v>
                </c:pt>
                <c:pt idx="947">
                  <c:v>2.7012016645084755E-10</c:v>
                </c:pt>
                <c:pt idx="948">
                  <c:v>2.5356028737968859E-10</c:v>
                </c:pt>
                <c:pt idx="949">
                  <c:v>2.3799403390338909E-10</c:v>
                </c:pt>
                <c:pt idx="950">
                  <c:v>2.2336314362031505E-10</c:v>
                </c:pt>
                <c:pt idx="951">
                  <c:v>2.0961268669504128E-10</c:v>
                </c:pt>
                <c:pt idx="952">
                  <c:v>1.966908803007908E-10</c:v>
                </c:pt>
                <c:pt idx="953">
                  <c:v>1.8454891309391117E-10</c:v>
                </c:pt>
                <c:pt idx="954">
                  <c:v>1.7314077919541206E-10</c:v>
                </c:pt>
                <c:pt idx="955">
                  <c:v>1.6242312118101078E-10</c:v>
                </c:pt>
                <c:pt idx="956">
                  <c:v>1.5235508160640898E-10</c:v>
                </c:pt>
                <c:pt idx="957">
                  <c:v>1.4289816261845012E-10</c:v>
                </c:pt>
                <c:pt idx="958">
                  <c:v>1.3401609322568024E-10</c:v>
                </c:pt>
                <c:pt idx="959">
                  <c:v>1.2567470382350353E-10</c:v>
                </c:pt>
                <c:pt idx="960">
                  <c:v>1.1784180758979037E-10</c:v>
                </c:pt>
                <c:pt idx="961">
                  <c:v>1.1048708838642368E-10</c:v>
                </c:pt>
                <c:pt idx="962">
                  <c:v>1.035819948209488E-10</c:v>
                </c:pt>
                <c:pt idx="963">
                  <c:v>9.7099640140226144E-11</c:v>
                </c:pt>
                <c:pt idx="964">
                  <c:v>9.1014707644879687E-11</c:v>
                </c:pt>
                <c:pt idx="965">
                  <c:v>8.5303361329367681E-11</c:v>
                </c:pt>
                <c:pt idx="966">
                  <c:v>7.9943161467749369E-11</c:v>
                </c:pt>
                <c:pt idx="967">
                  <c:v>7.491298487970925E-11</c:v>
                </c:pt>
                <c:pt idx="968">
                  <c:v>7.0192949625169118E-11</c:v>
                </c:pt>
                <c:pt idx="969">
                  <c:v>6.5764343888899719E-11</c:v>
                </c:pt>
                <c:pt idx="970">
                  <c:v>6.1609558828968406E-11</c:v>
                </c:pt>
                <c:pt idx="971">
                  <c:v>5.7712025174661577E-11</c:v>
                </c:pt>
                <c:pt idx="972">
                  <c:v>5.4056153370731579E-11</c:v>
                </c:pt>
                <c:pt idx="973">
                  <c:v>5.0627277075466863E-11</c:v>
                </c:pt>
                <c:pt idx="974">
                  <c:v>4.7411599830183058E-11</c:v>
                </c:pt>
                <c:pt idx="975">
                  <c:v>4.439614472734189E-11</c:v>
                </c:pt>
                <c:pt idx="976">
                  <c:v>4.1568706913605407E-11</c:v>
                </c:pt>
                <c:pt idx="977">
                  <c:v>3.8917808772784512E-11</c:v>
                </c:pt>
                <c:pt idx="978">
                  <c:v>3.6432657641847694E-11</c:v>
                </c:pt>
                <c:pt idx="979">
                  <c:v>3.4103105920943977E-11</c:v>
                </c:pt>
                <c:pt idx="980">
                  <c:v>3.1919613445784448E-11</c:v>
                </c:pt>
                <c:pt idx="981">
                  <c:v>2.9873211997735686E-11</c:v>
                </c:pt>
                <c:pt idx="982">
                  <c:v>2.7955471833633267E-11</c:v>
                </c:pt>
                <c:pt idx="983">
                  <c:v>2.6158470123627815E-11</c:v>
                </c:pt>
                <c:pt idx="984">
                  <c:v>2.4474761191363054E-11</c:v>
                </c:pt>
                <c:pt idx="985">
                  <c:v>2.2897348456455533E-11</c:v>
                </c:pt>
                <c:pt idx="986">
                  <c:v>2.1419657984628737E-11</c:v>
                </c:pt>
                <c:pt idx="987">
                  <c:v>2.0035513555951577E-11</c:v>
                </c:pt>
                <c:pt idx="988">
                  <c:v>1.8739113166469093E-11</c:v>
                </c:pt>
                <c:pt idx="989">
                  <c:v>1.7525006883093401E-11</c:v>
                </c:pt>
                <c:pt idx="990">
                  <c:v>1.6388075975968676E-11</c:v>
                </c:pt>
                <c:pt idx="991">
                  <c:v>1.532351325663769E-11</c:v>
                </c:pt>
                <c:pt idx="992">
                  <c:v>1.4326804554239077E-11</c:v>
                </c:pt>
                <c:pt idx="993">
                  <c:v>1.3393711265657762E-11</c:v>
                </c:pt>
                <c:pt idx="994">
                  <c:v>1.2520253919052694E-11</c:v>
                </c:pt>
                <c:pt idx="995">
                  <c:v>1.1702696693498908E-11</c:v>
                </c:pt>
                <c:pt idx="996">
                  <c:v>1.0937532840623763E-11</c:v>
                </c:pt>
                <c:pt idx="997">
                  <c:v>1.0221470957087386E-11</c:v>
                </c:pt>
                <c:pt idx="998">
                  <c:v>9.5514220595749974E-12</c:v>
                </c:pt>
                <c:pt idx="999">
                  <c:v>8.9244874166325348E-12</c:v>
                </c:pt>
                <c:pt idx="1000">
                  <c:v>8.3379470942011614E-12</c:v>
                </c:pt>
              </c:numCache>
            </c:numRef>
          </c:yVal>
          <c:smooth val="1"/>
        </c:ser>
        <c:ser>
          <c:idx val="2"/>
          <c:order val="2"/>
          <c:tx>
            <c:strRef>
              <c:f>Sheet2!$D$1</c:f>
              <c:strCache>
                <c:ptCount val="1"/>
                <c:pt idx="0">
                  <c:v>M</c:v>
                </c:pt>
              </c:strCache>
            </c:strRef>
          </c:tx>
          <c:spPr>
            <a:ln w="3810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Sheet2!$A$2:$A$1002</c:f>
              <c:numCache>
                <c:formatCode>General</c:formatCode>
                <c:ptCount val="1001"/>
                <c:pt idx="0">
                  <c:v>0</c:v>
                </c:pt>
                <c:pt idx="1">
                  <c:v>1E-3</c:v>
                </c:pt>
                <c:pt idx="2">
                  <c:v>2E-3</c:v>
                </c:pt>
                <c:pt idx="3">
                  <c:v>3.0000000000000001E-3</c:v>
                </c:pt>
                <c:pt idx="4">
                  <c:v>4.0000000000000001E-3</c:v>
                </c:pt>
                <c:pt idx="5">
                  <c:v>5.0000000000000001E-3</c:v>
                </c:pt>
                <c:pt idx="6">
                  <c:v>6.0000000000000001E-3</c:v>
                </c:pt>
                <c:pt idx="7">
                  <c:v>7.0000000000000001E-3</c:v>
                </c:pt>
                <c:pt idx="8">
                  <c:v>8.0000000000000002E-3</c:v>
                </c:pt>
                <c:pt idx="9">
                  <c:v>9.0000000000000011E-3</c:v>
                </c:pt>
                <c:pt idx="10">
                  <c:v>0.01</c:v>
                </c:pt>
                <c:pt idx="11">
                  <c:v>1.0999999999999999E-2</c:v>
                </c:pt>
                <c:pt idx="12">
                  <c:v>1.2E-2</c:v>
                </c:pt>
                <c:pt idx="13">
                  <c:v>1.3000000000000001E-2</c:v>
                </c:pt>
                <c:pt idx="14">
                  <c:v>1.4E-2</c:v>
                </c:pt>
                <c:pt idx="15">
                  <c:v>1.4999999999999999E-2</c:v>
                </c:pt>
                <c:pt idx="16">
                  <c:v>1.6E-2</c:v>
                </c:pt>
                <c:pt idx="17">
                  <c:v>1.7000000000000001E-2</c:v>
                </c:pt>
                <c:pt idx="18">
                  <c:v>1.8000000000000002E-2</c:v>
                </c:pt>
                <c:pt idx="19">
                  <c:v>1.9E-2</c:v>
                </c:pt>
                <c:pt idx="20">
                  <c:v>0.02</c:v>
                </c:pt>
                <c:pt idx="21">
                  <c:v>2.1000000000000001E-2</c:v>
                </c:pt>
                <c:pt idx="22">
                  <c:v>2.1999999999999999E-2</c:v>
                </c:pt>
                <c:pt idx="23">
                  <c:v>2.3E-2</c:v>
                </c:pt>
                <c:pt idx="24">
                  <c:v>2.4E-2</c:v>
                </c:pt>
                <c:pt idx="25">
                  <c:v>2.5000000000000001E-2</c:v>
                </c:pt>
                <c:pt idx="26">
                  <c:v>2.6000000000000002E-2</c:v>
                </c:pt>
                <c:pt idx="27">
                  <c:v>2.7E-2</c:v>
                </c:pt>
                <c:pt idx="28">
                  <c:v>2.8000000000000001E-2</c:v>
                </c:pt>
                <c:pt idx="29">
                  <c:v>2.9000000000000001E-2</c:v>
                </c:pt>
                <c:pt idx="30">
                  <c:v>0.03</c:v>
                </c:pt>
                <c:pt idx="31">
                  <c:v>3.1E-2</c:v>
                </c:pt>
                <c:pt idx="32">
                  <c:v>3.2000000000000001E-2</c:v>
                </c:pt>
                <c:pt idx="33">
                  <c:v>3.3000000000000002E-2</c:v>
                </c:pt>
                <c:pt idx="34">
                  <c:v>3.4000000000000002E-2</c:v>
                </c:pt>
                <c:pt idx="35">
                  <c:v>3.5000000000000003E-2</c:v>
                </c:pt>
                <c:pt idx="36">
                  <c:v>3.6000000000000004E-2</c:v>
                </c:pt>
                <c:pt idx="37">
                  <c:v>3.6999999999999998E-2</c:v>
                </c:pt>
                <c:pt idx="38">
                  <c:v>3.7999999999999999E-2</c:v>
                </c:pt>
                <c:pt idx="39">
                  <c:v>3.9E-2</c:v>
                </c:pt>
                <c:pt idx="40">
                  <c:v>0.04</c:v>
                </c:pt>
                <c:pt idx="41">
                  <c:v>4.1000000000000002E-2</c:v>
                </c:pt>
                <c:pt idx="42">
                  <c:v>4.2000000000000003E-2</c:v>
                </c:pt>
                <c:pt idx="43">
                  <c:v>4.3000000000000003E-2</c:v>
                </c:pt>
                <c:pt idx="44">
                  <c:v>4.3999999999999997E-2</c:v>
                </c:pt>
                <c:pt idx="45">
                  <c:v>4.4999999999999998E-2</c:v>
                </c:pt>
                <c:pt idx="46">
                  <c:v>4.5999999999999999E-2</c:v>
                </c:pt>
                <c:pt idx="47">
                  <c:v>4.7E-2</c:v>
                </c:pt>
                <c:pt idx="48">
                  <c:v>4.8000000000000001E-2</c:v>
                </c:pt>
                <c:pt idx="49">
                  <c:v>4.9000000000000002E-2</c:v>
                </c:pt>
                <c:pt idx="50">
                  <c:v>0.05</c:v>
                </c:pt>
                <c:pt idx="51">
                  <c:v>5.1000000000000004E-2</c:v>
                </c:pt>
                <c:pt idx="52">
                  <c:v>5.2000000000000005E-2</c:v>
                </c:pt>
                <c:pt idx="53">
                  <c:v>5.2999999999999999E-2</c:v>
                </c:pt>
                <c:pt idx="54">
                  <c:v>5.3999999999999999E-2</c:v>
                </c:pt>
                <c:pt idx="55">
                  <c:v>5.5E-2</c:v>
                </c:pt>
                <c:pt idx="56">
                  <c:v>5.6000000000000001E-2</c:v>
                </c:pt>
                <c:pt idx="57">
                  <c:v>5.7000000000000002E-2</c:v>
                </c:pt>
                <c:pt idx="58">
                  <c:v>5.8000000000000003E-2</c:v>
                </c:pt>
                <c:pt idx="59">
                  <c:v>5.9000000000000004E-2</c:v>
                </c:pt>
                <c:pt idx="60">
                  <c:v>0.06</c:v>
                </c:pt>
                <c:pt idx="61">
                  <c:v>6.0999999999999999E-2</c:v>
                </c:pt>
                <c:pt idx="62">
                  <c:v>6.2E-2</c:v>
                </c:pt>
                <c:pt idx="63">
                  <c:v>6.3E-2</c:v>
                </c:pt>
                <c:pt idx="64">
                  <c:v>6.4000000000000001E-2</c:v>
                </c:pt>
                <c:pt idx="65">
                  <c:v>6.5000000000000002E-2</c:v>
                </c:pt>
                <c:pt idx="66">
                  <c:v>6.6000000000000003E-2</c:v>
                </c:pt>
                <c:pt idx="67">
                  <c:v>6.7000000000000004E-2</c:v>
                </c:pt>
                <c:pt idx="68">
                  <c:v>6.8000000000000005E-2</c:v>
                </c:pt>
                <c:pt idx="69">
                  <c:v>6.9000000000000006E-2</c:v>
                </c:pt>
                <c:pt idx="70">
                  <c:v>7.0000000000000007E-2</c:v>
                </c:pt>
                <c:pt idx="71">
                  <c:v>7.1000000000000008E-2</c:v>
                </c:pt>
                <c:pt idx="72">
                  <c:v>7.2000000000000008E-2</c:v>
                </c:pt>
                <c:pt idx="73">
                  <c:v>7.2999999999999995E-2</c:v>
                </c:pt>
                <c:pt idx="74">
                  <c:v>7.3999999999999996E-2</c:v>
                </c:pt>
                <c:pt idx="75">
                  <c:v>7.4999999999999997E-2</c:v>
                </c:pt>
                <c:pt idx="76">
                  <c:v>7.5999999999999998E-2</c:v>
                </c:pt>
                <c:pt idx="77">
                  <c:v>7.6999999999999999E-2</c:v>
                </c:pt>
                <c:pt idx="78">
                  <c:v>7.8E-2</c:v>
                </c:pt>
                <c:pt idx="79">
                  <c:v>7.9000000000000001E-2</c:v>
                </c:pt>
                <c:pt idx="80">
                  <c:v>0.08</c:v>
                </c:pt>
                <c:pt idx="81">
                  <c:v>8.1000000000000003E-2</c:v>
                </c:pt>
                <c:pt idx="82">
                  <c:v>8.2000000000000003E-2</c:v>
                </c:pt>
                <c:pt idx="83">
                  <c:v>8.3000000000000004E-2</c:v>
                </c:pt>
                <c:pt idx="84">
                  <c:v>8.4000000000000005E-2</c:v>
                </c:pt>
                <c:pt idx="85">
                  <c:v>8.5000000000000006E-2</c:v>
                </c:pt>
                <c:pt idx="86">
                  <c:v>8.6000000000000007E-2</c:v>
                </c:pt>
                <c:pt idx="87">
                  <c:v>8.7000000000000008E-2</c:v>
                </c:pt>
                <c:pt idx="88">
                  <c:v>8.7999999999999995E-2</c:v>
                </c:pt>
                <c:pt idx="89">
                  <c:v>8.8999999999999996E-2</c:v>
                </c:pt>
                <c:pt idx="90">
                  <c:v>0.09</c:v>
                </c:pt>
                <c:pt idx="91">
                  <c:v>9.0999999999999998E-2</c:v>
                </c:pt>
                <c:pt idx="92">
                  <c:v>9.1999999999999998E-2</c:v>
                </c:pt>
                <c:pt idx="93">
                  <c:v>9.2999999999999999E-2</c:v>
                </c:pt>
                <c:pt idx="94">
                  <c:v>9.4E-2</c:v>
                </c:pt>
                <c:pt idx="95">
                  <c:v>9.5000000000000001E-2</c:v>
                </c:pt>
                <c:pt idx="96">
                  <c:v>9.6000000000000002E-2</c:v>
                </c:pt>
                <c:pt idx="97">
                  <c:v>9.7000000000000003E-2</c:v>
                </c:pt>
                <c:pt idx="98">
                  <c:v>9.8000000000000004E-2</c:v>
                </c:pt>
                <c:pt idx="99">
                  <c:v>9.9000000000000005E-2</c:v>
                </c:pt>
                <c:pt idx="100">
                  <c:v>0.1</c:v>
                </c:pt>
                <c:pt idx="101">
                  <c:v>0.10100000000000001</c:v>
                </c:pt>
                <c:pt idx="102">
                  <c:v>0.10200000000000001</c:v>
                </c:pt>
                <c:pt idx="103">
                  <c:v>0.10300000000000001</c:v>
                </c:pt>
                <c:pt idx="104">
                  <c:v>0.10400000000000001</c:v>
                </c:pt>
                <c:pt idx="105">
                  <c:v>0.105</c:v>
                </c:pt>
                <c:pt idx="106">
                  <c:v>0.106</c:v>
                </c:pt>
                <c:pt idx="107">
                  <c:v>0.107</c:v>
                </c:pt>
                <c:pt idx="108">
                  <c:v>0.108</c:v>
                </c:pt>
                <c:pt idx="109">
                  <c:v>0.109</c:v>
                </c:pt>
                <c:pt idx="110">
                  <c:v>0.11</c:v>
                </c:pt>
                <c:pt idx="111">
                  <c:v>0.111</c:v>
                </c:pt>
                <c:pt idx="112">
                  <c:v>0.112</c:v>
                </c:pt>
                <c:pt idx="113">
                  <c:v>0.113</c:v>
                </c:pt>
                <c:pt idx="114">
                  <c:v>0.114</c:v>
                </c:pt>
                <c:pt idx="115">
                  <c:v>0.115</c:v>
                </c:pt>
                <c:pt idx="116">
                  <c:v>0.11600000000000001</c:v>
                </c:pt>
                <c:pt idx="117">
                  <c:v>0.11700000000000001</c:v>
                </c:pt>
                <c:pt idx="118">
                  <c:v>0.11800000000000001</c:v>
                </c:pt>
                <c:pt idx="119">
                  <c:v>0.11900000000000001</c:v>
                </c:pt>
                <c:pt idx="120">
                  <c:v>0.12</c:v>
                </c:pt>
                <c:pt idx="121">
                  <c:v>0.121</c:v>
                </c:pt>
                <c:pt idx="122">
                  <c:v>0.122</c:v>
                </c:pt>
                <c:pt idx="123">
                  <c:v>0.123</c:v>
                </c:pt>
                <c:pt idx="124">
                  <c:v>0.124</c:v>
                </c:pt>
                <c:pt idx="125">
                  <c:v>0.125</c:v>
                </c:pt>
                <c:pt idx="126">
                  <c:v>0.126</c:v>
                </c:pt>
                <c:pt idx="127">
                  <c:v>0.127</c:v>
                </c:pt>
                <c:pt idx="128">
                  <c:v>0.128</c:v>
                </c:pt>
                <c:pt idx="129">
                  <c:v>0.129</c:v>
                </c:pt>
                <c:pt idx="130">
                  <c:v>0.13</c:v>
                </c:pt>
                <c:pt idx="131">
                  <c:v>0.13100000000000001</c:v>
                </c:pt>
                <c:pt idx="132">
                  <c:v>0.13200000000000001</c:v>
                </c:pt>
                <c:pt idx="133">
                  <c:v>0.13300000000000001</c:v>
                </c:pt>
                <c:pt idx="134">
                  <c:v>0.13400000000000001</c:v>
                </c:pt>
                <c:pt idx="135">
                  <c:v>0.13500000000000001</c:v>
                </c:pt>
                <c:pt idx="136">
                  <c:v>0.13600000000000001</c:v>
                </c:pt>
                <c:pt idx="137">
                  <c:v>0.13700000000000001</c:v>
                </c:pt>
                <c:pt idx="138">
                  <c:v>0.13800000000000001</c:v>
                </c:pt>
                <c:pt idx="139">
                  <c:v>0.13900000000000001</c:v>
                </c:pt>
                <c:pt idx="140">
                  <c:v>0.14000000000000001</c:v>
                </c:pt>
                <c:pt idx="141">
                  <c:v>0.14100000000000001</c:v>
                </c:pt>
                <c:pt idx="142">
                  <c:v>0.14200000000000002</c:v>
                </c:pt>
                <c:pt idx="143">
                  <c:v>0.14300000000000002</c:v>
                </c:pt>
                <c:pt idx="144">
                  <c:v>0.14400000000000002</c:v>
                </c:pt>
                <c:pt idx="145">
                  <c:v>0.14499999999999999</c:v>
                </c:pt>
                <c:pt idx="146">
                  <c:v>0.14599999999999999</c:v>
                </c:pt>
                <c:pt idx="147">
                  <c:v>0.14699999999999999</c:v>
                </c:pt>
                <c:pt idx="148">
                  <c:v>0.14799999999999999</c:v>
                </c:pt>
                <c:pt idx="149">
                  <c:v>0.14899999999999999</c:v>
                </c:pt>
                <c:pt idx="150">
                  <c:v>0.15</c:v>
                </c:pt>
                <c:pt idx="151">
                  <c:v>0.151</c:v>
                </c:pt>
                <c:pt idx="152">
                  <c:v>0.152</c:v>
                </c:pt>
                <c:pt idx="153">
                  <c:v>0.153</c:v>
                </c:pt>
                <c:pt idx="154">
                  <c:v>0.154</c:v>
                </c:pt>
                <c:pt idx="155">
                  <c:v>0.155</c:v>
                </c:pt>
                <c:pt idx="156">
                  <c:v>0.156</c:v>
                </c:pt>
                <c:pt idx="157">
                  <c:v>0.157</c:v>
                </c:pt>
                <c:pt idx="158">
                  <c:v>0.158</c:v>
                </c:pt>
                <c:pt idx="159">
                  <c:v>0.159</c:v>
                </c:pt>
                <c:pt idx="160">
                  <c:v>0.16</c:v>
                </c:pt>
                <c:pt idx="161">
                  <c:v>0.161</c:v>
                </c:pt>
                <c:pt idx="162">
                  <c:v>0.16200000000000001</c:v>
                </c:pt>
                <c:pt idx="163">
                  <c:v>0.16300000000000001</c:v>
                </c:pt>
                <c:pt idx="164">
                  <c:v>0.16400000000000001</c:v>
                </c:pt>
                <c:pt idx="165">
                  <c:v>0.16500000000000001</c:v>
                </c:pt>
                <c:pt idx="166">
                  <c:v>0.16600000000000001</c:v>
                </c:pt>
                <c:pt idx="167">
                  <c:v>0.16700000000000001</c:v>
                </c:pt>
                <c:pt idx="168">
                  <c:v>0.16800000000000001</c:v>
                </c:pt>
                <c:pt idx="169">
                  <c:v>0.16900000000000001</c:v>
                </c:pt>
                <c:pt idx="170">
                  <c:v>0.17</c:v>
                </c:pt>
                <c:pt idx="171">
                  <c:v>0.17100000000000001</c:v>
                </c:pt>
                <c:pt idx="172">
                  <c:v>0.17200000000000001</c:v>
                </c:pt>
                <c:pt idx="173">
                  <c:v>0.17300000000000001</c:v>
                </c:pt>
                <c:pt idx="174">
                  <c:v>0.17400000000000002</c:v>
                </c:pt>
                <c:pt idx="175">
                  <c:v>0.17500000000000002</c:v>
                </c:pt>
                <c:pt idx="176">
                  <c:v>0.17599999999999999</c:v>
                </c:pt>
                <c:pt idx="177">
                  <c:v>0.17699999999999999</c:v>
                </c:pt>
                <c:pt idx="178">
                  <c:v>0.17799999999999999</c:v>
                </c:pt>
                <c:pt idx="179">
                  <c:v>0.17899999999999999</c:v>
                </c:pt>
                <c:pt idx="180">
                  <c:v>0.18</c:v>
                </c:pt>
                <c:pt idx="181">
                  <c:v>0.18099999999999999</c:v>
                </c:pt>
                <c:pt idx="182">
                  <c:v>0.182</c:v>
                </c:pt>
                <c:pt idx="183">
                  <c:v>0.183</c:v>
                </c:pt>
                <c:pt idx="184">
                  <c:v>0.184</c:v>
                </c:pt>
                <c:pt idx="185">
                  <c:v>0.185</c:v>
                </c:pt>
                <c:pt idx="186">
                  <c:v>0.186</c:v>
                </c:pt>
                <c:pt idx="187">
                  <c:v>0.187</c:v>
                </c:pt>
                <c:pt idx="188">
                  <c:v>0.188</c:v>
                </c:pt>
                <c:pt idx="189">
                  <c:v>0.189</c:v>
                </c:pt>
                <c:pt idx="190">
                  <c:v>0.19</c:v>
                </c:pt>
                <c:pt idx="191">
                  <c:v>0.191</c:v>
                </c:pt>
                <c:pt idx="192">
                  <c:v>0.192</c:v>
                </c:pt>
                <c:pt idx="193">
                  <c:v>0.193</c:v>
                </c:pt>
                <c:pt idx="194">
                  <c:v>0.19400000000000001</c:v>
                </c:pt>
                <c:pt idx="195">
                  <c:v>0.19500000000000001</c:v>
                </c:pt>
                <c:pt idx="196">
                  <c:v>0.19600000000000001</c:v>
                </c:pt>
                <c:pt idx="197">
                  <c:v>0.19700000000000001</c:v>
                </c:pt>
                <c:pt idx="198">
                  <c:v>0.19800000000000001</c:v>
                </c:pt>
                <c:pt idx="199">
                  <c:v>0.19900000000000001</c:v>
                </c:pt>
                <c:pt idx="200">
                  <c:v>0.2</c:v>
                </c:pt>
                <c:pt idx="201">
                  <c:v>0.20100000000000001</c:v>
                </c:pt>
                <c:pt idx="202">
                  <c:v>0.20200000000000001</c:v>
                </c:pt>
                <c:pt idx="203">
                  <c:v>0.20300000000000001</c:v>
                </c:pt>
                <c:pt idx="204">
                  <c:v>0.20400000000000001</c:v>
                </c:pt>
                <c:pt idx="205">
                  <c:v>0.20500000000000002</c:v>
                </c:pt>
                <c:pt idx="206">
                  <c:v>0.20600000000000002</c:v>
                </c:pt>
                <c:pt idx="207">
                  <c:v>0.20700000000000002</c:v>
                </c:pt>
                <c:pt idx="208">
                  <c:v>0.20800000000000002</c:v>
                </c:pt>
                <c:pt idx="209">
                  <c:v>0.20899999999999999</c:v>
                </c:pt>
                <c:pt idx="210">
                  <c:v>0.21</c:v>
                </c:pt>
                <c:pt idx="211">
                  <c:v>0.21099999999999999</c:v>
                </c:pt>
                <c:pt idx="212">
                  <c:v>0.21199999999999999</c:v>
                </c:pt>
                <c:pt idx="213">
                  <c:v>0.21299999999999999</c:v>
                </c:pt>
                <c:pt idx="214">
                  <c:v>0.214</c:v>
                </c:pt>
                <c:pt idx="215">
                  <c:v>0.215</c:v>
                </c:pt>
                <c:pt idx="216">
                  <c:v>0.216</c:v>
                </c:pt>
                <c:pt idx="217">
                  <c:v>0.217</c:v>
                </c:pt>
                <c:pt idx="218">
                  <c:v>0.218</c:v>
                </c:pt>
                <c:pt idx="219">
                  <c:v>0.219</c:v>
                </c:pt>
                <c:pt idx="220">
                  <c:v>0.22</c:v>
                </c:pt>
                <c:pt idx="221">
                  <c:v>0.221</c:v>
                </c:pt>
                <c:pt idx="222">
                  <c:v>0.222</c:v>
                </c:pt>
                <c:pt idx="223">
                  <c:v>0.223</c:v>
                </c:pt>
                <c:pt idx="224">
                  <c:v>0.224</c:v>
                </c:pt>
                <c:pt idx="225">
                  <c:v>0.22500000000000001</c:v>
                </c:pt>
                <c:pt idx="226">
                  <c:v>0.22600000000000001</c:v>
                </c:pt>
                <c:pt idx="227">
                  <c:v>0.22700000000000001</c:v>
                </c:pt>
                <c:pt idx="228">
                  <c:v>0.22800000000000001</c:v>
                </c:pt>
                <c:pt idx="229">
                  <c:v>0.22900000000000001</c:v>
                </c:pt>
                <c:pt idx="230">
                  <c:v>0.23</c:v>
                </c:pt>
                <c:pt idx="231">
                  <c:v>0.23100000000000001</c:v>
                </c:pt>
                <c:pt idx="232">
                  <c:v>0.23200000000000001</c:v>
                </c:pt>
                <c:pt idx="233">
                  <c:v>0.23300000000000001</c:v>
                </c:pt>
                <c:pt idx="234">
                  <c:v>0.23400000000000001</c:v>
                </c:pt>
                <c:pt idx="235">
                  <c:v>0.23500000000000001</c:v>
                </c:pt>
                <c:pt idx="236">
                  <c:v>0.23600000000000002</c:v>
                </c:pt>
                <c:pt idx="237">
                  <c:v>0.23700000000000002</c:v>
                </c:pt>
                <c:pt idx="238">
                  <c:v>0.23800000000000002</c:v>
                </c:pt>
                <c:pt idx="239">
                  <c:v>0.23900000000000002</c:v>
                </c:pt>
                <c:pt idx="240">
                  <c:v>0.24</c:v>
                </c:pt>
                <c:pt idx="241">
                  <c:v>0.24099999999999999</c:v>
                </c:pt>
                <c:pt idx="242">
                  <c:v>0.24199999999999999</c:v>
                </c:pt>
                <c:pt idx="243">
                  <c:v>0.24299999999999999</c:v>
                </c:pt>
                <c:pt idx="244">
                  <c:v>0.24399999999999999</c:v>
                </c:pt>
                <c:pt idx="245">
                  <c:v>0.245</c:v>
                </c:pt>
                <c:pt idx="246">
                  <c:v>0.246</c:v>
                </c:pt>
                <c:pt idx="247">
                  <c:v>0.247</c:v>
                </c:pt>
                <c:pt idx="248">
                  <c:v>0.248</c:v>
                </c:pt>
                <c:pt idx="249">
                  <c:v>0.249</c:v>
                </c:pt>
                <c:pt idx="250">
                  <c:v>0.25</c:v>
                </c:pt>
                <c:pt idx="251">
                  <c:v>0.251</c:v>
                </c:pt>
                <c:pt idx="252">
                  <c:v>0.252</c:v>
                </c:pt>
                <c:pt idx="253">
                  <c:v>0.253</c:v>
                </c:pt>
                <c:pt idx="254">
                  <c:v>0.254</c:v>
                </c:pt>
                <c:pt idx="255">
                  <c:v>0.255</c:v>
                </c:pt>
                <c:pt idx="256">
                  <c:v>0.25600000000000001</c:v>
                </c:pt>
                <c:pt idx="257">
                  <c:v>0.25700000000000001</c:v>
                </c:pt>
                <c:pt idx="258">
                  <c:v>0.25800000000000001</c:v>
                </c:pt>
                <c:pt idx="259">
                  <c:v>0.25900000000000001</c:v>
                </c:pt>
                <c:pt idx="260">
                  <c:v>0.26</c:v>
                </c:pt>
                <c:pt idx="261">
                  <c:v>0.26100000000000001</c:v>
                </c:pt>
                <c:pt idx="262">
                  <c:v>0.26200000000000001</c:v>
                </c:pt>
                <c:pt idx="263">
                  <c:v>0.26300000000000001</c:v>
                </c:pt>
                <c:pt idx="264">
                  <c:v>0.26400000000000001</c:v>
                </c:pt>
                <c:pt idx="265">
                  <c:v>0.26500000000000001</c:v>
                </c:pt>
                <c:pt idx="266">
                  <c:v>0.26600000000000001</c:v>
                </c:pt>
                <c:pt idx="267">
                  <c:v>0.26700000000000002</c:v>
                </c:pt>
                <c:pt idx="268">
                  <c:v>0.26800000000000002</c:v>
                </c:pt>
                <c:pt idx="269">
                  <c:v>0.26900000000000002</c:v>
                </c:pt>
                <c:pt idx="270">
                  <c:v>0.27</c:v>
                </c:pt>
                <c:pt idx="271">
                  <c:v>0.27100000000000002</c:v>
                </c:pt>
                <c:pt idx="272">
                  <c:v>0.27200000000000002</c:v>
                </c:pt>
                <c:pt idx="273">
                  <c:v>0.27300000000000002</c:v>
                </c:pt>
                <c:pt idx="274">
                  <c:v>0.27400000000000002</c:v>
                </c:pt>
                <c:pt idx="275">
                  <c:v>0.27500000000000002</c:v>
                </c:pt>
                <c:pt idx="276">
                  <c:v>0.27600000000000002</c:v>
                </c:pt>
                <c:pt idx="277">
                  <c:v>0.27700000000000002</c:v>
                </c:pt>
                <c:pt idx="278">
                  <c:v>0.27800000000000002</c:v>
                </c:pt>
                <c:pt idx="279">
                  <c:v>0.27900000000000003</c:v>
                </c:pt>
                <c:pt idx="280">
                  <c:v>0.28000000000000003</c:v>
                </c:pt>
                <c:pt idx="281">
                  <c:v>0.28100000000000003</c:v>
                </c:pt>
                <c:pt idx="282">
                  <c:v>0.28200000000000003</c:v>
                </c:pt>
                <c:pt idx="283">
                  <c:v>0.28300000000000003</c:v>
                </c:pt>
                <c:pt idx="284">
                  <c:v>0.28400000000000003</c:v>
                </c:pt>
                <c:pt idx="285">
                  <c:v>0.28500000000000003</c:v>
                </c:pt>
                <c:pt idx="286">
                  <c:v>0.28600000000000003</c:v>
                </c:pt>
                <c:pt idx="287">
                  <c:v>0.28700000000000003</c:v>
                </c:pt>
                <c:pt idx="288">
                  <c:v>0.28800000000000003</c:v>
                </c:pt>
                <c:pt idx="289">
                  <c:v>0.28899999999999998</c:v>
                </c:pt>
                <c:pt idx="290">
                  <c:v>0.28999999999999998</c:v>
                </c:pt>
                <c:pt idx="291">
                  <c:v>0.29099999999999998</c:v>
                </c:pt>
                <c:pt idx="292">
                  <c:v>0.29199999999999998</c:v>
                </c:pt>
                <c:pt idx="293">
                  <c:v>0.29299999999999998</c:v>
                </c:pt>
                <c:pt idx="294">
                  <c:v>0.29399999999999998</c:v>
                </c:pt>
                <c:pt idx="295">
                  <c:v>0.29499999999999998</c:v>
                </c:pt>
                <c:pt idx="296">
                  <c:v>0.29599999999999999</c:v>
                </c:pt>
                <c:pt idx="297">
                  <c:v>0.29699999999999999</c:v>
                </c:pt>
                <c:pt idx="298">
                  <c:v>0.29799999999999999</c:v>
                </c:pt>
                <c:pt idx="299">
                  <c:v>0.29899999999999999</c:v>
                </c:pt>
                <c:pt idx="300">
                  <c:v>0.3</c:v>
                </c:pt>
                <c:pt idx="301">
                  <c:v>0.30099999999999999</c:v>
                </c:pt>
                <c:pt idx="302">
                  <c:v>0.30199999999999999</c:v>
                </c:pt>
                <c:pt idx="303">
                  <c:v>0.30299999999999999</c:v>
                </c:pt>
                <c:pt idx="304">
                  <c:v>0.30399999999999999</c:v>
                </c:pt>
                <c:pt idx="305">
                  <c:v>0.30499999999999999</c:v>
                </c:pt>
                <c:pt idx="306">
                  <c:v>0.30599999999999999</c:v>
                </c:pt>
                <c:pt idx="307">
                  <c:v>0.307</c:v>
                </c:pt>
                <c:pt idx="308">
                  <c:v>0.308</c:v>
                </c:pt>
                <c:pt idx="309">
                  <c:v>0.309</c:v>
                </c:pt>
                <c:pt idx="310">
                  <c:v>0.31</c:v>
                </c:pt>
                <c:pt idx="311">
                  <c:v>0.311</c:v>
                </c:pt>
                <c:pt idx="312">
                  <c:v>0.312</c:v>
                </c:pt>
                <c:pt idx="313">
                  <c:v>0.313</c:v>
                </c:pt>
                <c:pt idx="314">
                  <c:v>0.314</c:v>
                </c:pt>
                <c:pt idx="315">
                  <c:v>0.315</c:v>
                </c:pt>
                <c:pt idx="316">
                  <c:v>0.316</c:v>
                </c:pt>
                <c:pt idx="317">
                  <c:v>0.317</c:v>
                </c:pt>
                <c:pt idx="318">
                  <c:v>0.318</c:v>
                </c:pt>
                <c:pt idx="319">
                  <c:v>0.31900000000000001</c:v>
                </c:pt>
                <c:pt idx="320">
                  <c:v>0.32</c:v>
                </c:pt>
                <c:pt idx="321">
                  <c:v>0.32100000000000001</c:v>
                </c:pt>
                <c:pt idx="322">
                  <c:v>0.32200000000000001</c:v>
                </c:pt>
                <c:pt idx="323">
                  <c:v>0.32300000000000001</c:v>
                </c:pt>
                <c:pt idx="324">
                  <c:v>0.32400000000000001</c:v>
                </c:pt>
                <c:pt idx="325">
                  <c:v>0.32500000000000001</c:v>
                </c:pt>
                <c:pt idx="326">
                  <c:v>0.32600000000000001</c:v>
                </c:pt>
                <c:pt idx="327">
                  <c:v>0.32700000000000001</c:v>
                </c:pt>
                <c:pt idx="328">
                  <c:v>0.32800000000000001</c:v>
                </c:pt>
                <c:pt idx="329">
                  <c:v>0.32900000000000001</c:v>
                </c:pt>
                <c:pt idx="330">
                  <c:v>0.33</c:v>
                </c:pt>
                <c:pt idx="331">
                  <c:v>0.33100000000000002</c:v>
                </c:pt>
                <c:pt idx="332">
                  <c:v>0.33200000000000002</c:v>
                </c:pt>
                <c:pt idx="333">
                  <c:v>0.33300000000000002</c:v>
                </c:pt>
                <c:pt idx="334">
                  <c:v>0.33400000000000002</c:v>
                </c:pt>
                <c:pt idx="335">
                  <c:v>0.33500000000000002</c:v>
                </c:pt>
                <c:pt idx="336">
                  <c:v>0.33600000000000002</c:v>
                </c:pt>
                <c:pt idx="337">
                  <c:v>0.33700000000000002</c:v>
                </c:pt>
                <c:pt idx="338">
                  <c:v>0.33800000000000002</c:v>
                </c:pt>
                <c:pt idx="339">
                  <c:v>0.33900000000000002</c:v>
                </c:pt>
                <c:pt idx="340">
                  <c:v>0.34</c:v>
                </c:pt>
                <c:pt idx="341">
                  <c:v>0.34100000000000003</c:v>
                </c:pt>
                <c:pt idx="342">
                  <c:v>0.34200000000000003</c:v>
                </c:pt>
                <c:pt idx="343">
                  <c:v>0.34300000000000003</c:v>
                </c:pt>
                <c:pt idx="344">
                  <c:v>0.34400000000000003</c:v>
                </c:pt>
                <c:pt idx="345">
                  <c:v>0.34500000000000003</c:v>
                </c:pt>
                <c:pt idx="346">
                  <c:v>0.34600000000000003</c:v>
                </c:pt>
                <c:pt idx="347">
                  <c:v>0.34700000000000003</c:v>
                </c:pt>
                <c:pt idx="348">
                  <c:v>0.34800000000000003</c:v>
                </c:pt>
                <c:pt idx="349">
                  <c:v>0.34900000000000003</c:v>
                </c:pt>
                <c:pt idx="350">
                  <c:v>0.35000000000000003</c:v>
                </c:pt>
                <c:pt idx="351">
                  <c:v>0.35100000000000003</c:v>
                </c:pt>
                <c:pt idx="352">
                  <c:v>0.35199999999999998</c:v>
                </c:pt>
                <c:pt idx="353">
                  <c:v>0.35299999999999998</c:v>
                </c:pt>
                <c:pt idx="354">
                  <c:v>0.35399999999999998</c:v>
                </c:pt>
                <c:pt idx="355">
                  <c:v>0.35499999999999998</c:v>
                </c:pt>
                <c:pt idx="356">
                  <c:v>0.35599999999999998</c:v>
                </c:pt>
                <c:pt idx="357">
                  <c:v>0.35699999999999998</c:v>
                </c:pt>
                <c:pt idx="358">
                  <c:v>0.35799999999999998</c:v>
                </c:pt>
                <c:pt idx="359">
                  <c:v>0.35899999999999999</c:v>
                </c:pt>
                <c:pt idx="360">
                  <c:v>0.36</c:v>
                </c:pt>
                <c:pt idx="361">
                  <c:v>0.36099999999999999</c:v>
                </c:pt>
                <c:pt idx="362">
                  <c:v>0.36199999999999999</c:v>
                </c:pt>
                <c:pt idx="363">
                  <c:v>0.36299999999999999</c:v>
                </c:pt>
                <c:pt idx="364">
                  <c:v>0.36399999999999999</c:v>
                </c:pt>
                <c:pt idx="365">
                  <c:v>0.36499999999999999</c:v>
                </c:pt>
                <c:pt idx="366">
                  <c:v>0.36599999999999999</c:v>
                </c:pt>
                <c:pt idx="367">
                  <c:v>0.36699999999999999</c:v>
                </c:pt>
                <c:pt idx="368">
                  <c:v>0.36799999999999999</c:v>
                </c:pt>
                <c:pt idx="369">
                  <c:v>0.36899999999999999</c:v>
                </c:pt>
                <c:pt idx="370">
                  <c:v>0.37</c:v>
                </c:pt>
                <c:pt idx="371">
                  <c:v>0.371</c:v>
                </c:pt>
                <c:pt idx="372">
                  <c:v>0.372</c:v>
                </c:pt>
                <c:pt idx="373">
                  <c:v>0.373</c:v>
                </c:pt>
                <c:pt idx="374">
                  <c:v>0.374</c:v>
                </c:pt>
                <c:pt idx="375">
                  <c:v>0.375</c:v>
                </c:pt>
                <c:pt idx="376">
                  <c:v>0.376</c:v>
                </c:pt>
                <c:pt idx="377">
                  <c:v>0.377</c:v>
                </c:pt>
                <c:pt idx="378">
                  <c:v>0.378</c:v>
                </c:pt>
                <c:pt idx="379">
                  <c:v>0.379</c:v>
                </c:pt>
                <c:pt idx="380">
                  <c:v>0.38</c:v>
                </c:pt>
                <c:pt idx="381">
                  <c:v>0.38100000000000001</c:v>
                </c:pt>
                <c:pt idx="382">
                  <c:v>0.38200000000000001</c:v>
                </c:pt>
                <c:pt idx="383">
                  <c:v>0.38300000000000001</c:v>
                </c:pt>
                <c:pt idx="384">
                  <c:v>0.38400000000000001</c:v>
                </c:pt>
                <c:pt idx="385">
                  <c:v>0.38500000000000001</c:v>
                </c:pt>
                <c:pt idx="386">
                  <c:v>0.38600000000000001</c:v>
                </c:pt>
                <c:pt idx="387">
                  <c:v>0.38700000000000001</c:v>
                </c:pt>
                <c:pt idx="388">
                  <c:v>0.38800000000000001</c:v>
                </c:pt>
                <c:pt idx="389">
                  <c:v>0.38900000000000001</c:v>
                </c:pt>
                <c:pt idx="390">
                  <c:v>0.39</c:v>
                </c:pt>
                <c:pt idx="391">
                  <c:v>0.39100000000000001</c:v>
                </c:pt>
                <c:pt idx="392">
                  <c:v>0.39200000000000002</c:v>
                </c:pt>
                <c:pt idx="393">
                  <c:v>0.39300000000000002</c:v>
                </c:pt>
                <c:pt idx="394">
                  <c:v>0.39400000000000002</c:v>
                </c:pt>
                <c:pt idx="395">
                  <c:v>0.39500000000000002</c:v>
                </c:pt>
                <c:pt idx="396">
                  <c:v>0.39600000000000002</c:v>
                </c:pt>
                <c:pt idx="397">
                  <c:v>0.39700000000000002</c:v>
                </c:pt>
                <c:pt idx="398">
                  <c:v>0.39800000000000002</c:v>
                </c:pt>
                <c:pt idx="399">
                  <c:v>0.39900000000000002</c:v>
                </c:pt>
                <c:pt idx="400">
                  <c:v>0.4</c:v>
                </c:pt>
                <c:pt idx="401">
                  <c:v>0.40100000000000002</c:v>
                </c:pt>
                <c:pt idx="402">
                  <c:v>0.40200000000000002</c:v>
                </c:pt>
                <c:pt idx="403">
                  <c:v>0.40300000000000002</c:v>
                </c:pt>
                <c:pt idx="404">
                  <c:v>0.40400000000000003</c:v>
                </c:pt>
                <c:pt idx="405">
                  <c:v>0.40500000000000003</c:v>
                </c:pt>
                <c:pt idx="406">
                  <c:v>0.40600000000000003</c:v>
                </c:pt>
                <c:pt idx="407">
                  <c:v>0.40700000000000003</c:v>
                </c:pt>
                <c:pt idx="408">
                  <c:v>0.40800000000000003</c:v>
                </c:pt>
                <c:pt idx="409">
                  <c:v>0.40900000000000003</c:v>
                </c:pt>
                <c:pt idx="410">
                  <c:v>0.41000000000000003</c:v>
                </c:pt>
                <c:pt idx="411">
                  <c:v>0.41100000000000003</c:v>
                </c:pt>
                <c:pt idx="412">
                  <c:v>0.41200000000000003</c:v>
                </c:pt>
                <c:pt idx="413">
                  <c:v>0.41300000000000003</c:v>
                </c:pt>
                <c:pt idx="414">
                  <c:v>0.41400000000000003</c:v>
                </c:pt>
                <c:pt idx="415">
                  <c:v>0.41500000000000004</c:v>
                </c:pt>
                <c:pt idx="416">
                  <c:v>0.41600000000000004</c:v>
                </c:pt>
                <c:pt idx="417">
                  <c:v>0.41699999999999998</c:v>
                </c:pt>
                <c:pt idx="418">
                  <c:v>0.41799999999999998</c:v>
                </c:pt>
                <c:pt idx="419">
                  <c:v>0.41899999999999998</c:v>
                </c:pt>
                <c:pt idx="420">
                  <c:v>0.42</c:v>
                </c:pt>
                <c:pt idx="421">
                  <c:v>0.42099999999999999</c:v>
                </c:pt>
                <c:pt idx="422">
                  <c:v>0.42199999999999999</c:v>
                </c:pt>
                <c:pt idx="423">
                  <c:v>0.42299999999999999</c:v>
                </c:pt>
                <c:pt idx="424">
                  <c:v>0.42399999999999999</c:v>
                </c:pt>
                <c:pt idx="425">
                  <c:v>0.42499999999999999</c:v>
                </c:pt>
                <c:pt idx="426">
                  <c:v>0.42599999999999999</c:v>
                </c:pt>
                <c:pt idx="427">
                  <c:v>0.42699999999999999</c:v>
                </c:pt>
                <c:pt idx="428">
                  <c:v>0.42799999999999999</c:v>
                </c:pt>
                <c:pt idx="429">
                  <c:v>0.42899999999999999</c:v>
                </c:pt>
                <c:pt idx="430">
                  <c:v>0.43</c:v>
                </c:pt>
                <c:pt idx="431">
                  <c:v>0.43099999999999999</c:v>
                </c:pt>
                <c:pt idx="432">
                  <c:v>0.432</c:v>
                </c:pt>
                <c:pt idx="433">
                  <c:v>0.433</c:v>
                </c:pt>
                <c:pt idx="434">
                  <c:v>0.434</c:v>
                </c:pt>
                <c:pt idx="435">
                  <c:v>0.435</c:v>
                </c:pt>
                <c:pt idx="436">
                  <c:v>0.436</c:v>
                </c:pt>
                <c:pt idx="437">
                  <c:v>0.437</c:v>
                </c:pt>
                <c:pt idx="438">
                  <c:v>0.438</c:v>
                </c:pt>
                <c:pt idx="439">
                  <c:v>0.439</c:v>
                </c:pt>
                <c:pt idx="440">
                  <c:v>0.44</c:v>
                </c:pt>
                <c:pt idx="441">
                  <c:v>0.441</c:v>
                </c:pt>
                <c:pt idx="442">
                  <c:v>0.442</c:v>
                </c:pt>
                <c:pt idx="443">
                  <c:v>0.443</c:v>
                </c:pt>
                <c:pt idx="444">
                  <c:v>0.44400000000000001</c:v>
                </c:pt>
                <c:pt idx="445">
                  <c:v>0.44500000000000001</c:v>
                </c:pt>
                <c:pt idx="446">
                  <c:v>0.44600000000000001</c:v>
                </c:pt>
                <c:pt idx="447">
                  <c:v>0.44700000000000001</c:v>
                </c:pt>
                <c:pt idx="448">
                  <c:v>0.44800000000000001</c:v>
                </c:pt>
                <c:pt idx="449">
                  <c:v>0.44900000000000001</c:v>
                </c:pt>
                <c:pt idx="450">
                  <c:v>0.45</c:v>
                </c:pt>
                <c:pt idx="451">
                  <c:v>0.45100000000000001</c:v>
                </c:pt>
                <c:pt idx="452">
                  <c:v>0.45200000000000001</c:v>
                </c:pt>
                <c:pt idx="453">
                  <c:v>0.45300000000000001</c:v>
                </c:pt>
                <c:pt idx="454">
                  <c:v>0.45400000000000001</c:v>
                </c:pt>
                <c:pt idx="455">
                  <c:v>0.45500000000000002</c:v>
                </c:pt>
                <c:pt idx="456">
                  <c:v>0.45600000000000002</c:v>
                </c:pt>
                <c:pt idx="457">
                  <c:v>0.45700000000000002</c:v>
                </c:pt>
                <c:pt idx="458">
                  <c:v>0.45800000000000002</c:v>
                </c:pt>
                <c:pt idx="459">
                  <c:v>0.45900000000000002</c:v>
                </c:pt>
                <c:pt idx="460">
                  <c:v>0.46</c:v>
                </c:pt>
                <c:pt idx="461">
                  <c:v>0.46100000000000002</c:v>
                </c:pt>
                <c:pt idx="462">
                  <c:v>0.46200000000000002</c:v>
                </c:pt>
                <c:pt idx="463">
                  <c:v>0.46300000000000002</c:v>
                </c:pt>
                <c:pt idx="464">
                  <c:v>0.46400000000000002</c:v>
                </c:pt>
                <c:pt idx="465">
                  <c:v>0.46500000000000002</c:v>
                </c:pt>
                <c:pt idx="466">
                  <c:v>0.46600000000000003</c:v>
                </c:pt>
                <c:pt idx="467">
                  <c:v>0.46700000000000003</c:v>
                </c:pt>
                <c:pt idx="468">
                  <c:v>0.46800000000000003</c:v>
                </c:pt>
                <c:pt idx="469">
                  <c:v>0.46900000000000003</c:v>
                </c:pt>
                <c:pt idx="470">
                  <c:v>0.47000000000000003</c:v>
                </c:pt>
                <c:pt idx="471">
                  <c:v>0.47100000000000003</c:v>
                </c:pt>
                <c:pt idx="472">
                  <c:v>0.47200000000000003</c:v>
                </c:pt>
                <c:pt idx="473">
                  <c:v>0.47300000000000003</c:v>
                </c:pt>
                <c:pt idx="474">
                  <c:v>0.47400000000000003</c:v>
                </c:pt>
                <c:pt idx="475">
                  <c:v>0.47500000000000003</c:v>
                </c:pt>
                <c:pt idx="476">
                  <c:v>0.47600000000000003</c:v>
                </c:pt>
                <c:pt idx="477">
                  <c:v>0.47700000000000004</c:v>
                </c:pt>
                <c:pt idx="478">
                  <c:v>0.47800000000000004</c:v>
                </c:pt>
                <c:pt idx="479">
                  <c:v>0.47900000000000004</c:v>
                </c:pt>
                <c:pt idx="480">
                  <c:v>0.48</c:v>
                </c:pt>
                <c:pt idx="481">
                  <c:v>0.48099999999999998</c:v>
                </c:pt>
                <c:pt idx="482">
                  <c:v>0.48199999999999998</c:v>
                </c:pt>
                <c:pt idx="483">
                  <c:v>0.48299999999999998</c:v>
                </c:pt>
                <c:pt idx="484">
                  <c:v>0.48399999999999999</c:v>
                </c:pt>
                <c:pt idx="485">
                  <c:v>0.48499999999999999</c:v>
                </c:pt>
                <c:pt idx="486">
                  <c:v>0.48599999999999999</c:v>
                </c:pt>
                <c:pt idx="487">
                  <c:v>0.48699999999999999</c:v>
                </c:pt>
                <c:pt idx="488">
                  <c:v>0.48799999999999999</c:v>
                </c:pt>
                <c:pt idx="489">
                  <c:v>0.48899999999999999</c:v>
                </c:pt>
                <c:pt idx="490">
                  <c:v>0.49</c:v>
                </c:pt>
                <c:pt idx="491">
                  <c:v>0.49099999999999999</c:v>
                </c:pt>
                <c:pt idx="492">
                  <c:v>0.49199999999999999</c:v>
                </c:pt>
                <c:pt idx="493">
                  <c:v>0.49299999999999999</c:v>
                </c:pt>
                <c:pt idx="494">
                  <c:v>0.49399999999999999</c:v>
                </c:pt>
                <c:pt idx="495">
                  <c:v>0.495</c:v>
                </c:pt>
                <c:pt idx="496">
                  <c:v>0.496</c:v>
                </c:pt>
                <c:pt idx="497">
                  <c:v>0.497</c:v>
                </c:pt>
                <c:pt idx="498">
                  <c:v>0.498</c:v>
                </c:pt>
                <c:pt idx="499">
                  <c:v>0.499</c:v>
                </c:pt>
                <c:pt idx="500">
                  <c:v>0.5</c:v>
                </c:pt>
                <c:pt idx="501">
                  <c:v>0.501</c:v>
                </c:pt>
                <c:pt idx="502">
                  <c:v>0.502</c:v>
                </c:pt>
                <c:pt idx="503">
                  <c:v>0.503</c:v>
                </c:pt>
                <c:pt idx="504">
                  <c:v>0.504</c:v>
                </c:pt>
                <c:pt idx="505">
                  <c:v>0.505</c:v>
                </c:pt>
                <c:pt idx="506">
                  <c:v>0.50600000000000001</c:v>
                </c:pt>
                <c:pt idx="507">
                  <c:v>0.50700000000000001</c:v>
                </c:pt>
                <c:pt idx="508">
                  <c:v>0.50800000000000001</c:v>
                </c:pt>
                <c:pt idx="509">
                  <c:v>0.50900000000000001</c:v>
                </c:pt>
                <c:pt idx="510">
                  <c:v>0.51</c:v>
                </c:pt>
                <c:pt idx="511">
                  <c:v>0.51100000000000001</c:v>
                </c:pt>
                <c:pt idx="512">
                  <c:v>0.51200000000000001</c:v>
                </c:pt>
                <c:pt idx="513">
                  <c:v>0.51300000000000001</c:v>
                </c:pt>
                <c:pt idx="514">
                  <c:v>0.51400000000000001</c:v>
                </c:pt>
                <c:pt idx="515">
                  <c:v>0.51500000000000001</c:v>
                </c:pt>
                <c:pt idx="516">
                  <c:v>0.51600000000000001</c:v>
                </c:pt>
                <c:pt idx="517">
                  <c:v>0.51700000000000002</c:v>
                </c:pt>
                <c:pt idx="518">
                  <c:v>0.51800000000000002</c:v>
                </c:pt>
                <c:pt idx="519">
                  <c:v>0.51900000000000002</c:v>
                </c:pt>
                <c:pt idx="520">
                  <c:v>0.52</c:v>
                </c:pt>
                <c:pt idx="521">
                  <c:v>0.52100000000000002</c:v>
                </c:pt>
                <c:pt idx="522">
                  <c:v>0.52200000000000002</c:v>
                </c:pt>
                <c:pt idx="523">
                  <c:v>0.52300000000000002</c:v>
                </c:pt>
                <c:pt idx="524">
                  <c:v>0.52400000000000002</c:v>
                </c:pt>
                <c:pt idx="525">
                  <c:v>0.52500000000000002</c:v>
                </c:pt>
                <c:pt idx="526">
                  <c:v>0.52600000000000002</c:v>
                </c:pt>
                <c:pt idx="527">
                  <c:v>0.52700000000000002</c:v>
                </c:pt>
                <c:pt idx="528">
                  <c:v>0.52800000000000002</c:v>
                </c:pt>
                <c:pt idx="529">
                  <c:v>0.52900000000000003</c:v>
                </c:pt>
                <c:pt idx="530">
                  <c:v>0.53</c:v>
                </c:pt>
                <c:pt idx="531">
                  <c:v>0.53100000000000003</c:v>
                </c:pt>
                <c:pt idx="532">
                  <c:v>0.53200000000000003</c:v>
                </c:pt>
                <c:pt idx="533">
                  <c:v>0.53300000000000003</c:v>
                </c:pt>
                <c:pt idx="534">
                  <c:v>0.53400000000000003</c:v>
                </c:pt>
                <c:pt idx="535">
                  <c:v>0.53500000000000003</c:v>
                </c:pt>
                <c:pt idx="536">
                  <c:v>0.53600000000000003</c:v>
                </c:pt>
                <c:pt idx="537">
                  <c:v>0.53700000000000003</c:v>
                </c:pt>
                <c:pt idx="538">
                  <c:v>0.53800000000000003</c:v>
                </c:pt>
                <c:pt idx="539">
                  <c:v>0.53900000000000003</c:v>
                </c:pt>
                <c:pt idx="540">
                  <c:v>0.54</c:v>
                </c:pt>
                <c:pt idx="541">
                  <c:v>0.54100000000000004</c:v>
                </c:pt>
                <c:pt idx="542">
                  <c:v>0.54200000000000004</c:v>
                </c:pt>
                <c:pt idx="543">
                  <c:v>0.54300000000000004</c:v>
                </c:pt>
                <c:pt idx="544">
                  <c:v>0.54400000000000004</c:v>
                </c:pt>
                <c:pt idx="545">
                  <c:v>0.54500000000000004</c:v>
                </c:pt>
                <c:pt idx="546">
                  <c:v>0.54600000000000004</c:v>
                </c:pt>
                <c:pt idx="547">
                  <c:v>0.54700000000000004</c:v>
                </c:pt>
                <c:pt idx="548">
                  <c:v>0.54800000000000004</c:v>
                </c:pt>
                <c:pt idx="549">
                  <c:v>0.54900000000000004</c:v>
                </c:pt>
                <c:pt idx="550">
                  <c:v>0.55000000000000004</c:v>
                </c:pt>
                <c:pt idx="551">
                  <c:v>0.55100000000000005</c:v>
                </c:pt>
                <c:pt idx="552">
                  <c:v>0.55200000000000005</c:v>
                </c:pt>
                <c:pt idx="553">
                  <c:v>0.55300000000000005</c:v>
                </c:pt>
                <c:pt idx="554">
                  <c:v>0.55400000000000005</c:v>
                </c:pt>
                <c:pt idx="555">
                  <c:v>0.55500000000000005</c:v>
                </c:pt>
                <c:pt idx="556">
                  <c:v>0.55600000000000005</c:v>
                </c:pt>
                <c:pt idx="557">
                  <c:v>0.55700000000000005</c:v>
                </c:pt>
                <c:pt idx="558">
                  <c:v>0.55800000000000005</c:v>
                </c:pt>
                <c:pt idx="559">
                  <c:v>0.55900000000000005</c:v>
                </c:pt>
                <c:pt idx="560">
                  <c:v>0.56000000000000005</c:v>
                </c:pt>
                <c:pt idx="561">
                  <c:v>0.56100000000000005</c:v>
                </c:pt>
                <c:pt idx="562">
                  <c:v>0.56200000000000006</c:v>
                </c:pt>
                <c:pt idx="563">
                  <c:v>0.56300000000000006</c:v>
                </c:pt>
                <c:pt idx="564">
                  <c:v>0.56400000000000006</c:v>
                </c:pt>
                <c:pt idx="565">
                  <c:v>0.56500000000000006</c:v>
                </c:pt>
                <c:pt idx="566">
                  <c:v>0.56600000000000006</c:v>
                </c:pt>
                <c:pt idx="567">
                  <c:v>0.56700000000000006</c:v>
                </c:pt>
                <c:pt idx="568">
                  <c:v>0.56800000000000006</c:v>
                </c:pt>
                <c:pt idx="569">
                  <c:v>0.56900000000000006</c:v>
                </c:pt>
                <c:pt idx="570">
                  <c:v>0.57000000000000006</c:v>
                </c:pt>
                <c:pt idx="571">
                  <c:v>0.57100000000000006</c:v>
                </c:pt>
                <c:pt idx="572">
                  <c:v>0.57200000000000006</c:v>
                </c:pt>
                <c:pt idx="573">
                  <c:v>0.57300000000000006</c:v>
                </c:pt>
                <c:pt idx="574">
                  <c:v>0.57400000000000007</c:v>
                </c:pt>
                <c:pt idx="575">
                  <c:v>0.57500000000000007</c:v>
                </c:pt>
                <c:pt idx="576">
                  <c:v>0.57600000000000007</c:v>
                </c:pt>
                <c:pt idx="577">
                  <c:v>0.57699999999999996</c:v>
                </c:pt>
                <c:pt idx="578">
                  <c:v>0.57799999999999996</c:v>
                </c:pt>
                <c:pt idx="579">
                  <c:v>0.57899999999999996</c:v>
                </c:pt>
                <c:pt idx="580">
                  <c:v>0.57999999999999996</c:v>
                </c:pt>
                <c:pt idx="581">
                  <c:v>0.58099999999999996</c:v>
                </c:pt>
                <c:pt idx="582">
                  <c:v>0.58199999999999996</c:v>
                </c:pt>
                <c:pt idx="583">
                  <c:v>0.58299999999999996</c:v>
                </c:pt>
                <c:pt idx="584">
                  <c:v>0.58399999999999996</c:v>
                </c:pt>
                <c:pt idx="585">
                  <c:v>0.58499999999999996</c:v>
                </c:pt>
                <c:pt idx="586">
                  <c:v>0.58599999999999997</c:v>
                </c:pt>
                <c:pt idx="587">
                  <c:v>0.58699999999999997</c:v>
                </c:pt>
                <c:pt idx="588">
                  <c:v>0.58799999999999997</c:v>
                </c:pt>
                <c:pt idx="589">
                  <c:v>0.58899999999999997</c:v>
                </c:pt>
                <c:pt idx="590">
                  <c:v>0.59</c:v>
                </c:pt>
                <c:pt idx="591">
                  <c:v>0.59099999999999997</c:v>
                </c:pt>
                <c:pt idx="592">
                  <c:v>0.59199999999999997</c:v>
                </c:pt>
                <c:pt idx="593">
                  <c:v>0.59299999999999997</c:v>
                </c:pt>
                <c:pt idx="594">
                  <c:v>0.59399999999999997</c:v>
                </c:pt>
                <c:pt idx="595">
                  <c:v>0.59499999999999997</c:v>
                </c:pt>
                <c:pt idx="596">
                  <c:v>0.59599999999999997</c:v>
                </c:pt>
                <c:pt idx="597">
                  <c:v>0.59699999999999998</c:v>
                </c:pt>
                <c:pt idx="598">
                  <c:v>0.59799999999999998</c:v>
                </c:pt>
                <c:pt idx="599">
                  <c:v>0.59899999999999998</c:v>
                </c:pt>
                <c:pt idx="600">
                  <c:v>0.6</c:v>
                </c:pt>
                <c:pt idx="601">
                  <c:v>0.60099999999999998</c:v>
                </c:pt>
                <c:pt idx="602">
                  <c:v>0.60199999999999998</c:v>
                </c:pt>
                <c:pt idx="603">
                  <c:v>0.60299999999999998</c:v>
                </c:pt>
                <c:pt idx="604">
                  <c:v>0.60399999999999998</c:v>
                </c:pt>
                <c:pt idx="605">
                  <c:v>0.60499999999999998</c:v>
                </c:pt>
                <c:pt idx="606">
                  <c:v>0.60599999999999998</c:v>
                </c:pt>
                <c:pt idx="607">
                  <c:v>0.60699999999999998</c:v>
                </c:pt>
                <c:pt idx="608">
                  <c:v>0.60799999999999998</c:v>
                </c:pt>
                <c:pt idx="609">
                  <c:v>0.60899999999999999</c:v>
                </c:pt>
                <c:pt idx="610">
                  <c:v>0.61</c:v>
                </c:pt>
                <c:pt idx="611">
                  <c:v>0.61099999999999999</c:v>
                </c:pt>
                <c:pt idx="612">
                  <c:v>0.61199999999999999</c:v>
                </c:pt>
                <c:pt idx="613">
                  <c:v>0.61299999999999999</c:v>
                </c:pt>
                <c:pt idx="614">
                  <c:v>0.61399999999999999</c:v>
                </c:pt>
                <c:pt idx="615">
                  <c:v>0.61499999999999999</c:v>
                </c:pt>
                <c:pt idx="616">
                  <c:v>0.61599999999999999</c:v>
                </c:pt>
                <c:pt idx="617">
                  <c:v>0.61699999999999999</c:v>
                </c:pt>
                <c:pt idx="618">
                  <c:v>0.61799999999999999</c:v>
                </c:pt>
                <c:pt idx="619">
                  <c:v>0.61899999999999999</c:v>
                </c:pt>
                <c:pt idx="620">
                  <c:v>0.62</c:v>
                </c:pt>
                <c:pt idx="621">
                  <c:v>0.621</c:v>
                </c:pt>
                <c:pt idx="622">
                  <c:v>0.622</c:v>
                </c:pt>
                <c:pt idx="623">
                  <c:v>0.623</c:v>
                </c:pt>
                <c:pt idx="624">
                  <c:v>0.624</c:v>
                </c:pt>
                <c:pt idx="625">
                  <c:v>0.625</c:v>
                </c:pt>
                <c:pt idx="626">
                  <c:v>0.626</c:v>
                </c:pt>
                <c:pt idx="627">
                  <c:v>0.627</c:v>
                </c:pt>
                <c:pt idx="628">
                  <c:v>0.628</c:v>
                </c:pt>
                <c:pt idx="629">
                  <c:v>0.629</c:v>
                </c:pt>
                <c:pt idx="630">
                  <c:v>0.63</c:v>
                </c:pt>
                <c:pt idx="631">
                  <c:v>0.63100000000000001</c:v>
                </c:pt>
                <c:pt idx="632">
                  <c:v>0.63200000000000001</c:v>
                </c:pt>
                <c:pt idx="633">
                  <c:v>0.63300000000000001</c:v>
                </c:pt>
                <c:pt idx="634">
                  <c:v>0.63400000000000001</c:v>
                </c:pt>
                <c:pt idx="635">
                  <c:v>0.63500000000000001</c:v>
                </c:pt>
                <c:pt idx="636">
                  <c:v>0.63600000000000001</c:v>
                </c:pt>
                <c:pt idx="637">
                  <c:v>0.63700000000000001</c:v>
                </c:pt>
                <c:pt idx="638">
                  <c:v>0.63800000000000001</c:v>
                </c:pt>
                <c:pt idx="639">
                  <c:v>0.63900000000000001</c:v>
                </c:pt>
                <c:pt idx="640">
                  <c:v>0.64</c:v>
                </c:pt>
                <c:pt idx="641">
                  <c:v>0.64100000000000001</c:v>
                </c:pt>
                <c:pt idx="642">
                  <c:v>0.64200000000000002</c:v>
                </c:pt>
                <c:pt idx="643">
                  <c:v>0.64300000000000002</c:v>
                </c:pt>
                <c:pt idx="644">
                  <c:v>0.64400000000000002</c:v>
                </c:pt>
                <c:pt idx="645">
                  <c:v>0.64500000000000002</c:v>
                </c:pt>
                <c:pt idx="646">
                  <c:v>0.64600000000000002</c:v>
                </c:pt>
                <c:pt idx="647">
                  <c:v>0.64700000000000002</c:v>
                </c:pt>
                <c:pt idx="648">
                  <c:v>0.64800000000000002</c:v>
                </c:pt>
                <c:pt idx="649">
                  <c:v>0.64900000000000002</c:v>
                </c:pt>
                <c:pt idx="650">
                  <c:v>0.65</c:v>
                </c:pt>
                <c:pt idx="651">
                  <c:v>0.65100000000000002</c:v>
                </c:pt>
                <c:pt idx="652">
                  <c:v>0.65200000000000002</c:v>
                </c:pt>
                <c:pt idx="653">
                  <c:v>0.65300000000000002</c:v>
                </c:pt>
                <c:pt idx="654">
                  <c:v>0.65400000000000003</c:v>
                </c:pt>
                <c:pt idx="655">
                  <c:v>0.65500000000000003</c:v>
                </c:pt>
                <c:pt idx="656">
                  <c:v>0.65600000000000003</c:v>
                </c:pt>
                <c:pt idx="657">
                  <c:v>0.65700000000000003</c:v>
                </c:pt>
                <c:pt idx="658">
                  <c:v>0.65800000000000003</c:v>
                </c:pt>
                <c:pt idx="659">
                  <c:v>0.65900000000000003</c:v>
                </c:pt>
                <c:pt idx="660">
                  <c:v>0.66</c:v>
                </c:pt>
                <c:pt idx="661">
                  <c:v>0.66100000000000003</c:v>
                </c:pt>
                <c:pt idx="662">
                  <c:v>0.66200000000000003</c:v>
                </c:pt>
                <c:pt idx="663">
                  <c:v>0.66300000000000003</c:v>
                </c:pt>
                <c:pt idx="664">
                  <c:v>0.66400000000000003</c:v>
                </c:pt>
                <c:pt idx="665">
                  <c:v>0.66500000000000004</c:v>
                </c:pt>
                <c:pt idx="666">
                  <c:v>0.66600000000000004</c:v>
                </c:pt>
                <c:pt idx="667">
                  <c:v>0.66700000000000004</c:v>
                </c:pt>
                <c:pt idx="668">
                  <c:v>0.66800000000000004</c:v>
                </c:pt>
                <c:pt idx="669">
                  <c:v>0.66900000000000004</c:v>
                </c:pt>
                <c:pt idx="670">
                  <c:v>0.67</c:v>
                </c:pt>
                <c:pt idx="671">
                  <c:v>0.67100000000000004</c:v>
                </c:pt>
                <c:pt idx="672">
                  <c:v>0.67200000000000004</c:v>
                </c:pt>
                <c:pt idx="673">
                  <c:v>0.67300000000000004</c:v>
                </c:pt>
                <c:pt idx="674">
                  <c:v>0.67400000000000004</c:v>
                </c:pt>
                <c:pt idx="675">
                  <c:v>0.67500000000000004</c:v>
                </c:pt>
                <c:pt idx="676">
                  <c:v>0.67600000000000005</c:v>
                </c:pt>
                <c:pt idx="677">
                  <c:v>0.67700000000000005</c:v>
                </c:pt>
                <c:pt idx="678">
                  <c:v>0.67800000000000005</c:v>
                </c:pt>
                <c:pt idx="679">
                  <c:v>0.67900000000000005</c:v>
                </c:pt>
                <c:pt idx="680">
                  <c:v>0.68</c:v>
                </c:pt>
                <c:pt idx="681">
                  <c:v>0.68100000000000005</c:v>
                </c:pt>
                <c:pt idx="682">
                  <c:v>0.68200000000000005</c:v>
                </c:pt>
                <c:pt idx="683">
                  <c:v>0.68300000000000005</c:v>
                </c:pt>
                <c:pt idx="684">
                  <c:v>0.68400000000000005</c:v>
                </c:pt>
                <c:pt idx="685">
                  <c:v>0.68500000000000005</c:v>
                </c:pt>
                <c:pt idx="686">
                  <c:v>0.68600000000000005</c:v>
                </c:pt>
                <c:pt idx="687">
                  <c:v>0.68700000000000006</c:v>
                </c:pt>
                <c:pt idx="688">
                  <c:v>0.68800000000000006</c:v>
                </c:pt>
                <c:pt idx="689">
                  <c:v>0.68900000000000006</c:v>
                </c:pt>
                <c:pt idx="690">
                  <c:v>0.69000000000000006</c:v>
                </c:pt>
                <c:pt idx="691">
                  <c:v>0.69100000000000006</c:v>
                </c:pt>
                <c:pt idx="692">
                  <c:v>0.69200000000000006</c:v>
                </c:pt>
                <c:pt idx="693">
                  <c:v>0.69300000000000006</c:v>
                </c:pt>
                <c:pt idx="694">
                  <c:v>0.69400000000000006</c:v>
                </c:pt>
                <c:pt idx="695">
                  <c:v>0.69500000000000006</c:v>
                </c:pt>
                <c:pt idx="696">
                  <c:v>0.69600000000000006</c:v>
                </c:pt>
                <c:pt idx="697">
                  <c:v>0.69700000000000006</c:v>
                </c:pt>
                <c:pt idx="698">
                  <c:v>0.69800000000000006</c:v>
                </c:pt>
                <c:pt idx="699">
                  <c:v>0.69900000000000007</c:v>
                </c:pt>
                <c:pt idx="700">
                  <c:v>0.70000000000000007</c:v>
                </c:pt>
                <c:pt idx="701">
                  <c:v>0.70100000000000007</c:v>
                </c:pt>
                <c:pt idx="702">
                  <c:v>0.70200000000000007</c:v>
                </c:pt>
                <c:pt idx="703">
                  <c:v>0.70300000000000007</c:v>
                </c:pt>
                <c:pt idx="704">
                  <c:v>0.70399999999999996</c:v>
                </c:pt>
                <c:pt idx="705">
                  <c:v>0.70499999999999996</c:v>
                </c:pt>
                <c:pt idx="706">
                  <c:v>0.70599999999999996</c:v>
                </c:pt>
                <c:pt idx="707">
                  <c:v>0.70699999999999996</c:v>
                </c:pt>
                <c:pt idx="708">
                  <c:v>0.70799999999999996</c:v>
                </c:pt>
                <c:pt idx="709">
                  <c:v>0.70899999999999996</c:v>
                </c:pt>
                <c:pt idx="710">
                  <c:v>0.71</c:v>
                </c:pt>
                <c:pt idx="711">
                  <c:v>0.71099999999999997</c:v>
                </c:pt>
                <c:pt idx="712">
                  <c:v>0.71199999999999997</c:v>
                </c:pt>
                <c:pt idx="713">
                  <c:v>0.71299999999999997</c:v>
                </c:pt>
                <c:pt idx="714">
                  <c:v>0.71399999999999997</c:v>
                </c:pt>
                <c:pt idx="715">
                  <c:v>0.71499999999999997</c:v>
                </c:pt>
                <c:pt idx="716">
                  <c:v>0.71599999999999997</c:v>
                </c:pt>
                <c:pt idx="717">
                  <c:v>0.71699999999999997</c:v>
                </c:pt>
                <c:pt idx="718">
                  <c:v>0.71799999999999997</c:v>
                </c:pt>
                <c:pt idx="719">
                  <c:v>0.71899999999999997</c:v>
                </c:pt>
                <c:pt idx="720">
                  <c:v>0.72</c:v>
                </c:pt>
                <c:pt idx="721">
                  <c:v>0.72099999999999997</c:v>
                </c:pt>
                <c:pt idx="722">
                  <c:v>0.72199999999999998</c:v>
                </c:pt>
                <c:pt idx="723">
                  <c:v>0.72299999999999998</c:v>
                </c:pt>
                <c:pt idx="724">
                  <c:v>0.72399999999999998</c:v>
                </c:pt>
                <c:pt idx="725">
                  <c:v>0.72499999999999998</c:v>
                </c:pt>
                <c:pt idx="726">
                  <c:v>0.72599999999999998</c:v>
                </c:pt>
                <c:pt idx="727">
                  <c:v>0.72699999999999998</c:v>
                </c:pt>
                <c:pt idx="728">
                  <c:v>0.72799999999999998</c:v>
                </c:pt>
                <c:pt idx="729">
                  <c:v>0.72899999999999998</c:v>
                </c:pt>
                <c:pt idx="730">
                  <c:v>0.73</c:v>
                </c:pt>
                <c:pt idx="731">
                  <c:v>0.73099999999999998</c:v>
                </c:pt>
                <c:pt idx="732">
                  <c:v>0.73199999999999998</c:v>
                </c:pt>
                <c:pt idx="733">
                  <c:v>0.73299999999999998</c:v>
                </c:pt>
                <c:pt idx="734">
                  <c:v>0.73399999999999999</c:v>
                </c:pt>
                <c:pt idx="735">
                  <c:v>0.73499999999999999</c:v>
                </c:pt>
                <c:pt idx="736">
                  <c:v>0.73599999999999999</c:v>
                </c:pt>
                <c:pt idx="737">
                  <c:v>0.73699999999999999</c:v>
                </c:pt>
                <c:pt idx="738">
                  <c:v>0.73799999999999999</c:v>
                </c:pt>
                <c:pt idx="739">
                  <c:v>0.73899999999999999</c:v>
                </c:pt>
                <c:pt idx="740">
                  <c:v>0.74</c:v>
                </c:pt>
                <c:pt idx="741">
                  <c:v>0.74099999999999999</c:v>
                </c:pt>
                <c:pt idx="742">
                  <c:v>0.74199999999999999</c:v>
                </c:pt>
                <c:pt idx="743">
                  <c:v>0.74299999999999999</c:v>
                </c:pt>
                <c:pt idx="744">
                  <c:v>0.74399999999999999</c:v>
                </c:pt>
                <c:pt idx="745">
                  <c:v>0.745</c:v>
                </c:pt>
                <c:pt idx="746">
                  <c:v>0.746</c:v>
                </c:pt>
                <c:pt idx="747">
                  <c:v>0.747</c:v>
                </c:pt>
                <c:pt idx="748">
                  <c:v>0.748</c:v>
                </c:pt>
                <c:pt idx="749">
                  <c:v>0.749</c:v>
                </c:pt>
                <c:pt idx="750">
                  <c:v>0.75</c:v>
                </c:pt>
                <c:pt idx="751">
                  <c:v>0.751</c:v>
                </c:pt>
                <c:pt idx="752">
                  <c:v>0.752</c:v>
                </c:pt>
                <c:pt idx="753">
                  <c:v>0.753</c:v>
                </c:pt>
                <c:pt idx="754">
                  <c:v>0.754</c:v>
                </c:pt>
                <c:pt idx="755">
                  <c:v>0.755</c:v>
                </c:pt>
                <c:pt idx="756">
                  <c:v>0.75600000000000001</c:v>
                </c:pt>
                <c:pt idx="757">
                  <c:v>0.75700000000000001</c:v>
                </c:pt>
                <c:pt idx="758">
                  <c:v>0.75800000000000001</c:v>
                </c:pt>
                <c:pt idx="759">
                  <c:v>0.75900000000000001</c:v>
                </c:pt>
                <c:pt idx="760">
                  <c:v>0.76</c:v>
                </c:pt>
                <c:pt idx="761">
                  <c:v>0.76100000000000001</c:v>
                </c:pt>
                <c:pt idx="762">
                  <c:v>0.76200000000000001</c:v>
                </c:pt>
                <c:pt idx="763">
                  <c:v>0.76300000000000001</c:v>
                </c:pt>
                <c:pt idx="764">
                  <c:v>0.76400000000000001</c:v>
                </c:pt>
                <c:pt idx="765">
                  <c:v>0.76500000000000001</c:v>
                </c:pt>
                <c:pt idx="766">
                  <c:v>0.76600000000000001</c:v>
                </c:pt>
                <c:pt idx="767">
                  <c:v>0.76700000000000002</c:v>
                </c:pt>
                <c:pt idx="768">
                  <c:v>0.76800000000000002</c:v>
                </c:pt>
                <c:pt idx="769">
                  <c:v>0.76900000000000002</c:v>
                </c:pt>
                <c:pt idx="770">
                  <c:v>0.77</c:v>
                </c:pt>
                <c:pt idx="771">
                  <c:v>0.77100000000000002</c:v>
                </c:pt>
                <c:pt idx="772">
                  <c:v>0.77200000000000002</c:v>
                </c:pt>
                <c:pt idx="773">
                  <c:v>0.77300000000000002</c:v>
                </c:pt>
                <c:pt idx="774">
                  <c:v>0.77400000000000002</c:v>
                </c:pt>
                <c:pt idx="775">
                  <c:v>0.77500000000000002</c:v>
                </c:pt>
                <c:pt idx="776">
                  <c:v>0.77600000000000002</c:v>
                </c:pt>
                <c:pt idx="777">
                  <c:v>0.77700000000000002</c:v>
                </c:pt>
                <c:pt idx="778">
                  <c:v>0.77800000000000002</c:v>
                </c:pt>
                <c:pt idx="779">
                  <c:v>0.77900000000000003</c:v>
                </c:pt>
                <c:pt idx="780">
                  <c:v>0.78</c:v>
                </c:pt>
                <c:pt idx="781">
                  <c:v>0.78100000000000003</c:v>
                </c:pt>
                <c:pt idx="782">
                  <c:v>0.78200000000000003</c:v>
                </c:pt>
                <c:pt idx="783">
                  <c:v>0.78300000000000003</c:v>
                </c:pt>
                <c:pt idx="784">
                  <c:v>0.78400000000000003</c:v>
                </c:pt>
                <c:pt idx="785">
                  <c:v>0.78500000000000003</c:v>
                </c:pt>
                <c:pt idx="786">
                  <c:v>0.78600000000000003</c:v>
                </c:pt>
                <c:pt idx="787">
                  <c:v>0.78700000000000003</c:v>
                </c:pt>
                <c:pt idx="788">
                  <c:v>0.78800000000000003</c:v>
                </c:pt>
                <c:pt idx="789">
                  <c:v>0.78900000000000003</c:v>
                </c:pt>
                <c:pt idx="790">
                  <c:v>0.79</c:v>
                </c:pt>
                <c:pt idx="791">
                  <c:v>0.79100000000000004</c:v>
                </c:pt>
                <c:pt idx="792">
                  <c:v>0.79200000000000004</c:v>
                </c:pt>
                <c:pt idx="793">
                  <c:v>0.79300000000000004</c:v>
                </c:pt>
                <c:pt idx="794">
                  <c:v>0.79400000000000004</c:v>
                </c:pt>
                <c:pt idx="795">
                  <c:v>0.79500000000000004</c:v>
                </c:pt>
                <c:pt idx="796">
                  <c:v>0.79600000000000004</c:v>
                </c:pt>
                <c:pt idx="797">
                  <c:v>0.79700000000000004</c:v>
                </c:pt>
                <c:pt idx="798">
                  <c:v>0.79800000000000004</c:v>
                </c:pt>
                <c:pt idx="799">
                  <c:v>0.79900000000000004</c:v>
                </c:pt>
                <c:pt idx="800">
                  <c:v>0.8</c:v>
                </c:pt>
                <c:pt idx="801">
                  <c:v>0.80100000000000005</c:v>
                </c:pt>
                <c:pt idx="802">
                  <c:v>0.80200000000000005</c:v>
                </c:pt>
                <c:pt idx="803">
                  <c:v>0.80300000000000005</c:v>
                </c:pt>
                <c:pt idx="804">
                  <c:v>0.80400000000000005</c:v>
                </c:pt>
                <c:pt idx="805">
                  <c:v>0.80500000000000005</c:v>
                </c:pt>
                <c:pt idx="806">
                  <c:v>0.80600000000000005</c:v>
                </c:pt>
                <c:pt idx="807">
                  <c:v>0.80700000000000005</c:v>
                </c:pt>
                <c:pt idx="808">
                  <c:v>0.80800000000000005</c:v>
                </c:pt>
                <c:pt idx="809">
                  <c:v>0.80900000000000005</c:v>
                </c:pt>
                <c:pt idx="810">
                  <c:v>0.81</c:v>
                </c:pt>
                <c:pt idx="811">
                  <c:v>0.81100000000000005</c:v>
                </c:pt>
                <c:pt idx="812">
                  <c:v>0.81200000000000006</c:v>
                </c:pt>
                <c:pt idx="813">
                  <c:v>0.81300000000000006</c:v>
                </c:pt>
                <c:pt idx="814">
                  <c:v>0.81400000000000006</c:v>
                </c:pt>
                <c:pt idx="815">
                  <c:v>0.81500000000000006</c:v>
                </c:pt>
                <c:pt idx="816">
                  <c:v>0.81600000000000006</c:v>
                </c:pt>
                <c:pt idx="817">
                  <c:v>0.81700000000000006</c:v>
                </c:pt>
                <c:pt idx="818">
                  <c:v>0.81800000000000006</c:v>
                </c:pt>
                <c:pt idx="819">
                  <c:v>0.81900000000000006</c:v>
                </c:pt>
                <c:pt idx="820">
                  <c:v>0.82000000000000006</c:v>
                </c:pt>
                <c:pt idx="821">
                  <c:v>0.82100000000000006</c:v>
                </c:pt>
                <c:pt idx="822">
                  <c:v>0.82200000000000006</c:v>
                </c:pt>
                <c:pt idx="823">
                  <c:v>0.82300000000000006</c:v>
                </c:pt>
                <c:pt idx="824">
                  <c:v>0.82400000000000007</c:v>
                </c:pt>
                <c:pt idx="825">
                  <c:v>0.82500000000000007</c:v>
                </c:pt>
                <c:pt idx="826">
                  <c:v>0.82600000000000007</c:v>
                </c:pt>
                <c:pt idx="827">
                  <c:v>0.82700000000000007</c:v>
                </c:pt>
                <c:pt idx="828">
                  <c:v>0.82800000000000007</c:v>
                </c:pt>
                <c:pt idx="829">
                  <c:v>0.82900000000000007</c:v>
                </c:pt>
                <c:pt idx="830">
                  <c:v>0.83000000000000007</c:v>
                </c:pt>
                <c:pt idx="831">
                  <c:v>0.83100000000000007</c:v>
                </c:pt>
                <c:pt idx="832">
                  <c:v>0.83200000000000007</c:v>
                </c:pt>
                <c:pt idx="833">
                  <c:v>0.83299999999999996</c:v>
                </c:pt>
                <c:pt idx="834">
                  <c:v>0.83399999999999996</c:v>
                </c:pt>
                <c:pt idx="835">
                  <c:v>0.83499999999999996</c:v>
                </c:pt>
                <c:pt idx="836">
                  <c:v>0.83599999999999997</c:v>
                </c:pt>
                <c:pt idx="837">
                  <c:v>0.83699999999999997</c:v>
                </c:pt>
                <c:pt idx="838">
                  <c:v>0.83799999999999997</c:v>
                </c:pt>
                <c:pt idx="839">
                  <c:v>0.83899999999999997</c:v>
                </c:pt>
                <c:pt idx="840">
                  <c:v>0.84</c:v>
                </c:pt>
                <c:pt idx="841">
                  <c:v>0.84099999999999997</c:v>
                </c:pt>
                <c:pt idx="842">
                  <c:v>0.84199999999999997</c:v>
                </c:pt>
                <c:pt idx="843">
                  <c:v>0.84299999999999997</c:v>
                </c:pt>
                <c:pt idx="844">
                  <c:v>0.84399999999999997</c:v>
                </c:pt>
                <c:pt idx="845">
                  <c:v>0.84499999999999997</c:v>
                </c:pt>
                <c:pt idx="846">
                  <c:v>0.84599999999999997</c:v>
                </c:pt>
                <c:pt idx="847">
                  <c:v>0.84699999999999998</c:v>
                </c:pt>
                <c:pt idx="848">
                  <c:v>0.84799999999999998</c:v>
                </c:pt>
                <c:pt idx="849">
                  <c:v>0.84899999999999998</c:v>
                </c:pt>
                <c:pt idx="850">
                  <c:v>0.85</c:v>
                </c:pt>
                <c:pt idx="851">
                  <c:v>0.85099999999999998</c:v>
                </c:pt>
                <c:pt idx="852">
                  <c:v>0.85199999999999998</c:v>
                </c:pt>
                <c:pt idx="853">
                  <c:v>0.85299999999999998</c:v>
                </c:pt>
                <c:pt idx="854">
                  <c:v>0.85399999999999998</c:v>
                </c:pt>
                <c:pt idx="855">
                  <c:v>0.85499999999999998</c:v>
                </c:pt>
                <c:pt idx="856">
                  <c:v>0.85599999999999998</c:v>
                </c:pt>
                <c:pt idx="857">
                  <c:v>0.85699999999999998</c:v>
                </c:pt>
                <c:pt idx="858">
                  <c:v>0.85799999999999998</c:v>
                </c:pt>
                <c:pt idx="859">
                  <c:v>0.85899999999999999</c:v>
                </c:pt>
                <c:pt idx="860">
                  <c:v>0.86</c:v>
                </c:pt>
                <c:pt idx="861">
                  <c:v>0.86099999999999999</c:v>
                </c:pt>
                <c:pt idx="862">
                  <c:v>0.86199999999999999</c:v>
                </c:pt>
                <c:pt idx="863">
                  <c:v>0.86299999999999999</c:v>
                </c:pt>
                <c:pt idx="864">
                  <c:v>0.86399999999999999</c:v>
                </c:pt>
                <c:pt idx="865">
                  <c:v>0.86499999999999999</c:v>
                </c:pt>
                <c:pt idx="866">
                  <c:v>0.86599999999999999</c:v>
                </c:pt>
                <c:pt idx="867">
                  <c:v>0.86699999999999999</c:v>
                </c:pt>
                <c:pt idx="868">
                  <c:v>0.86799999999999999</c:v>
                </c:pt>
                <c:pt idx="869">
                  <c:v>0.86899999999999999</c:v>
                </c:pt>
                <c:pt idx="870">
                  <c:v>0.87</c:v>
                </c:pt>
                <c:pt idx="871">
                  <c:v>0.871</c:v>
                </c:pt>
                <c:pt idx="872">
                  <c:v>0.872</c:v>
                </c:pt>
                <c:pt idx="873">
                  <c:v>0.873</c:v>
                </c:pt>
                <c:pt idx="874">
                  <c:v>0.874</c:v>
                </c:pt>
                <c:pt idx="875">
                  <c:v>0.875</c:v>
                </c:pt>
                <c:pt idx="876">
                  <c:v>0.876</c:v>
                </c:pt>
                <c:pt idx="877">
                  <c:v>0.877</c:v>
                </c:pt>
                <c:pt idx="878">
                  <c:v>0.878</c:v>
                </c:pt>
                <c:pt idx="879">
                  <c:v>0.879</c:v>
                </c:pt>
                <c:pt idx="880">
                  <c:v>0.88</c:v>
                </c:pt>
                <c:pt idx="881">
                  <c:v>0.88100000000000001</c:v>
                </c:pt>
                <c:pt idx="882">
                  <c:v>0.88200000000000001</c:v>
                </c:pt>
                <c:pt idx="883">
                  <c:v>0.88300000000000001</c:v>
                </c:pt>
                <c:pt idx="884">
                  <c:v>0.88400000000000001</c:v>
                </c:pt>
                <c:pt idx="885">
                  <c:v>0.88500000000000001</c:v>
                </c:pt>
                <c:pt idx="886">
                  <c:v>0.88600000000000001</c:v>
                </c:pt>
                <c:pt idx="887">
                  <c:v>0.88700000000000001</c:v>
                </c:pt>
                <c:pt idx="888">
                  <c:v>0.88800000000000001</c:v>
                </c:pt>
                <c:pt idx="889">
                  <c:v>0.88900000000000001</c:v>
                </c:pt>
                <c:pt idx="890">
                  <c:v>0.89</c:v>
                </c:pt>
                <c:pt idx="891">
                  <c:v>0.89100000000000001</c:v>
                </c:pt>
                <c:pt idx="892">
                  <c:v>0.89200000000000002</c:v>
                </c:pt>
                <c:pt idx="893">
                  <c:v>0.89300000000000002</c:v>
                </c:pt>
                <c:pt idx="894">
                  <c:v>0.89400000000000002</c:v>
                </c:pt>
                <c:pt idx="895">
                  <c:v>0.89500000000000002</c:v>
                </c:pt>
                <c:pt idx="896">
                  <c:v>0.89600000000000002</c:v>
                </c:pt>
                <c:pt idx="897">
                  <c:v>0.89700000000000002</c:v>
                </c:pt>
                <c:pt idx="898">
                  <c:v>0.89800000000000002</c:v>
                </c:pt>
                <c:pt idx="899">
                  <c:v>0.89900000000000002</c:v>
                </c:pt>
                <c:pt idx="900">
                  <c:v>0.9</c:v>
                </c:pt>
                <c:pt idx="901">
                  <c:v>0.90100000000000002</c:v>
                </c:pt>
                <c:pt idx="902">
                  <c:v>0.90200000000000002</c:v>
                </c:pt>
                <c:pt idx="903">
                  <c:v>0.90300000000000002</c:v>
                </c:pt>
                <c:pt idx="904">
                  <c:v>0.90400000000000003</c:v>
                </c:pt>
                <c:pt idx="905">
                  <c:v>0.90500000000000003</c:v>
                </c:pt>
                <c:pt idx="906">
                  <c:v>0.90600000000000003</c:v>
                </c:pt>
                <c:pt idx="907">
                  <c:v>0.90700000000000003</c:v>
                </c:pt>
                <c:pt idx="908">
                  <c:v>0.90800000000000003</c:v>
                </c:pt>
                <c:pt idx="909">
                  <c:v>0.90900000000000003</c:v>
                </c:pt>
                <c:pt idx="910">
                  <c:v>0.91</c:v>
                </c:pt>
                <c:pt idx="911">
                  <c:v>0.91100000000000003</c:v>
                </c:pt>
                <c:pt idx="912">
                  <c:v>0.91200000000000003</c:v>
                </c:pt>
                <c:pt idx="913">
                  <c:v>0.91300000000000003</c:v>
                </c:pt>
                <c:pt idx="914">
                  <c:v>0.91400000000000003</c:v>
                </c:pt>
                <c:pt idx="915">
                  <c:v>0.91500000000000004</c:v>
                </c:pt>
                <c:pt idx="916">
                  <c:v>0.91600000000000004</c:v>
                </c:pt>
                <c:pt idx="917">
                  <c:v>0.91700000000000004</c:v>
                </c:pt>
                <c:pt idx="918">
                  <c:v>0.91800000000000004</c:v>
                </c:pt>
                <c:pt idx="919">
                  <c:v>0.91900000000000004</c:v>
                </c:pt>
                <c:pt idx="920">
                  <c:v>0.92</c:v>
                </c:pt>
                <c:pt idx="921">
                  <c:v>0.92100000000000004</c:v>
                </c:pt>
                <c:pt idx="922">
                  <c:v>0.92200000000000004</c:v>
                </c:pt>
                <c:pt idx="923">
                  <c:v>0.92300000000000004</c:v>
                </c:pt>
                <c:pt idx="924">
                  <c:v>0.92400000000000004</c:v>
                </c:pt>
                <c:pt idx="925">
                  <c:v>0.92500000000000004</c:v>
                </c:pt>
                <c:pt idx="926">
                  <c:v>0.92600000000000005</c:v>
                </c:pt>
                <c:pt idx="927">
                  <c:v>0.92700000000000005</c:v>
                </c:pt>
                <c:pt idx="928">
                  <c:v>0.92800000000000005</c:v>
                </c:pt>
                <c:pt idx="929">
                  <c:v>0.92900000000000005</c:v>
                </c:pt>
                <c:pt idx="930">
                  <c:v>0.93</c:v>
                </c:pt>
                <c:pt idx="931">
                  <c:v>0.93100000000000005</c:v>
                </c:pt>
                <c:pt idx="932">
                  <c:v>0.93200000000000005</c:v>
                </c:pt>
                <c:pt idx="933">
                  <c:v>0.93300000000000005</c:v>
                </c:pt>
                <c:pt idx="934">
                  <c:v>0.93400000000000005</c:v>
                </c:pt>
                <c:pt idx="935">
                  <c:v>0.93500000000000005</c:v>
                </c:pt>
                <c:pt idx="936">
                  <c:v>0.93600000000000005</c:v>
                </c:pt>
                <c:pt idx="937">
                  <c:v>0.93700000000000006</c:v>
                </c:pt>
                <c:pt idx="938">
                  <c:v>0.93800000000000006</c:v>
                </c:pt>
                <c:pt idx="939">
                  <c:v>0.93900000000000006</c:v>
                </c:pt>
                <c:pt idx="940">
                  <c:v>0.94000000000000006</c:v>
                </c:pt>
                <c:pt idx="941">
                  <c:v>0.94100000000000006</c:v>
                </c:pt>
                <c:pt idx="942">
                  <c:v>0.94200000000000006</c:v>
                </c:pt>
                <c:pt idx="943">
                  <c:v>0.94300000000000006</c:v>
                </c:pt>
                <c:pt idx="944">
                  <c:v>0.94400000000000006</c:v>
                </c:pt>
                <c:pt idx="945">
                  <c:v>0.94500000000000006</c:v>
                </c:pt>
                <c:pt idx="946">
                  <c:v>0.94600000000000006</c:v>
                </c:pt>
                <c:pt idx="947">
                  <c:v>0.94700000000000006</c:v>
                </c:pt>
                <c:pt idx="948">
                  <c:v>0.94800000000000006</c:v>
                </c:pt>
                <c:pt idx="949">
                  <c:v>0.94900000000000007</c:v>
                </c:pt>
                <c:pt idx="950">
                  <c:v>0.95000000000000007</c:v>
                </c:pt>
                <c:pt idx="951">
                  <c:v>0.95100000000000007</c:v>
                </c:pt>
                <c:pt idx="952">
                  <c:v>0.95200000000000007</c:v>
                </c:pt>
                <c:pt idx="953">
                  <c:v>0.95300000000000007</c:v>
                </c:pt>
                <c:pt idx="954">
                  <c:v>0.95400000000000007</c:v>
                </c:pt>
                <c:pt idx="955">
                  <c:v>0.95500000000000007</c:v>
                </c:pt>
                <c:pt idx="956">
                  <c:v>0.95600000000000007</c:v>
                </c:pt>
                <c:pt idx="957">
                  <c:v>0.95700000000000007</c:v>
                </c:pt>
                <c:pt idx="958">
                  <c:v>0.95800000000000007</c:v>
                </c:pt>
                <c:pt idx="959">
                  <c:v>0.95900000000000007</c:v>
                </c:pt>
                <c:pt idx="960">
                  <c:v>0.96</c:v>
                </c:pt>
                <c:pt idx="961">
                  <c:v>0.96099999999999997</c:v>
                </c:pt>
                <c:pt idx="962">
                  <c:v>0.96199999999999997</c:v>
                </c:pt>
                <c:pt idx="963">
                  <c:v>0.96299999999999997</c:v>
                </c:pt>
                <c:pt idx="964">
                  <c:v>0.96399999999999997</c:v>
                </c:pt>
                <c:pt idx="965">
                  <c:v>0.96499999999999997</c:v>
                </c:pt>
                <c:pt idx="966">
                  <c:v>0.96599999999999997</c:v>
                </c:pt>
                <c:pt idx="967">
                  <c:v>0.96699999999999997</c:v>
                </c:pt>
                <c:pt idx="968">
                  <c:v>0.96799999999999997</c:v>
                </c:pt>
                <c:pt idx="969">
                  <c:v>0.96899999999999997</c:v>
                </c:pt>
                <c:pt idx="970">
                  <c:v>0.97</c:v>
                </c:pt>
                <c:pt idx="971">
                  <c:v>0.97099999999999997</c:v>
                </c:pt>
                <c:pt idx="972">
                  <c:v>0.97199999999999998</c:v>
                </c:pt>
                <c:pt idx="973">
                  <c:v>0.97299999999999998</c:v>
                </c:pt>
                <c:pt idx="974">
                  <c:v>0.97399999999999998</c:v>
                </c:pt>
                <c:pt idx="975">
                  <c:v>0.97499999999999998</c:v>
                </c:pt>
                <c:pt idx="976">
                  <c:v>0.97599999999999998</c:v>
                </c:pt>
                <c:pt idx="977">
                  <c:v>0.97699999999999998</c:v>
                </c:pt>
                <c:pt idx="978">
                  <c:v>0.97799999999999998</c:v>
                </c:pt>
                <c:pt idx="979">
                  <c:v>0.97899999999999998</c:v>
                </c:pt>
                <c:pt idx="980">
                  <c:v>0.98</c:v>
                </c:pt>
                <c:pt idx="981">
                  <c:v>0.98099999999999998</c:v>
                </c:pt>
                <c:pt idx="982">
                  <c:v>0.98199999999999998</c:v>
                </c:pt>
                <c:pt idx="983">
                  <c:v>0.98299999999999998</c:v>
                </c:pt>
                <c:pt idx="984">
                  <c:v>0.98399999999999999</c:v>
                </c:pt>
                <c:pt idx="985">
                  <c:v>0.98499999999999999</c:v>
                </c:pt>
                <c:pt idx="986">
                  <c:v>0.98599999999999999</c:v>
                </c:pt>
                <c:pt idx="987">
                  <c:v>0.98699999999999999</c:v>
                </c:pt>
                <c:pt idx="988">
                  <c:v>0.98799999999999999</c:v>
                </c:pt>
                <c:pt idx="989">
                  <c:v>0.98899999999999999</c:v>
                </c:pt>
                <c:pt idx="990">
                  <c:v>0.99</c:v>
                </c:pt>
                <c:pt idx="991">
                  <c:v>0.99099999999999999</c:v>
                </c:pt>
                <c:pt idx="992">
                  <c:v>0.99199999999999999</c:v>
                </c:pt>
                <c:pt idx="993">
                  <c:v>0.99299999999999999</c:v>
                </c:pt>
                <c:pt idx="994">
                  <c:v>0.99399999999999999</c:v>
                </c:pt>
                <c:pt idx="995">
                  <c:v>0.995</c:v>
                </c:pt>
                <c:pt idx="996">
                  <c:v>0.996</c:v>
                </c:pt>
                <c:pt idx="997">
                  <c:v>0.997</c:v>
                </c:pt>
                <c:pt idx="998">
                  <c:v>0.998</c:v>
                </c:pt>
                <c:pt idx="999">
                  <c:v>0.999</c:v>
                </c:pt>
                <c:pt idx="1000">
                  <c:v>1</c:v>
                </c:pt>
              </c:numCache>
            </c:numRef>
          </c:xVal>
          <c:yVal>
            <c:numRef>
              <c:f>Sheet2!$D$2:$D$1002</c:f>
              <c:numCache>
                <c:formatCode>General</c:formatCode>
                <c:ptCount val="1001"/>
                <c:pt idx="0">
                  <c:v>1.1913141008122973E-5</c:v>
                </c:pt>
                <c:pt idx="1">
                  <c:v>1.24652927154433E-5</c:v>
                </c:pt>
                <c:pt idx="2">
                  <c:v>1.3041852629072559E-5</c:v>
                </c:pt>
                <c:pt idx="3">
                  <c:v>1.3643842701763781E-5</c:v>
                </c:pt>
                <c:pt idx="4">
                  <c:v>1.4272325027233431E-5</c:v>
                </c:pt>
                <c:pt idx="5">
                  <c:v>1.4928403298804427E-5</c:v>
                </c:pt>
                <c:pt idx="6">
                  <c:v>1.5613224316009548E-5</c:v>
                </c:pt>
                <c:pt idx="7">
                  <c:v>1.6327979540525933E-5</c:v>
                </c:pt>
                <c:pt idx="8">
                  <c:v>1.7073906702842595E-5</c:v>
                </c:pt>
                <c:pt idx="9">
                  <c:v>1.7852291461093407E-5</c:v>
                </c:pt>
                <c:pt idx="10">
                  <c:v>1.8664469113520537E-5</c:v>
                </c:pt>
                <c:pt idx="11">
                  <c:v>1.9511826366065742E-5</c:v>
                </c:pt>
                <c:pt idx="12">
                  <c:v>2.03958031566181E-5</c:v>
                </c:pt>
                <c:pt idx="13">
                  <c:v>2.1317894537481357E-5</c:v>
                </c:pt>
                <c:pt idx="14">
                  <c:v>2.2279652617656193E-5</c:v>
                </c:pt>
                <c:pt idx="15">
                  <c:v>2.3282688566565932E-5</c:v>
                </c:pt>
                <c:pt idx="16">
                  <c:v>2.4328674680889839E-5</c:v>
                </c:pt>
                <c:pt idx="17">
                  <c:v>2.5419346516199291E-5</c:v>
                </c:pt>
                <c:pt idx="18">
                  <c:v>2.6556505085130561E-5</c:v>
                </c:pt>
                <c:pt idx="19">
                  <c:v>2.7742019123858096E-5</c:v>
                </c:pt>
                <c:pt idx="20">
                  <c:v>2.8977827428671099E-5</c:v>
                </c:pt>
                <c:pt idx="21">
                  <c:v>3.026594126448845E-5</c:v>
                </c:pt>
                <c:pt idx="22">
                  <c:v>3.1608446847184518E-5</c:v>
                </c:pt>
                <c:pt idx="23">
                  <c:v>3.3007507901632526E-5</c:v>
                </c:pt>
                <c:pt idx="24">
                  <c:v>3.446536829740845E-5</c:v>
                </c:pt>
                <c:pt idx="25">
                  <c:v>3.5984354764134302E-5</c:v>
                </c:pt>
                <c:pt idx="26">
                  <c:v>3.7566879688475885E-5</c:v>
                </c:pt>
                <c:pt idx="27">
                  <c:v>3.9215443994845077E-5</c:v>
                </c:pt>
                <c:pt idx="28">
                  <c:v>4.0932640111894792E-5</c:v>
                </c:pt>
                <c:pt idx="29">
                  <c:v>4.272115502692918E-5</c:v>
                </c:pt>
                <c:pt idx="30">
                  <c:v>4.4583773430388951E-5</c:v>
                </c:pt>
                <c:pt idx="31">
                  <c:v>4.6523380952607508E-5</c:v>
                </c:pt>
                <c:pt idx="32">
                  <c:v>4.8542967495069428E-5</c:v>
                </c:pt>
                <c:pt idx="33">
                  <c:v>5.064563065844076E-5</c:v>
                </c:pt>
                <c:pt idx="34">
                  <c:v>5.2834579269673355E-5</c:v>
                </c:pt>
                <c:pt idx="35">
                  <c:v>5.5113137010524554E-5</c:v>
                </c:pt>
                <c:pt idx="36">
                  <c:v>5.7484746149867506E-5</c:v>
                </c:pt>
                <c:pt idx="37">
                  <c:v>5.9952971382203181E-5</c:v>
                </c:pt>
                <c:pt idx="38">
                  <c:v>6.2521503774820152E-5</c:v>
                </c:pt>
                <c:pt idx="39">
                  <c:v>6.5194164826084733E-5</c:v>
                </c:pt>
                <c:pt idx="40">
                  <c:v>6.7974910637375575E-5</c:v>
                </c:pt>
                <c:pt idx="41">
                  <c:v>7.0867836201213508E-5</c:v>
                </c:pt>
                <c:pt idx="42">
                  <c:v>7.3877179808172038E-5</c:v>
                </c:pt>
                <c:pt idx="43">
                  <c:v>7.7007327575183101E-5</c:v>
                </c:pt>
                <c:pt idx="44">
                  <c:v>8.0262818097889466E-5</c:v>
                </c:pt>
                <c:pt idx="45">
                  <c:v>8.3648347229727389E-5</c:v>
                </c:pt>
                <c:pt idx="46">
                  <c:v>8.7168772990449904E-5</c:v>
                </c:pt>
                <c:pt idx="47">
                  <c:v>9.0829120606840047E-5</c:v>
                </c:pt>
                <c:pt idx="48">
                  <c:v>9.4634587688384301E-5</c:v>
                </c:pt>
                <c:pt idx="49">
                  <c:v>9.8590549540716104E-5</c:v>
                </c:pt>
                <c:pt idx="50">
                  <c:v>1.0270256461965543E-4</c:v>
                </c:pt>
                <c:pt idx="51">
                  <c:v>1.069763801287145E-4</c:v>
                </c:pt>
                <c:pt idx="52">
                  <c:v>1.1141793776294909E-4</c:v>
                </c:pt>
                <c:pt idx="53">
                  <c:v>1.1603337960207127E-4</c:v>
                </c:pt>
                <c:pt idx="54">
                  <c:v>1.2082905415576416E-4</c:v>
                </c:pt>
                <c:pt idx="55">
                  <c:v>1.2581152256415639E-4</c:v>
                </c:pt>
                <c:pt idx="56">
                  <c:v>1.3098756495644325E-4</c:v>
                </c:pt>
                <c:pt idx="57">
                  <c:v>1.3636418697065495E-4</c:v>
                </c:pt>
                <c:pt idx="58">
                  <c:v>1.4194862643760169E-4</c:v>
                </c:pt>
                <c:pt idx="59">
                  <c:v>1.4774836023203364E-4</c:v>
                </c:pt>
                <c:pt idx="60">
                  <c:v>1.5377111129407763E-4</c:v>
                </c:pt>
                <c:pt idx="61">
                  <c:v>1.600248558240234E-4</c:v>
                </c:pt>
                <c:pt idx="62">
                  <c:v>1.6651783065354831E-4</c:v>
                </c:pt>
                <c:pt idx="63">
                  <c:v>1.7325854079647959E-4</c:v>
                </c:pt>
                <c:pt idx="64">
                  <c:v>1.8025576718220328E-4</c:v>
                </c:pt>
                <c:pt idx="65">
                  <c:v>1.8751857457483816E-4</c:v>
                </c:pt>
                <c:pt idx="66">
                  <c:v>1.9505631968129718E-4</c:v>
                </c:pt>
                <c:pt idx="67">
                  <c:v>2.0287865945136497E-4</c:v>
                </c:pt>
                <c:pt idx="68">
                  <c:v>2.1099555957291942E-4</c:v>
                </c:pt>
                <c:pt idx="69">
                  <c:v>2.1941730316542735E-4</c:v>
                </c:pt>
                <c:pt idx="70">
                  <c:v>2.2815449967484043E-4</c:v>
                </c:pt>
                <c:pt idx="71">
                  <c:v>2.3721809397300825E-4</c:v>
                </c:pt>
                <c:pt idx="72">
                  <c:v>2.4661937566473061E-4</c:v>
                </c:pt>
                <c:pt idx="73">
                  <c:v>2.5636998860554324E-4</c:v>
                </c:pt>
                <c:pt idx="74">
                  <c:v>2.6648194063332926E-4</c:v>
                </c:pt>
                <c:pt idx="75">
                  <c:v>2.7696761351683112E-4</c:v>
                </c:pt>
                <c:pt idx="76">
                  <c:v>2.8783977312412149E-4</c:v>
                </c:pt>
                <c:pt idx="77">
                  <c:v>2.9911157981405963E-4</c:v>
                </c:pt>
                <c:pt idx="78">
                  <c:v>3.1079659905374575E-4</c:v>
                </c:pt>
                <c:pt idx="79">
                  <c:v>3.2290881226495826E-4</c:v>
                </c:pt>
                <c:pt idx="80">
                  <c:v>3.3546262790251191E-4</c:v>
                </c:pt>
                <c:pt idx="81">
                  <c:v>3.4847289276746624E-4</c:v>
                </c:pt>
                <c:pt idx="82">
                  <c:v>3.6195490355804614E-4</c:v>
                </c:pt>
                <c:pt idx="83">
                  <c:v>3.7592441866111926E-4</c:v>
                </c:pt>
                <c:pt idx="84">
                  <c:v>3.9039767018701478E-4</c:v>
                </c:pt>
                <c:pt idx="85">
                  <c:v>4.053913762504234E-4</c:v>
                </c:pt>
                <c:pt idx="86">
                  <c:v>4.2092275350006432E-4</c:v>
                </c:pt>
                <c:pt idx="87">
                  <c:v>4.3700952989974775E-4</c:v>
                </c:pt>
                <c:pt idx="88">
                  <c:v>4.5366995776340409E-4</c:v>
                </c:pt>
                <c:pt idx="89">
                  <c:v>4.7092282704657362E-4</c:v>
                </c:pt>
                <c:pt idx="90">
                  <c:v>4.8878747889679187E-4</c:v>
                </c:pt>
                <c:pt idx="91">
                  <c:v>5.0728381946522612E-4</c:v>
                </c:pt>
                <c:pt idx="92">
                  <c:v>5.2643233398184421E-4</c:v>
                </c:pt>
                <c:pt idx="93">
                  <c:v>5.4625410109629987E-4</c:v>
                </c:pt>
                <c:pt idx="94">
                  <c:v>5.6677080748664685E-4</c:v>
                </c:pt>
                <c:pt idx="95">
                  <c:v>5.8800476273788787E-4</c:v>
                </c:pt>
                <c:pt idx="96">
                  <c:v>6.0997891449227494E-4</c:v>
                </c:pt>
                <c:pt idx="97">
                  <c:v>6.3271686387315949E-4</c:v>
                </c:pt>
                <c:pt idx="98">
                  <c:v>6.5624288118410574E-4</c:v>
                </c:pt>
                <c:pt idx="99">
                  <c:v>6.8058192188483256E-4</c:v>
                </c:pt>
                <c:pt idx="100">
                  <c:v>7.0575964284547447E-4</c:v>
                </c:pt>
                <c:pt idx="101">
                  <c:v>7.3180241888047212E-4</c:v>
                </c:pt>
                <c:pt idx="102">
                  <c:v>7.5873735956331933E-4</c:v>
                </c:pt>
                <c:pt idx="103">
                  <c:v>7.8659232632323571E-4</c:v>
                </c:pt>
                <c:pt idx="104">
                  <c:v>8.1539594982468506E-4</c:v>
                </c:pt>
                <c:pt idx="105">
                  <c:v>8.4517764763052908E-4</c:v>
                </c:pt>
                <c:pt idx="106">
                  <c:v>8.7596764214943254E-4</c:v>
                </c:pt>
                <c:pt idx="107">
                  <c:v>9.0779697886799674E-4</c:v>
                </c:pt>
                <c:pt idx="108">
                  <c:v>9.4069754486790079E-4</c:v>
                </c:pt>
                <c:pt idx="109">
                  <c:v>9.7470208762819857E-4</c:v>
                </c:pt>
                <c:pt idx="110">
                  <c:v>1.0098442341126815E-3</c:v>
                </c:pt>
                <c:pt idx="111">
                  <c:v>1.0461585101421104E-3</c:v>
                </c:pt>
                <c:pt idx="112">
                  <c:v>1.0836803600508399E-3</c:v>
                </c:pt>
                <c:pt idx="113">
                  <c:v>1.1224461666272179E-3</c:v>
                </c:pt>
                <c:pt idx="114">
                  <c:v>1.162493271336927E-3</c:v>
                </c:pt>
                <c:pt idx="115">
                  <c:v>1.2038599948282019E-3</c:v>
                </c:pt>
                <c:pt idx="116">
                  <c:v>1.2465856577176535E-3</c:v>
                </c:pt>
                <c:pt idx="117">
                  <c:v>1.2907106016552007E-3</c:v>
                </c:pt>
                <c:pt idx="118">
                  <c:v>1.3362762106663743E-3</c:v>
                </c:pt>
                <c:pt idx="119">
                  <c:v>1.3833249327700212E-3</c:v>
                </c:pt>
                <c:pt idx="120">
                  <c:v>1.4319003018691703E-3</c:v>
                </c:pt>
                <c:pt idx="121">
                  <c:v>1.4820469599126224E-3</c:v>
                </c:pt>
                <c:pt idx="122">
                  <c:v>1.533810679324463E-3</c:v>
                </c:pt>
                <c:pt idx="123">
                  <c:v>1.5872383856985525E-3</c:v>
                </c:pt>
                <c:pt idx="124">
                  <c:v>1.6423781807546499E-3</c:v>
                </c:pt>
                <c:pt idx="125">
                  <c:v>1.6992793655526571E-3</c:v>
                </c:pt>
                <c:pt idx="126">
                  <c:v>1.7579924639610591E-3</c:v>
                </c:pt>
                <c:pt idx="127">
                  <c:v>1.8185692463754666E-3</c:v>
                </c:pt>
                <c:pt idx="128">
                  <c:v>1.8810627536827351E-3</c:v>
                </c:pt>
                <c:pt idx="129">
                  <c:v>1.9455273214659288E-3</c:v>
                </c:pt>
                <c:pt idx="130">
                  <c:v>2.0120186044449927E-3</c:v>
                </c:pt>
                <c:pt idx="131">
                  <c:v>2.0805936011477448E-3</c:v>
                </c:pt>
                <c:pt idx="132">
                  <c:v>2.1513106788053878E-3</c:v>
                </c:pt>
                <c:pt idx="133">
                  <c:v>2.2242295984664603E-3</c:v>
                </c:pt>
                <c:pt idx="134">
                  <c:v>2.2994115403227708E-3</c:v>
                </c:pt>
                <c:pt idx="135">
                  <c:v>2.3769191292404958E-3</c:v>
                </c:pt>
                <c:pt idx="136">
                  <c:v>2.4568164604892857E-3</c:v>
                </c:pt>
                <c:pt idx="137">
                  <c:v>2.5391691256618095E-3</c:v>
                </c:pt>
                <c:pt idx="138">
                  <c:v>2.624044238775847E-3</c:v>
                </c:pt>
                <c:pt idx="139">
                  <c:v>2.7115104625505876E-3</c:v>
                </c:pt>
                <c:pt idx="140">
                  <c:v>2.8016380348484869E-3</c:v>
                </c:pt>
                <c:pt idx="141">
                  <c:v>2.8944987952735156E-3</c:v>
                </c:pt>
                <c:pt idx="142">
                  <c:v>2.9901662119163831E-3</c:v>
                </c:pt>
                <c:pt idx="143">
                  <c:v>3.0887154082367718E-3</c:v>
                </c:pt>
                <c:pt idx="144">
                  <c:v>3.1902231900722412E-3</c:v>
                </c:pt>
                <c:pt idx="145">
                  <c:v>3.2947680727631215E-3</c:v>
                </c:pt>
                <c:pt idx="146">
                  <c:v>3.4024303083821233E-3</c:v>
                </c:pt>
                <c:pt idx="147">
                  <c:v>3.513291913057126E-3</c:v>
                </c:pt>
                <c:pt idx="148">
                  <c:v>3.6274366943750522E-3</c:v>
                </c:pt>
                <c:pt idx="149">
                  <c:v>3.7449502788542946E-3</c:v>
                </c:pt>
                <c:pt idx="150">
                  <c:v>3.865920139472811E-3</c:v>
                </c:pt>
                <c:pt idx="151">
                  <c:v>3.9904356232383789E-3</c:v>
                </c:pt>
                <c:pt idx="152">
                  <c:v>4.1185879787872517E-3</c:v>
                </c:pt>
                <c:pt idx="153">
                  <c:v>4.2504703839967416E-3</c:v>
                </c:pt>
                <c:pt idx="154">
                  <c:v>4.3861779735970084E-3</c:v>
                </c:pt>
                <c:pt idx="155">
                  <c:v>4.5258078667667224E-3</c:v>
                </c:pt>
                <c:pt idx="156">
                  <c:v>4.6694591946968272E-3</c:v>
                </c:pt>
                <c:pt idx="157">
                  <c:v>4.8172331281061869E-3</c:v>
                </c:pt>
                <c:pt idx="158">
                  <c:v>4.969232904692312E-3</c:v>
                </c:pt>
                <c:pt idx="159">
                  <c:v>5.1255638564999722E-3</c:v>
                </c:pt>
                <c:pt idx="160">
                  <c:v>5.2863334371899863E-3</c:v>
                </c:pt>
                <c:pt idx="161">
                  <c:v>5.4516512491899049E-3</c:v>
                </c:pt>
                <c:pt idx="162">
                  <c:v>5.6216290707079165E-3</c:v>
                </c:pt>
                <c:pt idx="163">
                  <c:v>5.796380882590769E-3</c:v>
                </c:pt>
                <c:pt idx="164">
                  <c:v>5.9760228950059488E-3</c:v>
                </c:pt>
                <c:pt idx="165">
                  <c:v>6.160673573927862E-3</c:v>
                </c:pt>
                <c:pt idx="166">
                  <c:v>6.3504536674074061E-3</c:v>
                </c:pt>
                <c:pt idx="167">
                  <c:v>6.5454862316035797E-3</c:v>
                </c:pt>
                <c:pt idx="168">
                  <c:v>6.7458966565554744E-3</c:v>
                </c:pt>
                <c:pt idx="169">
                  <c:v>6.9518126916723712E-3</c:v>
                </c:pt>
                <c:pt idx="170">
                  <c:v>7.1633644709192179E-3</c:v>
                </c:pt>
                <c:pt idx="171">
                  <c:v>7.3806845376742638E-3</c:v>
                </c:pt>
                <c:pt idx="172">
                  <c:v>7.6039078692350208E-3</c:v>
                </c:pt>
                <c:pt idx="173">
                  <c:v>7.8331719009485223E-3</c:v>
                </c:pt>
                <c:pt idx="174">
                  <c:v>8.0686165499408834E-3</c:v>
                </c:pt>
                <c:pt idx="175">
                  <c:v>8.3103842384211358E-3</c:v>
                </c:pt>
                <c:pt idx="176">
                  <c:v>8.558619916533533E-3</c:v>
                </c:pt>
                <c:pt idx="177">
                  <c:v>8.8134710847322419E-3</c:v>
                </c:pt>
                <c:pt idx="178">
                  <c:v>9.0750878156515523E-3</c:v>
                </c:pt>
                <c:pt idx="179">
                  <c:v>9.3436227754446835E-3</c:v>
                </c:pt>
                <c:pt idx="180">
                  <c:v>9.6192312445634275E-3</c:v>
                </c:pt>
                <c:pt idx="181">
                  <c:v>9.9020711379506823E-3</c:v>
                </c:pt>
                <c:pt idx="182">
                  <c:v>1.0192303024617152E-2</c:v>
                </c:pt>
                <c:pt idx="183">
                  <c:v>1.0490090146573502E-2</c:v>
                </c:pt>
                <c:pt idx="184">
                  <c:v>1.0795598437088329E-2</c:v>
                </c:pt>
                <c:pt idx="185">
                  <c:v>1.1108996538242308E-2</c:v>
                </c:pt>
                <c:pt idx="186">
                  <c:v>1.1430455817748065E-2</c:v>
                </c:pt>
                <c:pt idx="187">
                  <c:v>1.1760150385005282E-2</c:v>
                </c:pt>
                <c:pt idx="188">
                  <c:v>1.2098257106359842E-2</c:v>
                </c:pt>
                <c:pt idx="189">
                  <c:v>1.244495561953564E-2</c:v>
                </c:pt>
                <c:pt idx="190">
                  <c:v>1.2800428347207217E-2</c:v>
                </c:pt>
                <c:pt idx="191">
                  <c:v>1.3164860509680933E-2</c:v>
                </c:pt>
                <c:pt idx="192">
                  <c:v>1.3538440136652346E-2</c:v>
                </c:pt>
                <c:pt idx="193">
                  <c:v>1.3921358078006686E-2</c:v>
                </c:pt>
                <c:pt idx="194">
                  <c:v>1.4313808013629336E-2</c:v>
                </c:pt>
                <c:pt idx="195">
                  <c:v>1.4715986462192803E-2</c:v>
                </c:pt>
                <c:pt idx="196">
                  <c:v>1.5128092788886502E-2</c:v>
                </c:pt>
                <c:pt idx="197">
                  <c:v>1.5550329212054974E-2</c:v>
                </c:pt>
                <c:pt idx="198">
                  <c:v>1.598290080871051E-2</c:v>
                </c:pt>
                <c:pt idx="199">
                  <c:v>1.6426015518885544E-2</c:v>
                </c:pt>
                <c:pt idx="200">
                  <c:v>1.6879884148789912E-2</c:v>
                </c:pt>
                <c:pt idx="201">
                  <c:v>1.7344720372738095E-2</c:v>
                </c:pt>
                <c:pt idx="202">
                  <c:v>1.7820740733811343E-2</c:v>
                </c:pt>
                <c:pt idx="203">
                  <c:v>1.8308164643219178E-2</c:v>
                </c:pt>
                <c:pt idx="204">
                  <c:v>1.8807214378324999E-2</c:v>
                </c:pt>
                <c:pt idx="205">
                  <c:v>1.931811507930006E-2</c:v>
                </c:pt>
                <c:pt idx="206">
                  <c:v>1.9841094744370298E-2</c:v>
                </c:pt>
                <c:pt idx="207">
                  <c:v>2.0376384223620193E-2</c:v>
                </c:pt>
                <c:pt idx="208">
                  <c:v>2.0924217211317861E-2</c:v>
                </c:pt>
                <c:pt idx="209">
                  <c:v>2.1484830236725587E-2</c:v>
                </c:pt>
                <c:pt idx="210">
                  <c:v>2.2058462653360221E-2</c:v>
                </c:pt>
                <c:pt idx="211">
                  <c:v>2.2645356626667185E-2</c:v>
                </c:pt>
                <c:pt idx="212">
                  <c:v>2.3245757120072989E-2</c:v>
                </c:pt>
                <c:pt idx="213">
                  <c:v>2.3859911879380215E-2</c:v>
                </c:pt>
                <c:pt idx="214">
                  <c:v>2.4488071415469687E-2</c:v>
                </c:pt>
                <c:pt idx="215">
                  <c:v>2.5130488985274375E-2</c:v>
                </c:pt>
                <c:pt idx="216">
                  <c:v>2.5787420570989941E-2</c:v>
                </c:pt>
                <c:pt idx="217">
                  <c:v>2.6459124857486974E-2</c:v>
                </c:pt>
                <c:pt idx="218">
                  <c:v>2.7145863207889986E-2</c:v>
                </c:pt>
                <c:pt idx="219">
                  <c:v>2.784789963728921E-2</c:v>
                </c:pt>
                <c:pt idx="220">
                  <c:v>2.8565500784550352E-2</c:v>
                </c:pt>
                <c:pt idx="221">
                  <c:v>2.9298935882189115E-2</c:v>
                </c:pt>
                <c:pt idx="222">
                  <c:v>3.0048476724276636E-2</c:v>
                </c:pt>
                <c:pt idx="223">
                  <c:v>3.0814397632342998E-2</c:v>
                </c:pt>
                <c:pt idx="224">
                  <c:v>3.1596975419246151E-2</c:v>
                </c:pt>
                <c:pt idx="225">
                  <c:v>3.2396489350974028E-2</c:v>
                </c:pt>
                <c:pt idx="226">
                  <c:v>3.3213221106348424E-2</c:v>
                </c:pt>
                <c:pt idx="227">
                  <c:v>3.4047454734599338E-2</c:v>
                </c:pt>
                <c:pt idx="228">
                  <c:v>3.4899476610779259E-2</c:v>
                </c:pt>
                <c:pt idx="229">
                  <c:v>3.5769575388987986E-2</c:v>
                </c:pt>
                <c:pt idx="230">
                  <c:v>3.6658041953377997E-2</c:v>
                </c:pt>
                <c:pt idx="231">
                  <c:v>3.756516936691242E-2</c:v>
                </c:pt>
                <c:pt idx="232">
                  <c:v>3.8491252817847592E-2</c:v>
                </c:pt>
                <c:pt idx="233">
                  <c:v>3.9436589563913077E-2</c:v>
                </c:pt>
                <c:pt idx="234">
                  <c:v>4.0401478874163205E-2</c:v>
                </c:pt>
                <c:pt idx="235">
                  <c:v>4.1386221968474447E-2</c:v>
                </c:pt>
                <c:pt idx="236">
                  <c:v>4.2391121954664365E-2</c:v>
                </c:pt>
                <c:pt idx="237">
                  <c:v>4.341648376320844E-2</c:v>
                </c:pt>
                <c:pt idx="238">
                  <c:v>4.4462614079532052E-2</c:v>
                </c:pt>
                <c:pt idx="239">
                  <c:v>4.5529821273856755E-2</c:v>
                </c:pt>
                <c:pt idx="240">
                  <c:v>4.6618415328579188E-2</c:v>
                </c:pt>
                <c:pt idx="241">
                  <c:v>4.7728707763164138E-2</c:v>
                </c:pt>
                <c:pt idx="242">
                  <c:v>4.8861011556532857E-2</c:v>
                </c:pt>
                <c:pt idx="243">
                  <c:v>5.001564106692985E-2</c:v>
                </c:pt>
                <c:pt idx="244">
                  <c:v>5.1192911949252046E-2</c:v>
                </c:pt>
                <c:pt idx="245">
                  <c:v>5.2393141069825559E-2</c:v>
                </c:pt>
                <c:pt idx="246">
                  <c:v>5.3616646418616937E-2</c:v>
                </c:pt>
                <c:pt idx="247">
                  <c:v>5.4863747018866552E-2</c:v>
                </c:pt>
                <c:pt idx="248">
                  <c:v>5.6134762834133725E-2</c:v>
                </c:pt>
                <c:pt idx="249">
                  <c:v>5.7430014672743869E-2</c:v>
                </c:pt>
                <c:pt idx="250">
                  <c:v>5.8749824089630552E-2</c:v>
                </c:pt>
                <c:pt idx="251">
                  <c:v>6.0094513285565344E-2</c:v>
                </c:pt>
                <c:pt idx="252">
                  <c:v>6.1464405003771282E-2</c:v>
                </c:pt>
                <c:pt idx="253">
                  <c:v>6.2859822423916273E-2</c:v>
                </c:pt>
                <c:pt idx="254">
                  <c:v>6.4281089053485174E-2</c:v>
                </c:pt>
                <c:pt idx="255">
                  <c:v>6.572852861653046E-2</c:v>
                </c:pt>
                <c:pt idx="256">
                  <c:v>6.7202464939802892E-2</c:v>
                </c:pt>
                <c:pt idx="257">
                  <c:v>6.8703221836266135E-2</c:v>
                </c:pt>
                <c:pt idx="258">
                  <c:v>7.0231122986000288E-2</c:v>
                </c:pt>
                <c:pt idx="259">
                  <c:v>7.1786491814500836E-2</c:v>
                </c:pt>
                <c:pt idx="260">
                  <c:v>7.3369651368382902E-2</c:v>
                </c:pt>
                <c:pt idx="261">
                  <c:v>7.4980924188500511E-2</c:v>
                </c:pt>
                <c:pt idx="262">
                  <c:v>7.6620632180493545E-2</c:v>
                </c:pt>
                <c:pt idx="263">
                  <c:v>7.8289096482777501E-2</c:v>
                </c:pt>
                <c:pt idx="264">
                  <c:v>7.9986637331992128E-2</c:v>
                </c:pt>
                <c:pt idx="265">
                  <c:v>8.1713573925926833E-2</c:v>
                </c:pt>
                <c:pt idx="266">
                  <c:v>8.3470224283944502E-2</c:v>
                </c:pt>
                <c:pt idx="267">
                  <c:v>8.5256905104925146E-2</c:v>
                </c:pt>
                <c:pt idx="268">
                  <c:v>8.7073931622754924E-2</c:v>
                </c:pt>
                <c:pt idx="269">
                  <c:v>8.8921617459386398E-2</c:v>
                </c:pt>
                <c:pt idx="270">
                  <c:v>9.0800274475498849E-2</c:v>
                </c:pt>
                <c:pt idx="271">
                  <c:v>9.2710212618791324E-2</c:v>
                </c:pt>
                <c:pt idx="272">
                  <c:v>9.4651739769938709E-2</c:v>
                </c:pt>
                <c:pt idx="273">
                  <c:v>9.6625161586249037E-2</c:v>
                </c:pt>
                <c:pt idx="274">
                  <c:v>9.8630781343057444E-2</c:v>
                </c:pt>
                <c:pt idx="275">
                  <c:v>0.10066889977289782</c:v>
                </c:pt>
                <c:pt idx="276">
                  <c:v>0.10273981490249436</c:v>
                </c:pt>
                <c:pt idx="277">
                  <c:v>0.10484382188761632</c:v>
                </c:pt>
                <c:pt idx="278">
                  <c:v>0.10698121284584336</c:v>
                </c:pt>
                <c:pt idx="279">
                  <c:v>0.10915227668729105</c:v>
                </c:pt>
                <c:pt idx="280">
                  <c:v>0.11135729894334555</c:v>
                </c:pt>
                <c:pt idx="281">
                  <c:v>0.11359656159346448</c:v>
                </c:pt>
                <c:pt idx="282">
                  <c:v>0.11587034289009665</c:v>
                </c:pt>
                <c:pt idx="283">
                  <c:v>0.11817891718178061</c:v>
                </c:pt>
                <c:pt idx="284">
                  <c:v>0.12052255473448253</c:v>
                </c:pt>
                <c:pt idx="285">
                  <c:v>0.12290152155123582</c:v>
                </c:pt>
                <c:pt idx="286">
                  <c:v>0.1253160791901482</c:v>
                </c:pt>
                <c:pt idx="287">
                  <c:v>0.12776648458084364</c:v>
                </c:pt>
                <c:pt idx="288">
                  <c:v>0.13025298983940925</c:v>
                </c:pt>
                <c:pt idx="289">
                  <c:v>0.13277584208191956</c:v>
                </c:pt>
                <c:pt idx="290">
                  <c:v>0.13533528323661256</c:v>
                </c:pt>
                <c:pt idx="291">
                  <c:v>0.13793154985479442</c:v>
                </c:pt>
                <c:pt idx="292">
                  <c:v>0.14056487292055236</c:v>
                </c:pt>
                <c:pt idx="293">
                  <c:v>0.14323547765935785</c:v>
                </c:pt>
                <c:pt idx="294">
                  <c:v>0.14594358334564247</c:v>
                </c:pt>
                <c:pt idx="295">
                  <c:v>0.14868940310943365</c:v>
                </c:pt>
                <c:pt idx="296">
                  <c:v>0.15147314374213891</c:v>
                </c:pt>
                <c:pt idx="297">
                  <c:v>0.15429500550156827</c:v>
                </c:pt>
                <c:pt idx="298">
                  <c:v>0.15715518191628761</c:v>
                </c:pt>
                <c:pt idx="299">
                  <c:v>0.16005385958939938</c:v>
                </c:pt>
                <c:pt idx="300">
                  <c:v>0.16299121800184541</c:v>
                </c:pt>
                <c:pt idx="301">
                  <c:v>0.16596742931533337</c:v>
                </c:pt>
                <c:pt idx="302">
                  <c:v>0.16898265817498626</c:v>
                </c:pt>
                <c:pt idx="303">
                  <c:v>0.17203706151181969</c:v>
                </c:pt>
                <c:pt idx="304">
                  <c:v>0.17513078834515086</c:v>
                </c:pt>
                <c:pt idx="305">
                  <c:v>0.17826397958504794</c:v>
                </c:pt>
                <c:pt idx="306">
                  <c:v>0.18143676783492738</c:v>
                </c:pt>
                <c:pt idx="307">
                  <c:v>0.18464927719441282</c:v>
                </c:pt>
                <c:pt idx="308">
                  <c:v>0.18790162306256486</c:v>
                </c:pt>
                <c:pt idx="309">
                  <c:v>0.19119391194159971</c:v>
                </c:pt>
                <c:pt idx="310">
                  <c:v>0.19452624124121126</c:v>
                </c:pt>
                <c:pt idx="311">
                  <c:v>0.19789869908361465</c:v>
                </c:pt>
                <c:pt idx="312">
                  <c:v>0.20131136410943237</c:v>
                </c:pt>
                <c:pt idx="313">
                  <c:v>0.20476430528454229</c:v>
                </c:pt>
                <c:pt idx="314">
                  <c:v>0.20825758170801162</c:v>
                </c:pt>
                <c:pt idx="315">
                  <c:v>0.21179124242124053</c:v>
                </c:pt>
                <c:pt idx="316">
                  <c:v>0.21536532621844051</c:v>
                </c:pt>
                <c:pt idx="317">
                  <c:v>0.21897986145857526</c:v>
                </c:pt>
                <c:pt idx="318">
                  <c:v>0.22263486587889089</c:v>
                </c:pt>
                <c:pt idx="319">
                  <c:v>0.22633034641016581</c:v>
                </c:pt>
                <c:pt idx="320">
                  <c:v>0.23006629899380915</c:v>
                </c:pt>
                <c:pt idx="321">
                  <c:v>0.23384270840094029</c:v>
                </c:pt>
                <c:pt idx="322">
                  <c:v>0.23765954805358111</c:v>
                </c:pt>
                <c:pt idx="323">
                  <c:v>0.24151677984809353</c:v>
                </c:pt>
                <c:pt idx="324">
                  <c:v>0.24541435398099634</c:v>
                </c:pt>
                <c:pt idx="325">
                  <c:v>0.24935220877729627</c:v>
                </c:pt>
                <c:pt idx="326">
                  <c:v>0.25333027052146706</c:v>
                </c:pt>
                <c:pt idx="327">
                  <c:v>0.2573484532912137</c:v>
                </c:pt>
                <c:pt idx="328">
                  <c:v>0.26140665879415559</c:v>
                </c:pt>
                <c:pt idx="329">
                  <c:v>0.26550477620756679</c:v>
                </c:pt>
                <c:pt idx="330">
                  <c:v>0.26964268202130803</c:v>
                </c:pt>
                <c:pt idx="331">
                  <c:v>0.27382023988408905</c:v>
                </c:pt>
                <c:pt idx="332">
                  <c:v>0.27803730045319419</c:v>
                </c:pt>
                <c:pt idx="333">
                  <c:v>0.282293701247813</c:v>
                </c:pt>
                <c:pt idx="334">
                  <c:v>0.28658926650610644</c:v>
                </c:pt>
                <c:pt idx="335">
                  <c:v>0.29092380704614823</c:v>
                </c:pt>
                <c:pt idx="336">
                  <c:v>0.29529712013087644</c:v>
                </c:pt>
                <c:pt idx="337">
                  <c:v>0.29970898933718887</c:v>
                </c:pt>
                <c:pt idx="338">
                  <c:v>0.30415918442931794</c:v>
                </c:pt>
                <c:pt idx="339">
                  <c:v>0.30864746123661901</c:v>
                </c:pt>
                <c:pt idx="340">
                  <c:v>0.31317356153590387</c:v>
                </c:pt>
                <c:pt idx="341">
                  <c:v>0.31773721293845281</c:v>
                </c:pt>
                <c:pt idx="342">
                  <c:v>0.32233812878183454</c:v>
                </c:pt>
                <c:pt idx="343">
                  <c:v>0.32697600802666615</c:v>
                </c:pt>
                <c:pt idx="344">
                  <c:v>0.33165053515843912</c:v>
                </c:pt>
                <c:pt idx="345">
                  <c:v>0.33636138009454009</c:v>
                </c:pt>
                <c:pt idx="346">
                  <c:v>0.34110819809659215</c:v>
                </c:pt>
                <c:pt idx="347">
                  <c:v>0.34589062968823908</c:v>
                </c:pt>
                <c:pt idx="348">
                  <c:v>0.35070830057849789</c:v>
                </c:pt>
                <c:pt idx="349">
                  <c:v>0.3555608215907971</c:v>
                </c:pt>
                <c:pt idx="350">
                  <c:v>0.36044778859782117</c:v>
                </c:pt>
                <c:pt idx="351">
                  <c:v>0.36536878246227755</c:v>
                </c:pt>
                <c:pt idx="352">
                  <c:v>0.37032336898369933</c:v>
                </c:pt>
                <c:pt idx="353">
                  <c:v>0.37531109885139946</c:v>
                </c:pt>
                <c:pt idx="354">
                  <c:v>0.38033150760367884</c:v>
                </c:pt>
                <c:pt idx="355">
                  <c:v>0.38538411559340469</c:v>
                </c:pt>
                <c:pt idx="356">
                  <c:v>0.39046842796005682</c:v>
                </c:pt>
                <c:pt idx="357">
                  <c:v>0.39558393460834651</c:v>
                </c:pt>
                <c:pt idx="358">
                  <c:v>0.40073011019350707</c:v>
                </c:pt>
                <c:pt idx="359">
                  <c:v>0.40590641411335093</c:v>
                </c:pt>
                <c:pt idx="360">
                  <c:v>0.41111229050718734</c:v>
                </c:pt>
                <c:pt idx="361">
                  <c:v>0.41634716826169077</c:v>
                </c:pt>
                <c:pt idx="362">
                  <c:v>0.42161046102380467</c:v>
                </c:pt>
                <c:pt idx="363">
                  <c:v>0.42690156722076633</c:v>
                </c:pt>
                <c:pt idx="364">
                  <c:v>0.43221987008733065</c:v>
                </c:pt>
                <c:pt idx="365">
                  <c:v>0.43756473770026916</c:v>
                </c:pt>
                <c:pt idx="366">
                  <c:v>0.44293552302021827</c:v>
                </c:pt>
                <c:pt idx="367">
                  <c:v>0.44833156394094292</c:v>
                </c:pt>
                <c:pt idx="368">
                  <c:v>0.45375218334608247</c:v>
                </c:pt>
                <c:pt idx="369">
                  <c:v>0.45919668917343825</c:v>
                </c:pt>
                <c:pt idx="370">
                  <c:v>0.46466437448686004</c:v>
                </c:pt>
                <c:pt idx="371">
                  <c:v>0.47015451755578452</c:v>
                </c:pt>
                <c:pt idx="372">
                  <c:v>0.47566638194247246</c:v>
                </c:pt>
                <c:pt idx="373">
                  <c:v>0.48119921659698967</c:v>
                </c:pt>
                <c:pt idx="374">
                  <c:v>0.48675225595997174</c:v>
                </c:pt>
                <c:pt idx="375">
                  <c:v>0.49232472007320532</c:v>
                </c:pt>
                <c:pt idx="376">
                  <c:v>0.49791581469805946</c:v>
                </c:pt>
                <c:pt idx="377">
                  <c:v>0.50352473144179033</c:v>
                </c:pt>
                <c:pt idx="378">
                  <c:v>0.50915064789174136</c:v>
                </c:pt>
                <c:pt idx="379">
                  <c:v>0.51479272775745388</c:v>
                </c:pt>
                <c:pt idx="380">
                  <c:v>0.52045012102070209</c:v>
                </c:pt>
                <c:pt idx="381">
                  <c:v>0.52612196409345657</c:v>
                </c:pt>
                <c:pt idx="382">
                  <c:v>0.53180737998377747</c:v>
                </c:pt>
                <c:pt idx="383">
                  <c:v>0.53750547846963692</c:v>
                </c:pt>
                <c:pt idx="384">
                  <c:v>0.54321535628065687</c:v>
                </c:pt>
                <c:pt idx="385">
                  <c:v>0.54893609728775417</c:v>
                </c:pt>
                <c:pt idx="386">
                  <c:v>0.55466677270066833</c:v>
                </c:pt>
                <c:pt idx="387">
                  <c:v>0.56040644127335326</c:v>
                </c:pt>
                <c:pt idx="388">
                  <c:v>0.56615414951719756</c:v>
                </c:pt>
                <c:pt idx="389">
                  <c:v>0.57190893192204384</c:v>
                </c:pt>
                <c:pt idx="390">
                  <c:v>0.57766981118496297</c:v>
                </c:pt>
                <c:pt idx="391">
                  <c:v>0.58343579844673932</c:v>
                </c:pt>
                <c:pt idx="392">
                  <c:v>0.58920589353601682</c:v>
                </c:pt>
                <c:pt idx="393">
                  <c:v>0.59497908522104714</c:v>
                </c:pt>
                <c:pt idx="394">
                  <c:v>0.60075435146898126</c:v>
                </c:pt>
                <c:pt idx="395">
                  <c:v>0.60653065971263354</c:v>
                </c:pt>
                <c:pt idx="396">
                  <c:v>0.6123069671246486</c:v>
                </c:pt>
                <c:pt idx="397">
                  <c:v>0.61808222089899312</c:v>
                </c:pt>
                <c:pt idx="398">
                  <c:v>0.62385535853968577</c:v>
                </c:pt>
                <c:pt idx="399">
                  <c:v>0.62962530815668005</c:v>
                </c:pt>
                <c:pt idx="400">
                  <c:v>0.63539098876880351</c:v>
                </c:pt>
                <c:pt idx="401">
                  <c:v>0.64115131061365493</c:v>
                </c:pt>
                <c:pt idx="402">
                  <c:v>0.64690517546435244</c:v>
                </c:pt>
                <c:pt idx="403">
                  <c:v>0.65265147695302583</c:v>
                </c:pt>
                <c:pt idx="404">
                  <c:v>0.65838910090093228</c:v>
                </c:pt>
                <c:pt idx="405">
                  <c:v>0.6641169256550794</c:v>
                </c:pt>
                <c:pt idx="406">
                  <c:v>0.66983382243122613</c:v>
                </c:pt>
                <c:pt idx="407">
                  <c:v>0.67553865566313187</c:v>
                </c:pt>
                <c:pt idx="408">
                  <c:v>0.68123028335791613</c:v>
                </c:pt>
                <c:pt idx="409">
                  <c:v>0.68690755745738796</c:v>
                </c:pt>
                <c:pt idx="410">
                  <c:v>0.69256932420519801</c:v>
                </c:pt>
                <c:pt idx="411">
                  <c:v>0.69821442451966165</c:v>
                </c:pt>
                <c:pt idx="412">
                  <c:v>0.70384169437209843</c:v>
                </c:pt>
                <c:pt idx="413">
                  <c:v>0.70944996517052217</c:v>
                </c:pt>
                <c:pt idx="414">
                  <c:v>0.71503806414852145</c:v>
                </c:pt>
                <c:pt idx="415">
                  <c:v>0.72060481475915539</c:v>
                </c:pt>
                <c:pt idx="416">
                  <c:v>0.72614903707369116</c:v>
                </c:pt>
                <c:pt idx="417">
                  <c:v>0.73166954818500363</c:v>
                </c:pt>
                <c:pt idx="418">
                  <c:v>0.73716516261545451</c:v>
                </c:pt>
                <c:pt idx="419">
                  <c:v>0.74263469272905702</c:v>
                </c:pt>
                <c:pt idx="420">
                  <c:v>0.74807694914774148</c:v>
                </c:pt>
                <c:pt idx="421">
                  <c:v>0.7534907411715196</c:v>
                </c:pt>
                <c:pt idx="422">
                  <c:v>0.75887487720234847</c:v>
                </c:pt>
                <c:pt idx="423">
                  <c:v>0.76422816517149039</c:v>
                </c:pt>
                <c:pt idx="424">
                  <c:v>0.76954941297016066</c:v>
                </c:pt>
                <c:pt idx="425">
                  <c:v>0.77483742888324936</c:v>
                </c:pt>
                <c:pt idx="426">
                  <c:v>0.78009102202590486</c:v>
                </c:pt>
                <c:pt idx="427">
                  <c:v>0.78530900278276006</c:v>
                </c:pt>
                <c:pt idx="428">
                  <c:v>0.79049018324957698</c:v>
                </c:pt>
                <c:pt idx="429">
                  <c:v>0.79563337767708864</c:v>
                </c:pt>
                <c:pt idx="430">
                  <c:v>0.80073740291680806</c:v>
                </c:pt>
                <c:pt idx="431">
                  <c:v>0.80580107886857544</c:v>
                </c:pt>
                <c:pt idx="432">
                  <c:v>0.81082322892960956</c:v>
                </c:pt>
                <c:pt idx="433">
                  <c:v>0.81580268044482784</c:v>
                </c:pt>
                <c:pt idx="434">
                  <c:v>0.82073826515819859</c:v>
                </c:pt>
                <c:pt idx="435">
                  <c:v>0.82562881966488344</c:v>
                </c:pt>
                <c:pt idx="436">
                  <c:v>0.83047318586393049</c:v>
                </c:pt>
                <c:pt idx="437">
                  <c:v>0.83527021141127211</c:v>
                </c:pt>
                <c:pt idx="438">
                  <c:v>0.84001875017278227</c:v>
                </c:pt>
                <c:pt idx="439">
                  <c:v>0.84471766267714954</c:v>
                </c:pt>
                <c:pt idx="440">
                  <c:v>0.84936581656831245</c:v>
                </c:pt>
                <c:pt idx="441">
                  <c:v>0.85396208705721277</c:v>
                </c:pt>
                <c:pt idx="442">
                  <c:v>0.85850535737261213</c:v>
                </c:pt>
                <c:pt idx="443">
                  <c:v>0.86299451921072468</c:v>
                </c:pt>
                <c:pt idx="444">
                  <c:v>0.86742847318341088</c:v>
                </c:pt>
                <c:pt idx="445">
                  <c:v>0.87180612926468237</c:v>
                </c:pt>
                <c:pt idx="446">
                  <c:v>0.87612640723526458</c:v>
                </c:pt>
                <c:pt idx="447">
                  <c:v>0.88038823712496339</c:v>
                </c:pt>
                <c:pt idx="448">
                  <c:v>0.88459055965258793</c:v>
                </c:pt>
                <c:pt idx="449">
                  <c:v>0.88873232666316915</c:v>
                </c:pt>
                <c:pt idx="450">
                  <c:v>0.89281250156223313</c:v>
                </c:pt>
                <c:pt idx="451">
                  <c:v>0.8968300597468688</c:v>
                </c:pt>
                <c:pt idx="452">
                  <c:v>0.90078398903334456</c:v>
                </c:pt>
                <c:pt idx="453">
                  <c:v>0.90467329008102504</c:v>
                </c:pt>
                <c:pt idx="454">
                  <c:v>0.90849697681233765</c:v>
                </c:pt>
                <c:pt idx="455">
                  <c:v>0.91225407682854531</c:v>
                </c:pt>
                <c:pt idx="456">
                  <c:v>0.91594363182107752</c:v>
                </c:pt>
                <c:pt idx="457">
                  <c:v>0.9195646979781793</c:v>
                </c:pt>
                <c:pt idx="458">
                  <c:v>0.92311634638663598</c:v>
                </c:pt>
                <c:pt idx="459">
                  <c:v>0.92659766342833316</c:v>
                </c:pt>
                <c:pt idx="460">
                  <c:v>0.93000775117141932</c:v>
                </c:pt>
                <c:pt idx="461">
                  <c:v>0.93334572775583236</c:v>
                </c:pt>
                <c:pt idx="462">
                  <c:v>0.93661072777296117</c:v>
                </c:pt>
                <c:pt idx="463">
                  <c:v>0.93980190263921359</c:v>
                </c:pt>
                <c:pt idx="464">
                  <c:v>0.94291842096326528</c:v>
                </c:pt>
                <c:pt idx="465">
                  <c:v>0.94595946890676552</c:v>
                </c:pt>
                <c:pt idx="466">
                  <c:v>0.94892425053828311</c:v>
                </c:pt>
                <c:pt idx="467">
                  <c:v>0.95181198818027613</c:v>
                </c:pt>
                <c:pt idx="468">
                  <c:v>0.9546219227488737</c:v>
                </c:pt>
                <c:pt idx="469">
                  <c:v>0.95735331408626356</c:v>
                </c:pt>
                <c:pt idx="470">
                  <c:v>0.96000544128547793</c:v>
                </c:pt>
                <c:pt idx="471">
                  <c:v>0.96257760300738437</c:v>
                </c:pt>
                <c:pt idx="472">
                  <c:v>0.96506911778968041</c:v>
                </c:pt>
                <c:pt idx="473">
                  <c:v>0.96747932434770567</c:v>
                </c:pt>
                <c:pt idx="474">
                  <c:v>0.96980758186688276</c:v>
                </c:pt>
                <c:pt idx="475">
                  <c:v>0.97205327028660826</c:v>
                </c:pt>
                <c:pt idx="476">
                  <c:v>0.97421579057541796</c:v>
                </c:pt>
                <c:pt idx="477">
                  <c:v>0.97629456499725076</c:v>
                </c:pt>
                <c:pt idx="478">
                  <c:v>0.97828903736865269</c:v>
                </c:pt>
                <c:pt idx="479">
                  <c:v>0.98019867330675536</c:v>
                </c:pt>
                <c:pt idx="480">
                  <c:v>0.98202296046787596</c:v>
                </c:pt>
                <c:pt idx="481">
                  <c:v>0.98376140877659013</c:v>
                </c:pt>
                <c:pt idx="482">
                  <c:v>0.98541355064513303</c:v>
                </c:pt>
                <c:pt idx="483">
                  <c:v>0.98697894118299323</c:v>
                </c:pt>
                <c:pt idx="484">
                  <c:v>0.98845715839656423</c:v>
                </c:pt>
                <c:pt idx="485">
                  <c:v>0.98984780337873379</c:v>
                </c:pt>
                <c:pt idx="486">
                  <c:v>0.99115050048828501</c:v>
                </c:pt>
                <c:pt idx="487">
                  <c:v>0.99236489751900192</c:v>
                </c:pt>
                <c:pt idx="488">
                  <c:v>0.9934906658583712</c:v>
                </c:pt>
                <c:pt idx="489">
                  <c:v>0.99452750063577688</c:v>
                </c:pt>
                <c:pt idx="490">
                  <c:v>0.99547512086010048</c:v>
                </c:pt>
                <c:pt idx="491">
                  <c:v>0.99633326954663448</c:v>
                </c:pt>
                <c:pt idx="492">
                  <c:v>0.99710171383322965</c:v>
                </c:pt>
                <c:pt idx="493">
                  <c:v>0.99778024508560648</c:v>
                </c:pt>
                <c:pt idx="494">
                  <c:v>0.99836867899175952</c:v>
                </c:pt>
                <c:pt idx="495">
                  <c:v>0.99886685564539612</c:v>
                </c:pt>
                <c:pt idx="496">
                  <c:v>0.99927463961836016</c:v>
                </c:pt>
                <c:pt idx="497">
                  <c:v>0.9995919200219876</c:v>
                </c:pt>
                <c:pt idx="498">
                  <c:v>0.99981861055736299</c:v>
                </c:pt>
                <c:pt idx="499">
                  <c:v>0.99995464955443969</c:v>
                </c:pt>
                <c:pt idx="500">
                  <c:v>1</c:v>
                </c:pt>
                <c:pt idx="501">
                  <c:v>0.99995464955443969</c:v>
                </c:pt>
                <c:pt idx="502">
                  <c:v>0.99981861055736299</c:v>
                </c:pt>
                <c:pt idx="503">
                  <c:v>0.9995919200219876</c:v>
                </c:pt>
                <c:pt idx="504">
                  <c:v>0.99927463961836016</c:v>
                </c:pt>
                <c:pt idx="505">
                  <c:v>0.99886685564539612</c:v>
                </c:pt>
                <c:pt idx="506">
                  <c:v>0.99836867899175952</c:v>
                </c:pt>
                <c:pt idx="507">
                  <c:v>0.99778024508560648</c:v>
                </c:pt>
                <c:pt idx="508">
                  <c:v>0.99710171383322965</c:v>
                </c:pt>
                <c:pt idx="509">
                  <c:v>0.99633326954663448</c:v>
                </c:pt>
                <c:pt idx="510">
                  <c:v>0.99547512086010048</c:v>
                </c:pt>
                <c:pt idx="511">
                  <c:v>0.99452750063577688</c:v>
                </c:pt>
                <c:pt idx="512">
                  <c:v>0.9934906658583712</c:v>
                </c:pt>
                <c:pt idx="513">
                  <c:v>0.99236489751900192</c:v>
                </c:pt>
                <c:pt idx="514">
                  <c:v>0.99115050048828501</c:v>
                </c:pt>
                <c:pt idx="515">
                  <c:v>0.98984780337873379</c:v>
                </c:pt>
                <c:pt idx="516">
                  <c:v>0.98845715839656423</c:v>
                </c:pt>
                <c:pt idx="517">
                  <c:v>0.98697894118299323</c:v>
                </c:pt>
                <c:pt idx="518">
                  <c:v>0.98541355064513303</c:v>
                </c:pt>
                <c:pt idx="519">
                  <c:v>0.98376140877659013</c:v>
                </c:pt>
                <c:pt idx="520">
                  <c:v>0.98202296046787596</c:v>
                </c:pt>
                <c:pt idx="521">
                  <c:v>0.98019867330675536</c:v>
                </c:pt>
                <c:pt idx="522">
                  <c:v>0.97828903736865258</c:v>
                </c:pt>
                <c:pt idx="523">
                  <c:v>0.97629456499725076</c:v>
                </c:pt>
                <c:pt idx="524">
                  <c:v>0.97421579057541774</c:v>
                </c:pt>
                <c:pt idx="525">
                  <c:v>0.97205327028660804</c:v>
                </c:pt>
                <c:pt idx="526">
                  <c:v>0.96980758186688243</c:v>
                </c:pt>
                <c:pt idx="527">
                  <c:v>0.96747932434770567</c:v>
                </c:pt>
                <c:pt idx="528">
                  <c:v>0.9650691177896803</c:v>
                </c:pt>
                <c:pt idx="529">
                  <c:v>0.96257760300738437</c:v>
                </c:pt>
                <c:pt idx="530">
                  <c:v>0.96000544128547771</c:v>
                </c:pt>
                <c:pt idx="531">
                  <c:v>0.95735331408626323</c:v>
                </c:pt>
                <c:pt idx="532">
                  <c:v>0.9546219227488737</c:v>
                </c:pt>
                <c:pt idx="533">
                  <c:v>0.95181198818027613</c:v>
                </c:pt>
                <c:pt idx="534">
                  <c:v>0.948924250538283</c:v>
                </c:pt>
                <c:pt idx="535">
                  <c:v>0.94595946890676552</c:v>
                </c:pt>
                <c:pt idx="536">
                  <c:v>0.94291842096326517</c:v>
                </c:pt>
                <c:pt idx="537">
                  <c:v>0.93980190263921337</c:v>
                </c:pt>
                <c:pt idx="538">
                  <c:v>0.93661072777296084</c:v>
                </c:pt>
                <c:pt idx="539">
                  <c:v>0.93334572775583213</c:v>
                </c:pt>
                <c:pt idx="540">
                  <c:v>0.93000775117141921</c:v>
                </c:pt>
                <c:pt idx="541">
                  <c:v>0.92659766342833316</c:v>
                </c:pt>
                <c:pt idx="542">
                  <c:v>0.92311634638663576</c:v>
                </c:pt>
                <c:pt idx="543">
                  <c:v>0.91956469797817908</c:v>
                </c:pt>
                <c:pt idx="544">
                  <c:v>0.9159436318210773</c:v>
                </c:pt>
                <c:pt idx="545">
                  <c:v>0.91225407682854487</c:v>
                </c:pt>
                <c:pt idx="546">
                  <c:v>0.90849697681233754</c:v>
                </c:pt>
                <c:pt idx="547">
                  <c:v>0.90467329008102482</c:v>
                </c:pt>
                <c:pt idx="548">
                  <c:v>0.90078398903334445</c:v>
                </c:pt>
                <c:pt idx="549">
                  <c:v>0.89683005974686858</c:v>
                </c:pt>
                <c:pt idx="550">
                  <c:v>0.89281250156223313</c:v>
                </c:pt>
                <c:pt idx="551">
                  <c:v>0.88873232666316881</c:v>
                </c:pt>
                <c:pt idx="552">
                  <c:v>0.88459055965258737</c:v>
                </c:pt>
                <c:pt idx="553">
                  <c:v>0.88038823712496317</c:v>
                </c:pt>
                <c:pt idx="554">
                  <c:v>0.87612640723526414</c:v>
                </c:pt>
                <c:pt idx="555">
                  <c:v>0.87180612926468215</c:v>
                </c:pt>
                <c:pt idx="556">
                  <c:v>0.86742847318341054</c:v>
                </c:pt>
                <c:pt idx="557">
                  <c:v>0.86299451921072434</c:v>
                </c:pt>
                <c:pt idx="558">
                  <c:v>0.85850535737261191</c:v>
                </c:pt>
                <c:pt idx="559">
                  <c:v>0.85396208705721255</c:v>
                </c:pt>
                <c:pt idx="560">
                  <c:v>0.84936581656831234</c:v>
                </c:pt>
                <c:pt idx="561">
                  <c:v>0.84471766267714921</c:v>
                </c:pt>
                <c:pt idx="562">
                  <c:v>0.84001875017278205</c:v>
                </c:pt>
                <c:pt idx="563">
                  <c:v>0.83527021141127189</c:v>
                </c:pt>
                <c:pt idx="564">
                  <c:v>0.83047318586393026</c:v>
                </c:pt>
                <c:pt idx="565">
                  <c:v>0.82562881966488322</c:v>
                </c:pt>
                <c:pt idx="566">
                  <c:v>0.82073826515819837</c:v>
                </c:pt>
                <c:pt idx="567">
                  <c:v>0.81580268044482751</c:v>
                </c:pt>
                <c:pt idx="568">
                  <c:v>0.81082322892960934</c:v>
                </c:pt>
                <c:pt idx="569">
                  <c:v>0.80580107886857522</c:v>
                </c:pt>
                <c:pt idx="570">
                  <c:v>0.80073740291680773</c:v>
                </c:pt>
                <c:pt idx="571">
                  <c:v>0.7956333776770883</c:v>
                </c:pt>
                <c:pt idx="572">
                  <c:v>0.79049018324957665</c:v>
                </c:pt>
                <c:pt idx="573">
                  <c:v>0.78530900278275984</c:v>
                </c:pt>
                <c:pt idx="574">
                  <c:v>0.78009102202590475</c:v>
                </c:pt>
                <c:pt idx="575">
                  <c:v>0.77483742888324891</c:v>
                </c:pt>
                <c:pt idx="576">
                  <c:v>0.76954941297016033</c:v>
                </c:pt>
                <c:pt idx="577">
                  <c:v>0.76422816517149073</c:v>
                </c:pt>
                <c:pt idx="578">
                  <c:v>0.75887487720234859</c:v>
                </c:pt>
                <c:pt idx="579">
                  <c:v>0.75349074117151982</c:v>
                </c:pt>
                <c:pt idx="580">
                  <c:v>0.7480769491477417</c:v>
                </c:pt>
                <c:pt idx="581">
                  <c:v>0.74263469272905724</c:v>
                </c:pt>
                <c:pt idx="582">
                  <c:v>0.73716516261545484</c:v>
                </c:pt>
                <c:pt idx="583">
                  <c:v>0.73166954818500396</c:v>
                </c:pt>
                <c:pt idx="584">
                  <c:v>0.72614903707369116</c:v>
                </c:pt>
                <c:pt idx="585">
                  <c:v>0.72060481475915539</c:v>
                </c:pt>
                <c:pt idx="586">
                  <c:v>0.71503806414852145</c:v>
                </c:pt>
                <c:pt idx="587">
                  <c:v>0.70944996517052217</c:v>
                </c:pt>
                <c:pt idx="588">
                  <c:v>0.70384169437209843</c:v>
                </c:pt>
                <c:pt idx="589">
                  <c:v>0.69821442451966165</c:v>
                </c:pt>
                <c:pt idx="590">
                  <c:v>0.69256932420519801</c:v>
                </c:pt>
                <c:pt idx="591">
                  <c:v>0.68690755745738796</c:v>
                </c:pt>
                <c:pt idx="592">
                  <c:v>0.68123028335791613</c:v>
                </c:pt>
                <c:pt idx="593">
                  <c:v>0.67553865566313187</c:v>
                </c:pt>
                <c:pt idx="594">
                  <c:v>0.66983382243122613</c:v>
                </c:pt>
                <c:pt idx="595">
                  <c:v>0.6641169256550794</c:v>
                </c:pt>
                <c:pt idx="596">
                  <c:v>0.65838910090093228</c:v>
                </c:pt>
                <c:pt idx="597">
                  <c:v>0.65265147695302583</c:v>
                </c:pt>
                <c:pt idx="598">
                  <c:v>0.64690517546435244</c:v>
                </c:pt>
                <c:pt idx="599">
                  <c:v>0.64115131061365493</c:v>
                </c:pt>
                <c:pt idx="600">
                  <c:v>0.63539098876880351</c:v>
                </c:pt>
                <c:pt idx="601">
                  <c:v>0.62962530815668005</c:v>
                </c:pt>
                <c:pt idx="602">
                  <c:v>0.62385535853968577</c:v>
                </c:pt>
                <c:pt idx="603">
                  <c:v>0.61808222089899312</c:v>
                </c:pt>
                <c:pt idx="604">
                  <c:v>0.6123069671246486</c:v>
                </c:pt>
                <c:pt idx="605">
                  <c:v>0.60653065971263354</c:v>
                </c:pt>
                <c:pt idx="606">
                  <c:v>0.60075435146898126</c:v>
                </c:pt>
                <c:pt idx="607">
                  <c:v>0.59497908522104714</c:v>
                </c:pt>
                <c:pt idx="608">
                  <c:v>0.58920589353601682</c:v>
                </c:pt>
                <c:pt idx="609">
                  <c:v>0.58343579844673932</c:v>
                </c:pt>
                <c:pt idx="610">
                  <c:v>0.57766981118496297</c:v>
                </c:pt>
                <c:pt idx="611">
                  <c:v>0.57190893192204384</c:v>
                </c:pt>
                <c:pt idx="612">
                  <c:v>0.56615414951719756</c:v>
                </c:pt>
                <c:pt idx="613">
                  <c:v>0.56040644127335326</c:v>
                </c:pt>
                <c:pt idx="614">
                  <c:v>0.55466677270066833</c:v>
                </c:pt>
                <c:pt idx="615">
                  <c:v>0.54893609728775417</c:v>
                </c:pt>
                <c:pt idx="616">
                  <c:v>0.54321535628065687</c:v>
                </c:pt>
                <c:pt idx="617">
                  <c:v>0.53750547846963692</c:v>
                </c:pt>
                <c:pt idx="618">
                  <c:v>0.53180737998377747</c:v>
                </c:pt>
                <c:pt idx="619">
                  <c:v>0.52612196409345657</c:v>
                </c:pt>
                <c:pt idx="620">
                  <c:v>0.52045012102070209</c:v>
                </c:pt>
                <c:pt idx="621">
                  <c:v>0.51479272775745388</c:v>
                </c:pt>
                <c:pt idx="622">
                  <c:v>0.50915064789174136</c:v>
                </c:pt>
                <c:pt idx="623">
                  <c:v>0.50352473144179033</c:v>
                </c:pt>
                <c:pt idx="624">
                  <c:v>0.49791581469805946</c:v>
                </c:pt>
                <c:pt idx="625">
                  <c:v>0.49232472007320532</c:v>
                </c:pt>
                <c:pt idx="626">
                  <c:v>0.48675225595997174</c:v>
                </c:pt>
                <c:pt idx="627">
                  <c:v>0.48119921659698967</c:v>
                </c:pt>
                <c:pt idx="628">
                  <c:v>0.47566638194247246</c:v>
                </c:pt>
                <c:pt idx="629">
                  <c:v>0.47015451755578452</c:v>
                </c:pt>
                <c:pt idx="630">
                  <c:v>0.46466437448686004</c:v>
                </c:pt>
                <c:pt idx="631">
                  <c:v>0.45919668917343825</c:v>
                </c:pt>
                <c:pt idx="632">
                  <c:v>0.45375218334608247</c:v>
                </c:pt>
                <c:pt idx="633">
                  <c:v>0.44833156394094292</c:v>
                </c:pt>
                <c:pt idx="634">
                  <c:v>0.44293552302021827</c:v>
                </c:pt>
                <c:pt idx="635">
                  <c:v>0.43756473770026916</c:v>
                </c:pt>
                <c:pt idx="636">
                  <c:v>0.43221987008733065</c:v>
                </c:pt>
                <c:pt idx="637">
                  <c:v>0.42690156722076633</c:v>
                </c:pt>
                <c:pt idx="638">
                  <c:v>0.42161046102380467</c:v>
                </c:pt>
                <c:pt idx="639">
                  <c:v>0.41634716826169077</c:v>
                </c:pt>
                <c:pt idx="640">
                  <c:v>0.41111229050718734</c:v>
                </c:pt>
                <c:pt idx="641">
                  <c:v>0.40590641411335093</c:v>
                </c:pt>
                <c:pt idx="642">
                  <c:v>0.40073011019350707</c:v>
                </c:pt>
                <c:pt idx="643">
                  <c:v>0.39558393460834651</c:v>
                </c:pt>
                <c:pt idx="644">
                  <c:v>0.39046842796005682</c:v>
                </c:pt>
                <c:pt idx="645">
                  <c:v>0.38538411559340469</c:v>
                </c:pt>
                <c:pt idx="646">
                  <c:v>0.38033150760367884</c:v>
                </c:pt>
                <c:pt idx="647">
                  <c:v>0.37531109885139946</c:v>
                </c:pt>
                <c:pt idx="648">
                  <c:v>0.37032336898369933</c:v>
                </c:pt>
                <c:pt idx="649">
                  <c:v>0.36536878246227716</c:v>
                </c:pt>
                <c:pt idx="650">
                  <c:v>0.36044778859782084</c:v>
                </c:pt>
                <c:pt idx="651">
                  <c:v>0.35556082159079683</c:v>
                </c:pt>
                <c:pt idx="652">
                  <c:v>0.35070830057849767</c:v>
                </c:pt>
                <c:pt idx="653">
                  <c:v>0.3458906296882388</c:v>
                </c:pt>
                <c:pt idx="654">
                  <c:v>0.34110819809659182</c:v>
                </c:pt>
                <c:pt idx="655">
                  <c:v>0.33636138009453986</c:v>
                </c:pt>
                <c:pt idx="656">
                  <c:v>0.3316505351584389</c:v>
                </c:pt>
                <c:pt idx="657">
                  <c:v>0.32697600802666593</c:v>
                </c:pt>
                <c:pt idx="658">
                  <c:v>0.32233812878183415</c:v>
                </c:pt>
                <c:pt idx="659">
                  <c:v>0.31773721293845242</c:v>
                </c:pt>
                <c:pt idx="660">
                  <c:v>0.31317356153590364</c:v>
                </c:pt>
                <c:pt idx="661">
                  <c:v>0.30864746123661874</c:v>
                </c:pt>
                <c:pt idx="662">
                  <c:v>0.30415918442931777</c:v>
                </c:pt>
                <c:pt idx="663">
                  <c:v>0.29970898933718865</c:v>
                </c:pt>
                <c:pt idx="664">
                  <c:v>0.29529712013087617</c:v>
                </c:pt>
                <c:pt idx="665">
                  <c:v>0.29092380704614801</c:v>
                </c:pt>
                <c:pt idx="666">
                  <c:v>0.28658926650610622</c:v>
                </c:pt>
                <c:pt idx="667">
                  <c:v>0.28229370124781283</c:v>
                </c:pt>
                <c:pt idx="668">
                  <c:v>0.27803730045319391</c:v>
                </c:pt>
                <c:pt idx="669">
                  <c:v>0.27382023988408877</c:v>
                </c:pt>
                <c:pt idx="670">
                  <c:v>0.26964268202130787</c:v>
                </c:pt>
                <c:pt idx="671">
                  <c:v>0.26550477620756652</c:v>
                </c:pt>
                <c:pt idx="672">
                  <c:v>0.26140665879415542</c:v>
                </c:pt>
                <c:pt idx="673">
                  <c:v>0.25734845329121347</c:v>
                </c:pt>
                <c:pt idx="674">
                  <c:v>0.25333027052146678</c:v>
                </c:pt>
                <c:pt idx="675">
                  <c:v>0.249352208777296</c:v>
                </c:pt>
                <c:pt idx="676">
                  <c:v>0.24541435398099617</c:v>
                </c:pt>
                <c:pt idx="677">
                  <c:v>0.24151677984809333</c:v>
                </c:pt>
                <c:pt idx="678">
                  <c:v>0.23765954805358097</c:v>
                </c:pt>
                <c:pt idx="679">
                  <c:v>0.23384270840093999</c:v>
                </c:pt>
                <c:pt idx="680">
                  <c:v>0.23006629899380884</c:v>
                </c:pt>
                <c:pt idx="681">
                  <c:v>0.22633034641016561</c:v>
                </c:pt>
                <c:pt idx="682">
                  <c:v>0.22263486587889073</c:v>
                </c:pt>
                <c:pt idx="683">
                  <c:v>0.21897986145857504</c:v>
                </c:pt>
                <c:pt idx="684">
                  <c:v>0.21536532621844026</c:v>
                </c:pt>
                <c:pt idx="685">
                  <c:v>0.21179124242124031</c:v>
                </c:pt>
                <c:pt idx="686">
                  <c:v>0.20825758170801145</c:v>
                </c:pt>
                <c:pt idx="687">
                  <c:v>0.20476430528454212</c:v>
                </c:pt>
                <c:pt idx="688">
                  <c:v>0.20131136410943218</c:v>
                </c:pt>
                <c:pt idx="689">
                  <c:v>0.19789869908361443</c:v>
                </c:pt>
                <c:pt idx="690">
                  <c:v>0.19452624124121107</c:v>
                </c:pt>
                <c:pt idx="691">
                  <c:v>0.19119391194159963</c:v>
                </c:pt>
                <c:pt idx="692">
                  <c:v>0.18790162306256469</c:v>
                </c:pt>
                <c:pt idx="693">
                  <c:v>0.18464927719441263</c:v>
                </c:pt>
                <c:pt idx="694">
                  <c:v>0.18143676783492721</c:v>
                </c:pt>
                <c:pt idx="695">
                  <c:v>0.17826397958504769</c:v>
                </c:pt>
                <c:pt idx="696">
                  <c:v>0.17513078834515075</c:v>
                </c:pt>
                <c:pt idx="697">
                  <c:v>0.17203706151181958</c:v>
                </c:pt>
                <c:pt idx="698">
                  <c:v>0.16898265817498617</c:v>
                </c:pt>
                <c:pt idx="699">
                  <c:v>0.16596742931533323</c:v>
                </c:pt>
                <c:pt idx="700">
                  <c:v>0.16299121800184521</c:v>
                </c:pt>
                <c:pt idx="701">
                  <c:v>0.16005385958939913</c:v>
                </c:pt>
                <c:pt idx="702">
                  <c:v>0.1571551819162875</c:v>
                </c:pt>
                <c:pt idx="703">
                  <c:v>0.15429500550156813</c:v>
                </c:pt>
                <c:pt idx="704">
                  <c:v>0.15147314374213902</c:v>
                </c:pt>
                <c:pt idx="705">
                  <c:v>0.14868940310943377</c:v>
                </c:pt>
                <c:pt idx="706">
                  <c:v>0.14594358334564259</c:v>
                </c:pt>
                <c:pt idx="707">
                  <c:v>0.14323547765935804</c:v>
                </c:pt>
                <c:pt idx="708">
                  <c:v>0.14056487292055259</c:v>
                </c:pt>
                <c:pt idx="709">
                  <c:v>0.13793154985479453</c:v>
                </c:pt>
                <c:pt idx="710">
                  <c:v>0.13533528323661276</c:v>
                </c:pt>
                <c:pt idx="711">
                  <c:v>0.13277584208191967</c:v>
                </c:pt>
                <c:pt idx="712">
                  <c:v>0.13025298983940925</c:v>
                </c:pt>
                <c:pt idx="713">
                  <c:v>0.12776648458084364</c:v>
                </c:pt>
                <c:pt idx="714">
                  <c:v>0.1253160791901482</c:v>
                </c:pt>
                <c:pt idx="715">
                  <c:v>0.12290152155123582</c:v>
                </c:pt>
                <c:pt idx="716">
                  <c:v>0.12052255473448253</c:v>
                </c:pt>
                <c:pt idx="717">
                  <c:v>0.11817891718178061</c:v>
                </c:pt>
                <c:pt idx="718">
                  <c:v>0.11587034289009665</c:v>
                </c:pt>
                <c:pt idx="719">
                  <c:v>0.11359656159346448</c:v>
                </c:pt>
                <c:pt idx="720">
                  <c:v>0.11135729894334555</c:v>
                </c:pt>
                <c:pt idx="721">
                  <c:v>0.10915227668729105</c:v>
                </c:pt>
                <c:pt idx="722">
                  <c:v>0.10698121284584336</c:v>
                </c:pt>
                <c:pt idx="723">
                  <c:v>0.10484382188761632</c:v>
                </c:pt>
                <c:pt idx="724">
                  <c:v>0.10273981490249436</c:v>
                </c:pt>
                <c:pt idx="725">
                  <c:v>0.10066889977289782</c:v>
                </c:pt>
                <c:pt idx="726">
                  <c:v>9.8630781343057444E-2</c:v>
                </c:pt>
                <c:pt idx="727">
                  <c:v>9.6625161586249037E-2</c:v>
                </c:pt>
                <c:pt idx="728">
                  <c:v>9.4651739769938709E-2</c:v>
                </c:pt>
                <c:pt idx="729">
                  <c:v>9.2710212618791324E-2</c:v>
                </c:pt>
                <c:pt idx="730">
                  <c:v>9.0800274475498849E-2</c:v>
                </c:pt>
                <c:pt idx="731">
                  <c:v>8.8921617459386398E-2</c:v>
                </c:pt>
                <c:pt idx="732">
                  <c:v>8.7073931622754924E-2</c:v>
                </c:pt>
                <c:pt idx="733">
                  <c:v>8.5256905104925146E-2</c:v>
                </c:pt>
                <c:pt idx="734">
                  <c:v>8.3470224283944502E-2</c:v>
                </c:pt>
                <c:pt idx="735">
                  <c:v>8.1713573925926833E-2</c:v>
                </c:pt>
                <c:pt idx="736">
                  <c:v>7.9986637331992128E-2</c:v>
                </c:pt>
                <c:pt idx="737">
                  <c:v>7.8289096482777501E-2</c:v>
                </c:pt>
                <c:pt idx="738">
                  <c:v>7.6620632180493545E-2</c:v>
                </c:pt>
                <c:pt idx="739">
                  <c:v>7.4980924188500511E-2</c:v>
                </c:pt>
                <c:pt idx="740">
                  <c:v>7.3369651368382902E-2</c:v>
                </c:pt>
                <c:pt idx="741">
                  <c:v>7.1786491814500836E-2</c:v>
                </c:pt>
                <c:pt idx="742">
                  <c:v>7.0231122986000288E-2</c:v>
                </c:pt>
                <c:pt idx="743">
                  <c:v>6.8703221836266135E-2</c:v>
                </c:pt>
                <c:pt idx="744">
                  <c:v>6.7202464939802892E-2</c:v>
                </c:pt>
                <c:pt idx="745">
                  <c:v>6.572852861653046E-2</c:v>
                </c:pt>
                <c:pt idx="746">
                  <c:v>6.4281089053485174E-2</c:v>
                </c:pt>
                <c:pt idx="747">
                  <c:v>6.2859822423916273E-2</c:v>
                </c:pt>
                <c:pt idx="748">
                  <c:v>6.1464405003771282E-2</c:v>
                </c:pt>
                <c:pt idx="749">
                  <c:v>6.0094513285565344E-2</c:v>
                </c:pt>
                <c:pt idx="750">
                  <c:v>5.8749824089630552E-2</c:v>
                </c:pt>
                <c:pt idx="751">
                  <c:v>5.7430014672743869E-2</c:v>
                </c:pt>
                <c:pt idx="752">
                  <c:v>5.6134762834133725E-2</c:v>
                </c:pt>
                <c:pt idx="753">
                  <c:v>5.4863747018866552E-2</c:v>
                </c:pt>
                <c:pt idx="754">
                  <c:v>5.3616646418616937E-2</c:v>
                </c:pt>
                <c:pt idx="755">
                  <c:v>5.2393141069825559E-2</c:v>
                </c:pt>
                <c:pt idx="756">
                  <c:v>5.1192911949252046E-2</c:v>
                </c:pt>
                <c:pt idx="757">
                  <c:v>5.001564106692985E-2</c:v>
                </c:pt>
                <c:pt idx="758">
                  <c:v>4.8861011556532857E-2</c:v>
                </c:pt>
                <c:pt idx="759">
                  <c:v>4.7728707763164138E-2</c:v>
                </c:pt>
                <c:pt idx="760">
                  <c:v>4.6618415328579188E-2</c:v>
                </c:pt>
                <c:pt idx="761">
                  <c:v>4.5529821273856755E-2</c:v>
                </c:pt>
                <c:pt idx="762">
                  <c:v>4.4462614079532052E-2</c:v>
                </c:pt>
                <c:pt idx="763">
                  <c:v>4.341648376320844E-2</c:v>
                </c:pt>
                <c:pt idx="764">
                  <c:v>4.2391121954664365E-2</c:v>
                </c:pt>
                <c:pt idx="765">
                  <c:v>4.1386221968474447E-2</c:v>
                </c:pt>
                <c:pt idx="766">
                  <c:v>4.0401478874163205E-2</c:v>
                </c:pt>
                <c:pt idx="767">
                  <c:v>3.9436589563913077E-2</c:v>
                </c:pt>
                <c:pt idx="768">
                  <c:v>3.8491252817847592E-2</c:v>
                </c:pt>
                <c:pt idx="769">
                  <c:v>3.756516936691242E-2</c:v>
                </c:pt>
                <c:pt idx="770">
                  <c:v>3.6658041953377997E-2</c:v>
                </c:pt>
                <c:pt idx="771">
                  <c:v>3.5769575388987986E-2</c:v>
                </c:pt>
                <c:pt idx="772">
                  <c:v>3.4899476610779259E-2</c:v>
                </c:pt>
                <c:pt idx="773">
                  <c:v>3.4047454734599338E-2</c:v>
                </c:pt>
                <c:pt idx="774">
                  <c:v>3.3213221106348424E-2</c:v>
                </c:pt>
                <c:pt idx="775">
                  <c:v>3.2396489350974028E-2</c:v>
                </c:pt>
                <c:pt idx="776">
                  <c:v>3.1596975419246151E-2</c:v>
                </c:pt>
                <c:pt idx="777">
                  <c:v>3.0814397632342998E-2</c:v>
                </c:pt>
                <c:pt idx="778">
                  <c:v>3.0048476724276636E-2</c:v>
                </c:pt>
                <c:pt idx="779">
                  <c:v>2.9298935882189115E-2</c:v>
                </c:pt>
                <c:pt idx="780">
                  <c:v>2.8565500784550352E-2</c:v>
                </c:pt>
                <c:pt idx="781">
                  <c:v>2.784789963728921E-2</c:v>
                </c:pt>
                <c:pt idx="782">
                  <c:v>2.7145863207889986E-2</c:v>
                </c:pt>
                <c:pt idx="783">
                  <c:v>2.6459124857486974E-2</c:v>
                </c:pt>
                <c:pt idx="784">
                  <c:v>2.5787420570989941E-2</c:v>
                </c:pt>
                <c:pt idx="785">
                  <c:v>2.5130488985274375E-2</c:v>
                </c:pt>
                <c:pt idx="786">
                  <c:v>2.4488071415469687E-2</c:v>
                </c:pt>
                <c:pt idx="787">
                  <c:v>2.3859911879380215E-2</c:v>
                </c:pt>
                <c:pt idx="788">
                  <c:v>2.3245757120072989E-2</c:v>
                </c:pt>
                <c:pt idx="789">
                  <c:v>2.2645356626667185E-2</c:v>
                </c:pt>
                <c:pt idx="790">
                  <c:v>2.2058462653360221E-2</c:v>
                </c:pt>
                <c:pt idx="791">
                  <c:v>2.1484830236725587E-2</c:v>
                </c:pt>
                <c:pt idx="792">
                  <c:v>2.0924217211317837E-2</c:v>
                </c:pt>
                <c:pt idx="793">
                  <c:v>2.0376384223620175E-2</c:v>
                </c:pt>
                <c:pt idx="794">
                  <c:v>1.984109474437027E-2</c:v>
                </c:pt>
                <c:pt idx="795">
                  <c:v>1.9318115079300008E-2</c:v>
                </c:pt>
                <c:pt idx="796">
                  <c:v>1.8807214378324961E-2</c:v>
                </c:pt>
                <c:pt idx="797">
                  <c:v>1.8308164643219146E-2</c:v>
                </c:pt>
                <c:pt idx="798">
                  <c:v>1.7820740733811312E-2</c:v>
                </c:pt>
                <c:pt idx="799">
                  <c:v>1.7344720372738067E-2</c:v>
                </c:pt>
                <c:pt idx="800">
                  <c:v>1.6879884148789884E-2</c:v>
                </c:pt>
                <c:pt idx="801">
                  <c:v>1.6426015518885534E-2</c:v>
                </c:pt>
                <c:pt idx="802">
                  <c:v>1.5982900808710489E-2</c:v>
                </c:pt>
                <c:pt idx="803">
                  <c:v>1.5550329212054945E-2</c:v>
                </c:pt>
                <c:pt idx="804">
                  <c:v>1.5128092788886476E-2</c:v>
                </c:pt>
                <c:pt idx="805">
                  <c:v>1.471598646219276E-2</c:v>
                </c:pt>
                <c:pt idx="806">
                  <c:v>1.43138080136293E-2</c:v>
                </c:pt>
                <c:pt idx="807">
                  <c:v>1.392135807800666E-2</c:v>
                </c:pt>
                <c:pt idx="808">
                  <c:v>1.3538440136652332E-2</c:v>
                </c:pt>
                <c:pt idx="809">
                  <c:v>1.3164860509680919E-2</c:v>
                </c:pt>
                <c:pt idx="810">
                  <c:v>1.2800428347207193E-2</c:v>
                </c:pt>
                <c:pt idx="811">
                  <c:v>1.244495561953563E-2</c:v>
                </c:pt>
                <c:pt idx="812">
                  <c:v>1.2098257106359828E-2</c:v>
                </c:pt>
                <c:pt idx="813">
                  <c:v>1.1760150385005273E-2</c:v>
                </c:pt>
                <c:pt idx="814">
                  <c:v>1.1430455817748056E-2</c:v>
                </c:pt>
                <c:pt idx="815">
                  <c:v>1.1108996538242287E-2</c:v>
                </c:pt>
                <c:pt idx="816">
                  <c:v>1.0795598437088303E-2</c:v>
                </c:pt>
                <c:pt idx="817">
                  <c:v>1.0490090146573474E-2</c:v>
                </c:pt>
                <c:pt idx="818">
                  <c:v>1.0192303024617133E-2</c:v>
                </c:pt>
                <c:pt idx="819">
                  <c:v>9.9020711379506632E-3</c:v>
                </c:pt>
                <c:pt idx="820">
                  <c:v>9.6192312445634188E-3</c:v>
                </c:pt>
                <c:pt idx="821">
                  <c:v>9.3436227754446662E-3</c:v>
                </c:pt>
                <c:pt idx="822">
                  <c:v>9.0750878156515349E-3</c:v>
                </c:pt>
                <c:pt idx="823">
                  <c:v>8.8134710847322332E-3</c:v>
                </c:pt>
                <c:pt idx="824">
                  <c:v>8.5586199165335174E-3</c:v>
                </c:pt>
                <c:pt idx="825">
                  <c:v>8.310384238421115E-3</c:v>
                </c:pt>
                <c:pt idx="826">
                  <c:v>8.0686165499408522E-3</c:v>
                </c:pt>
                <c:pt idx="827">
                  <c:v>7.8331719009484876E-3</c:v>
                </c:pt>
                <c:pt idx="828">
                  <c:v>7.6039078692349861E-3</c:v>
                </c:pt>
                <c:pt idx="829">
                  <c:v>7.3806845376742309E-3</c:v>
                </c:pt>
                <c:pt idx="830">
                  <c:v>7.1633644709191988E-3</c:v>
                </c:pt>
                <c:pt idx="831">
                  <c:v>6.9518126916723521E-3</c:v>
                </c:pt>
                <c:pt idx="832">
                  <c:v>6.7458966565554562E-3</c:v>
                </c:pt>
                <c:pt idx="833">
                  <c:v>6.5454862316035797E-3</c:v>
                </c:pt>
                <c:pt idx="834">
                  <c:v>6.3504536674074061E-3</c:v>
                </c:pt>
                <c:pt idx="835">
                  <c:v>6.160673573927862E-3</c:v>
                </c:pt>
                <c:pt idx="836">
                  <c:v>5.9760228950059488E-3</c:v>
                </c:pt>
                <c:pt idx="837">
                  <c:v>5.796380882590769E-3</c:v>
                </c:pt>
                <c:pt idx="838">
                  <c:v>5.6216290707079165E-3</c:v>
                </c:pt>
                <c:pt idx="839">
                  <c:v>5.4516512491899049E-3</c:v>
                </c:pt>
                <c:pt idx="840">
                  <c:v>5.2863334371899863E-3</c:v>
                </c:pt>
                <c:pt idx="841">
                  <c:v>5.1255638564999722E-3</c:v>
                </c:pt>
                <c:pt idx="842">
                  <c:v>4.969232904692312E-3</c:v>
                </c:pt>
                <c:pt idx="843">
                  <c:v>4.8172331281061869E-3</c:v>
                </c:pt>
                <c:pt idx="844">
                  <c:v>4.6694591946968272E-3</c:v>
                </c:pt>
                <c:pt idx="845">
                  <c:v>4.5258078667667224E-3</c:v>
                </c:pt>
                <c:pt idx="846">
                  <c:v>4.3861779735970084E-3</c:v>
                </c:pt>
                <c:pt idx="847">
                  <c:v>4.2504703839967416E-3</c:v>
                </c:pt>
                <c:pt idx="848">
                  <c:v>4.1185879787872517E-3</c:v>
                </c:pt>
                <c:pt idx="849">
                  <c:v>3.9904356232383789E-3</c:v>
                </c:pt>
                <c:pt idx="850">
                  <c:v>3.865920139472811E-3</c:v>
                </c:pt>
                <c:pt idx="851">
                  <c:v>3.7449502788542946E-3</c:v>
                </c:pt>
                <c:pt idx="852">
                  <c:v>3.6274366943750522E-3</c:v>
                </c:pt>
                <c:pt idx="853">
                  <c:v>3.513291913057126E-3</c:v>
                </c:pt>
                <c:pt idx="854">
                  <c:v>3.4024303083821233E-3</c:v>
                </c:pt>
                <c:pt idx="855">
                  <c:v>3.2947680727631215E-3</c:v>
                </c:pt>
                <c:pt idx="856">
                  <c:v>3.1902231900722412E-3</c:v>
                </c:pt>
                <c:pt idx="857">
                  <c:v>3.0887154082367718E-3</c:v>
                </c:pt>
                <c:pt idx="858">
                  <c:v>2.9901662119163831E-3</c:v>
                </c:pt>
                <c:pt idx="859">
                  <c:v>2.8944987952735156E-3</c:v>
                </c:pt>
                <c:pt idx="860">
                  <c:v>2.8016380348484869E-3</c:v>
                </c:pt>
                <c:pt idx="861">
                  <c:v>2.7115104625505876E-3</c:v>
                </c:pt>
                <c:pt idx="862">
                  <c:v>2.624044238775847E-3</c:v>
                </c:pt>
                <c:pt idx="863">
                  <c:v>2.5391691256618095E-3</c:v>
                </c:pt>
                <c:pt idx="864">
                  <c:v>2.4568164604892857E-3</c:v>
                </c:pt>
                <c:pt idx="865">
                  <c:v>2.3769191292404958E-3</c:v>
                </c:pt>
                <c:pt idx="866">
                  <c:v>2.2994115403227708E-3</c:v>
                </c:pt>
                <c:pt idx="867">
                  <c:v>2.2242295984664603E-3</c:v>
                </c:pt>
                <c:pt idx="868">
                  <c:v>2.1513106788053878E-3</c:v>
                </c:pt>
                <c:pt idx="869">
                  <c:v>2.0805936011477448E-3</c:v>
                </c:pt>
                <c:pt idx="870">
                  <c:v>2.0120186044449927E-3</c:v>
                </c:pt>
                <c:pt idx="871">
                  <c:v>1.9455273214659288E-3</c:v>
                </c:pt>
                <c:pt idx="872">
                  <c:v>1.8810627536827351E-3</c:v>
                </c:pt>
                <c:pt idx="873">
                  <c:v>1.8185692463754666E-3</c:v>
                </c:pt>
                <c:pt idx="874">
                  <c:v>1.7579924639610591E-3</c:v>
                </c:pt>
                <c:pt idx="875">
                  <c:v>1.6992793655526571E-3</c:v>
                </c:pt>
                <c:pt idx="876">
                  <c:v>1.6423781807546499E-3</c:v>
                </c:pt>
                <c:pt idx="877">
                  <c:v>1.5872383856985525E-3</c:v>
                </c:pt>
                <c:pt idx="878">
                  <c:v>1.533810679324463E-3</c:v>
                </c:pt>
                <c:pt idx="879">
                  <c:v>1.4820469599126224E-3</c:v>
                </c:pt>
                <c:pt idx="880">
                  <c:v>1.4319003018691703E-3</c:v>
                </c:pt>
                <c:pt idx="881">
                  <c:v>1.3833249327700212E-3</c:v>
                </c:pt>
                <c:pt idx="882">
                  <c:v>1.3362762106663743E-3</c:v>
                </c:pt>
                <c:pt idx="883">
                  <c:v>1.2907106016552007E-3</c:v>
                </c:pt>
                <c:pt idx="884">
                  <c:v>1.2465856577176535E-3</c:v>
                </c:pt>
                <c:pt idx="885">
                  <c:v>1.2038599948282019E-3</c:v>
                </c:pt>
                <c:pt idx="886">
                  <c:v>1.162493271336927E-3</c:v>
                </c:pt>
                <c:pt idx="887">
                  <c:v>1.1224461666272179E-3</c:v>
                </c:pt>
                <c:pt idx="888">
                  <c:v>1.0836803600508399E-3</c:v>
                </c:pt>
                <c:pt idx="889">
                  <c:v>1.0461585101421104E-3</c:v>
                </c:pt>
                <c:pt idx="890">
                  <c:v>1.0098442341126815E-3</c:v>
                </c:pt>
                <c:pt idx="891">
                  <c:v>9.7470208762819857E-4</c:v>
                </c:pt>
                <c:pt idx="892">
                  <c:v>9.4069754486790079E-4</c:v>
                </c:pt>
                <c:pt idx="893">
                  <c:v>9.0779697886799674E-4</c:v>
                </c:pt>
                <c:pt idx="894">
                  <c:v>8.7596764214943254E-4</c:v>
                </c:pt>
                <c:pt idx="895">
                  <c:v>8.4517764763052908E-4</c:v>
                </c:pt>
                <c:pt idx="896">
                  <c:v>8.1539594982468506E-4</c:v>
                </c:pt>
                <c:pt idx="897">
                  <c:v>7.8659232632323571E-4</c:v>
                </c:pt>
                <c:pt idx="898">
                  <c:v>7.5873735956331933E-4</c:v>
                </c:pt>
                <c:pt idx="899">
                  <c:v>7.3180241888047212E-4</c:v>
                </c:pt>
                <c:pt idx="900">
                  <c:v>7.0575964284547447E-4</c:v>
                </c:pt>
                <c:pt idx="901">
                  <c:v>6.8058192188483256E-4</c:v>
                </c:pt>
                <c:pt idx="902">
                  <c:v>6.5624288118410574E-4</c:v>
                </c:pt>
                <c:pt idx="903">
                  <c:v>6.3271686387315949E-4</c:v>
                </c:pt>
                <c:pt idx="904">
                  <c:v>6.0997891449227494E-4</c:v>
                </c:pt>
                <c:pt idx="905">
                  <c:v>5.8800476273788787E-4</c:v>
                </c:pt>
                <c:pt idx="906">
                  <c:v>5.6677080748664685E-4</c:v>
                </c:pt>
                <c:pt idx="907">
                  <c:v>5.4625410109629987E-4</c:v>
                </c:pt>
                <c:pt idx="908">
                  <c:v>5.2643233398184421E-4</c:v>
                </c:pt>
                <c:pt idx="909">
                  <c:v>5.0728381946522612E-4</c:v>
                </c:pt>
                <c:pt idx="910">
                  <c:v>4.8878747889679187E-4</c:v>
                </c:pt>
                <c:pt idx="911">
                  <c:v>4.7092282704657362E-4</c:v>
                </c:pt>
                <c:pt idx="912">
                  <c:v>4.5366995776340409E-4</c:v>
                </c:pt>
                <c:pt idx="913">
                  <c:v>4.3700952989974624E-4</c:v>
                </c:pt>
                <c:pt idx="914">
                  <c:v>4.2092275350006286E-4</c:v>
                </c:pt>
                <c:pt idx="915">
                  <c:v>4.053913762504227E-4</c:v>
                </c:pt>
                <c:pt idx="916">
                  <c:v>3.9039767018701408E-4</c:v>
                </c:pt>
                <c:pt idx="917">
                  <c:v>3.759244186611186E-4</c:v>
                </c:pt>
                <c:pt idx="918">
                  <c:v>3.6195490355804544E-4</c:v>
                </c:pt>
                <c:pt idx="919">
                  <c:v>3.4847289276746559E-4</c:v>
                </c:pt>
                <c:pt idx="920">
                  <c:v>3.3546262790251066E-4</c:v>
                </c:pt>
                <c:pt idx="921">
                  <c:v>3.2290881226495712E-4</c:v>
                </c:pt>
                <c:pt idx="922">
                  <c:v>3.1079659905374466E-4</c:v>
                </c:pt>
                <c:pt idx="923">
                  <c:v>2.9911157981405854E-4</c:v>
                </c:pt>
                <c:pt idx="924">
                  <c:v>2.8783977312412046E-4</c:v>
                </c:pt>
                <c:pt idx="925">
                  <c:v>2.7696761351683009E-4</c:v>
                </c:pt>
                <c:pt idx="926">
                  <c:v>2.664819406333279E-4</c:v>
                </c:pt>
                <c:pt idx="927">
                  <c:v>2.5636998860554232E-4</c:v>
                </c:pt>
                <c:pt idx="928">
                  <c:v>2.466193756647298E-4</c:v>
                </c:pt>
                <c:pt idx="929">
                  <c:v>2.3721809397300739E-4</c:v>
                </c:pt>
                <c:pt idx="930">
                  <c:v>2.2815449967483962E-4</c:v>
                </c:pt>
                <c:pt idx="931">
                  <c:v>2.1941730316542735E-4</c:v>
                </c:pt>
                <c:pt idx="932">
                  <c:v>2.1099555957291942E-4</c:v>
                </c:pt>
                <c:pt idx="933">
                  <c:v>2.0287865945136497E-4</c:v>
                </c:pt>
                <c:pt idx="934">
                  <c:v>1.9505631968129718E-4</c:v>
                </c:pt>
                <c:pt idx="935">
                  <c:v>1.8751857457483816E-4</c:v>
                </c:pt>
                <c:pt idx="936">
                  <c:v>1.8025576718220328E-4</c:v>
                </c:pt>
                <c:pt idx="937">
                  <c:v>1.7325854079647959E-4</c:v>
                </c:pt>
                <c:pt idx="938">
                  <c:v>1.6651783065354831E-4</c:v>
                </c:pt>
                <c:pt idx="939">
                  <c:v>1.6002485582402283E-4</c:v>
                </c:pt>
                <c:pt idx="940">
                  <c:v>1.5377111129407709E-4</c:v>
                </c:pt>
                <c:pt idx="941">
                  <c:v>1.4774836023203315E-4</c:v>
                </c:pt>
                <c:pt idx="942">
                  <c:v>1.4194862643760115E-4</c:v>
                </c:pt>
                <c:pt idx="943">
                  <c:v>1.3636418697065446E-4</c:v>
                </c:pt>
                <c:pt idx="944">
                  <c:v>1.3098756495644276E-4</c:v>
                </c:pt>
                <c:pt idx="945">
                  <c:v>1.2581152256415596E-4</c:v>
                </c:pt>
                <c:pt idx="946">
                  <c:v>1.2082905415576352E-4</c:v>
                </c:pt>
                <c:pt idx="947">
                  <c:v>1.1603337960207085E-4</c:v>
                </c:pt>
                <c:pt idx="948">
                  <c:v>1.1141793776294867E-4</c:v>
                </c:pt>
                <c:pt idx="949">
                  <c:v>1.0697638012871414E-4</c:v>
                </c:pt>
                <c:pt idx="950">
                  <c:v>1.0270256461965505E-4</c:v>
                </c:pt>
                <c:pt idx="951">
                  <c:v>9.8590549540715738E-5</c:v>
                </c:pt>
                <c:pt idx="952">
                  <c:v>9.4634587688384301E-5</c:v>
                </c:pt>
                <c:pt idx="953">
                  <c:v>9.0829120606840047E-5</c:v>
                </c:pt>
                <c:pt idx="954">
                  <c:v>8.7168772990449904E-5</c:v>
                </c:pt>
                <c:pt idx="955">
                  <c:v>8.3648347229727389E-5</c:v>
                </c:pt>
                <c:pt idx="956">
                  <c:v>8.0262818097889466E-5</c:v>
                </c:pt>
                <c:pt idx="957">
                  <c:v>7.7007327575183101E-5</c:v>
                </c:pt>
                <c:pt idx="958">
                  <c:v>7.3877179808172038E-5</c:v>
                </c:pt>
                <c:pt idx="959">
                  <c:v>7.0867836201213508E-5</c:v>
                </c:pt>
                <c:pt idx="960">
                  <c:v>6.7974910637375819E-5</c:v>
                </c:pt>
                <c:pt idx="961">
                  <c:v>6.5194164826084963E-5</c:v>
                </c:pt>
                <c:pt idx="962">
                  <c:v>6.2521503774820382E-5</c:v>
                </c:pt>
                <c:pt idx="963">
                  <c:v>5.9952971382203398E-5</c:v>
                </c:pt>
                <c:pt idx="964">
                  <c:v>5.7484746149867506E-5</c:v>
                </c:pt>
                <c:pt idx="965">
                  <c:v>5.5113137010524554E-5</c:v>
                </c:pt>
                <c:pt idx="966">
                  <c:v>5.2834579269673355E-5</c:v>
                </c:pt>
                <c:pt idx="967">
                  <c:v>5.064563065844076E-5</c:v>
                </c:pt>
                <c:pt idx="968">
                  <c:v>4.8542967495069428E-5</c:v>
                </c:pt>
                <c:pt idx="969">
                  <c:v>4.6523380952607508E-5</c:v>
                </c:pt>
                <c:pt idx="970">
                  <c:v>4.4583773430388951E-5</c:v>
                </c:pt>
                <c:pt idx="971">
                  <c:v>4.272115502692918E-5</c:v>
                </c:pt>
                <c:pt idx="972">
                  <c:v>4.0932640111894792E-5</c:v>
                </c:pt>
                <c:pt idx="973">
                  <c:v>3.9215443994845077E-5</c:v>
                </c:pt>
                <c:pt idx="974">
                  <c:v>3.7566879688475885E-5</c:v>
                </c:pt>
                <c:pt idx="975">
                  <c:v>3.5984354764134302E-5</c:v>
                </c:pt>
                <c:pt idx="976">
                  <c:v>3.446536829740845E-5</c:v>
                </c:pt>
                <c:pt idx="977">
                  <c:v>3.3007507901632526E-5</c:v>
                </c:pt>
                <c:pt idx="978">
                  <c:v>3.1608446847184518E-5</c:v>
                </c:pt>
                <c:pt idx="979">
                  <c:v>3.026594126448845E-5</c:v>
                </c:pt>
                <c:pt idx="980">
                  <c:v>2.8977827428671099E-5</c:v>
                </c:pt>
                <c:pt idx="981">
                  <c:v>2.7742019123858096E-5</c:v>
                </c:pt>
                <c:pt idx="982">
                  <c:v>2.6556505085130561E-5</c:v>
                </c:pt>
                <c:pt idx="983">
                  <c:v>2.5419346516199291E-5</c:v>
                </c:pt>
                <c:pt idx="984">
                  <c:v>2.4328674680889839E-5</c:v>
                </c:pt>
                <c:pt idx="985">
                  <c:v>2.3282688566565932E-5</c:v>
                </c:pt>
                <c:pt idx="986">
                  <c:v>2.2279652617656193E-5</c:v>
                </c:pt>
                <c:pt idx="987">
                  <c:v>2.1317894537481357E-5</c:v>
                </c:pt>
                <c:pt idx="988">
                  <c:v>2.03958031566181E-5</c:v>
                </c:pt>
                <c:pt idx="989">
                  <c:v>1.9511826366065742E-5</c:v>
                </c:pt>
                <c:pt idx="990">
                  <c:v>1.8664469113520537E-5</c:v>
                </c:pt>
                <c:pt idx="991">
                  <c:v>1.7852291461093407E-5</c:v>
                </c:pt>
                <c:pt idx="992">
                  <c:v>1.7073906702842595E-5</c:v>
                </c:pt>
                <c:pt idx="993">
                  <c:v>1.6327979540525933E-5</c:v>
                </c:pt>
                <c:pt idx="994">
                  <c:v>1.5613224316009548E-5</c:v>
                </c:pt>
                <c:pt idx="995">
                  <c:v>1.4928403298804427E-5</c:v>
                </c:pt>
                <c:pt idx="996">
                  <c:v>1.4272325027233431E-5</c:v>
                </c:pt>
                <c:pt idx="997">
                  <c:v>1.3643842701763781E-5</c:v>
                </c:pt>
                <c:pt idx="998">
                  <c:v>1.3041852629072559E-5</c:v>
                </c:pt>
                <c:pt idx="999">
                  <c:v>1.24652927154433E-5</c:v>
                </c:pt>
                <c:pt idx="1000">
                  <c:v>1.1913141008122973E-5</c:v>
                </c:pt>
              </c:numCache>
            </c:numRef>
          </c:yVal>
          <c:smooth val="1"/>
        </c:ser>
        <c:ser>
          <c:idx val="3"/>
          <c:order val="3"/>
          <c:tx>
            <c:strRef>
              <c:f>Sheet2!$E$1</c:f>
              <c:strCache>
                <c:ptCount val="1"/>
                <c:pt idx="0">
                  <c:v>L</c:v>
                </c:pt>
              </c:strCache>
            </c:strRef>
          </c:tx>
          <c:spPr>
            <a:ln w="3810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Sheet2!$A$2:$A$1002</c:f>
              <c:numCache>
                <c:formatCode>General</c:formatCode>
                <c:ptCount val="1001"/>
                <c:pt idx="0">
                  <c:v>0</c:v>
                </c:pt>
                <c:pt idx="1">
                  <c:v>1E-3</c:v>
                </c:pt>
                <c:pt idx="2">
                  <c:v>2E-3</c:v>
                </c:pt>
                <c:pt idx="3">
                  <c:v>3.0000000000000001E-3</c:v>
                </c:pt>
                <c:pt idx="4">
                  <c:v>4.0000000000000001E-3</c:v>
                </c:pt>
                <c:pt idx="5">
                  <c:v>5.0000000000000001E-3</c:v>
                </c:pt>
                <c:pt idx="6">
                  <c:v>6.0000000000000001E-3</c:v>
                </c:pt>
                <c:pt idx="7">
                  <c:v>7.0000000000000001E-3</c:v>
                </c:pt>
                <c:pt idx="8">
                  <c:v>8.0000000000000002E-3</c:v>
                </c:pt>
                <c:pt idx="9">
                  <c:v>9.0000000000000011E-3</c:v>
                </c:pt>
                <c:pt idx="10">
                  <c:v>0.01</c:v>
                </c:pt>
                <c:pt idx="11">
                  <c:v>1.0999999999999999E-2</c:v>
                </c:pt>
                <c:pt idx="12">
                  <c:v>1.2E-2</c:v>
                </c:pt>
                <c:pt idx="13">
                  <c:v>1.3000000000000001E-2</c:v>
                </c:pt>
                <c:pt idx="14">
                  <c:v>1.4E-2</c:v>
                </c:pt>
                <c:pt idx="15">
                  <c:v>1.4999999999999999E-2</c:v>
                </c:pt>
                <c:pt idx="16">
                  <c:v>1.6E-2</c:v>
                </c:pt>
                <c:pt idx="17">
                  <c:v>1.7000000000000001E-2</c:v>
                </c:pt>
                <c:pt idx="18">
                  <c:v>1.8000000000000002E-2</c:v>
                </c:pt>
                <c:pt idx="19">
                  <c:v>1.9E-2</c:v>
                </c:pt>
                <c:pt idx="20">
                  <c:v>0.02</c:v>
                </c:pt>
                <c:pt idx="21">
                  <c:v>2.1000000000000001E-2</c:v>
                </c:pt>
                <c:pt idx="22">
                  <c:v>2.1999999999999999E-2</c:v>
                </c:pt>
                <c:pt idx="23">
                  <c:v>2.3E-2</c:v>
                </c:pt>
                <c:pt idx="24">
                  <c:v>2.4E-2</c:v>
                </c:pt>
                <c:pt idx="25">
                  <c:v>2.5000000000000001E-2</c:v>
                </c:pt>
                <c:pt idx="26">
                  <c:v>2.6000000000000002E-2</c:v>
                </c:pt>
                <c:pt idx="27">
                  <c:v>2.7E-2</c:v>
                </c:pt>
                <c:pt idx="28">
                  <c:v>2.8000000000000001E-2</c:v>
                </c:pt>
                <c:pt idx="29">
                  <c:v>2.9000000000000001E-2</c:v>
                </c:pt>
                <c:pt idx="30">
                  <c:v>0.03</c:v>
                </c:pt>
                <c:pt idx="31">
                  <c:v>3.1E-2</c:v>
                </c:pt>
                <c:pt idx="32">
                  <c:v>3.2000000000000001E-2</c:v>
                </c:pt>
                <c:pt idx="33">
                  <c:v>3.3000000000000002E-2</c:v>
                </c:pt>
                <c:pt idx="34">
                  <c:v>3.4000000000000002E-2</c:v>
                </c:pt>
                <c:pt idx="35">
                  <c:v>3.5000000000000003E-2</c:v>
                </c:pt>
                <c:pt idx="36">
                  <c:v>3.6000000000000004E-2</c:v>
                </c:pt>
                <c:pt idx="37">
                  <c:v>3.6999999999999998E-2</c:v>
                </c:pt>
                <c:pt idx="38">
                  <c:v>3.7999999999999999E-2</c:v>
                </c:pt>
                <c:pt idx="39">
                  <c:v>3.9E-2</c:v>
                </c:pt>
                <c:pt idx="40">
                  <c:v>0.04</c:v>
                </c:pt>
                <c:pt idx="41">
                  <c:v>4.1000000000000002E-2</c:v>
                </c:pt>
                <c:pt idx="42">
                  <c:v>4.2000000000000003E-2</c:v>
                </c:pt>
                <c:pt idx="43">
                  <c:v>4.3000000000000003E-2</c:v>
                </c:pt>
                <c:pt idx="44">
                  <c:v>4.3999999999999997E-2</c:v>
                </c:pt>
                <c:pt idx="45">
                  <c:v>4.4999999999999998E-2</c:v>
                </c:pt>
                <c:pt idx="46">
                  <c:v>4.5999999999999999E-2</c:v>
                </c:pt>
                <c:pt idx="47">
                  <c:v>4.7E-2</c:v>
                </c:pt>
                <c:pt idx="48">
                  <c:v>4.8000000000000001E-2</c:v>
                </c:pt>
                <c:pt idx="49">
                  <c:v>4.9000000000000002E-2</c:v>
                </c:pt>
                <c:pt idx="50">
                  <c:v>0.05</c:v>
                </c:pt>
                <c:pt idx="51">
                  <c:v>5.1000000000000004E-2</c:v>
                </c:pt>
                <c:pt idx="52">
                  <c:v>5.2000000000000005E-2</c:v>
                </c:pt>
                <c:pt idx="53">
                  <c:v>5.2999999999999999E-2</c:v>
                </c:pt>
                <c:pt idx="54">
                  <c:v>5.3999999999999999E-2</c:v>
                </c:pt>
                <c:pt idx="55">
                  <c:v>5.5E-2</c:v>
                </c:pt>
                <c:pt idx="56">
                  <c:v>5.6000000000000001E-2</c:v>
                </c:pt>
                <c:pt idx="57">
                  <c:v>5.7000000000000002E-2</c:v>
                </c:pt>
                <c:pt idx="58">
                  <c:v>5.8000000000000003E-2</c:v>
                </c:pt>
                <c:pt idx="59">
                  <c:v>5.9000000000000004E-2</c:v>
                </c:pt>
                <c:pt idx="60">
                  <c:v>0.06</c:v>
                </c:pt>
                <c:pt idx="61">
                  <c:v>6.0999999999999999E-2</c:v>
                </c:pt>
                <c:pt idx="62">
                  <c:v>6.2E-2</c:v>
                </c:pt>
                <c:pt idx="63">
                  <c:v>6.3E-2</c:v>
                </c:pt>
                <c:pt idx="64">
                  <c:v>6.4000000000000001E-2</c:v>
                </c:pt>
                <c:pt idx="65">
                  <c:v>6.5000000000000002E-2</c:v>
                </c:pt>
                <c:pt idx="66">
                  <c:v>6.6000000000000003E-2</c:v>
                </c:pt>
                <c:pt idx="67">
                  <c:v>6.7000000000000004E-2</c:v>
                </c:pt>
                <c:pt idx="68">
                  <c:v>6.8000000000000005E-2</c:v>
                </c:pt>
                <c:pt idx="69">
                  <c:v>6.9000000000000006E-2</c:v>
                </c:pt>
                <c:pt idx="70">
                  <c:v>7.0000000000000007E-2</c:v>
                </c:pt>
                <c:pt idx="71">
                  <c:v>7.1000000000000008E-2</c:v>
                </c:pt>
                <c:pt idx="72">
                  <c:v>7.2000000000000008E-2</c:v>
                </c:pt>
                <c:pt idx="73">
                  <c:v>7.2999999999999995E-2</c:v>
                </c:pt>
                <c:pt idx="74">
                  <c:v>7.3999999999999996E-2</c:v>
                </c:pt>
                <c:pt idx="75">
                  <c:v>7.4999999999999997E-2</c:v>
                </c:pt>
                <c:pt idx="76">
                  <c:v>7.5999999999999998E-2</c:v>
                </c:pt>
                <c:pt idx="77">
                  <c:v>7.6999999999999999E-2</c:v>
                </c:pt>
                <c:pt idx="78">
                  <c:v>7.8E-2</c:v>
                </c:pt>
                <c:pt idx="79">
                  <c:v>7.9000000000000001E-2</c:v>
                </c:pt>
                <c:pt idx="80">
                  <c:v>0.08</c:v>
                </c:pt>
                <c:pt idx="81">
                  <c:v>8.1000000000000003E-2</c:v>
                </c:pt>
                <c:pt idx="82">
                  <c:v>8.2000000000000003E-2</c:v>
                </c:pt>
                <c:pt idx="83">
                  <c:v>8.3000000000000004E-2</c:v>
                </c:pt>
                <c:pt idx="84">
                  <c:v>8.4000000000000005E-2</c:v>
                </c:pt>
                <c:pt idx="85">
                  <c:v>8.5000000000000006E-2</c:v>
                </c:pt>
                <c:pt idx="86">
                  <c:v>8.6000000000000007E-2</c:v>
                </c:pt>
                <c:pt idx="87">
                  <c:v>8.7000000000000008E-2</c:v>
                </c:pt>
                <c:pt idx="88">
                  <c:v>8.7999999999999995E-2</c:v>
                </c:pt>
                <c:pt idx="89">
                  <c:v>8.8999999999999996E-2</c:v>
                </c:pt>
                <c:pt idx="90">
                  <c:v>0.09</c:v>
                </c:pt>
                <c:pt idx="91">
                  <c:v>9.0999999999999998E-2</c:v>
                </c:pt>
                <c:pt idx="92">
                  <c:v>9.1999999999999998E-2</c:v>
                </c:pt>
                <c:pt idx="93">
                  <c:v>9.2999999999999999E-2</c:v>
                </c:pt>
                <c:pt idx="94">
                  <c:v>9.4E-2</c:v>
                </c:pt>
                <c:pt idx="95">
                  <c:v>9.5000000000000001E-2</c:v>
                </c:pt>
                <c:pt idx="96">
                  <c:v>9.6000000000000002E-2</c:v>
                </c:pt>
                <c:pt idx="97">
                  <c:v>9.7000000000000003E-2</c:v>
                </c:pt>
                <c:pt idx="98">
                  <c:v>9.8000000000000004E-2</c:v>
                </c:pt>
                <c:pt idx="99">
                  <c:v>9.9000000000000005E-2</c:v>
                </c:pt>
                <c:pt idx="100">
                  <c:v>0.1</c:v>
                </c:pt>
                <c:pt idx="101">
                  <c:v>0.10100000000000001</c:v>
                </c:pt>
                <c:pt idx="102">
                  <c:v>0.10200000000000001</c:v>
                </c:pt>
                <c:pt idx="103">
                  <c:v>0.10300000000000001</c:v>
                </c:pt>
                <c:pt idx="104">
                  <c:v>0.10400000000000001</c:v>
                </c:pt>
                <c:pt idx="105">
                  <c:v>0.105</c:v>
                </c:pt>
                <c:pt idx="106">
                  <c:v>0.106</c:v>
                </c:pt>
                <c:pt idx="107">
                  <c:v>0.107</c:v>
                </c:pt>
                <c:pt idx="108">
                  <c:v>0.108</c:v>
                </c:pt>
                <c:pt idx="109">
                  <c:v>0.109</c:v>
                </c:pt>
                <c:pt idx="110">
                  <c:v>0.11</c:v>
                </c:pt>
                <c:pt idx="111">
                  <c:v>0.111</c:v>
                </c:pt>
                <c:pt idx="112">
                  <c:v>0.112</c:v>
                </c:pt>
                <c:pt idx="113">
                  <c:v>0.113</c:v>
                </c:pt>
                <c:pt idx="114">
                  <c:v>0.114</c:v>
                </c:pt>
                <c:pt idx="115">
                  <c:v>0.115</c:v>
                </c:pt>
                <c:pt idx="116">
                  <c:v>0.11600000000000001</c:v>
                </c:pt>
                <c:pt idx="117">
                  <c:v>0.11700000000000001</c:v>
                </c:pt>
                <c:pt idx="118">
                  <c:v>0.11800000000000001</c:v>
                </c:pt>
                <c:pt idx="119">
                  <c:v>0.11900000000000001</c:v>
                </c:pt>
                <c:pt idx="120">
                  <c:v>0.12</c:v>
                </c:pt>
                <c:pt idx="121">
                  <c:v>0.121</c:v>
                </c:pt>
                <c:pt idx="122">
                  <c:v>0.122</c:v>
                </c:pt>
                <c:pt idx="123">
                  <c:v>0.123</c:v>
                </c:pt>
                <c:pt idx="124">
                  <c:v>0.124</c:v>
                </c:pt>
                <c:pt idx="125">
                  <c:v>0.125</c:v>
                </c:pt>
                <c:pt idx="126">
                  <c:v>0.126</c:v>
                </c:pt>
                <c:pt idx="127">
                  <c:v>0.127</c:v>
                </c:pt>
                <c:pt idx="128">
                  <c:v>0.128</c:v>
                </c:pt>
                <c:pt idx="129">
                  <c:v>0.129</c:v>
                </c:pt>
                <c:pt idx="130">
                  <c:v>0.13</c:v>
                </c:pt>
                <c:pt idx="131">
                  <c:v>0.13100000000000001</c:v>
                </c:pt>
                <c:pt idx="132">
                  <c:v>0.13200000000000001</c:v>
                </c:pt>
                <c:pt idx="133">
                  <c:v>0.13300000000000001</c:v>
                </c:pt>
                <c:pt idx="134">
                  <c:v>0.13400000000000001</c:v>
                </c:pt>
                <c:pt idx="135">
                  <c:v>0.13500000000000001</c:v>
                </c:pt>
                <c:pt idx="136">
                  <c:v>0.13600000000000001</c:v>
                </c:pt>
                <c:pt idx="137">
                  <c:v>0.13700000000000001</c:v>
                </c:pt>
                <c:pt idx="138">
                  <c:v>0.13800000000000001</c:v>
                </c:pt>
                <c:pt idx="139">
                  <c:v>0.13900000000000001</c:v>
                </c:pt>
                <c:pt idx="140">
                  <c:v>0.14000000000000001</c:v>
                </c:pt>
                <c:pt idx="141">
                  <c:v>0.14100000000000001</c:v>
                </c:pt>
                <c:pt idx="142">
                  <c:v>0.14200000000000002</c:v>
                </c:pt>
                <c:pt idx="143">
                  <c:v>0.14300000000000002</c:v>
                </c:pt>
                <c:pt idx="144">
                  <c:v>0.14400000000000002</c:v>
                </c:pt>
                <c:pt idx="145">
                  <c:v>0.14499999999999999</c:v>
                </c:pt>
                <c:pt idx="146">
                  <c:v>0.14599999999999999</c:v>
                </c:pt>
                <c:pt idx="147">
                  <c:v>0.14699999999999999</c:v>
                </c:pt>
                <c:pt idx="148">
                  <c:v>0.14799999999999999</c:v>
                </c:pt>
                <c:pt idx="149">
                  <c:v>0.14899999999999999</c:v>
                </c:pt>
                <c:pt idx="150">
                  <c:v>0.15</c:v>
                </c:pt>
                <c:pt idx="151">
                  <c:v>0.151</c:v>
                </c:pt>
                <c:pt idx="152">
                  <c:v>0.152</c:v>
                </c:pt>
                <c:pt idx="153">
                  <c:v>0.153</c:v>
                </c:pt>
                <c:pt idx="154">
                  <c:v>0.154</c:v>
                </c:pt>
                <c:pt idx="155">
                  <c:v>0.155</c:v>
                </c:pt>
                <c:pt idx="156">
                  <c:v>0.156</c:v>
                </c:pt>
                <c:pt idx="157">
                  <c:v>0.157</c:v>
                </c:pt>
                <c:pt idx="158">
                  <c:v>0.158</c:v>
                </c:pt>
                <c:pt idx="159">
                  <c:v>0.159</c:v>
                </c:pt>
                <c:pt idx="160">
                  <c:v>0.16</c:v>
                </c:pt>
                <c:pt idx="161">
                  <c:v>0.161</c:v>
                </c:pt>
                <c:pt idx="162">
                  <c:v>0.16200000000000001</c:v>
                </c:pt>
                <c:pt idx="163">
                  <c:v>0.16300000000000001</c:v>
                </c:pt>
                <c:pt idx="164">
                  <c:v>0.16400000000000001</c:v>
                </c:pt>
                <c:pt idx="165">
                  <c:v>0.16500000000000001</c:v>
                </c:pt>
                <c:pt idx="166">
                  <c:v>0.16600000000000001</c:v>
                </c:pt>
                <c:pt idx="167">
                  <c:v>0.16700000000000001</c:v>
                </c:pt>
                <c:pt idx="168">
                  <c:v>0.16800000000000001</c:v>
                </c:pt>
                <c:pt idx="169">
                  <c:v>0.16900000000000001</c:v>
                </c:pt>
                <c:pt idx="170">
                  <c:v>0.17</c:v>
                </c:pt>
                <c:pt idx="171">
                  <c:v>0.17100000000000001</c:v>
                </c:pt>
                <c:pt idx="172">
                  <c:v>0.17200000000000001</c:v>
                </c:pt>
                <c:pt idx="173">
                  <c:v>0.17300000000000001</c:v>
                </c:pt>
                <c:pt idx="174">
                  <c:v>0.17400000000000002</c:v>
                </c:pt>
                <c:pt idx="175">
                  <c:v>0.17500000000000002</c:v>
                </c:pt>
                <c:pt idx="176">
                  <c:v>0.17599999999999999</c:v>
                </c:pt>
                <c:pt idx="177">
                  <c:v>0.17699999999999999</c:v>
                </c:pt>
                <c:pt idx="178">
                  <c:v>0.17799999999999999</c:v>
                </c:pt>
                <c:pt idx="179">
                  <c:v>0.17899999999999999</c:v>
                </c:pt>
                <c:pt idx="180">
                  <c:v>0.18</c:v>
                </c:pt>
                <c:pt idx="181">
                  <c:v>0.18099999999999999</c:v>
                </c:pt>
                <c:pt idx="182">
                  <c:v>0.182</c:v>
                </c:pt>
                <c:pt idx="183">
                  <c:v>0.183</c:v>
                </c:pt>
                <c:pt idx="184">
                  <c:v>0.184</c:v>
                </c:pt>
                <c:pt idx="185">
                  <c:v>0.185</c:v>
                </c:pt>
                <c:pt idx="186">
                  <c:v>0.186</c:v>
                </c:pt>
                <c:pt idx="187">
                  <c:v>0.187</c:v>
                </c:pt>
                <c:pt idx="188">
                  <c:v>0.188</c:v>
                </c:pt>
                <c:pt idx="189">
                  <c:v>0.189</c:v>
                </c:pt>
                <c:pt idx="190">
                  <c:v>0.19</c:v>
                </c:pt>
                <c:pt idx="191">
                  <c:v>0.191</c:v>
                </c:pt>
                <c:pt idx="192">
                  <c:v>0.192</c:v>
                </c:pt>
                <c:pt idx="193">
                  <c:v>0.193</c:v>
                </c:pt>
                <c:pt idx="194">
                  <c:v>0.19400000000000001</c:v>
                </c:pt>
                <c:pt idx="195">
                  <c:v>0.19500000000000001</c:v>
                </c:pt>
                <c:pt idx="196">
                  <c:v>0.19600000000000001</c:v>
                </c:pt>
                <c:pt idx="197">
                  <c:v>0.19700000000000001</c:v>
                </c:pt>
                <c:pt idx="198">
                  <c:v>0.19800000000000001</c:v>
                </c:pt>
                <c:pt idx="199">
                  <c:v>0.19900000000000001</c:v>
                </c:pt>
                <c:pt idx="200">
                  <c:v>0.2</c:v>
                </c:pt>
                <c:pt idx="201">
                  <c:v>0.20100000000000001</c:v>
                </c:pt>
                <c:pt idx="202">
                  <c:v>0.20200000000000001</c:v>
                </c:pt>
                <c:pt idx="203">
                  <c:v>0.20300000000000001</c:v>
                </c:pt>
                <c:pt idx="204">
                  <c:v>0.20400000000000001</c:v>
                </c:pt>
                <c:pt idx="205">
                  <c:v>0.20500000000000002</c:v>
                </c:pt>
                <c:pt idx="206">
                  <c:v>0.20600000000000002</c:v>
                </c:pt>
                <c:pt idx="207">
                  <c:v>0.20700000000000002</c:v>
                </c:pt>
                <c:pt idx="208">
                  <c:v>0.20800000000000002</c:v>
                </c:pt>
                <c:pt idx="209">
                  <c:v>0.20899999999999999</c:v>
                </c:pt>
                <c:pt idx="210">
                  <c:v>0.21</c:v>
                </c:pt>
                <c:pt idx="211">
                  <c:v>0.21099999999999999</c:v>
                </c:pt>
                <c:pt idx="212">
                  <c:v>0.21199999999999999</c:v>
                </c:pt>
                <c:pt idx="213">
                  <c:v>0.21299999999999999</c:v>
                </c:pt>
                <c:pt idx="214">
                  <c:v>0.214</c:v>
                </c:pt>
                <c:pt idx="215">
                  <c:v>0.215</c:v>
                </c:pt>
                <c:pt idx="216">
                  <c:v>0.216</c:v>
                </c:pt>
                <c:pt idx="217">
                  <c:v>0.217</c:v>
                </c:pt>
                <c:pt idx="218">
                  <c:v>0.218</c:v>
                </c:pt>
                <c:pt idx="219">
                  <c:v>0.219</c:v>
                </c:pt>
                <c:pt idx="220">
                  <c:v>0.22</c:v>
                </c:pt>
                <c:pt idx="221">
                  <c:v>0.221</c:v>
                </c:pt>
                <c:pt idx="222">
                  <c:v>0.222</c:v>
                </c:pt>
                <c:pt idx="223">
                  <c:v>0.223</c:v>
                </c:pt>
                <c:pt idx="224">
                  <c:v>0.224</c:v>
                </c:pt>
                <c:pt idx="225">
                  <c:v>0.22500000000000001</c:v>
                </c:pt>
                <c:pt idx="226">
                  <c:v>0.22600000000000001</c:v>
                </c:pt>
                <c:pt idx="227">
                  <c:v>0.22700000000000001</c:v>
                </c:pt>
                <c:pt idx="228">
                  <c:v>0.22800000000000001</c:v>
                </c:pt>
                <c:pt idx="229">
                  <c:v>0.22900000000000001</c:v>
                </c:pt>
                <c:pt idx="230">
                  <c:v>0.23</c:v>
                </c:pt>
                <c:pt idx="231">
                  <c:v>0.23100000000000001</c:v>
                </c:pt>
                <c:pt idx="232">
                  <c:v>0.23200000000000001</c:v>
                </c:pt>
                <c:pt idx="233">
                  <c:v>0.23300000000000001</c:v>
                </c:pt>
                <c:pt idx="234">
                  <c:v>0.23400000000000001</c:v>
                </c:pt>
                <c:pt idx="235">
                  <c:v>0.23500000000000001</c:v>
                </c:pt>
                <c:pt idx="236">
                  <c:v>0.23600000000000002</c:v>
                </c:pt>
                <c:pt idx="237">
                  <c:v>0.23700000000000002</c:v>
                </c:pt>
                <c:pt idx="238">
                  <c:v>0.23800000000000002</c:v>
                </c:pt>
                <c:pt idx="239">
                  <c:v>0.23900000000000002</c:v>
                </c:pt>
                <c:pt idx="240">
                  <c:v>0.24</c:v>
                </c:pt>
                <c:pt idx="241">
                  <c:v>0.24099999999999999</c:v>
                </c:pt>
                <c:pt idx="242">
                  <c:v>0.24199999999999999</c:v>
                </c:pt>
                <c:pt idx="243">
                  <c:v>0.24299999999999999</c:v>
                </c:pt>
                <c:pt idx="244">
                  <c:v>0.24399999999999999</c:v>
                </c:pt>
                <c:pt idx="245">
                  <c:v>0.245</c:v>
                </c:pt>
                <c:pt idx="246">
                  <c:v>0.246</c:v>
                </c:pt>
                <c:pt idx="247">
                  <c:v>0.247</c:v>
                </c:pt>
                <c:pt idx="248">
                  <c:v>0.248</c:v>
                </c:pt>
                <c:pt idx="249">
                  <c:v>0.249</c:v>
                </c:pt>
                <c:pt idx="250">
                  <c:v>0.25</c:v>
                </c:pt>
                <c:pt idx="251">
                  <c:v>0.251</c:v>
                </c:pt>
                <c:pt idx="252">
                  <c:v>0.252</c:v>
                </c:pt>
                <c:pt idx="253">
                  <c:v>0.253</c:v>
                </c:pt>
                <c:pt idx="254">
                  <c:v>0.254</c:v>
                </c:pt>
                <c:pt idx="255">
                  <c:v>0.255</c:v>
                </c:pt>
                <c:pt idx="256">
                  <c:v>0.25600000000000001</c:v>
                </c:pt>
                <c:pt idx="257">
                  <c:v>0.25700000000000001</c:v>
                </c:pt>
                <c:pt idx="258">
                  <c:v>0.25800000000000001</c:v>
                </c:pt>
                <c:pt idx="259">
                  <c:v>0.25900000000000001</c:v>
                </c:pt>
                <c:pt idx="260">
                  <c:v>0.26</c:v>
                </c:pt>
                <c:pt idx="261">
                  <c:v>0.26100000000000001</c:v>
                </c:pt>
                <c:pt idx="262">
                  <c:v>0.26200000000000001</c:v>
                </c:pt>
                <c:pt idx="263">
                  <c:v>0.26300000000000001</c:v>
                </c:pt>
                <c:pt idx="264">
                  <c:v>0.26400000000000001</c:v>
                </c:pt>
                <c:pt idx="265">
                  <c:v>0.26500000000000001</c:v>
                </c:pt>
                <c:pt idx="266">
                  <c:v>0.26600000000000001</c:v>
                </c:pt>
                <c:pt idx="267">
                  <c:v>0.26700000000000002</c:v>
                </c:pt>
                <c:pt idx="268">
                  <c:v>0.26800000000000002</c:v>
                </c:pt>
                <c:pt idx="269">
                  <c:v>0.26900000000000002</c:v>
                </c:pt>
                <c:pt idx="270">
                  <c:v>0.27</c:v>
                </c:pt>
                <c:pt idx="271">
                  <c:v>0.27100000000000002</c:v>
                </c:pt>
                <c:pt idx="272">
                  <c:v>0.27200000000000002</c:v>
                </c:pt>
                <c:pt idx="273">
                  <c:v>0.27300000000000002</c:v>
                </c:pt>
                <c:pt idx="274">
                  <c:v>0.27400000000000002</c:v>
                </c:pt>
                <c:pt idx="275">
                  <c:v>0.27500000000000002</c:v>
                </c:pt>
                <c:pt idx="276">
                  <c:v>0.27600000000000002</c:v>
                </c:pt>
                <c:pt idx="277">
                  <c:v>0.27700000000000002</c:v>
                </c:pt>
                <c:pt idx="278">
                  <c:v>0.27800000000000002</c:v>
                </c:pt>
                <c:pt idx="279">
                  <c:v>0.27900000000000003</c:v>
                </c:pt>
                <c:pt idx="280">
                  <c:v>0.28000000000000003</c:v>
                </c:pt>
                <c:pt idx="281">
                  <c:v>0.28100000000000003</c:v>
                </c:pt>
                <c:pt idx="282">
                  <c:v>0.28200000000000003</c:v>
                </c:pt>
                <c:pt idx="283">
                  <c:v>0.28300000000000003</c:v>
                </c:pt>
                <c:pt idx="284">
                  <c:v>0.28400000000000003</c:v>
                </c:pt>
                <c:pt idx="285">
                  <c:v>0.28500000000000003</c:v>
                </c:pt>
                <c:pt idx="286">
                  <c:v>0.28600000000000003</c:v>
                </c:pt>
                <c:pt idx="287">
                  <c:v>0.28700000000000003</c:v>
                </c:pt>
                <c:pt idx="288">
                  <c:v>0.28800000000000003</c:v>
                </c:pt>
                <c:pt idx="289">
                  <c:v>0.28899999999999998</c:v>
                </c:pt>
                <c:pt idx="290">
                  <c:v>0.28999999999999998</c:v>
                </c:pt>
                <c:pt idx="291">
                  <c:v>0.29099999999999998</c:v>
                </c:pt>
                <c:pt idx="292">
                  <c:v>0.29199999999999998</c:v>
                </c:pt>
                <c:pt idx="293">
                  <c:v>0.29299999999999998</c:v>
                </c:pt>
                <c:pt idx="294">
                  <c:v>0.29399999999999998</c:v>
                </c:pt>
                <c:pt idx="295">
                  <c:v>0.29499999999999998</c:v>
                </c:pt>
                <c:pt idx="296">
                  <c:v>0.29599999999999999</c:v>
                </c:pt>
                <c:pt idx="297">
                  <c:v>0.29699999999999999</c:v>
                </c:pt>
                <c:pt idx="298">
                  <c:v>0.29799999999999999</c:v>
                </c:pt>
                <c:pt idx="299">
                  <c:v>0.29899999999999999</c:v>
                </c:pt>
                <c:pt idx="300">
                  <c:v>0.3</c:v>
                </c:pt>
                <c:pt idx="301">
                  <c:v>0.30099999999999999</c:v>
                </c:pt>
                <c:pt idx="302">
                  <c:v>0.30199999999999999</c:v>
                </c:pt>
                <c:pt idx="303">
                  <c:v>0.30299999999999999</c:v>
                </c:pt>
                <c:pt idx="304">
                  <c:v>0.30399999999999999</c:v>
                </c:pt>
                <c:pt idx="305">
                  <c:v>0.30499999999999999</c:v>
                </c:pt>
                <c:pt idx="306">
                  <c:v>0.30599999999999999</c:v>
                </c:pt>
                <c:pt idx="307">
                  <c:v>0.307</c:v>
                </c:pt>
                <c:pt idx="308">
                  <c:v>0.308</c:v>
                </c:pt>
                <c:pt idx="309">
                  <c:v>0.309</c:v>
                </c:pt>
                <c:pt idx="310">
                  <c:v>0.31</c:v>
                </c:pt>
                <c:pt idx="311">
                  <c:v>0.311</c:v>
                </c:pt>
                <c:pt idx="312">
                  <c:v>0.312</c:v>
                </c:pt>
                <c:pt idx="313">
                  <c:v>0.313</c:v>
                </c:pt>
                <c:pt idx="314">
                  <c:v>0.314</c:v>
                </c:pt>
                <c:pt idx="315">
                  <c:v>0.315</c:v>
                </c:pt>
                <c:pt idx="316">
                  <c:v>0.316</c:v>
                </c:pt>
                <c:pt idx="317">
                  <c:v>0.317</c:v>
                </c:pt>
                <c:pt idx="318">
                  <c:v>0.318</c:v>
                </c:pt>
                <c:pt idx="319">
                  <c:v>0.31900000000000001</c:v>
                </c:pt>
                <c:pt idx="320">
                  <c:v>0.32</c:v>
                </c:pt>
                <c:pt idx="321">
                  <c:v>0.32100000000000001</c:v>
                </c:pt>
                <c:pt idx="322">
                  <c:v>0.32200000000000001</c:v>
                </c:pt>
                <c:pt idx="323">
                  <c:v>0.32300000000000001</c:v>
                </c:pt>
                <c:pt idx="324">
                  <c:v>0.32400000000000001</c:v>
                </c:pt>
                <c:pt idx="325">
                  <c:v>0.32500000000000001</c:v>
                </c:pt>
                <c:pt idx="326">
                  <c:v>0.32600000000000001</c:v>
                </c:pt>
                <c:pt idx="327">
                  <c:v>0.32700000000000001</c:v>
                </c:pt>
                <c:pt idx="328">
                  <c:v>0.32800000000000001</c:v>
                </c:pt>
                <c:pt idx="329">
                  <c:v>0.32900000000000001</c:v>
                </c:pt>
                <c:pt idx="330">
                  <c:v>0.33</c:v>
                </c:pt>
                <c:pt idx="331">
                  <c:v>0.33100000000000002</c:v>
                </c:pt>
                <c:pt idx="332">
                  <c:v>0.33200000000000002</c:v>
                </c:pt>
                <c:pt idx="333">
                  <c:v>0.33300000000000002</c:v>
                </c:pt>
                <c:pt idx="334">
                  <c:v>0.33400000000000002</c:v>
                </c:pt>
                <c:pt idx="335">
                  <c:v>0.33500000000000002</c:v>
                </c:pt>
                <c:pt idx="336">
                  <c:v>0.33600000000000002</c:v>
                </c:pt>
                <c:pt idx="337">
                  <c:v>0.33700000000000002</c:v>
                </c:pt>
                <c:pt idx="338">
                  <c:v>0.33800000000000002</c:v>
                </c:pt>
                <c:pt idx="339">
                  <c:v>0.33900000000000002</c:v>
                </c:pt>
                <c:pt idx="340">
                  <c:v>0.34</c:v>
                </c:pt>
                <c:pt idx="341">
                  <c:v>0.34100000000000003</c:v>
                </c:pt>
                <c:pt idx="342">
                  <c:v>0.34200000000000003</c:v>
                </c:pt>
                <c:pt idx="343">
                  <c:v>0.34300000000000003</c:v>
                </c:pt>
                <c:pt idx="344">
                  <c:v>0.34400000000000003</c:v>
                </c:pt>
                <c:pt idx="345">
                  <c:v>0.34500000000000003</c:v>
                </c:pt>
                <c:pt idx="346">
                  <c:v>0.34600000000000003</c:v>
                </c:pt>
                <c:pt idx="347">
                  <c:v>0.34700000000000003</c:v>
                </c:pt>
                <c:pt idx="348">
                  <c:v>0.34800000000000003</c:v>
                </c:pt>
                <c:pt idx="349">
                  <c:v>0.34900000000000003</c:v>
                </c:pt>
                <c:pt idx="350">
                  <c:v>0.35000000000000003</c:v>
                </c:pt>
                <c:pt idx="351">
                  <c:v>0.35100000000000003</c:v>
                </c:pt>
                <c:pt idx="352">
                  <c:v>0.35199999999999998</c:v>
                </c:pt>
                <c:pt idx="353">
                  <c:v>0.35299999999999998</c:v>
                </c:pt>
                <c:pt idx="354">
                  <c:v>0.35399999999999998</c:v>
                </c:pt>
                <c:pt idx="355">
                  <c:v>0.35499999999999998</c:v>
                </c:pt>
                <c:pt idx="356">
                  <c:v>0.35599999999999998</c:v>
                </c:pt>
                <c:pt idx="357">
                  <c:v>0.35699999999999998</c:v>
                </c:pt>
                <c:pt idx="358">
                  <c:v>0.35799999999999998</c:v>
                </c:pt>
                <c:pt idx="359">
                  <c:v>0.35899999999999999</c:v>
                </c:pt>
                <c:pt idx="360">
                  <c:v>0.36</c:v>
                </c:pt>
                <c:pt idx="361">
                  <c:v>0.36099999999999999</c:v>
                </c:pt>
                <c:pt idx="362">
                  <c:v>0.36199999999999999</c:v>
                </c:pt>
                <c:pt idx="363">
                  <c:v>0.36299999999999999</c:v>
                </c:pt>
                <c:pt idx="364">
                  <c:v>0.36399999999999999</c:v>
                </c:pt>
                <c:pt idx="365">
                  <c:v>0.36499999999999999</c:v>
                </c:pt>
                <c:pt idx="366">
                  <c:v>0.36599999999999999</c:v>
                </c:pt>
                <c:pt idx="367">
                  <c:v>0.36699999999999999</c:v>
                </c:pt>
                <c:pt idx="368">
                  <c:v>0.36799999999999999</c:v>
                </c:pt>
                <c:pt idx="369">
                  <c:v>0.36899999999999999</c:v>
                </c:pt>
                <c:pt idx="370">
                  <c:v>0.37</c:v>
                </c:pt>
                <c:pt idx="371">
                  <c:v>0.371</c:v>
                </c:pt>
                <c:pt idx="372">
                  <c:v>0.372</c:v>
                </c:pt>
                <c:pt idx="373">
                  <c:v>0.373</c:v>
                </c:pt>
                <c:pt idx="374">
                  <c:v>0.374</c:v>
                </c:pt>
                <c:pt idx="375">
                  <c:v>0.375</c:v>
                </c:pt>
                <c:pt idx="376">
                  <c:v>0.376</c:v>
                </c:pt>
                <c:pt idx="377">
                  <c:v>0.377</c:v>
                </c:pt>
                <c:pt idx="378">
                  <c:v>0.378</c:v>
                </c:pt>
                <c:pt idx="379">
                  <c:v>0.379</c:v>
                </c:pt>
                <c:pt idx="380">
                  <c:v>0.38</c:v>
                </c:pt>
                <c:pt idx="381">
                  <c:v>0.38100000000000001</c:v>
                </c:pt>
                <c:pt idx="382">
                  <c:v>0.38200000000000001</c:v>
                </c:pt>
                <c:pt idx="383">
                  <c:v>0.38300000000000001</c:v>
                </c:pt>
                <c:pt idx="384">
                  <c:v>0.38400000000000001</c:v>
                </c:pt>
                <c:pt idx="385">
                  <c:v>0.38500000000000001</c:v>
                </c:pt>
                <c:pt idx="386">
                  <c:v>0.38600000000000001</c:v>
                </c:pt>
                <c:pt idx="387">
                  <c:v>0.38700000000000001</c:v>
                </c:pt>
                <c:pt idx="388">
                  <c:v>0.38800000000000001</c:v>
                </c:pt>
                <c:pt idx="389">
                  <c:v>0.38900000000000001</c:v>
                </c:pt>
                <c:pt idx="390">
                  <c:v>0.39</c:v>
                </c:pt>
                <c:pt idx="391">
                  <c:v>0.39100000000000001</c:v>
                </c:pt>
                <c:pt idx="392">
                  <c:v>0.39200000000000002</c:v>
                </c:pt>
                <c:pt idx="393">
                  <c:v>0.39300000000000002</c:v>
                </c:pt>
                <c:pt idx="394">
                  <c:v>0.39400000000000002</c:v>
                </c:pt>
                <c:pt idx="395">
                  <c:v>0.39500000000000002</c:v>
                </c:pt>
                <c:pt idx="396">
                  <c:v>0.39600000000000002</c:v>
                </c:pt>
                <c:pt idx="397">
                  <c:v>0.39700000000000002</c:v>
                </c:pt>
                <c:pt idx="398">
                  <c:v>0.39800000000000002</c:v>
                </c:pt>
                <c:pt idx="399">
                  <c:v>0.39900000000000002</c:v>
                </c:pt>
                <c:pt idx="400">
                  <c:v>0.4</c:v>
                </c:pt>
                <c:pt idx="401">
                  <c:v>0.40100000000000002</c:v>
                </c:pt>
                <c:pt idx="402">
                  <c:v>0.40200000000000002</c:v>
                </c:pt>
                <c:pt idx="403">
                  <c:v>0.40300000000000002</c:v>
                </c:pt>
                <c:pt idx="404">
                  <c:v>0.40400000000000003</c:v>
                </c:pt>
                <c:pt idx="405">
                  <c:v>0.40500000000000003</c:v>
                </c:pt>
                <c:pt idx="406">
                  <c:v>0.40600000000000003</c:v>
                </c:pt>
                <c:pt idx="407">
                  <c:v>0.40700000000000003</c:v>
                </c:pt>
                <c:pt idx="408">
                  <c:v>0.40800000000000003</c:v>
                </c:pt>
                <c:pt idx="409">
                  <c:v>0.40900000000000003</c:v>
                </c:pt>
                <c:pt idx="410">
                  <c:v>0.41000000000000003</c:v>
                </c:pt>
                <c:pt idx="411">
                  <c:v>0.41100000000000003</c:v>
                </c:pt>
                <c:pt idx="412">
                  <c:v>0.41200000000000003</c:v>
                </c:pt>
                <c:pt idx="413">
                  <c:v>0.41300000000000003</c:v>
                </c:pt>
                <c:pt idx="414">
                  <c:v>0.41400000000000003</c:v>
                </c:pt>
                <c:pt idx="415">
                  <c:v>0.41500000000000004</c:v>
                </c:pt>
                <c:pt idx="416">
                  <c:v>0.41600000000000004</c:v>
                </c:pt>
                <c:pt idx="417">
                  <c:v>0.41699999999999998</c:v>
                </c:pt>
                <c:pt idx="418">
                  <c:v>0.41799999999999998</c:v>
                </c:pt>
                <c:pt idx="419">
                  <c:v>0.41899999999999998</c:v>
                </c:pt>
                <c:pt idx="420">
                  <c:v>0.42</c:v>
                </c:pt>
                <c:pt idx="421">
                  <c:v>0.42099999999999999</c:v>
                </c:pt>
                <c:pt idx="422">
                  <c:v>0.42199999999999999</c:v>
                </c:pt>
                <c:pt idx="423">
                  <c:v>0.42299999999999999</c:v>
                </c:pt>
                <c:pt idx="424">
                  <c:v>0.42399999999999999</c:v>
                </c:pt>
                <c:pt idx="425">
                  <c:v>0.42499999999999999</c:v>
                </c:pt>
                <c:pt idx="426">
                  <c:v>0.42599999999999999</c:v>
                </c:pt>
                <c:pt idx="427">
                  <c:v>0.42699999999999999</c:v>
                </c:pt>
                <c:pt idx="428">
                  <c:v>0.42799999999999999</c:v>
                </c:pt>
                <c:pt idx="429">
                  <c:v>0.42899999999999999</c:v>
                </c:pt>
                <c:pt idx="430">
                  <c:v>0.43</c:v>
                </c:pt>
                <c:pt idx="431">
                  <c:v>0.43099999999999999</c:v>
                </c:pt>
                <c:pt idx="432">
                  <c:v>0.432</c:v>
                </c:pt>
                <c:pt idx="433">
                  <c:v>0.433</c:v>
                </c:pt>
                <c:pt idx="434">
                  <c:v>0.434</c:v>
                </c:pt>
                <c:pt idx="435">
                  <c:v>0.435</c:v>
                </c:pt>
                <c:pt idx="436">
                  <c:v>0.436</c:v>
                </c:pt>
                <c:pt idx="437">
                  <c:v>0.437</c:v>
                </c:pt>
                <c:pt idx="438">
                  <c:v>0.438</c:v>
                </c:pt>
                <c:pt idx="439">
                  <c:v>0.439</c:v>
                </c:pt>
                <c:pt idx="440">
                  <c:v>0.44</c:v>
                </c:pt>
                <c:pt idx="441">
                  <c:v>0.441</c:v>
                </c:pt>
                <c:pt idx="442">
                  <c:v>0.442</c:v>
                </c:pt>
                <c:pt idx="443">
                  <c:v>0.443</c:v>
                </c:pt>
                <c:pt idx="444">
                  <c:v>0.44400000000000001</c:v>
                </c:pt>
                <c:pt idx="445">
                  <c:v>0.44500000000000001</c:v>
                </c:pt>
                <c:pt idx="446">
                  <c:v>0.44600000000000001</c:v>
                </c:pt>
                <c:pt idx="447">
                  <c:v>0.44700000000000001</c:v>
                </c:pt>
                <c:pt idx="448">
                  <c:v>0.44800000000000001</c:v>
                </c:pt>
                <c:pt idx="449">
                  <c:v>0.44900000000000001</c:v>
                </c:pt>
                <c:pt idx="450">
                  <c:v>0.45</c:v>
                </c:pt>
                <c:pt idx="451">
                  <c:v>0.45100000000000001</c:v>
                </c:pt>
                <c:pt idx="452">
                  <c:v>0.45200000000000001</c:v>
                </c:pt>
                <c:pt idx="453">
                  <c:v>0.45300000000000001</c:v>
                </c:pt>
                <c:pt idx="454">
                  <c:v>0.45400000000000001</c:v>
                </c:pt>
                <c:pt idx="455">
                  <c:v>0.45500000000000002</c:v>
                </c:pt>
                <c:pt idx="456">
                  <c:v>0.45600000000000002</c:v>
                </c:pt>
                <c:pt idx="457">
                  <c:v>0.45700000000000002</c:v>
                </c:pt>
                <c:pt idx="458">
                  <c:v>0.45800000000000002</c:v>
                </c:pt>
                <c:pt idx="459">
                  <c:v>0.45900000000000002</c:v>
                </c:pt>
                <c:pt idx="460">
                  <c:v>0.46</c:v>
                </c:pt>
                <c:pt idx="461">
                  <c:v>0.46100000000000002</c:v>
                </c:pt>
                <c:pt idx="462">
                  <c:v>0.46200000000000002</c:v>
                </c:pt>
                <c:pt idx="463">
                  <c:v>0.46300000000000002</c:v>
                </c:pt>
                <c:pt idx="464">
                  <c:v>0.46400000000000002</c:v>
                </c:pt>
                <c:pt idx="465">
                  <c:v>0.46500000000000002</c:v>
                </c:pt>
                <c:pt idx="466">
                  <c:v>0.46600000000000003</c:v>
                </c:pt>
                <c:pt idx="467">
                  <c:v>0.46700000000000003</c:v>
                </c:pt>
                <c:pt idx="468">
                  <c:v>0.46800000000000003</c:v>
                </c:pt>
                <c:pt idx="469">
                  <c:v>0.46900000000000003</c:v>
                </c:pt>
                <c:pt idx="470">
                  <c:v>0.47000000000000003</c:v>
                </c:pt>
                <c:pt idx="471">
                  <c:v>0.47100000000000003</c:v>
                </c:pt>
                <c:pt idx="472">
                  <c:v>0.47200000000000003</c:v>
                </c:pt>
                <c:pt idx="473">
                  <c:v>0.47300000000000003</c:v>
                </c:pt>
                <c:pt idx="474">
                  <c:v>0.47400000000000003</c:v>
                </c:pt>
                <c:pt idx="475">
                  <c:v>0.47500000000000003</c:v>
                </c:pt>
                <c:pt idx="476">
                  <c:v>0.47600000000000003</c:v>
                </c:pt>
                <c:pt idx="477">
                  <c:v>0.47700000000000004</c:v>
                </c:pt>
                <c:pt idx="478">
                  <c:v>0.47800000000000004</c:v>
                </c:pt>
                <c:pt idx="479">
                  <c:v>0.47900000000000004</c:v>
                </c:pt>
                <c:pt idx="480">
                  <c:v>0.48</c:v>
                </c:pt>
                <c:pt idx="481">
                  <c:v>0.48099999999999998</c:v>
                </c:pt>
                <c:pt idx="482">
                  <c:v>0.48199999999999998</c:v>
                </c:pt>
                <c:pt idx="483">
                  <c:v>0.48299999999999998</c:v>
                </c:pt>
                <c:pt idx="484">
                  <c:v>0.48399999999999999</c:v>
                </c:pt>
                <c:pt idx="485">
                  <c:v>0.48499999999999999</c:v>
                </c:pt>
                <c:pt idx="486">
                  <c:v>0.48599999999999999</c:v>
                </c:pt>
                <c:pt idx="487">
                  <c:v>0.48699999999999999</c:v>
                </c:pt>
                <c:pt idx="488">
                  <c:v>0.48799999999999999</c:v>
                </c:pt>
                <c:pt idx="489">
                  <c:v>0.48899999999999999</c:v>
                </c:pt>
                <c:pt idx="490">
                  <c:v>0.49</c:v>
                </c:pt>
                <c:pt idx="491">
                  <c:v>0.49099999999999999</c:v>
                </c:pt>
                <c:pt idx="492">
                  <c:v>0.49199999999999999</c:v>
                </c:pt>
                <c:pt idx="493">
                  <c:v>0.49299999999999999</c:v>
                </c:pt>
                <c:pt idx="494">
                  <c:v>0.49399999999999999</c:v>
                </c:pt>
                <c:pt idx="495">
                  <c:v>0.495</c:v>
                </c:pt>
                <c:pt idx="496">
                  <c:v>0.496</c:v>
                </c:pt>
                <c:pt idx="497">
                  <c:v>0.497</c:v>
                </c:pt>
                <c:pt idx="498">
                  <c:v>0.498</c:v>
                </c:pt>
                <c:pt idx="499">
                  <c:v>0.499</c:v>
                </c:pt>
                <c:pt idx="500">
                  <c:v>0.5</c:v>
                </c:pt>
                <c:pt idx="501">
                  <c:v>0.501</c:v>
                </c:pt>
                <c:pt idx="502">
                  <c:v>0.502</c:v>
                </c:pt>
                <c:pt idx="503">
                  <c:v>0.503</c:v>
                </c:pt>
                <c:pt idx="504">
                  <c:v>0.504</c:v>
                </c:pt>
                <c:pt idx="505">
                  <c:v>0.505</c:v>
                </c:pt>
                <c:pt idx="506">
                  <c:v>0.50600000000000001</c:v>
                </c:pt>
                <c:pt idx="507">
                  <c:v>0.50700000000000001</c:v>
                </c:pt>
                <c:pt idx="508">
                  <c:v>0.50800000000000001</c:v>
                </c:pt>
                <c:pt idx="509">
                  <c:v>0.50900000000000001</c:v>
                </c:pt>
                <c:pt idx="510">
                  <c:v>0.51</c:v>
                </c:pt>
                <c:pt idx="511">
                  <c:v>0.51100000000000001</c:v>
                </c:pt>
                <c:pt idx="512">
                  <c:v>0.51200000000000001</c:v>
                </c:pt>
                <c:pt idx="513">
                  <c:v>0.51300000000000001</c:v>
                </c:pt>
                <c:pt idx="514">
                  <c:v>0.51400000000000001</c:v>
                </c:pt>
                <c:pt idx="515">
                  <c:v>0.51500000000000001</c:v>
                </c:pt>
                <c:pt idx="516">
                  <c:v>0.51600000000000001</c:v>
                </c:pt>
                <c:pt idx="517">
                  <c:v>0.51700000000000002</c:v>
                </c:pt>
                <c:pt idx="518">
                  <c:v>0.51800000000000002</c:v>
                </c:pt>
                <c:pt idx="519">
                  <c:v>0.51900000000000002</c:v>
                </c:pt>
                <c:pt idx="520">
                  <c:v>0.52</c:v>
                </c:pt>
                <c:pt idx="521">
                  <c:v>0.52100000000000002</c:v>
                </c:pt>
                <c:pt idx="522">
                  <c:v>0.52200000000000002</c:v>
                </c:pt>
                <c:pt idx="523">
                  <c:v>0.52300000000000002</c:v>
                </c:pt>
                <c:pt idx="524">
                  <c:v>0.52400000000000002</c:v>
                </c:pt>
                <c:pt idx="525">
                  <c:v>0.52500000000000002</c:v>
                </c:pt>
                <c:pt idx="526">
                  <c:v>0.52600000000000002</c:v>
                </c:pt>
                <c:pt idx="527">
                  <c:v>0.52700000000000002</c:v>
                </c:pt>
                <c:pt idx="528">
                  <c:v>0.52800000000000002</c:v>
                </c:pt>
                <c:pt idx="529">
                  <c:v>0.52900000000000003</c:v>
                </c:pt>
                <c:pt idx="530">
                  <c:v>0.53</c:v>
                </c:pt>
                <c:pt idx="531">
                  <c:v>0.53100000000000003</c:v>
                </c:pt>
                <c:pt idx="532">
                  <c:v>0.53200000000000003</c:v>
                </c:pt>
                <c:pt idx="533">
                  <c:v>0.53300000000000003</c:v>
                </c:pt>
                <c:pt idx="534">
                  <c:v>0.53400000000000003</c:v>
                </c:pt>
                <c:pt idx="535">
                  <c:v>0.53500000000000003</c:v>
                </c:pt>
                <c:pt idx="536">
                  <c:v>0.53600000000000003</c:v>
                </c:pt>
                <c:pt idx="537">
                  <c:v>0.53700000000000003</c:v>
                </c:pt>
                <c:pt idx="538">
                  <c:v>0.53800000000000003</c:v>
                </c:pt>
                <c:pt idx="539">
                  <c:v>0.53900000000000003</c:v>
                </c:pt>
                <c:pt idx="540">
                  <c:v>0.54</c:v>
                </c:pt>
                <c:pt idx="541">
                  <c:v>0.54100000000000004</c:v>
                </c:pt>
                <c:pt idx="542">
                  <c:v>0.54200000000000004</c:v>
                </c:pt>
                <c:pt idx="543">
                  <c:v>0.54300000000000004</c:v>
                </c:pt>
                <c:pt idx="544">
                  <c:v>0.54400000000000004</c:v>
                </c:pt>
                <c:pt idx="545">
                  <c:v>0.54500000000000004</c:v>
                </c:pt>
                <c:pt idx="546">
                  <c:v>0.54600000000000004</c:v>
                </c:pt>
                <c:pt idx="547">
                  <c:v>0.54700000000000004</c:v>
                </c:pt>
                <c:pt idx="548">
                  <c:v>0.54800000000000004</c:v>
                </c:pt>
                <c:pt idx="549">
                  <c:v>0.54900000000000004</c:v>
                </c:pt>
                <c:pt idx="550">
                  <c:v>0.55000000000000004</c:v>
                </c:pt>
                <c:pt idx="551">
                  <c:v>0.55100000000000005</c:v>
                </c:pt>
                <c:pt idx="552">
                  <c:v>0.55200000000000005</c:v>
                </c:pt>
                <c:pt idx="553">
                  <c:v>0.55300000000000005</c:v>
                </c:pt>
                <c:pt idx="554">
                  <c:v>0.55400000000000005</c:v>
                </c:pt>
                <c:pt idx="555">
                  <c:v>0.55500000000000005</c:v>
                </c:pt>
                <c:pt idx="556">
                  <c:v>0.55600000000000005</c:v>
                </c:pt>
                <c:pt idx="557">
                  <c:v>0.55700000000000005</c:v>
                </c:pt>
                <c:pt idx="558">
                  <c:v>0.55800000000000005</c:v>
                </c:pt>
                <c:pt idx="559">
                  <c:v>0.55900000000000005</c:v>
                </c:pt>
                <c:pt idx="560">
                  <c:v>0.56000000000000005</c:v>
                </c:pt>
                <c:pt idx="561">
                  <c:v>0.56100000000000005</c:v>
                </c:pt>
                <c:pt idx="562">
                  <c:v>0.56200000000000006</c:v>
                </c:pt>
                <c:pt idx="563">
                  <c:v>0.56300000000000006</c:v>
                </c:pt>
                <c:pt idx="564">
                  <c:v>0.56400000000000006</c:v>
                </c:pt>
                <c:pt idx="565">
                  <c:v>0.56500000000000006</c:v>
                </c:pt>
                <c:pt idx="566">
                  <c:v>0.56600000000000006</c:v>
                </c:pt>
                <c:pt idx="567">
                  <c:v>0.56700000000000006</c:v>
                </c:pt>
                <c:pt idx="568">
                  <c:v>0.56800000000000006</c:v>
                </c:pt>
                <c:pt idx="569">
                  <c:v>0.56900000000000006</c:v>
                </c:pt>
                <c:pt idx="570">
                  <c:v>0.57000000000000006</c:v>
                </c:pt>
                <c:pt idx="571">
                  <c:v>0.57100000000000006</c:v>
                </c:pt>
                <c:pt idx="572">
                  <c:v>0.57200000000000006</c:v>
                </c:pt>
                <c:pt idx="573">
                  <c:v>0.57300000000000006</c:v>
                </c:pt>
                <c:pt idx="574">
                  <c:v>0.57400000000000007</c:v>
                </c:pt>
                <c:pt idx="575">
                  <c:v>0.57500000000000007</c:v>
                </c:pt>
                <c:pt idx="576">
                  <c:v>0.57600000000000007</c:v>
                </c:pt>
                <c:pt idx="577">
                  <c:v>0.57699999999999996</c:v>
                </c:pt>
                <c:pt idx="578">
                  <c:v>0.57799999999999996</c:v>
                </c:pt>
                <c:pt idx="579">
                  <c:v>0.57899999999999996</c:v>
                </c:pt>
                <c:pt idx="580">
                  <c:v>0.57999999999999996</c:v>
                </c:pt>
                <c:pt idx="581">
                  <c:v>0.58099999999999996</c:v>
                </c:pt>
                <c:pt idx="582">
                  <c:v>0.58199999999999996</c:v>
                </c:pt>
                <c:pt idx="583">
                  <c:v>0.58299999999999996</c:v>
                </c:pt>
                <c:pt idx="584">
                  <c:v>0.58399999999999996</c:v>
                </c:pt>
                <c:pt idx="585">
                  <c:v>0.58499999999999996</c:v>
                </c:pt>
                <c:pt idx="586">
                  <c:v>0.58599999999999997</c:v>
                </c:pt>
                <c:pt idx="587">
                  <c:v>0.58699999999999997</c:v>
                </c:pt>
                <c:pt idx="588">
                  <c:v>0.58799999999999997</c:v>
                </c:pt>
                <c:pt idx="589">
                  <c:v>0.58899999999999997</c:v>
                </c:pt>
                <c:pt idx="590">
                  <c:v>0.59</c:v>
                </c:pt>
                <c:pt idx="591">
                  <c:v>0.59099999999999997</c:v>
                </c:pt>
                <c:pt idx="592">
                  <c:v>0.59199999999999997</c:v>
                </c:pt>
                <c:pt idx="593">
                  <c:v>0.59299999999999997</c:v>
                </c:pt>
                <c:pt idx="594">
                  <c:v>0.59399999999999997</c:v>
                </c:pt>
                <c:pt idx="595">
                  <c:v>0.59499999999999997</c:v>
                </c:pt>
                <c:pt idx="596">
                  <c:v>0.59599999999999997</c:v>
                </c:pt>
                <c:pt idx="597">
                  <c:v>0.59699999999999998</c:v>
                </c:pt>
                <c:pt idx="598">
                  <c:v>0.59799999999999998</c:v>
                </c:pt>
                <c:pt idx="599">
                  <c:v>0.59899999999999998</c:v>
                </c:pt>
                <c:pt idx="600">
                  <c:v>0.6</c:v>
                </c:pt>
                <c:pt idx="601">
                  <c:v>0.60099999999999998</c:v>
                </c:pt>
                <c:pt idx="602">
                  <c:v>0.60199999999999998</c:v>
                </c:pt>
                <c:pt idx="603">
                  <c:v>0.60299999999999998</c:v>
                </c:pt>
                <c:pt idx="604">
                  <c:v>0.60399999999999998</c:v>
                </c:pt>
                <c:pt idx="605">
                  <c:v>0.60499999999999998</c:v>
                </c:pt>
                <c:pt idx="606">
                  <c:v>0.60599999999999998</c:v>
                </c:pt>
                <c:pt idx="607">
                  <c:v>0.60699999999999998</c:v>
                </c:pt>
                <c:pt idx="608">
                  <c:v>0.60799999999999998</c:v>
                </c:pt>
                <c:pt idx="609">
                  <c:v>0.60899999999999999</c:v>
                </c:pt>
                <c:pt idx="610">
                  <c:v>0.61</c:v>
                </c:pt>
                <c:pt idx="611">
                  <c:v>0.61099999999999999</c:v>
                </c:pt>
                <c:pt idx="612">
                  <c:v>0.61199999999999999</c:v>
                </c:pt>
                <c:pt idx="613">
                  <c:v>0.61299999999999999</c:v>
                </c:pt>
                <c:pt idx="614">
                  <c:v>0.61399999999999999</c:v>
                </c:pt>
                <c:pt idx="615">
                  <c:v>0.61499999999999999</c:v>
                </c:pt>
                <c:pt idx="616">
                  <c:v>0.61599999999999999</c:v>
                </c:pt>
                <c:pt idx="617">
                  <c:v>0.61699999999999999</c:v>
                </c:pt>
                <c:pt idx="618">
                  <c:v>0.61799999999999999</c:v>
                </c:pt>
                <c:pt idx="619">
                  <c:v>0.61899999999999999</c:v>
                </c:pt>
                <c:pt idx="620">
                  <c:v>0.62</c:v>
                </c:pt>
                <c:pt idx="621">
                  <c:v>0.621</c:v>
                </c:pt>
                <c:pt idx="622">
                  <c:v>0.622</c:v>
                </c:pt>
                <c:pt idx="623">
                  <c:v>0.623</c:v>
                </c:pt>
                <c:pt idx="624">
                  <c:v>0.624</c:v>
                </c:pt>
                <c:pt idx="625">
                  <c:v>0.625</c:v>
                </c:pt>
                <c:pt idx="626">
                  <c:v>0.626</c:v>
                </c:pt>
                <c:pt idx="627">
                  <c:v>0.627</c:v>
                </c:pt>
                <c:pt idx="628">
                  <c:v>0.628</c:v>
                </c:pt>
                <c:pt idx="629">
                  <c:v>0.629</c:v>
                </c:pt>
                <c:pt idx="630">
                  <c:v>0.63</c:v>
                </c:pt>
                <c:pt idx="631">
                  <c:v>0.63100000000000001</c:v>
                </c:pt>
                <c:pt idx="632">
                  <c:v>0.63200000000000001</c:v>
                </c:pt>
                <c:pt idx="633">
                  <c:v>0.63300000000000001</c:v>
                </c:pt>
                <c:pt idx="634">
                  <c:v>0.63400000000000001</c:v>
                </c:pt>
                <c:pt idx="635">
                  <c:v>0.63500000000000001</c:v>
                </c:pt>
                <c:pt idx="636">
                  <c:v>0.63600000000000001</c:v>
                </c:pt>
                <c:pt idx="637">
                  <c:v>0.63700000000000001</c:v>
                </c:pt>
                <c:pt idx="638">
                  <c:v>0.63800000000000001</c:v>
                </c:pt>
                <c:pt idx="639">
                  <c:v>0.63900000000000001</c:v>
                </c:pt>
                <c:pt idx="640">
                  <c:v>0.64</c:v>
                </c:pt>
                <c:pt idx="641">
                  <c:v>0.64100000000000001</c:v>
                </c:pt>
                <c:pt idx="642">
                  <c:v>0.64200000000000002</c:v>
                </c:pt>
                <c:pt idx="643">
                  <c:v>0.64300000000000002</c:v>
                </c:pt>
                <c:pt idx="644">
                  <c:v>0.64400000000000002</c:v>
                </c:pt>
                <c:pt idx="645">
                  <c:v>0.64500000000000002</c:v>
                </c:pt>
                <c:pt idx="646">
                  <c:v>0.64600000000000002</c:v>
                </c:pt>
                <c:pt idx="647">
                  <c:v>0.64700000000000002</c:v>
                </c:pt>
                <c:pt idx="648">
                  <c:v>0.64800000000000002</c:v>
                </c:pt>
                <c:pt idx="649">
                  <c:v>0.64900000000000002</c:v>
                </c:pt>
                <c:pt idx="650">
                  <c:v>0.65</c:v>
                </c:pt>
                <c:pt idx="651">
                  <c:v>0.65100000000000002</c:v>
                </c:pt>
                <c:pt idx="652">
                  <c:v>0.65200000000000002</c:v>
                </c:pt>
                <c:pt idx="653">
                  <c:v>0.65300000000000002</c:v>
                </c:pt>
                <c:pt idx="654">
                  <c:v>0.65400000000000003</c:v>
                </c:pt>
                <c:pt idx="655">
                  <c:v>0.65500000000000003</c:v>
                </c:pt>
                <c:pt idx="656">
                  <c:v>0.65600000000000003</c:v>
                </c:pt>
                <c:pt idx="657">
                  <c:v>0.65700000000000003</c:v>
                </c:pt>
                <c:pt idx="658">
                  <c:v>0.65800000000000003</c:v>
                </c:pt>
                <c:pt idx="659">
                  <c:v>0.65900000000000003</c:v>
                </c:pt>
                <c:pt idx="660">
                  <c:v>0.66</c:v>
                </c:pt>
                <c:pt idx="661">
                  <c:v>0.66100000000000003</c:v>
                </c:pt>
                <c:pt idx="662">
                  <c:v>0.66200000000000003</c:v>
                </c:pt>
                <c:pt idx="663">
                  <c:v>0.66300000000000003</c:v>
                </c:pt>
                <c:pt idx="664">
                  <c:v>0.66400000000000003</c:v>
                </c:pt>
                <c:pt idx="665">
                  <c:v>0.66500000000000004</c:v>
                </c:pt>
                <c:pt idx="666">
                  <c:v>0.66600000000000004</c:v>
                </c:pt>
                <c:pt idx="667">
                  <c:v>0.66700000000000004</c:v>
                </c:pt>
                <c:pt idx="668">
                  <c:v>0.66800000000000004</c:v>
                </c:pt>
                <c:pt idx="669">
                  <c:v>0.66900000000000004</c:v>
                </c:pt>
                <c:pt idx="670">
                  <c:v>0.67</c:v>
                </c:pt>
                <c:pt idx="671">
                  <c:v>0.67100000000000004</c:v>
                </c:pt>
                <c:pt idx="672">
                  <c:v>0.67200000000000004</c:v>
                </c:pt>
                <c:pt idx="673">
                  <c:v>0.67300000000000004</c:v>
                </c:pt>
                <c:pt idx="674">
                  <c:v>0.67400000000000004</c:v>
                </c:pt>
                <c:pt idx="675">
                  <c:v>0.67500000000000004</c:v>
                </c:pt>
                <c:pt idx="676">
                  <c:v>0.67600000000000005</c:v>
                </c:pt>
                <c:pt idx="677">
                  <c:v>0.67700000000000005</c:v>
                </c:pt>
                <c:pt idx="678">
                  <c:v>0.67800000000000005</c:v>
                </c:pt>
                <c:pt idx="679">
                  <c:v>0.67900000000000005</c:v>
                </c:pt>
                <c:pt idx="680">
                  <c:v>0.68</c:v>
                </c:pt>
                <c:pt idx="681">
                  <c:v>0.68100000000000005</c:v>
                </c:pt>
                <c:pt idx="682">
                  <c:v>0.68200000000000005</c:v>
                </c:pt>
                <c:pt idx="683">
                  <c:v>0.68300000000000005</c:v>
                </c:pt>
                <c:pt idx="684">
                  <c:v>0.68400000000000005</c:v>
                </c:pt>
                <c:pt idx="685">
                  <c:v>0.68500000000000005</c:v>
                </c:pt>
                <c:pt idx="686">
                  <c:v>0.68600000000000005</c:v>
                </c:pt>
                <c:pt idx="687">
                  <c:v>0.68700000000000006</c:v>
                </c:pt>
                <c:pt idx="688">
                  <c:v>0.68800000000000006</c:v>
                </c:pt>
                <c:pt idx="689">
                  <c:v>0.68900000000000006</c:v>
                </c:pt>
                <c:pt idx="690">
                  <c:v>0.69000000000000006</c:v>
                </c:pt>
                <c:pt idx="691">
                  <c:v>0.69100000000000006</c:v>
                </c:pt>
                <c:pt idx="692">
                  <c:v>0.69200000000000006</c:v>
                </c:pt>
                <c:pt idx="693">
                  <c:v>0.69300000000000006</c:v>
                </c:pt>
                <c:pt idx="694">
                  <c:v>0.69400000000000006</c:v>
                </c:pt>
                <c:pt idx="695">
                  <c:v>0.69500000000000006</c:v>
                </c:pt>
                <c:pt idx="696">
                  <c:v>0.69600000000000006</c:v>
                </c:pt>
                <c:pt idx="697">
                  <c:v>0.69700000000000006</c:v>
                </c:pt>
                <c:pt idx="698">
                  <c:v>0.69800000000000006</c:v>
                </c:pt>
                <c:pt idx="699">
                  <c:v>0.69900000000000007</c:v>
                </c:pt>
                <c:pt idx="700">
                  <c:v>0.70000000000000007</c:v>
                </c:pt>
                <c:pt idx="701">
                  <c:v>0.70100000000000007</c:v>
                </c:pt>
                <c:pt idx="702">
                  <c:v>0.70200000000000007</c:v>
                </c:pt>
                <c:pt idx="703">
                  <c:v>0.70300000000000007</c:v>
                </c:pt>
                <c:pt idx="704">
                  <c:v>0.70399999999999996</c:v>
                </c:pt>
                <c:pt idx="705">
                  <c:v>0.70499999999999996</c:v>
                </c:pt>
                <c:pt idx="706">
                  <c:v>0.70599999999999996</c:v>
                </c:pt>
                <c:pt idx="707">
                  <c:v>0.70699999999999996</c:v>
                </c:pt>
                <c:pt idx="708">
                  <c:v>0.70799999999999996</c:v>
                </c:pt>
                <c:pt idx="709">
                  <c:v>0.70899999999999996</c:v>
                </c:pt>
                <c:pt idx="710">
                  <c:v>0.71</c:v>
                </c:pt>
                <c:pt idx="711">
                  <c:v>0.71099999999999997</c:v>
                </c:pt>
                <c:pt idx="712">
                  <c:v>0.71199999999999997</c:v>
                </c:pt>
                <c:pt idx="713">
                  <c:v>0.71299999999999997</c:v>
                </c:pt>
                <c:pt idx="714">
                  <c:v>0.71399999999999997</c:v>
                </c:pt>
                <c:pt idx="715">
                  <c:v>0.71499999999999997</c:v>
                </c:pt>
                <c:pt idx="716">
                  <c:v>0.71599999999999997</c:v>
                </c:pt>
                <c:pt idx="717">
                  <c:v>0.71699999999999997</c:v>
                </c:pt>
                <c:pt idx="718">
                  <c:v>0.71799999999999997</c:v>
                </c:pt>
                <c:pt idx="719">
                  <c:v>0.71899999999999997</c:v>
                </c:pt>
                <c:pt idx="720">
                  <c:v>0.72</c:v>
                </c:pt>
                <c:pt idx="721">
                  <c:v>0.72099999999999997</c:v>
                </c:pt>
                <c:pt idx="722">
                  <c:v>0.72199999999999998</c:v>
                </c:pt>
                <c:pt idx="723">
                  <c:v>0.72299999999999998</c:v>
                </c:pt>
                <c:pt idx="724">
                  <c:v>0.72399999999999998</c:v>
                </c:pt>
                <c:pt idx="725">
                  <c:v>0.72499999999999998</c:v>
                </c:pt>
                <c:pt idx="726">
                  <c:v>0.72599999999999998</c:v>
                </c:pt>
                <c:pt idx="727">
                  <c:v>0.72699999999999998</c:v>
                </c:pt>
                <c:pt idx="728">
                  <c:v>0.72799999999999998</c:v>
                </c:pt>
                <c:pt idx="729">
                  <c:v>0.72899999999999998</c:v>
                </c:pt>
                <c:pt idx="730">
                  <c:v>0.73</c:v>
                </c:pt>
                <c:pt idx="731">
                  <c:v>0.73099999999999998</c:v>
                </c:pt>
                <c:pt idx="732">
                  <c:v>0.73199999999999998</c:v>
                </c:pt>
                <c:pt idx="733">
                  <c:v>0.73299999999999998</c:v>
                </c:pt>
                <c:pt idx="734">
                  <c:v>0.73399999999999999</c:v>
                </c:pt>
                <c:pt idx="735">
                  <c:v>0.73499999999999999</c:v>
                </c:pt>
                <c:pt idx="736">
                  <c:v>0.73599999999999999</c:v>
                </c:pt>
                <c:pt idx="737">
                  <c:v>0.73699999999999999</c:v>
                </c:pt>
                <c:pt idx="738">
                  <c:v>0.73799999999999999</c:v>
                </c:pt>
                <c:pt idx="739">
                  <c:v>0.73899999999999999</c:v>
                </c:pt>
                <c:pt idx="740">
                  <c:v>0.74</c:v>
                </c:pt>
                <c:pt idx="741">
                  <c:v>0.74099999999999999</c:v>
                </c:pt>
                <c:pt idx="742">
                  <c:v>0.74199999999999999</c:v>
                </c:pt>
                <c:pt idx="743">
                  <c:v>0.74299999999999999</c:v>
                </c:pt>
                <c:pt idx="744">
                  <c:v>0.74399999999999999</c:v>
                </c:pt>
                <c:pt idx="745">
                  <c:v>0.745</c:v>
                </c:pt>
                <c:pt idx="746">
                  <c:v>0.746</c:v>
                </c:pt>
                <c:pt idx="747">
                  <c:v>0.747</c:v>
                </c:pt>
                <c:pt idx="748">
                  <c:v>0.748</c:v>
                </c:pt>
                <c:pt idx="749">
                  <c:v>0.749</c:v>
                </c:pt>
                <c:pt idx="750">
                  <c:v>0.75</c:v>
                </c:pt>
                <c:pt idx="751">
                  <c:v>0.751</c:v>
                </c:pt>
                <c:pt idx="752">
                  <c:v>0.752</c:v>
                </c:pt>
                <c:pt idx="753">
                  <c:v>0.753</c:v>
                </c:pt>
                <c:pt idx="754">
                  <c:v>0.754</c:v>
                </c:pt>
                <c:pt idx="755">
                  <c:v>0.755</c:v>
                </c:pt>
                <c:pt idx="756">
                  <c:v>0.75600000000000001</c:v>
                </c:pt>
                <c:pt idx="757">
                  <c:v>0.75700000000000001</c:v>
                </c:pt>
                <c:pt idx="758">
                  <c:v>0.75800000000000001</c:v>
                </c:pt>
                <c:pt idx="759">
                  <c:v>0.75900000000000001</c:v>
                </c:pt>
                <c:pt idx="760">
                  <c:v>0.76</c:v>
                </c:pt>
                <c:pt idx="761">
                  <c:v>0.76100000000000001</c:v>
                </c:pt>
                <c:pt idx="762">
                  <c:v>0.76200000000000001</c:v>
                </c:pt>
                <c:pt idx="763">
                  <c:v>0.76300000000000001</c:v>
                </c:pt>
                <c:pt idx="764">
                  <c:v>0.76400000000000001</c:v>
                </c:pt>
                <c:pt idx="765">
                  <c:v>0.76500000000000001</c:v>
                </c:pt>
                <c:pt idx="766">
                  <c:v>0.76600000000000001</c:v>
                </c:pt>
                <c:pt idx="767">
                  <c:v>0.76700000000000002</c:v>
                </c:pt>
                <c:pt idx="768">
                  <c:v>0.76800000000000002</c:v>
                </c:pt>
                <c:pt idx="769">
                  <c:v>0.76900000000000002</c:v>
                </c:pt>
                <c:pt idx="770">
                  <c:v>0.77</c:v>
                </c:pt>
                <c:pt idx="771">
                  <c:v>0.77100000000000002</c:v>
                </c:pt>
                <c:pt idx="772">
                  <c:v>0.77200000000000002</c:v>
                </c:pt>
                <c:pt idx="773">
                  <c:v>0.77300000000000002</c:v>
                </c:pt>
                <c:pt idx="774">
                  <c:v>0.77400000000000002</c:v>
                </c:pt>
                <c:pt idx="775">
                  <c:v>0.77500000000000002</c:v>
                </c:pt>
                <c:pt idx="776">
                  <c:v>0.77600000000000002</c:v>
                </c:pt>
                <c:pt idx="777">
                  <c:v>0.77700000000000002</c:v>
                </c:pt>
                <c:pt idx="778">
                  <c:v>0.77800000000000002</c:v>
                </c:pt>
                <c:pt idx="779">
                  <c:v>0.77900000000000003</c:v>
                </c:pt>
                <c:pt idx="780">
                  <c:v>0.78</c:v>
                </c:pt>
                <c:pt idx="781">
                  <c:v>0.78100000000000003</c:v>
                </c:pt>
                <c:pt idx="782">
                  <c:v>0.78200000000000003</c:v>
                </c:pt>
                <c:pt idx="783">
                  <c:v>0.78300000000000003</c:v>
                </c:pt>
                <c:pt idx="784">
                  <c:v>0.78400000000000003</c:v>
                </c:pt>
                <c:pt idx="785">
                  <c:v>0.78500000000000003</c:v>
                </c:pt>
                <c:pt idx="786">
                  <c:v>0.78600000000000003</c:v>
                </c:pt>
                <c:pt idx="787">
                  <c:v>0.78700000000000003</c:v>
                </c:pt>
                <c:pt idx="788">
                  <c:v>0.78800000000000003</c:v>
                </c:pt>
                <c:pt idx="789">
                  <c:v>0.78900000000000003</c:v>
                </c:pt>
                <c:pt idx="790">
                  <c:v>0.79</c:v>
                </c:pt>
                <c:pt idx="791">
                  <c:v>0.79100000000000004</c:v>
                </c:pt>
                <c:pt idx="792">
                  <c:v>0.79200000000000004</c:v>
                </c:pt>
                <c:pt idx="793">
                  <c:v>0.79300000000000004</c:v>
                </c:pt>
                <c:pt idx="794">
                  <c:v>0.79400000000000004</c:v>
                </c:pt>
                <c:pt idx="795">
                  <c:v>0.79500000000000004</c:v>
                </c:pt>
                <c:pt idx="796">
                  <c:v>0.79600000000000004</c:v>
                </c:pt>
                <c:pt idx="797">
                  <c:v>0.79700000000000004</c:v>
                </c:pt>
                <c:pt idx="798">
                  <c:v>0.79800000000000004</c:v>
                </c:pt>
                <c:pt idx="799">
                  <c:v>0.79900000000000004</c:v>
                </c:pt>
                <c:pt idx="800">
                  <c:v>0.8</c:v>
                </c:pt>
                <c:pt idx="801">
                  <c:v>0.80100000000000005</c:v>
                </c:pt>
                <c:pt idx="802">
                  <c:v>0.80200000000000005</c:v>
                </c:pt>
                <c:pt idx="803">
                  <c:v>0.80300000000000005</c:v>
                </c:pt>
                <c:pt idx="804">
                  <c:v>0.80400000000000005</c:v>
                </c:pt>
                <c:pt idx="805">
                  <c:v>0.80500000000000005</c:v>
                </c:pt>
                <c:pt idx="806">
                  <c:v>0.80600000000000005</c:v>
                </c:pt>
                <c:pt idx="807">
                  <c:v>0.80700000000000005</c:v>
                </c:pt>
                <c:pt idx="808">
                  <c:v>0.80800000000000005</c:v>
                </c:pt>
                <c:pt idx="809">
                  <c:v>0.80900000000000005</c:v>
                </c:pt>
                <c:pt idx="810">
                  <c:v>0.81</c:v>
                </c:pt>
                <c:pt idx="811">
                  <c:v>0.81100000000000005</c:v>
                </c:pt>
                <c:pt idx="812">
                  <c:v>0.81200000000000006</c:v>
                </c:pt>
                <c:pt idx="813">
                  <c:v>0.81300000000000006</c:v>
                </c:pt>
                <c:pt idx="814">
                  <c:v>0.81400000000000006</c:v>
                </c:pt>
                <c:pt idx="815">
                  <c:v>0.81500000000000006</c:v>
                </c:pt>
                <c:pt idx="816">
                  <c:v>0.81600000000000006</c:v>
                </c:pt>
                <c:pt idx="817">
                  <c:v>0.81700000000000006</c:v>
                </c:pt>
                <c:pt idx="818">
                  <c:v>0.81800000000000006</c:v>
                </c:pt>
                <c:pt idx="819">
                  <c:v>0.81900000000000006</c:v>
                </c:pt>
                <c:pt idx="820">
                  <c:v>0.82000000000000006</c:v>
                </c:pt>
                <c:pt idx="821">
                  <c:v>0.82100000000000006</c:v>
                </c:pt>
                <c:pt idx="822">
                  <c:v>0.82200000000000006</c:v>
                </c:pt>
                <c:pt idx="823">
                  <c:v>0.82300000000000006</c:v>
                </c:pt>
                <c:pt idx="824">
                  <c:v>0.82400000000000007</c:v>
                </c:pt>
                <c:pt idx="825">
                  <c:v>0.82500000000000007</c:v>
                </c:pt>
                <c:pt idx="826">
                  <c:v>0.82600000000000007</c:v>
                </c:pt>
                <c:pt idx="827">
                  <c:v>0.82700000000000007</c:v>
                </c:pt>
                <c:pt idx="828">
                  <c:v>0.82800000000000007</c:v>
                </c:pt>
                <c:pt idx="829">
                  <c:v>0.82900000000000007</c:v>
                </c:pt>
                <c:pt idx="830">
                  <c:v>0.83000000000000007</c:v>
                </c:pt>
                <c:pt idx="831">
                  <c:v>0.83100000000000007</c:v>
                </c:pt>
                <c:pt idx="832">
                  <c:v>0.83200000000000007</c:v>
                </c:pt>
                <c:pt idx="833">
                  <c:v>0.83299999999999996</c:v>
                </c:pt>
                <c:pt idx="834">
                  <c:v>0.83399999999999996</c:v>
                </c:pt>
                <c:pt idx="835">
                  <c:v>0.83499999999999996</c:v>
                </c:pt>
                <c:pt idx="836">
                  <c:v>0.83599999999999997</c:v>
                </c:pt>
                <c:pt idx="837">
                  <c:v>0.83699999999999997</c:v>
                </c:pt>
                <c:pt idx="838">
                  <c:v>0.83799999999999997</c:v>
                </c:pt>
                <c:pt idx="839">
                  <c:v>0.83899999999999997</c:v>
                </c:pt>
                <c:pt idx="840">
                  <c:v>0.84</c:v>
                </c:pt>
                <c:pt idx="841">
                  <c:v>0.84099999999999997</c:v>
                </c:pt>
                <c:pt idx="842">
                  <c:v>0.84199999999999997</c:v>
                </c:pt>
                <c:pt idx="843">
                  <c:v>0.84299999999999997</c:v>
                </c:pt>
                <c:pt idx="844">
                  <c:v>0.84399999999999997</c:v>
                </c:pt>
                <c:pt idx="845">
                  <c:v>0.84499999999999997</c:v>
                </c:pt>
                <c:pt idx="846">
                  <c:v>0.84599999999999997</c:v>
                </c:pt>
                <c:pt idx="847">
                  <c:v>0.84699999999999998</c:v>
                </c:pt>
                <c:pt idx="848">
                  <c:v>0.84799999999999998</c:v>
                </c:pt>
                <c:pt idx="849">
                  <c:v>0.84899999999999998</c:v>
                </c:pt>
                <c:pt idx="850">
                  <c:v>0.85</c:v>
                </c:pt>
                <c:pt idx="851">
                  <c:v>0.85099999999999998</c:v>
                </c:pt>
                <c:pt idx="852">
                  <c:v>0.85199999999999998</c:v>
                </c:pt>
                <c:pt idx="853">
                  <c:v>0.85299999999999998</c:v>
                </c:pt>
                <c:pt idx="854">
                  <c:v>0.85399999999999998</c:v>
                </c:pt>
                <c:pt idx="855">
                  <c:v>0.85499999999999998</c:v>
                </c:pt>
                <c:pt idx="856">
                  <c:v>0.85599999999999998</c:v>
                </c:pt>
                <c:pt idx="857">
                  <c:v>0.85699999999999998</c:v>
                </c:pt>
                <c:pt idx="858">
                  <c:v>0.85799999999999998</c:v>
                </c:pt>
                <c:pt idx="859">
                  <c:v>0.85899999999999999</c:v>
                </c:pt>
                <c:pt idx="860">
                  <c:v>0.86</c:v>
                </c:pt>
                <c:pt idx="861">
                  <c:v>0.86099999999999999</c:v>
                </c:pt>
                <c:pt idx="862">
                  <c:v>0.86199999999999999</c:v>
                </c:pt>
                <c:pt idx="863">
                  <c:v>0.86299999999999999</c:v>
                </c:pt>
                <c:pt idx="864">
                  <c:v>0.86399999999999999</c:v>
                </c:pt>
                <c:pt idx="865">
                  <c:v>0.86499999999999999</c:v>
                </c:pt>
                <c:pt idx="866">
                  <c:v>0.86599999999999999</c:v>
                </c:pt>
                <c:pt idx="867">
                  <c:v>0.86699999999999999</c:v>
                </c:pt>
                <c:pt idx="868">
                  <c:v>0.86799999999999999</c:v>
                </c:pt>
                <c:pt idx="869">
                  <c:v>0.86899999999999999</c:v>
                </c:pt>
                <c:pt idx="870">
                  <c:v>0.87</c:v>
                </c:pt>
                <c:pt idx="871">
                  <c:v>0.871</c:v>
                </c:pt>
                <c:pt idx="872">
                  <c:v>0.872</c:v>
                </c:pt>
                <c:pt idx="873">
                  <c:v>0.873</c:v>
                </c:pt>
                <c:pt idx="874">
                  <c:v>0.874</c:v>
                </c:pt>
                <c:pt idx="875">
                  <c:v>0.875</c:v>
                </c:pt>
                <c:pt idx="876">
                  <c:v>0.876</c:v>
                </c:pt>
                <c:pt idx="877">
                  <c:v>0.877</c:v>
                </c:pt>
                <c:pt idx="878">
                  <c:v>0.878</c:v>
                </c:pt>
                <c:pt idx="879">
                  <c:v>0.879</c:v>
                </c:pt>
                <c:pt idx="880">
                  <c:v>0.88</c:v>
                </c:pt>
                <c:pt idx="881">
                  <c:v>0.88100000000000001</c:v>
                </c:pt>
                <c:pt idx="882">
                  <c:v>0.88200000000000001</c:v>
                </c:pt>
                <c:pt idx="883">
                  <c:v>0.88300000000000001</c:v>
                </c:pt>
                <c:pt idx="884">
                  <c:v>0.88400000000000001</c:v>
                </c:pt>
                <c:pt idx="885">
                  <c:v>0.88500000000000001</c:v>
                </c:pt>
                <c:pt idx="886">
                  <c:v>0.88600000000000001</c:v>
                </c:pt>
                <c:pt idx="887">
                  <c:v>0.88700000000000001</c:v>
                </c:pt>
                <c:pt idx="888">
                  <c:v>0.88800000000000001</c:v>
                </c:pt>
                <c:pt idx="889">
                  <c:v>0.88900000000000001</c:v>
                </c:pt>
                <c:pt idx="890">
                  <c:v>0.89</c:v>
                </c:pt>
                <c:pt idx="891">
                  <c:v>0.89100000000000001</c:v>
                </c:pt>
                <c:pt idx="892">
                  <c:v>0.89200000000000002</c:v>
                </c:pt>
                <c:pt idx="893">
                  <c:v>0.89300000000000002</c:v>
                </c:pt>
                <c:pt idx="894">
                  <c:v>0.89400000000000002</c:v>
                </c:pt>
                <c:pt idx="895">
                  <c:v>0.89500000000000002</c:v>
                </c:pt>
                <c:pt idx="896">
                  <c:v>0.89600000000000002</c:v>
                </c:pt>
                <c:pt idx="897">
                  <c:v>0.89700000000000002</c:v>
                </c:pt>
                <c:pt idx="898">
                  <c:v>0.89800000000000002</c:v>
                </c:pt>
                <c:pt idx="899">
                  <c:v>0.89900000000000002</c:v>
                </c:pt>
                <c:pt idx="900">
                  <c:v>0.9</c:v>
                </c:pt>
                <c:pt idx="901">
                  <c:v>0.90100000000000002</c:v>
                </c:pt>
                <c:pt idx="902">
                  <c:v>0.90200000000000002</c:v>
                </c:pt>
                <c:pt idx="903">
                  <c:v>0.90300000000000002</c:v>
                </c:pt>
                <c:pt idx="904">
                  <c:v>0.90400000000000003</c:v>
                </c:pt>
                <c:pt idx="905">
                  <c:v>0.90500000000000003</c:v>
                </c:pt>
                <c:pt idx="906">
                  <c:v>0.90600000000000003</c:v>
                </c:pt>
                <c:pt idx="907">
                  <c:v>0.90700000000000003</c:v>
                </c:pt>
                <c:pt idx="908">
                  <c:v>0.90800000000000003</c:v>
                </c:pt>
                <c:pt idx="909">
                  <c:v>0.90900000000000003</c:v>
                </c:pt>
                <c:pt idx="910">
                  <c:v>0.91</c:v>
                </c:pt>
                <c:pt idx="911">
                  <c:v>0.91100000000000003</c:v>
                </c:pt>
                <c:pt idx="912">
                  <c:v>0.91200000000000003</c:v>
                </c:pt>
                <c:pt idx="913">
                  <c:v>0.91300000000000003</c:v>
                </c:pt>
                <c:pt idx="914">
                  <c:v>0.91400000000000003</c:v>
                </c:pt>
                <c:pt idx="915">
                  <c:v>0.91500000000000004</c:v>
                </c:pt>
                <c:pt idx="916">
                  <c:v>0.91600000000000004</c:v>
                </c:pt>
                <c:pt idx="917">
                  <c:v>0.91700000000000004</c:v>
                </c:pt>
                <c:pt idx="918">
                  <c:v>0.91800000000000004</c:v>
                </c:pt>
                <c:pt idx="919">
                  <c:v>0.91900000000000004</c:v>
                </c:pt>
                <c:pt idx="920">
                  <c:v>0.92</c:v>
                </c:pt>
                <c:pt idx="921">
                  <c:v>0.92100000000000004</c:v>
                </c:pt>
                <c:pt idx="922">
                  <c:v>0.92200000000000004</c:v>
                </c:pt>
                <c:pt idx="923">
                  <c:v>0.92300000000000004</c:v>
                </c:pt>
                <c:pt idx="924">
                  <c:v>0.92400000000000004</c:v>
                </c:pt>
                <c:pt idx="925">
                  <c:v>0.92500000000000004</c:v>
                </c:pt>
                <c:pt idx="926">
                  <c:v>0.92600000000000005</c:v>
                </c:pt>
                <c:pt idx="927">
                  <c:v>0.92700000000000005</c:v>
                </c:pt>
                <c:pt idx="928">
                  <c:v>0.92800000000000005</c:v>
                </c:pt>
                <c:pt idx="929">
                  <c:v>0.92900000000000005</c:v>
                </c:pt>
                <c:pt idx="930">
                  <c:v>0.93</c:v>
                </c:pt>
                <c:pt idx="931">
                  <c:v>0.93100000000000005</c:v>
                </c:pt>
                <c:pt idx="932">
                  <c:v>0.93200000000000005</c:v>
                </c:pt>
                <c:pt idx="933">
                  <c:v>0.93300000000000005</c:v>
                </c:pt>
                <c:pt idx="934">
                  <c:v>0.93400000000000005</c:v>
                </c:pt>
                <c:pt idx="935">
                  <c:v>0.93500000000000005</c:v>
                </c:pt>
                <c:pt idx="936">
                  <c:v>0.93600000000000005</c:v>
                </c:pt>
                <c:pt idx="937">
                  <c:v>0.93700000000000006</c:v>
                </c:pt>
                <c:pt idx="938">
                  <c:v>0.93800000000000006</c:v>
                </c:pt>
                <c:pt idx="939">
                  <c:v>0.93900000000000006</c:v>
                </c:pt>
                <c:pt idx="940">
                  <c:v>0.94000000000000006</c:v>
                </c:pt>
                <c:pt idx="941">
                  <c:v>0.94100000000000006</c:v>
                </c:pt>
                <c:pt idx="942">
                  <c:v>0.94200000000000006</c:v>
                </c:pt>
                <c:pt idx="943">
                  <c:v>0.94300000000000006</c:v>
                </c:pt>
                <c:pt idx="944">
                  <c:v>0.94400000000000006</c:v>
                </c:pt>
                <c:pt idx="945">
                  <c:v>0.94500000000000006</c:v>
                </c:pt>
                <c:pt idx="946">
                  <c:v>0.94600000000000006</c:v>
                </c:pt>
                <c:pt idx="947">
                  <c:v>0.94700000000000006</c:v>
                </c:pt>
                <c:pt idx="948">
                  <c:v>0.94800000000000006</c:v>
                </c:pt>
                <c:pt idx="949">
                  <c:v>0.94900000000000007</c:v>
                </c:pt>
                <c:pt idx="950">
                  <c:v>0.95000000000000007</c:v>
                </c:pt>
                <c:pt idx="951">
                  <c:v>0.95100000000000007</c:v>
                </c:pt>
                <c:pt idx="952">
                  <c:v>0.95200000000000007</c:v>
                </c:pt>
                <c:pt idx="953">
                  <c:v>0.95300000000000007</c:v>
                </c:pt>
                <c:pt idx="954">
                  <c:v>0.95400000000000007</c:v>
                </c:pt>
                <c:pt idx="955">
                  <c:v>0.95500000000000007</c:v>
                </c:pt>
                <c:pt idx="956">
                  <c:v>0.95600000000000007</c:v>
                </c:pt>
                <c:pt idx="957">
                  <c:v>0.95700000000000007</c:v>
                </c:pt>
                <c:pt idx="958">
                  <c:v>0.95800000000000007</c:v>
                </c:pt>
                <c:pt idx="959">
                  <c:v>0.95900000000000007</c:v>
                </c:pt>
                <c:pt idx="960">
                  <c:v>0.96</c:v>
                </c:pt>
                <c:pt idx="961">
                  <c:v>0.96099999999999997</c:v>
                </c:pt>
                <c:pt idx="962">
                  <c:v>0.96199999999999997</c:v>
                </c:pt>
                <c:pt idx="963">
                  <c:v>0.96299999999999997</c:v>
                </c:pt>
                <c:pt idx="964">
                  <c:v>0.96399999999999997</c:v>
                </c:pt>
                <c:pt idx="965">
                  <c:v>0.96499999999999997</c:v>
                </c:pt>
                <c:pt idx="966">
                  <c:v>0.96599999999999997</c:v>
                </c:pt>
                <c:pt idx="967">
                  <c:v>0.96699999999999997</c:v>
                </c:pt>
                <c:pt idx="968">
                  <c:v>0.96799999999999997</c:v>
                </c:pt>
                <c:pt idx="969">
                  <c:v>0.96899999999999997</c:v>
                </c:pt>
                <c:pt idx="970">
                  <c:v>0.97</c:v>
                </c:pt>
                <c:pt idx="971">
                  <c:v>0.97099999999999997</c:v>
                </c:pt>
                <c:pt idx="972">
                  <c:v>0.97199999999999998</c:v>
                </c:pt>
                <c:pt idx="973">
                  <c:v>0.97299999999999998</c:v>
                </c:pt>
                <c:pt idx="974">
                  <c:v>0.97399999999999998</c:v>
                </c:pt>
                <c:pt idx="975">
                  <c:v>0.97499999999999998</c:v>
                </c:pt>
                <c:pt idx="976">
                  <c:v>0.97599999999999998</c:v>
                </c:pt>
                <c:pt idx="977">
                  <c:v>0.97699999999999998</c:v>
                </c:pt>
                <c:pt idx="978">
                  <c:v>0.97799999999999998</c:v>
                </c:pt>
                <c:pt idx="979">
                  <c:v>0.97899999999999998</c:v>
                </c:pt>
                <c:pt idx="980">
                  <c:v>0.98</c:v>
                </c:pt>
                <c:pt idx="981">
                  <c:v>0.98099999999999998</c:v>
                </c:pt>
                <c:pt idx="982">
                  <c:v>0.98199999999999998</c:v>
                </c:pt>
                <c:pt idx="983">
                  <c:v>0.98299999999999998</c:v>
                </c:pt>
                <c:pt idx="984">
                  <c:v>0.98399999999999999</c:v>
                </c:pt>
                <c:pt idx="985">
                  <c:v>0.98499999999999999</c:v>
                </c:pt>
                <c:pt idx="986">
                  <c:v>0.98599999999999999</c:v>
                </c:pt>
                <c:pt idx="987">
                  <c:v>0.98699999999999999</c:v>
                </c:pt>
                <c:pt idx="988">
                  <c:v>0.98799999999999999</c:v>
                </c:pt>
                <c:pt idx="989">
                  <c:v>0.98899999999999999</c:v>
                </c:pt>
                <c:pt idx="990">
                  <c:v>0.99</c:v>
                </c:pt>
                <c:pt idx="991">
                  <c:v>0.99099999999999999</c:v>
                </c:pt>
                <c:pt idx="992">
                  <c:v>0.99199999999999999</c:v>
                </c:pt>
                <c:pt idx="993">
                  <c:v>0.99299999999999999</c:v>
                </c:pt>
                <c:pt idx="994">
                  <c:v>0.99399999999999999</c:v>
                </c:pt>
                <c:pt idx="995">
                  <c:v>0.995</c:v>
                </c:pt>
                <c:pt idx="996">
                  <c:v>0.996</c:v>
                </c:pt>
                <c:pt idx="997">
                  <c:v>0.997</c:v>
                </c:pt>
                <c:pt idx="998">
                  <c:v>0.998</c:v>
                </c:pt>
                <c:pt idx="999">
                  <c:v>0.999</c:v>
                </c:pt>
                <c:pt idx="1000">
                  <c:v>1</c:v>
                </c:pt>
              </c:numCache>
            </c:numRef>
          </c:xVal>
          <c:yVal>
            <c:numRef>
              <c:f>Sheet2!$E$2:$E$1002</c:f>
              <c:numCache>
                <c:formatCode>General</c:formatCode>
                <c:ptCount val="1001"/>
                <c:pt idx="0">
                  <c:v>8.3379470942011614E-12</c:v>
                </c:pt>
                <c:pt idx="1">
                  <c:v>8.9244874166325348E-12</c:v>
                </c:pt>
                <c:pt idx="2">
                  <c:v>9.5514220595749974E-12</c:v>
                </c:pt>
                <c:pt idx="3">
                  <c:v>1.0221470957087386E-11</c:v>
                </c:pt>
                <c:pt idx="4">
                  <c:v>1.0937532840623763E-11</c:v>
                </c:pt>
                <c:pt idx="5">
                  <c:v>1.1702696693498908E-11</c:v>
                </c:pt>
                <c:pt idx="6">
                  <c:v>1.2520253919052694E-11</c:v>
                </c:pt>
                <c:pt idx="7">
                  <c:v>1.3393711265657762E-11</c:v>
                </c:pt>
                <c:pt idx="8">
                  <c:v>1.4326804554239077E-11</c:v>
                </c:pt>
                <c:pt idx="9">
                  <c:v>1.532351325663769E-11</c:v>
                </c:pt>
                <c:pt idx="10">
                  <c:v>1.6388075975968676E-11</c:v>
                </c:pt>
                <c:pt idx="11">
                  <c:v>1.7525006883093401E-11</c:v>
                </c:pt>
                <c:pt idx="12">
                  <c:v>1.8739113166469093E-11</c:v>
                </c:pt>
                <c:pt idx="13">
                  <c:v>2.0035513555951577E-11</c:v>
                </c:pt>
                <c:pt idx="14">
                  <c:v>2.1419657984628737E-11</c:v>
                </c:pt>
                <c:pt idx="15">
                  <c:v>2.2897348456455533E-11</c:v>
                </c:pt>
                <c:pt idx="16">
                  <c:v>2.4474761191363054E-11</c:v>
                </c:pt>
                <c:pt idx="17">
                  <c:v>2.6158470123627815E-11</c:v>
                </c:pt>
                <c:pt idx="18">
                  <c:v>2.7955471833633267E-11</c:v>
                </c:pt>
                <c:pt idx="19">
                  <c:v>2.9873211997735686E-11</c:v>
                </c:pt>
                <c:pt idx="20">
                  <c:v>3.1919613445784448E-11</c:v>
                </c:pt>
                <c:pt idx="21">
                  <c:v>3.4103105920943977E-11</c:v>
                </c:pt>
                <c:pt idx="22">
                  <c:v>3.6432657641847694E-11</c:v>
                </c:pt>
                <c:pt idx="23">
                  <c:v>3.8917808772784512E-11</c:v>
                </c:pt>
                <c:pt idx="24">
                  <c:v>4.1568706913605407E-11</c:v>
                </c:pt>
                <c:pt idx="25">
                  <c:v>4.439614472734189E-11</c:v>
                </c:pt>
                <c:pt idx="26">
                  <c:v>4.7411599830183058E-11</c:v>
                </c:pt>
                <c:pt idx="27">
                  <c:v>5.0627277075466863E-11</c:v>
                </c:pt>
                <c:pt idx="28">
                  <c:v>5.4056153370731579E-11</c:v>
                </c:pt>
                <c:pt idx="29">
                  <c:v>5.7712025174661577E-11</c:v>
                </c:pt>
                <c:pt idx="30">
                  <c:v>6.1609558828968406E-11</c:v>
                </c:pt>
                <c:pt idx="31">
                  <c:v>6.5764343888899719E-11</c:v>
                </c:pt>
                <c:pt idx="32">
                  <c:v>7.0192949625169118E-11</c:v>
                </c:pt>
                <c:pt idx="33">
                  <c:v>7.491298487970925E-11</c:v>
                </c:pt>
                <c:pt idx="34">
                  <c:v>7.9943161467749369E-11</c:v>
                </c:pt>
                <c:pt idx="35">
                  <c:v>8.5303361329367681E-11</c:v>
                </c:pt>
                <c:pt idx="36">
                  <c:v>9.1014707644879687E-11</c:v>
                </c:pt>
                <c:pt idx="37">
                  <c:v>9.7099640140226144E-11</c:v>
                </c:pt>
                <c:pt idx="38">
                  <c:v>1.035819948209488E-10</c:v>
                </c:pt>
                <c:pt idx="39">
                  <c:v>1.1048708838642368E-10</c:v>
                </c:pt>
                <c:pt idx="40">
                  <c:v>1.1784180758979037E-10</c:v>
                </c:pt>
                <c:pt idx="41">
                  <c:v>1.2567470382350446E-10</c:v>
                </c:pt>
                <c:pt idx="42">
                  <c:v>1.3401609322568119E-10</c:v>
                </c:pt>
                <c:pt idx="43">
                  <c:v>1.4289816261845064E-10</c:v>
                </c:pt>
                <c:pt idx="44">
                  <c:v>1.5235508160640952E-10</c:v>
                </c:pt>
                <c:pt idx="45">
                  <c:v>1.6242312118101194E-10</c:v>
                </c:pt>
                <c:pt idx="46">
                  <c:v>1.7314077919541268E-10</c:v>
                </c:pt>
                <c:pt idx="47">
                  <c:v>1.8454891309391251E-10</c:v>
                </c:pt>
                <c:pt idx="48">
                  <c:v>1.966908803007915E-10</c:v>
                </c:pt>
                <c:pt idx="49">
                  <c:v>2.0961268669504275E-10</c:v>
                </c:pt>
                <c:pt idx="50">
                  <c:v>2.2336314362031743E-10</c:v>
                </c:pt>
                <c:pt idx="51">
                  <c:v>2.379940339033925E-10</c:v>
                </c:pt>
                <c:pt idx="52">
                  <c:v>2.5356028737969127E-10</c:v>
                </c:pt>
                <c:pt idx="53">
                  <c:v>2.7012016645085138E-10</c:v>
                </c:pt>
                <c:pt idx="54">
                  <c:v>2.8773546222719974E-10</c:v>
                </c:pt>
                <c:pt idx="55">
                  <c:v>3.0647170183723726E-10</c:v>
                </c:pt>
                <c:pt idx="56">
                  <c:v>3.2639836751694112E-10</c:v>
                </c:pt>
                <c:pt idx="57">
                  <c:v>3.4758912812399344E-10</c:v>
                </c:pt>
                <c:pt idx="58">
                  <c:v>3.7012208375590505E-10</c:v>
                </c:pt>
                <c:pt idx="59">
                  <c:v>3.9408002418662757E-10</c:v>
                </c:pt>
                <c:pt idx="60">
                  <c:v>4.1955070187358382E-10</c:v>
                </c:pt>
                <c:pt idx="61">
                  <c:v>4.4662712032630319E-10</c:v>
                </c:pt>
                <c:pt idx="62">
                  <c:v>4.7540783866904614E-10</c:v>
                </c:pt>
                <c:pt idx="63">
                  <c:v>5.0599729327293079E-10</c:v>
                </c:pt>
                <c:pt idx="64">
                  <c:v>5.3850613737864593E-10</c:v>
                </c:pt>
                <c:pt idx="65">
                  <c:v>5.7305159967813482E-10</c:v>
                </c:pt>
                <c:pt idx="66">
                  <c:v>6.0975786287392753E-10</c:v>
                </c:pt>
                <c:pt idx="67">
                  <c:v>6.4875646328683969E-10</c:v>
                </c:pt>
                <c:pt idx="68">
                  <c:v>6.9018671263806788E-10</c:v>
                </c:pt>
                <c:pt idx="69">
                  <c:v>7.341961431889749E-10</c:v>
                </c:pt>
                <c:pt idx="70">
                  <c:v>7.8094097748273008E-10</c:v>
                </c:pt>
                <c:pt idx="71">
                  <c:v>8.3058662399489995E-10</c:v>
                </c:pt>
                <c:pt idx="72">
                  <c:v>8.8330820006701028E-10</c:v>
                </c:pt>
                <c:pt idx="73">
                  <c:v>9.3929108356620705E-10</c:v>
                </c:pt>
                <c:pt idx="74">
                  <c:v>9.9873149478788325E-10</c:v>
                </c:pt>
                <c:pt idx="75">
                  <c:v>1.0618371101937901E-9</c:v>
                </c:pt>
                <c:pt idx="76">
                  <c:v>1.1288277096591173E-9</c:v>
                </c:pt>
                <c:pt idx="77">
                  <c:v>1.1999358589856384E-9</c:v>
                </c:pt>
                <c:pt idx="78">
                  <c:v>1.2754076295260396E-9</c:v>
                </c:pt>
                <c:pt idx="79">
                  <c:v>1.3555033568569167E-9</c:v>
                </c:pt>
                <c:pt idx="80">
                  <c:v>1.4404984405343163E-9</c:v>
                </c:pt>
                <c:pt idx="81">
                  <c:v>1.5306841870670345E-9</c:v>
                </c:pt>
                <c:pt idx="82">
                  <c:v>1.6263686983484897E-9</c:v>
                </c:pt>
                <c:pt idx="83">
                  <c:v>1.7278778078991217E-9</c:v>
                </c:pt>
                <c:pt idx="84">
                  <c:v>1.8355560673871799E-9</c:v>
                </c:pt>
                <c:pt idx="85">
                  <c:v>1.9497677860172241E-9</c:v>
                </c:pt>
                <c:pt idx="86">
                  <c:v>2.0708981255029045E-9</c:v>
                </c:pt>
                <c:pt idx="87">
                  <c:v>2.1993542534734592E-9</c:v>
                </c:pt>
                <c:pt idx="88">
                  <c:v>2.3355665583027433E-9</c:v>
                </c:pt>
                <c:pt idx="89">
                  <c:v>2.4799899284950224E-9</c:v>
                </c:pt>
                <c:pt idx="90">
                  <c:v>2.6331050999142316E-9</c:v>
                </c:pt>
                <c:pt idx="91">
                  <c:v>2.7954200743027329E-9</c:v>
                </c:pt>
                <c:pt idx="92">
                  <c:v>2.967471612701879E-9</c:v>
                </c:pt>
                <c:pt idx="93">
                  <c:v>3.1498268075614506E-9</c:v>
                </c:pt>
                <c:pt idx="94">
                  <c:v>3.3430847375066068E-9</c:v>
                </c:pt>
                <c:pt idx="95">
                  <c:v>3.5478782089216572E-9</c:v>
                </c:pt>
                <c:pt idx="96">
                  <c:v>3.764875588708845E-9</c:v>
                </c:pt>
                <c:pt idx="97">
                  <c:v>3.9947827327885145E-9</c:v>
                </c:pt>
                <c:pt idx="98">
                  <c:v>4.2383450151238498E-9</c:v>
                </c:pt>
                <c:pt idx="99">
                  <c:v>4.4963494622808543E-9</c:v>
                </c:pt>
                <c:pt idx="100">
                  <c:v>4.7696269987713184E-9</c:v>
                </c:pt>
                <c:pt idx="101">
                  <c:v>5.0590548086740162E-9</c:v>
                </c:pt>
                <c:pt idx="102">
                  <c:v>5.365558819288405E-9</c:v>
                </c:pt>
                <c:pt idx="103">
                  <c:v>5.6901163128451436E-9</c:v>
                </c:pt>
                <c:pt idx="104">
                  <c:v>6.0337586725797779E-9</c:v>
                </c:pt>
                <c:pt idx="105">
                  <c:v>6.3975742697704955E-9</c:v>
                </c:pt>
                <c:pt idx="106">
                  <c:v>6.7827114986483266E-9</c:v>
                </c:pt>
                <c:pt idx="107">
                  <c:v>7.1903819664089625E-9</c:v>
                </c:pt>
                <c:pt idx="108">
                  <c:v>7.6218638458901175E-9</c:v>
                </c:pt>
                <c:pt idx="109">
                  <c:v>8.0785053988274833E-9</c:v>
                </c:pt>
                <c:pt idx="110">
                  <c:v>8.5617286779677635E-9</c:v>
                </c:pt>
                <c:pt idx="111">
                  <c:v>9.0730334166957989E-9</c:v>
                </c:pt>
                <c:pt idx="112">
                  <c:v>9.6140011152309457E-9</c:v>
                </c:pt>
                <c:pt idx="113">
                  <c:v>1.0186299332860541E-8</c:v>
                </c:pt>
                <c:pt idx="114">
                  <c:v>1.0791686196109344E-8</c:v>
                </c:pt>
                <c:pt idx="115">
                  <c:v>1.1432015133194105E-8</c:v>
                </c:pt>
                <c:pt idx="116">
                  <c:v>1.2109239845580332E-8</c:v>
                </c:pt>
                <c:pt idx="117">
                  <c:v>1.2825419527946466E-8</c:v>
                </c:pt>
                <c:pt idx="118">
                  <c:v>1.3582724348371605E-8</c:v>
                </c:pt>
                <c:pt idx="119">
                  <c:v>1.4383441201090263E-8</c:v>
                </c:pt>
                <c:pt idx="120">
                  <c:v>1.5229979744712629E-8</c:v>
                </c:pt>
                <c:pt idx="121">
                  <c:v>1.6124878739383789E-8</c:v>
                </c:pt>
                <c:pt idx="122">
                  <c:v>1.7070812696954039E-8</c:v>
                </c:pt>
                <c:pt idx="123">
                  <c:v>1.8070598858858286E-8</c:v>
                </c:pt>
                <c:pt idx="124">
                  <c:v>1.9127204517051115E-8</c:v>
                </c:pt>
                <c:pt idx="125">
                  <c:v>2.0243754694022527E-8</c:v>
                </c:pt>
                <c:pt idx="126">
                  <c:v>2.1423540198622367E-8</c:v>
                </c:pt>
                <c:pt idx="127">
                  <c:v>2.2670026075156666E-8</c:v>
                </c:pt>
                <c:pt idx="128">
                  <c:v>2.3986860463980399E-8</c:v>
                </c:pt>
                <c:pt idx="129">
                  <c:v>2.5377883892607446E-8</c:v>
                </c:pt>
                <c:pt idx="130">
                  <c:v>2.6847139017182738E-8</c:v>
                </c:pt>
                <c:pt idx="131">
                  <c:v>2.8398880835022781E-8</c:v>
                </c:pt>
                <c:pt idx="132">
                  <c:v>3.0037587389824141E-8</c:v>
                </c:pt>
                <c:pt idx="133">
                  <c:v>3.1767970992068891E-8</c:v>
                </c:pt>
                <c:pt idx="134">
                  <c:v>3.3594989978122662E-8</c:v>
                </c:pt>
                <c:pt idx="135">
                  <c:v>3.5523861032527812E-8</c:v>
                </c:pt>
                <c:pt idx="136">
                  <c:v>3.7560072099035671E-8</c:v>
                </c:pt>
                <c:pt idx="137">
                  <c:v>3.9709395907011402E-8</c:v>
                </c:pt>
                <c:pt idx="138">
                  <c:v>4.1977904140970386E-8</c:v>
                </c:pt>
                <c:pt idx="139">
                  <c:v>4.4371982282180433E-8</c:v>
                </c:pt>
                <c:pt idx="140">
                  <c:v>4.6898345152479273E-8</c:v>
                </c:pt>
                <c:pt idx="141">
                  <c:v>4.9564053191724981E-8</c:v>
                </c:pt>
                <c:pt idx="142">
                  <c:v>5.2376529501608814E-8</c:v>
                </c:pt>
                <c:pt idx="143">
                  <c:v>5.5343577689926881E-8</c:v>
                </c:pt>
                <c:pt idx="144">
                  <c:v>5.8473400550823175E-8</c:v>
                </c:pt>
                <c:pt idx="145">
                  <c:v>6.1774619617985712E-8</c:v>
                </c:pt>
                <c:pt idx="146">
                  <c:v>6.5256295629308776E-8</c:v>
                </c:pt>
                <c:pt idx="147">
                  <c:v>6.8927949943114509E-8</c:v>
                </c:pt>
                <c:pt idx="148">
                  <c:v>7.2799586947673839E-8</c:v>
                </c:pt>
                <c:pt idx="149">
                  <c:v>7.6881717507472704E-8</c:v>
                </c:pt>
                <c:pt idx="150">
                  <c:v>8.1185383491440544E-8</c:v>
                </c:pt>
                <c:pt idx="151">
                  <c:v>8.5722183430188837E-8</c:v>
                </c:pt>
                <c:pt idx="152">
                  <c:v>9.0504299351219711E-8</c:v>
                </c:pt>
                <c:pt idx="153">
                  <c:v>9.5544524843028526E-8</c:v>
                </c:pt>
                <c:pt idx="154">
                  <c:v>1.0085629440108154E-7</c:v>
                </c:pt>
                <c:pt idx="155">
                  <c:v>1.0645371411076024E-7</c:v>
                </c:pt>
                <c:pt idx="156">
                  <c:v>1.1235159372457344E-7</c:v>
                </c:pt>
                <c:pt idx="157">
                  <c:v>1.1856548019320583E-7</c:v>
                </c:pt>
                <c:pt idx="158">
                  <c:v>1.2511169271234363E-7</c:v>
                </c:pt>
                <c:pt idx="159">
                  <c:v>1.3200735934964928E-7</c:v>
                </c:pt>
                <c:pt idx="160">
                  <c:v>1.3927045531880916E-7</c:v>
                </c:pt>
                <c:pt idx="161">
                  <c:v>1.4691984297017934E-7</c:v>
                </c:pt>
                <c:pt idx="162">
                  <c:v>1.5497531357028997E-7</c:v>
                </c:pt>
                <c:pt idx="163">
                  <c:v>1.6345763094526591E-7</c:v>
                </c:pt>
                <c:pt idx="164">
                  <c:v>1.7238857706614467E-7</c:v>
                </c:pt>
                <c:pt idx="165">
                  <c:v>1.8179099965707552E-7</c:v>
                </c:pt>
                <c:pt idx="166">
                  <c:v>1.9168886191050278E-7</c:v>
                </c:pt>
                <c:pt idx="167">
                  <c:v>2.0210729439666786E-7</c:v>
                </c:pt>
                <c:pt idx="168">
                  <c:v>2.130726492580922E-7</c:v>
                </c:pt>
                <c:pt idx="169">
                  <c:v>2.2461255678315936E-7</c:v>
                </c:pt>
                <c:pt idx="170">
                  <c:v>2.3675598445648128E-7</c:v>
                </c:pt>
                <c:pt idx="171">
                  <c:v>2.4953329858742527E-7</c:v>
                </c:pt>
                <c:pt idx="172">
                  <c:v>2.629763286219862E-7</c:v>
                </c:pt>
                <c:pt idx="173">
                  <c:v>2.7711843424714158E-7</c:v>
                </c:pt>
                <c:pt idx="174">
                  <c:v>2.9199457540089141E-7</c:v>
                </c:pt>
                <c:pt idx="175">
                  <c:v>3.0764138530539907E-7</c:v>
                </c:pt>
                <c:pt idx="176">
                  <c:v>3.2409724664499813E-7</c:v>
                </c:pt>
                <c:pt idx="177">
                  <c:v>3.4140237101533008E-7</c:v>
                </c:pt>
                <c:pt idx="178">
                  <c:v>3.595988817744791E-7</c:v>
                </c:pt>
                <c:pt idx="179">
                  <c:v>3.7873090043185762E-7</c:v>
                </c:pt>
                <c:pt idx="180">
                  <c:v>3.9884463671536419E-7</c:v>
                </c:pt>
                <c:pt idx="181">
                  <c:v>4.199884824627136E-7</c:v>
                </c:pt>
                <c:pt idx="182">
                  <c:v>4.4221310948773204E-7</c:v>
                </c:pt>
                <c:pt idx="183">
                  <c:v>4.6557157157831036E-7</c:v>
                </c:pt>
                <c:pt idx="184">
                  <c:v>4.9011941078780012E-7</c:v>
                </c:pt>
                <c:pt idx="185">
                  <c:v>5.1591476818795407E-7</c:v>
                </c:pt>
                <c:pt idx="186">
                  <c:v>5.4301849925696948E-7</c:v>
                </c:pt>
                <c:pt idx="187">
                  <c:v>5.7149429408279726E-7</c:v>
                </c:pt>
                <c:pt idx="188">
                  <c:v>6.0140880256784033E-7</c:v>
                </c:pt>
                <c:pt idx="189">
                  <c:v>6.3283176482803487E-7</c:v>
                </c:pt>
                <c:pt idx="190">
                  <c:v>6.6583614698572917E-7</c:v>
                </c:pt>
                <c:pt idx="191">
                  <c:v>7.0049828256303849E-7</c:v>
                </c:pt>
                <c:pt idx="192">
                  <c:v>7.3689801968917121E-7</c:v>
                </c:pt>
                <c:pt idx="193">
                  <c:v>7.7511887434294168E-7</c:v>
                </c:pt>
                <c:pt idx="194">
                  <c:v>8.1524818985889474E-7</c:v>
                </c:pt>
                <c:pt idx="195">
                  <c:v>8.5737730293367867E-7</c:v>
                </c:pt>
                <c:pt idx="196">
                  <c:v>9.0160171637692072E-7</c:v>
                </c:pt>
                <c:pt idx="197">
                  <c:v>9.4802127885958096E-7</c:v>
                </c:pt>
                <c:pt idx="198">
                  <c:v>9.9674037192079971E-7</c:v>
                </c:pt>
                <c:pt idx="199">
                  <c:v>1.0478681045035381E-6</c:v>
                </c:pt>
                <c:pt idx="200">
                  <c:v>1.1015185152977546E-6</c:v>
                </c:pt>
                <c:pt idx="201">
                  <c:v>1.1578107831797319E-6</c:v>
                </c:pt>
                <c:pt idx="202">
                  <c:v>1.2168694460450504E-6</c:v>
                </c:pt>
                <c:pt idx="203">
                  <c:v>1.2788246283432746E-6</c:v>
                </c:pt>
                <c:pt idx="204">
                  <c:v>1.3438122776315193E-6</c:v>
                </c:pt>
                <c:pt idx="205">
                  <c:v>1.4119744104755583E-6</c:v>
                </c:pt>
                <c:pt idx="206">
                  <c:v>1.4834593680365777E-6</c:v>
                </c:pt>
                <c:pt idx="207">
                  <c:v>1.5584220816937146E-6</c:v>
                </c:pt>
                <c:pt idx="208">
                  <c:v>1.637024349062725E-6</c:v>
                </c:pt>
                <c:pt idx="209">
                  <c:v>1.7194351207836106E-6</c:v>
                </c:pt>
                <c:pt idx="210">
                  <c:v>1.8058307984609255E-6</c:v>
                </c:pt>
                <c:pt idx="211">
                  <c:v>1.8963955441534189E-6</c:v>
                </c:pt>
                <c:pt idx="212">
                  <c:v>1.9913216018215887E-6</c:v>
                </c:pt>
                <c:pt idx="213">
                  <c:v>2.0908096311547523E-6</c:v>
                </c:pt>
                <c:pt idx="214">
                  <c:v>2.1950690542122514E-6</c:v>
                </c:pt>
                <c:pt idx="215">
                  <c:v>2.3043184153269167E-6</c:v>
                </c:pt>
                <c:pt idx="216">
                  <c:v>2.4187857547326054E-6</c:v>
                </c:pt>
                <c:pt idx="217">
                  <c:v>2.53870899639182E-6</c:v>
                </c:pt>
                <c:pt idx="218">
                  <c:v>2.6643363505138809E-6</c:v>
                </c:pt>
                <c:pt idx="219">
                  <c:v>2.7959267312688968E-6</c:v>
                </c:pt>
                <c:pt idx="220">
                  <c:v>2.933750190218087E-6</c:v>
                </c:pt>
                <c:pt idx="221">
                  <c:v>3.0780883659964134E-6</c:v>
                </c:pt>
                <c:pt idx="222">
                  <c:v>3.2292349507995045E-6</c:v>
                </c:pt>
                <c:pt idx="223">
                  <c:v>3.387496174243212E-6</c:v>
                </c:pt>
                <c:pt idx="224">
                  <c:v>3.5531913051806338E-6</c:v>
                </c:pt>
                <c:pt idx="225">
                  <c:v>3.7266531720786714E-6</c:v>
                </c:pt>
                <c:pt idx="226">
                  <c:v>3.9082287025737617E-6</c:v>
                </c:pt>
                <c:pt idx="227">
                  <c:v>4.0982794828438008E-6</c:v>
                </c:pt>
                <c:pt idx="228">
                  <c:v>4.2971823374522122E-6</c:v>
                </c:pt>
                <c:pt idx="229">
                  <c:v>4.5053299303381472E-6</c:v>
                </c:pt>
                <c:pt idx="230">
                  <c:v>4.7231313876463812E-6</c:v>
                </c:pt>
                <c:pt idx="231">
                  <c:v>4.9510129431094999E-6</c:v>
                </c:pt>
                <c:pt idx="232">
                  <c:v>5.189418606715275E-6</c:v>
                </c:pt>
                <c:pt idx="233">
                  <c:v>5.4388108574121902E-6</c:v>
                </c:pt>
                <c:pt idx="234">
                  <c:v>5.6996713606268053E-6</c:v>
                </c:pt>
                <c:pt idx="235">
                  <c:v>5.9725017113880495E-6</c:v>
                </c:pt>
                <c:pt idx="236">
                  <c:v>6.2578242038749015E-6</c:v>
                </c:pt>
                <c:pt idx="237">
                  <c:v>6.5561826282259292E-6</c:v>
                </c:pt>
                <c:pt idx="238">
                  <c:v>6.8681430954718775E-6</c:v>
                </c:pt>
                <c:pt idx="239">
                  <c:v>7.1942948914750644E-6</c:v>
                </c:pt>
                <c:pt idx="240">
                  <c:v>7.5352513607829111E-6</c:v>
                </c:pt>
                <c:pt idx="241">
                  <c:v>7.8916508213265723E-6</c:v>
                </c:pt>
                <c:pt idx="242">
                  <c:v>8.2641575109199081E-6</c:v>
                </c:pt>
                <c:pt idx="243">
                  <c:v>8.6534625665386801E-6</c:v>
                </c:pt>
                <c:pt idx="244">
                  <c:v>9.0602850373848911E-6</c:v>
                </c:pt>
                <c:pt idx="245">
                  <c:v>9.4853729327668311E-6</c:v>
                </c:pt>
                <c:pt idx="246">
                  <c:v>9.9295043058510828E-6</c:v>
                </c:pt>
                <c:pt idx="247">
                  <c:v>1.0393488374369845E-5</c:v>
                </c:pt>
                <c:pt idx="248">
                  <c:v>1.0878166679392641E-5</c:v>
                </c:pt>
                <c:pt idx="249">
                  <c:v>1.1384414283299924E-5</c:v>
                </c:pt>
                <c:pt idx="250">
                  <c:v>1.1913141008122973E-5</c:v>
                </c:pt>
                <c:pt idx="251">
                  <c:v>1.24652927154433E-5</c:v>
                </c:pt>
                <c:pt idx="252">
                  <c:v>1.3041852629072559E-5</c:v>
                </c:pt>
                <c:pt idx="253">
                  <c:v>1.3643842701763781E-5</c:v>
                </c:pt>
                <c:pt idx="254">
                  <c:v>1.4272325027233431E-5</c:v>
                </c:pt>
                <c:pt idx="255">
                  <c:v>1.4928403298804427E-5</c:v>
                </c:pt>
                <c:pt idx="256">
                  <c:v>1.5613224316009548E-5</c:v>
                </c:pt>
                <c:pt idx="257">
                  <c:v>1.6327979540525933E-5</c:v>
                </c:pt>
                <c:pt idx="258">
                  <c:v>1.7073906702842595E-5</c:v>
                </c:pt>
                <c:pt idx="259">
                  <c:v>1.7852291461093407E-5</c:v>
                </c:pt>
                <c:pt idx="260">
                  <c:v>1.8664469113520537E-5</c:v>
                </c:pt>
                <c:pt idx="261">
                  <c:v>1.9511826366065742E-5</c:v>
                </c:pt>
                <c:pt idx="262">
                  <c:v>2.03958031566181E-5</c:v>
                </c:pt>
                <c:pt idx="263">
                  <c:v>2.1317894537481357E-5</c:v>
                </c:pt>
                <c:pt idx="264">
                  <c:v>2.2279652617656193E-5</c:v>
                </c:pt>
                <c:pt idx="265">
                  <c:v>2.3282688566565932E-5</c:v>
                </c:pt>
                <c:pt idx="266">
                  <c:v>2.4328674680889839E-5</c:v>
                </c:pt>
                <c:pt idx="267">
                  <c:v>2.5419346516199291E-5</c:v>
                </c:pt>
                <c:pt idx="268">
                  <c:v>2.6556505085130561E-5</c:v>
                </c:pt>
                <c:pt idx="269">
                  <c:v>2.7742019123858096E-5</c:v>
                </c:pt>
                <c:pt idx="270">
                  <c:v>2.8977827428671099E-5</c:v>
                </c:pt>
                <c:pt idx="271">
                  <c:v>3.026594126448845E-5</c:v>
                </c:pt>
                <c:pt idx="272">
                  <c:v>3.1608446847184518E-5</c:v>
                </c:pt>
                <c:pt idx="273">
                  <c:v>3.3007507901632526E-5</c:v>
                </c:pt>
                <c:pt idx="274">
                  <c:v>3.446536829740845E-5</c:v>
                </c:pt>
                <c:pt idx="275">
                  <c:v>3.5984354764134302E-5</c:v>
                </c:pt>
                <c:pt idx="276">
                  <c:v>3.7566879688475885E-5</c:v>
                </c:pt>
                <c:pt idx="277">
                  <c:v>3.9215443994845077E-5</c:v>
                </c:pt>
                <c:pt idx="278">
                  <c:v>4.0932640111894792E-5</c:v>
                </c:pt>
                <c:pt idx="279">
                  <c:v>4.272115502692918E-5</c:v>
                </c:pt>
                <c:pt idx="280">
                  <c:v>4.4583773430388951E-5</c:v>
                </c:pt>
                <c:pt idx="281">
                  <c:v>4.6523380952607508E-5</c:v>
                </c:pt>
                <c:pt idx="282">
                  <c:v>4.8542967495069428E-5</c:v>
                </c:pt>
                <c:pt idx="283">
                  <c:v>5.064563065844076E-5</c:v>
                </c:pt>
                <c:pt idx="284">
                  <c:v>5.2834579269673355E-5</c:v>
                </c:pt>
                <c:pt idx="285">
                  <c:v>5.5113137010524554E-5</c:v>
                </c:pt>
                <c:pt idx="286">
                  <c:v>5.7484746149867506E-5</c:v>
                </c:pt>
                <c:pt idx="287">
                  <c:v>5.9952971382203398E-5</c:v>
                </c:pt>
                <c:pt idx="288">
                  <c:v>6.2521503774820382E-5</c:v>
                </c:pt>
                <c:pt idx="289">
                  <c:v>6.5194164826084733E-5</c:v>
                </c:pt>
                <c:pt idx="290">
                  <c:v>6.7974910637375575E-5</c:v>
                </c:pt>
                <c:pt idx="291">
                  <c:v>7.0867836201213508E-5</c:v>
                </c:pt>
                <c:pt idx="292">
                  <c:v>7.3877179808172038E-5</c:v>
                </c:pt>
                <c:pt idx="293">
                  <c:v>7.7007327575183101E-5</c:v>
                </c:pt>
                <c:pt idx="294">
                  <c:v>8.0262818097889466E-5</c:v>
                </c:pt>
                <c:pt idx="295">
                  <c:v>8.3648347229727389E-5</c:v>
                </c:pt>
                <c:pt idx="296">
                  <c:v>8.7168772990449904E-5</c:v>
                </c:pt>
                <c:pt idx="297">
                  <c:v>9.0829120606840047E-5</c:v>
                </c:pt>
                <c:pt idx="298">
                  <c:v>9.4634587688384301E-5</c:v>
                </c:pt>
                <c:pt idx="299">
                  <c:v>9.8590549540716104E-5</c:v>
                </c:pt>
                <c:pt idx="300">
                  <c:v>1.0270256461965543E-4</c:v>
                </c:pt>
                <c:pt idx="301">
                  <c:v>1.069763801287145E-4</c:v>
                </c:pt>
                <c:pt idx="302">
                  <c:v>1.1141793776294909E-4</c:v>
                </c:pt>
                <c:pt idx="303">
                  <c:v>1.1603337960207127E-4</c:v>
                </c:pt>
                <c:pt idx="304">
                  <c:v>1.2082905415576416E-4</c:v>
                </c:pt>
                <c:pt idx="305">
                  <c:v>1.2581152256415639E-4</c:v>
                </c:pt>
                <c:pt idx="306">
                  <c:v>1.3098756495644325E-4</c:v>
                </c:pt>
                <c:pt idx="307">
                  <c:v>1.3636418697065495E-4</c:v>
                </c:pt>
                <c:pt idx="308">
                  <c:v>1.4194862643760169E-4</c:v>
                </c:pt>
                <c:pt idx="309">
                  <c:v>1.4774836023203364E-4</c:v>
                </c:pt>
                <c:pt idx="310">
                  <c:v>1.5377111129407763E-4</c:v>
                </c:pt>
                <c:pt idx="311">
                  <c:v>1.600248558240234E-4</c:v>
                </c:pt>
                <c:pt idx="312">
                  <c:v>1.6651783065354831E-4</c:v>
                </c:pt>
                <c:pt idx="313">
                  <c:v>1.7325854079647959E-4</c:v>
                </c:pt>
                <c:pt idx="314">
                  <c:v>1.8025576718220328E-4</c:v>
                </c:pt>
                <c:pt idx="315">
                  <c:v>1.8751857457483816E-4</c:v>
                </c:pt>
                <c:pt idx="316">
                  <c:v>1.9505631968129718E-4</c:v>
                </c:pt>
                <c:pt idx="317">
                  <c:v>2.0287865945136497E-4</c:v>
                </c:pt>
                <c:pt idx="318">
                  <c:v>2.1099555957291942E-4</c:v>
                </c:pt>
                <c:pt idx="319">
                  <c:v>2.1941730316542735E-4</c:v>
                </c:pt>
                <c:pt idx="320">
                  <c:v>2.2815449967484043E-4</c:v>
                </c:pt>
                <c:pt idx="321">
                  <c:v>2.3721809397300825E-4</c:v>
                </c:pt>
                <c:pt idx="322">
                  <c:v>2.4661937566473061E-4</c:v>
                </c:pt>
                <c:pt idx="323">
                  <c:v>2.5636998860554324E-4</c:v>
                </c:pt>
                <c:pt idx="324">
                  <c:v>2.6648194063332926E-4</c:v>
                </c:pt>
                <c:pt idx="325">
                  <c:v>2.7696761351683112E-4</c:v>
                </c:pt>
                <c:pt idx="326">
                  <c:v>2.8783977312412149E-4</c:v>
                </c:pt>
                <c:pt idx="327">
                  <c:v>2.9911157981405963E-4</c:v>
                </c:pt>
                <c:pt idx="328">
                  <c:v>3.1079659905374575E-4</c:v>
                </c:pt>
                <c:pt idx="329">
                  <c:v>3.2290881226495826E-4</c:v>
                </c:pt>
                <c:pt idx="330">
                  <c:v>3.3546262790251191E-4</c:v>
                </c:pt>
                <c:pt idx="331">
                  <c:v>3.4847289276746624E-4</c:v>
                </c:pt>
                <c:pt idx="332">
                  <c:v>3.6195490355804614E-4</c:v>
                </c:pt>
                <c:pt idx="333">
                  <c:v>3.7592441866111926E-4</c:v>
                </c:pt>
                <c:pt idx="334">
                  <c:v>3.9039767018701478E-4</c:v>
                </c:pt>
                <c:pt idx="335">
                  <c:v>4.053913762504234E-4</c:v>
                </c:pt>
                <c:pt idx="336">
                  <c:v>4.2092275350006432E-4</c:v>
                </c:pt>
                <c:pt idx="337">
                  <c:v>4.3700952989974775E-4</c:v>
                </c:pt>
                <c:pt idx="338">
                  <c:v>4.536699577634049E-4</c:v>
                </c:pt>
                <c:pt idx="339">
                  <c:v>4.7092282704657454E-4</c:v>
                </c:pt>
                <c:pt idx="340">
                  <c:v>4.8878747889679274E-4</c:v>
                </c:pt>
                <c:pt idx="341">
                  <c:v>5.0728381946522699E-4</c:v>
                </c:pt>
                <c:pt idx="342">
                  <c:v>5.2643233398184529E-4</c:v>
                </c:pt>
                <c:pt idx="343">
                  <c:v>5.4625410109630096E-4</c:v>
                </c:pt>
                <c:pt idx="344">
                  <c:v>5.6677080748664783E-4</c:v>
                </c:pt>
                <c:pt idx="345">
                  <c:v>5.8800476273788895E-4</c:v>
                </c:pt>
                <c:pt idx="346">
                  <c:v>6.099789144922771E-4</c:v>
                </c:pt>
                <c:pt idx="347">
                  <c:v>6.3271686387316188E-4</c:v>
                </c:pt>
                <c:pt idx="348">
                  <c:v>6.5624288118410683E-4</c:v>
                </c:pt>
                <c:pt idx="349">
                  <c:v>6.8058192188483386E-4</c:v>
                </c:pt>
                <c:pt idx="350">
                  <c:v>7.0575964284547567E-4</c:v>
                </c:pt>
                <c:pt idx="351">
                  <c:v>7.3180241888047277E-4</c:v>
                </c:pt>
                <c:pt idx="352">
                  <c:v>7.5873735956331933E-4</c:v>
                </c:pt>
                <c:pt idx="353">
                  <c:v>7.8659232632323571E-4</c:v>
                </c:pt>
                <c:pt idx="354">
                  <c:v>8.1539594982468506E-4</c:v>
                </c:pt>
                <c:pt idx="355">
                  <c:v>8.4517764763052908E-4</c:v>
                </c:pt>
                <c:pt idx="356">
                  <c:v>8.7596764214943254E-4</c:v>
                </c:pt>
                <c:pt idx="357">
                  <c:v>9.0779697886799674E-4</c:v>
                </c:pt>
                <c:pt idx="358">
                  <c:v>9.4069754486790079E-4</c:v>
                </c:pt>
                <c:pt idx="359">
                  <c:v>9.7470208762819857E-4</c:v>
                </c:pt>
                <c:pt idx="360">
                  <c:v>1.0098442341126815E-3</c:v>
                </c:pt>
                <c:pt idx="361">
                  <c:v>1.0461585101421104E-3</c:v>
                </c:pt>
                <c:pt idx="362">
                  <c:v>1.0836803600508399E-3</c:v>
                </c:pt>
                <c:pt idx="363">
                  <c:v>1.1224461666272179E-3</c:v>
                </c:pt>
                <c:pt idx="364">
                  <c:v>1.162493271336927E-3</c:v>
                </c:pt>
                <c:pt idx="365">
                  <c:v>1.2038599948282019E-3</c:v>
                </c:pt>
                <c:pt idx="366">
                  <c:v>1.2465856577176535E-3</c:v>
                </c:pt>
                <c:pt idx="367">
                  <c:v>1.2907106016552007E-3</c:v>
                </c:pt>
                <c:pt idx="368">
                  <c:v>1.3362762106663743E-3</c:v>
                </c:pt>
                <c:pt idx="369">
                  <c:v>1.3833249327700212E-3</c:v>
                </c:pt>
                <c:pt idx="370">
                  <c:v>1.4319003018691703E-3</c:v>
                </c:pt>
                <c:pt idx="371">
                  <c:v>1.4820469599126224E-3</c:v>
                </c:pt>
                <c:pt idx="372">
                  <c:v>1.533810679324463E-3</c:v>
                </c:pt>
                <c:pt idx="373">
                  <c:v>1.5872383856985525E-3</c:v>
                </c:pt>
                <c:pt idx="374">
                  <c:v>1.6423781807546499E-3</c:v>
                </c:pt>
                <c:pt idx="375">
                  <c:v>1.6992793655526571E-3</c:v>
                </c:pt>
                <c:pt idx="376">
                  <c:v>1.7579924639610591E-3</c:v>
                </c:pt>
                <c:pt idx="377">
                  <c:v>1.8185692463754666E-3</c:v>
                </c:pt>
                <c:pt idx="378">
                  <c:v>1.8810627536827351E-3</c:v>
                </c:pt>
                <c:pt idx="379">
                  <c:v>1.9455273214659288E-3</c:v>
                </c:pt>
                <c:pt idx="380">
                  <c:v>2.0120186044449927E-3</c:v>
                </c:pt>
                <c:pt idx="381">
                  <c:v>2.0805936011477448E-3</c:v>
                </c:pt>
                <c:pt idx="382">
                  <c:v>2.1513106788053878E-3</c:v>
                </c:pt>
                <c:pt idx="383">
                  <c:v>2.2242295984664603E-3</c:v>
                </c:pt>
                <c:pt idx="384">
                  <c:v>2.2994115403227708E-3</c:v>
                </c:pt>
                <c:pt idx="385">
                  <c:v>2.3769191292404958E-3</c:v>
                </c:pt>
                <c:pt idx="386">
                  <c:v>2.4568164604892857E-3</c:v>
                </c:pt>
                <c:pt idx="387">
                  <c:v>2.5391691256618095E-3</c:v>
                </c:pt>
                <c:pt idx="388">
                  <c:v>2.624044238775847E-3</c:v>
                </c:pt>
                <c:pt idx="389">
                  <c:v>2.7115104625505876E-3</c:v>
                </c:pt>
                <c:pt idx="390">
                  <c:v>2.8016380348484869E-3</c:v>
                </c:pt>
                <c:pt idx="391">
                  <c:v>2.8944987952735156E-3</c:v>
                </c:pt>
                <c:pt idx="392">
                  <c:v>2.9901662119163831E-3</c:v>
                </c:pt>
                <c:pt idx="393">
                  <c:v>3.0887154082367718E-3</c:v>
                </c:pt>
                <c:pt idx="394">
                  <c:v>3.1902231900722412E-3</c:v>
                </c:pt>
                <c:pt idx="395">
                  <c:v>3.2947680727631215E-3</c:v>
                </c:pt>
                <c:pt idx="396">
                  <c:v>3.4024303083821233E-3</c:v>
                </c:pt>
                <c:pt idx="397">
                  <c:v>3.513291913057126E-3</c:v>
                </c:pt>
                <c:pt idx="398">
                  <c:v>3.6274366943750522E-3</c:v>
                </c:pt>
                <c:pt idx="399">
                  <c:v>3.7449502788542946E-3</c:v>
                </c:pt>
                <c:pt idx="400">
                  <c:v>3.865920139472811E-3</c:v>
                </c:pt>
                <c:pt idx="401">
                  <c:v>3.9904356232383789E-3</c:v>
                </c:pt>
                <c:pt idx="402">
                  <c:v>4.1185879787872517E-3</c:v>
                </c:pt>
                <c:pt idx="403">
                  <c:v>4.2504703839967416E-3</c:v>
                </c:pt>
                <c:pt idx="404">
                  <c:v>4.3861779735970084E-3</c:v>
                </c:pt>
                <c:pt idx="405">
                  <c:v>4.5258078667667224E-3</c:v>
                </c:pt>
                <c:pt idx="406">
                  <c:v>4.6694591946968272E-3</c:v>
                </c:pt>
                <c:pt idx="407">
                  <c:v>4.8172331281061869E-3</c:v>
                </c:pt>
                <c:pt idx="408">
                  <c:v>4.969232904692312E-3</c:v>
                </c:pt>
                <c:pt idx="409">
                  <c:v>5.1255638564999722E-3</c:v>
                </c:pt>
                <c:pt idx="410">
                  <c:v>5.2863334371899863E-3</c:v>
                </c:pt>
                <c:pt idx="411">
                  <c:v>5.4516512491899049E-3</c:v>
                </c:pt>
                <c:pt idx="412">
                  <c:v>5.6216290707079165E-3</c:v>
                </c:pt>
                <c:pt idx="413">
                  <c:v>5.796380882590769E-3</c:v>
                </c:pt>
                <c:pt idx="414">
                  <c:v>5.9760228950059488E-3</c:v>
                </c:pt>
                <c:pt idx="415">
                  <c:v>6.160673573927862E-3</c:v>
                </c:pt>
                <c:pt idx="416">
                  <c:v>6.3504536674074061E-3</c:v>
                </c:pt>
                <c:pt idx="417">
                  <c:v>6.5454862316035685E-3</c:v>
                </c:pt>
                <c:pt idx="418">
                  <c:v>6.7458966565554623E-3</c:v>
                </c:pt>
                <c:pt idx="419">
                  <c:v>6.9518126916723573E-3</c:v>
                </c:pt>
                <c:pt idx="420">
                  <c:v>7.163364470919204E-3</c:v>
                </c:pt>
                <c:pt idx="421">
                  <c:v>7.3806845376742439E-3</c:v>
                </c:pt>
                <c:pt idx="422">
                  <c:v>7.6039078692350008E-3</c:v>
                </c:pt>
                <c:pt idx="423">
                  <c:v>7.8331719009485153E-3</c:v>
                </c:pt>
                <c:pt idx="424">
                  <c:v>8.0686165499408765E-3</c:v>
                </c:pt>
                <c:pt idx="425">
                  <c:v>8.3103842384211219E-3</c:v>
                </c:pt>
                <c:pt idx="426">
                  <c:v>8.558619916533533E-3</c:v>
                </c:pt>
                <c:pt idx="427">
                  <c:v>8.8134710847322419E-3</c:v>
                </c:pt>
                <c:pt idx="428">
                  <c:v>9.0750878156515523E-3</c:v>
                </c:pt>
                <c:pt idx="429">
                  <c:v>9.3436227754446835E-3</c:v>
                </c:pt>
                <c:pt idx="430">
                  <c:v>9.6192312445634275E-3</c:v>
                </c:pt>
                <c:pt idx="431">
                  <c:v>9.9020711379506823E-3</c:v>
                </c:pt>
                <c:pt idx="432">
                  <c:v>1.0192303024617152E-2</c:v>
                </c:pt>
                <c:pt idx="433">
                  <c:v>1.0490090146573502E-2</c:v>
                </c:pt>
                <c:pt idx="434">
                  <c:v>1.0795598437088329E-2</c:v>
                </c:pt>
                <c:pt idx="435">
                  <c:v>1.1108996538242308E-2</c:v>
                </c:pt>
                <c:pt idx="436">
                  <c:v>1.1430455817748065E-2</c:v>
                </c:pt>
                <c:pt idx="437">
                  <c:v>1.1760150385005282E-2</c:v>
                </c:pt>
                <c:pt idx="438">
                  <c:v>1.2098257106359842E-2</c:v>
                </c:pt>
                <c:pt idx="439">
                  <c:v>1.244495561953564E-2</c:v>
                </c:pt>
                <c:pt idx="440">
                  <c:v>1.2800428347207217E-2</c:v>
                </c:pt>
                <c:pt idx="441">
                  <c:v>1.3164860509680933E-2</c:v>
                </c:pt>
                <c:pt idx="442">
                  <c:v>1.3538440136652346E-2</c:v>
                </c:pt>
                <c:pt idx="443">
                  <c:v>1.3921358078006686E-2</c:v>
                </c:pt>
                <c:pt idx="444">
                  <c:v>1.4313808013629336E-2</c:v>
                </c:pt>
                <c:pt idx="445">
                  <c:v>1.4715986462192803E-2</c:v>
                </c:pt>
                <c:pt idx="446">
                  <c:v>1.5128092788886502E-2</c:v>
                </c:pt>
                <c:pt idx="447">
                  <c:v>1.5550329212054974E-2</c:v>
                </c:pt>
                <c:pt idx="448">
                  <c:v>1.598290080871051E-2</c:v>
                </c:pt>
                <c:pt idx="449">
                  <c:v>1.6426015518885544E-2</c:v>
                </c:pt>
                <c:pt idx="450">
                  <c:v>1.6879884148789912E-2</c:v>
                </c:pt>
                <c:pt idx="451">
                  <c:v>1.7344720372738095E-2</c:v>
                </c:pt>
                <c:pt idx="452">
                  <c:v>1.7820740733811343E-2</c:v>
                </c:pt>
                <c:pt idx="453">
                  <c:v>1.8308164643219178E-2</c:v>
                </c:pt>
                <c:pt idx="454">
                  <c:v>1.8807214378324999E-2</c:v>
                </c:pt>
                <c:pt idx="455">
                  <c:v>1.931811507930006E-2</c:v>
                </c:pt>
                <c:pt idx="456">
                  <c:v>1.9841094744370298E-2</c:v>
                </c:pt>
                <c:pt idx="457">
                  <c:v>2.0376384223620193E-2</c:v>
                </c:pt>
                <c:pt idx="458">
                  <c:v>2.0924217211317861E-2</c:v>
                </c:pt>
                <c:pt idx="459">
                  <c:v>2.1484830236725611E-2</c:v>
                </c:pt>
                <c:pt idx="460">
                  <c:v>2.2058462653360235E-2</c:v>
                </c:pt>
                <c:pt idx="461">
                  <c:v>2.2645356626667203E-2</c:v>
                </c:pt>
                <c:pt idx="462">
                  <c:v>2.3245757120073006E-2</c:v>
                </c:pt>
                <c:pt idx="463">
                  <c:v>2.385991187938025E-2</c:v>
                </c:pt>
                <c:pt idx="464">
                  <c:v>2.4488071415469721E-2</c:v>
                </c:pt>
                <c:pt idx="465">
                  <c:v>2.5130488985274441E-2</c:v>
                </c:pt>
                <c:pt idx="466">
                  <c:v>2.578742057099E-2</c:v>
                </c:pt>
                <c:pt idx="467">
                  <c:v>2.6459124857487006E-2</c:v>
                </c:pt>
                <c:pt idx="468">
                  <c:v>2.7145863207890031E-2</c:v>
                </c:pt>
                <c:pt idx="469">
                  <c:v>2.7847899637289245E-2</c:v>
                </c:pt>
                <c:pt idx="470">
                  <c:v>2.856550078455038E-2</c:v>
                </c:pt>
                <c:pt idx="471">
                  <c:v>2.9298935882189139E-2</c:v>
                </c:pt>
                <c:pt idx="472">
                  <c:v>3.0048476724276678E-2</c:v>
                </c:pt>
                <c:pt idx="473">
                  <c:v>3.0814397632343036E-2</c:v>
                </c:pt>
                <c:pt idx="474">
                  <c:v>3.1596975419246179E-2</c:v>
                </c:pt>
                <c:pt idx="475">
                  <c:v>3.2396489350974098E-2</c:v>
                </c:pt>
                <c:pt idx="476">
                  <c:v>3.3213221106348501E-2</c:v>
                </c:pt>
                <c:pt idx="477">
                  <c:v>3.4047454734599379E-2</c:v>
                </c:pt>
                <c:pt idx="478">
                  <c:v>3.4899476610779301E-2</c:v>
                </c:pt>
                <c:pt idx="479">
                  <c:v>3.5769575388988027E-2</c:v>
                </c:pt>
                <c:pt idx="480">
                  <c:v>3.6658041953377997E-2</c:v>
                </c:pt>
                <c:pt idx="481">
                  <c:v>3.756516936691242E-2</c:v>
                </c:pt>
                <c:pt idx="482">
                  <c:v>3.8491252817847592E-2</c:v>
                </c:pt>
                <c:pt idx="483">
                  <c:v>3.9436589563913077E-2</c:v>
                </c:pt>
                <c:pt idx="484">
                  <c:v>4.0401478874163205E-2</c:v>
                </c:pt>
                <c:pt idx="485">
                  <c:v>4.1386221968474447E-2</c:v>
                </c:pt>
                <c:pt idx="486">
                  <c:v>4.2391121954664365E-2</c:v>
                </c:pt>
                <c:pt idx="487">
                  <c:v>4.341648376320844E-2</c:v>
                </c:pt>
                <c:pt idx="488">
                  <c:v>4.4462614079532052E-2</c:v>
                </c:pt>
                <c:pt idx="489">
                  <c:v>4.5529821273856755E-2</c:v>
                </c:pt>
                <c:pt idx="490">
                  <c:v>4.6618415328579188E-2</c:v>
                </c:pt>
                <c:pt idx="491">
                  <c:v>4.7728707763164138E-2</c:v>
                </c:pt>
                <c:pt idx="492">
                  <c:v>4.8861011556532857E-2</c:v>
                </c:pt>
                <c:pt idx="493">
                  <c:v>5.001564106692985E-2</c:v>
                </c:pt>
                <c:pt idx="494">
                  <c:v>5.1192911949252046E-2</c:v>
                </c:pt>
                <c:pt idx="495">
                  <c:v>5.2393141069825559E-2</c:v>
                </c:pt>
                <c:pt idx="496">
                  <c:v>5.3616646418616937E-2</c:v>
                </c:pt>
                <c:pt idx="497">
                  <c:v>5.4863747018866552E-2</c:v>
                </c:pt>
                <c:pt idx="498">
                  <c:v>5.6134762834133725E-2</c:v>
                </c:pt>
                <c:pt idx="499">
                  <c:v>5.7430014672743869E-2</c:v>
                </c:pt>
                <c:pt idx="500">
                  <c:v>5.8749824089630552E-2</c:v>
                </c:pt>
                <c:pt idx="501">
                  <c:v>6.0094513285565344E-2</c:v>
                </c:pt>
                <c:pt idx="502">
                  <c:v>6.1464405003771282E-2</c:v>
                </c:pt>
                <c:pt idx="503">
                  <c:v>6.2859822423916273E-2</c:v>
                </c:pt>
                <c:pt idx="504">
                  <c:v>6.4281089053485174E-2</c:v>
                </c:pt>
                <c:pt idx="505">
                  <c:v>6.572852861653046E-2</c:v>
                </c:pt>
                <c:pt idx="506">
                  <c:v>6.7202464939802892E-2</c:v>
                </c:pt>
                <c:pt idx="507">
                  <c:v>6.8703221836266135E-2</c:v>
                </c:pt>
                <c:pt idx="508">
                  <c:v>7.0231122986000288E-2</c:v>
                </c:pt>
                <c:pt idx="509">
                  <c:v>7.1786491814500836E-2</c:v>
                </c:pt>
                <c:pt idx="510">
                  <c:v>7.3369651368382902E-2</c:v>
                </c:pt>
                <c:pt idx="511">
                  <c:v>7.4980924188500511E-2</c:v>
                </c:pt>
                <c:pt idx="512">
                  <c:v>7.6620632180493545E-2</c:v>
                </c:pt>
                <c:pt idx="513">
                  <c:v>7.8289096482777501E-2</c:v>
                </c:pt>
                <c:pt idx="514">
                  <c:v>7.9986637331992128E-2</c:v>
                </c:pt>
                <c:pt idx="515">
                  <c:v>8.1713573925926833E-2</c:v>
                </c:pt>
                <c:pt idx="516">
                  <c:v>8.3470224283944502E-2</c:v>
                </c:pt>
                <c:pt idx="517">
                  <c:v>8.5256905104925146E-2</c:v>
                </c:pt>
                <c:pt idx="518">
                  <c:v>8.7073931622754924E-2</c:v>
                </c:pt>
                <c:pt idx="519">
                  <c:v>8.8921617459386398E-2</c:v>
                </c:pt>
                <c:pt idx="520">
                  <c:v>9.0800274475498849E-2</c:v>
                </c:pt>
                <c:pt idx="521">
                  <c:v>9.2710212618791324E-2</c:v>
                </c:pt>
                <c:pt idx="522">
                  <c:v>9.4651739769938709E-2</c:v>
                </c:pt>
                <c:pt idx="523">
                  <c:v>9.6625161586249037E-2</c:v>
                </c:pt>
                <c:pt idx="524">
                  <c:v>9.8630781343057444E-2</c:v>
                </c:pt>
                <c:pt idx="525">
                  <c:v>0.10066889977289782</c:v>
                </c:pt>
                <c:pt idx="526">
                  <c:v>0.10273981490249436</c:v>
                </c:pt>
                <c:pt idx="527">
                  <c:v>0.10484382188761632</c:v>
                </c:pt>
                <c:pt idx="528">
                  <c:v>0.10698121284584336</c:v>
                </c:pt>
                <c:pt idx="529">
                  <c:v>0.10915227668729105</c:v>
                </c:pt>
                <c:pt idx="530">
                  <c:v>0.11135729894334555</c:v>
                </c:pt>
                <c:pt idx="531">
                  <c:v>0.11359656159346448</c:v>
                </c:pt>
                <c:pt idx="532">
                  <c:v>0.11587034289009665</c:v>
                </c:pt>
                <c:pt idx="533">
                  <c:v>0.11817891718178061</c:v>
                </c:pt>
                <c:pt idx="534">
                  <c:v>0.12052255473448253</c:v>
                </c:pt>
                <c:pt idx="535">
                  <c:v>0.12290152155123582</c:v>
                </c:pt>
                <c:pt idx="536">
                  <c:v>0.1253160791901482</c:v>
                </c:pt>
                <c:pt idx="537">
                  <c:v>0.12776648458084364</c:v>
                </c:pt>
                <c:pt idx="538">
                  <c:v>0.13025298983940925</c:v>
                </c:pt>
                <c:pt idx="539">
                  <c:v>0.13277584208191967</c:v>
                </c:pt>
                <c:pt idx="540">
                  <c:v>0.13533528323661276</c:v>
                </c:pt>
                <c:pt idx="541">
                  <c:v>0.13793154985479453</c:v>
                </c:pt>
                <c:pt idx="542">
                  <c:v>0.14056487292055259</c:v>
                </c:pt>
                <c:pt idx="543">
                  <c:v>0.14323547765935804</c:v>
                </c:pt>
                <c:pt idx="544">
                  <c:v>0.14594358334564259</c:v>
                </c:pt>
                <c:pt idx="545">
                  <c:v>0.14868940310943377</c:v>
                </c:pt>
                <c:pt idx="546">
                  <c:v>0.15147314374213902</c:v>
                </c:pt>
                <c:pt idx="547">
                  <c:v>0.15429500550156841</c:v>
                </c:pt>
                <c:pt idx="548">
                  <c:v>0.1571551819162878</c:v>
                </c:pt>
                <c:pt idx="549">
                  <c:v>0.16005385958939952</c:v>
                </c:pt>
                <c:pt idx="550">
                  <c:v>0.16299121800184557</c:v>
                </c:pt>
                <c:pt idx="551">
                  <c:v>0.16596742931533351</c:v>
                </c:pt>
                <c:pt idx="552">
                  <c:v>0.16898265817498642</c:v>
                </c:pt>
                <c:pt idx="553">
                  <c:v>0.17203706151181997</c:v>
                </c:pt>
                <c:pt idx="554">
                  <c:v>0.17513078834515108</c:v>
                </c:pt>
                <c:pt idx="555">
                  <c:v>0.17826397958504803</c:v>
                </c:pt>
                <c:pt idx="556">
                  <c:v>0.18143676783492754</c:v>
                </c:pt>
                <c:pt idx="557">
                  <c:v>0.18464927719441296</c:v>
                </c:pt>
                <c:pt idx="558">
                  <c:v>0.18790162306256505</c:v>
                </c:pt>
                <c:pt idx="559">
                  <c:v>0.19119391194160001</c:v>
                </c:pt>
                <c:pt idx="560">
                  <c:v>0.19452624124121146</c:v>
                </c:pt>
                <c:pt idx="561">
                  <c:v>0.19789869908361482</c:v>
                </c:pt>
                <c:pt idx="562">
                  <c:v>0.20131136410943254</c:v>
                </c:pt>
                <c:pt idx="563">
                  <c:v>0.20476430528454251</c:v>
                </c:pt>
                <c:pt idx="564">
                  <c:v>0.20825758170801187</c:v>
                </c:pt>
                <c:pt idx="565">
                  <c:v>0.2117912424212407</c:v>
                </c:pt>
                <c:pt idx="566">
                  <c:v>0.21536532621844068</c:v>
                </c:pt>
                <c:pt idx="567">
                  <c:v>0.2189798614585754</c:v>
                </c:pt>
                <c:pt idx="568">
                  <c:v>0.22263486587889117</c:v>
                </c:pt>
                <c:pt idx="569">
                  <c:v>0.22633034641016606</c:v>
                </c:pt>
                <c:pt idx="570">
                  <c:v>0.23006629899380932</c:v>
                </c:pt>
                <c:pt idx="571">
                  <c:v>0.2338427084009404</c:v>
                </c:pt>
                <c:pt idx="572">
                  <c:v>0.23765954805358133</c:v>
                </c:pt>
                <c:pt idx="573">
                  <c:v>0.24151677984809378</c:v>
                </c:pt>
                <c:pt idx="574">
                  <c:v>0.24541435398099659</c:v>
                </c:pt>
                <c:pt idx="575">
                  <c:v>0.24935220877729647</c:v>
                </c:pt>
                <c:pt idx="576">
                  <c:v>0.25333027052146723</c:v>
                </c:pt>
                <c:pt idx="577">
                  <c:v>0.25734845329121347</c:v>
                </c:pt>
                <c:pt idx="578">
                  <c:v>0.26140665879415542</c:v>
                </c:pt>
                <c:pt idx="579">
                  <c:v>0.26550477620756652</c:v>
                </c:pt>
                <c:pt idx="580">
                  <c:v>0.26964268202130787</c:v>
                </c:pt>
                <c:pt idx="581">
                  <c:v>0.27382023988408877</c:v>
                </c:pt>
                <c:pt idx="582">
                  <c:v>0.27803730045319391</c:v>
                </c:pt>
                <c:pt idx="583">
                  <c:v>0.28229370124781283</c:v>
                </c:pt>
                <c:pt idx="584">
                  <c:v>0.28658926650610622</c:v>
                </c:pt>
                <c:pt idx="585">
                  <c:v>0.29092380704614801</c:v>
                </c:pt>
                <c:pt idx="586">
                  <c:v>0.29529712013087617</c:v>
                </c:pt>
                <c:pt idx="587">
                  <c:v>0.29970898933718865</c:v>
                </c:pt>
                <c:pt idx="588">
                  <c:v>0.30415918442931777</c:v>
                </c:pt>
                <c:pt idx="589">
                  <c:v>0.30864746123661874</c:v>
                </c:pt>
                <c:pt idx="590">
                  <c:v>0.31317356153590364</c:v>
                </c:pt>
                <c:pt idx="591">
                  <c:v>0.31773721293845242</c:v>
                </c:pt>
                <c:pt idx="592">
                  <c:v>0.32233812878183415</c:v>
                </c:pt>
                <c:pt idx="593">
                  <c:v>0.32697600802666593</c:v>
                </c:pt>
                <c:pt idx="594">
                  <c:v>0.3316505351584389</c:v>
                </c:pt>
                <c:pt idx="595">
                  <c:v>0.33636138009453986</c:v>
                </c:pt>
                <c:pt idx="596">
                  <c:v>0.34110819809659182</c:v>
                </c:pt>
                <c:pt idx="597">
                  <c:v>0.3458906296882388</c:v>
                </c:pt>
                <c:pt idx="598">
                  <c:v>0.35070830057849767</c:v>
                </c:pt>
                <c:pt idx="599">
                  <c:v>0.35556082159079683</c:v>
                </c:pt>
                <c:pt idx="600">
                  <c:v>0.36044778859782084</c:v>
                </c:pt>
                <c:pt idx="601">
                  <c:v>0.36536878246227716</c:v>
                </c:pt>
                <c:pt idx="602">
                  <c:v>0.37032336898369933</c:v>
                </c:pt>
                <c:pt idx="603">
                  <c:v>0.37531109885139946</c:v>
                </c:pt>
                <c:pt idx="604">
                  <c:v>0.38033150760367884</c:v>
                </c:pt>
                <c:pt idx="605">
                  <c:v>0.38538411559340469</c:v>
                </c:pt>
                <c:pt idx="606">
                  <c:v>0.39046842796005682</c:v>
                </c:pt>
                <c:pt idx="607">
                  <c:v>0.39558393460834651</c:v>
                </c:pt>
                <c:pt idx="608">
                  <c:v>0.40073011019350707</c:v>
                </c:pt>
                <c:pt idx="609">
                  <c:v>0.40590641411335093</c:v>
                </c:pt>
                <c:pt idx="610">
                  <c:v>0.41111229050718734</c:v>
                </c:pt>
                <c:pt idx="611">
                  <c:v>0.41634716826169077</c:v>
                </c:pt>
                <c:pt idx="612">
                  <c:v>0.42161046102380467</c:v>
                </c:pt>
                <c:pt idx="613">
                  <c:v>0.42690156722076633</c:v>
                </c:pt>
                <c:pt idx="614">
                  <c:v>0.43221987008733065</c:v>
                </c:pt>
                <c:pt idx="615">
                  <c:v>0.43756473770026916</c:v>
                </c:pt>
                <c:pt idx="616">
                  <c:v>0.44293552302021827</c:v>
                </c:pt>
                <c:pt idx="617">
                  <c:v>0.44833156394094292</c:v>
                </c:pt>
                <c:pt idx="618">
                  <c:v>0.45375218334608247</c:v>
                </c:pt>
                <c:pt idx="619">
                  <c:v>0.45919668917343825</c:v>
                </c:pt>
                <c:pt idx="620">
                  <c:v>0.46466437448686004</c:v>
                </c:pt>
                <c:pt idx="621">
                  <c:v>0.47015451755578452</c:v>
                </c:pt>
                <c:pt idx="622">
                  <c:v>0.47566638194247246</c:v>
                </c:pt>
                <c:pt idx="623">
                  <c:v>0.48119921659698967</c:v>
                </c:pt>
                <c:pt idx="624">
                  <c:v>0.48675225595997174</c:v>
                </c:pt>
                <c:pt idx="625">
                  <c:v>0.49232472007320532</c:v>
                </c:pt>
                <c:pt idx="626">
                  <c:v>0.49791581469805946</c:v>
                </c:pt>
                <c:pt idx="627">
                  <c:v>0.50352473144179033</c:v>
                </c:pt>
                <c:pt idx="628">
                  <c:v>0.50915064789174136</c:v>
                </c:pt>
                <c:pt idx="629">
                  <c:v>0.51479272775745388</c:v>
                </c:pt>
                <c:pt idx="630">
                  <c:v>0.52045012102070209</c:v>
                </c:pt>
                <c:pt idx="631">
                  <c:v>0.52612196409345657</c:v>
                </c:pt>
                <c:pt idx="632">
                  <c:v>0.53180737998377747</c:v>
                </c:pt>
                <c:pt idx="633">
                  <c:v>0.53750547846963692</c:v>
                </c:pt>
                <c:pt idx="634">
                  <c:v>0.54321535628065687</c:v>
                </c:pt>
                <c:pt idx="635">
                  <c:v>0.54893609728775417</c:v>
                </c:pt>
                <c:pt idx="636">
                  <c:v>0.55466677270066833</c:v>
                </c:pt>
                <c:pt idx="637">
                  <c:v>0.56040644127335326</c:v>
                </c:pt>
                <c:pt idx="638">
                  <c:v>0.56615414951719756</c:v>
                </c:pt>
                <c:pt idx="639">
                  <c:v>0.57190893192204384</c:v>
                </c:pt>
                <c:pt idx="640">
                  <c:v>0.57766981118496297</c:v>
                </c:pt>
                <c:pt idx="641">
                  <c:v>0.58343579844673932</c:v>
                </c:pt>
                <c:pt idx="642">
                  <c:v>0.58920589353601682</c:v>
                </c:pt>
                <c:pt idx="643">
                  <c:v>0.59497908522104714</c:v>
                </c:pt>
                <c:pt idx="644">
                  <c:v>0.60075435146898126</c:v>
                </c:pt>
                <c:pt idx="645">
                  <c:v>0.60653065971263354</c:v>
                </c:pt>
                <c:pt idx="646">
                  <c:v>0.6123069671246486</c:v>
                </c:pt>
                <c:pt idx="647">
                  <c:v>0.61808222089899312</c:v>
                </c:pt>
                <c:pt idx="648">
                  <c:v>0.62385535853968577</c:v>
                </c:pt>
                <c:pt idx="649">
                  <c:v>0.62962530815668005</c:v>
                </c:pt>
                <c:pt idx="650">
                  <c:v>0.63539098876880351</c:v>
                </c:pt>
                <c:pt idx="651">
                  <c:v>0.64115131061365493</c:v>
                </c:pt>
                <c:pt idx="652">
                  <c:v>0.64690517546435244</c:v>
                </c:pt>
                <c:pt idx="653">
                  <c:v>0.65265147695302583</c:v>
                </c:pt>
                <c:pt idx="654">
                  <c:v>0.65838910090093228</c:v>
                </c:pt>
                <c:pt idx="655">
                  <c:v>0.6641169256550794</c:v>
                </c:pt>
                <c:pt idx="656">
                  <c:v>0.66983382243122613</c:v>
                </c:pt>
                <c:pt idx="657">
                  <c:v>0.67553865566313187</c:v>
                </c:pt>
                <c:pt idx="658">
                  <c:v>0.68123028335791613</c:v>
                </c:pt>
                <c:pt idx="659">
                  <c:v>0.68690755745738796</c:v>
                </c:pt>
                <c:pt idx="660">
                  <c:v>0.69256932420519801</c:v>
                </c:pt>
                <c:pt idx="661">
                  <c:v>0.69821442451966165</c:v>
                </c:pt>
                <c:pt idx="662">
                  <c:v>0.70384169437209843</c:v>
                </c:pt>
                <c:pt idx="663">
                  <c:v>0.70944996517052217</c:v>
                </c:pt>
                <c:pt idx="664">
                  <c:v>0.71503806414852145</c:v>
                </c:pt>
                <c:pt idx="665">
                  <c:v>0.72060481475915539</c:v>
                </c:pt>
                <c:pt idx="666">
                  <c:v>0.72614903707369116</c:v>
                </c:pt>
                <c:pt idx="667">
                  <c:v>0.73166954818500396</c:v>
                </c:pt>
                <c:pt idx="668">
                  <c:v>0.73716516261545484</c:v>
                </c:pt>
                <c:pt idx="669">
                  <c:v>0.74263469272905724</c:v>
                </c:pt>
                <c:pt idx="670">
                  <c:v>0.7480769491477417</c:v>
                </c:pt>
                <c:pt idx="671">
                  <c:v>0.75349074117151982</c:v>
                </c:pt>
                <c:pt idx="672">
                  <c:v>0.75887487720234859</c:v>
                </c:pt>
                <c:pt idx="673">
                  <c:v>0.76422816517149073</c:v>
                </c:pt>
                <c:pt idx="674">
                  <c:v>0.76954941297016088</c:v>
                </c:pt>
                <c:pt idx="675">
                  <c:v>0.77483742888324969</c:v>
                </c:pt>
                <c:pt idx="676">
                  <c:v>0.7800910220259053</c:v>
                </c:pt>
                <c:pt idx="677">
                  <c:v>0.7853090027827605</c:v>
                </c:pt>
                <c:pt idx="678">
                  <c:v>0.79049018324957743</c:v>
                </c:pt>
                <c:pt idx="679">
                  <c:v>0.79563337767708897</c:v>
                </c:pt>
                <c:pt idx="680">
                  <c:v>0.80073740291680828</c:v>
                </c:pt>
                <c:pt idx="681">
                  <c:v>0.80580107886857577</c:v>
                </c:pt>
                <c:pt idx="682">
                  <c:v>0.81082322892960978</c:v>
                </c:pt>
                <c:pt idx="683">
                  <c:v>0.81580268044482807</c:v>
                </c:pt>
                <c:pt idx="684">
                  <c:v>0.82073826515819881</c:v>
                </c:pt>
                <c:pt idx="685">
                  <c:v>0.82562881966488377</c:v>
                </c:pt>
                <c:pt idx="686">
                  <c:v>0.83047318586393082</c:v>
                </c:pt>
                <c:pt idx="687">
                  <c:v>0.83527021141127233</c:v>
                </c:pt>
                <c:pt idx="688">
                  <c:v>0.8400187501727826</c:v>
                </c:pt>
                <c:pt idx="689">
                  <c:v>0.84471766267714965</c:v>
                </c:pt>
                <c:pt idx="690">
                  <c:v>0.84936581656831267</c:v>
                </c:pt>
                <c:pt idx="691">
                  <c:v>0.8539620870572131</c:v>
                </c:pt>
                <c:pt idx="692">
                  <c:v>0.85850535737261247</c:v>
                </c:pt>
                <c:pt idx="693">
                  <c:v>0.86299451921072479</c:v>
                </c:pt>
                <c:pt idx="694">
                  <c:v>0.86742847318341099</c:v>
                </c:pt>
                <c:pt idx="695">
                  <c:v>0.87180612926468271</c:v>
                </c:pt>
                <c:pt idx="696">
                  <c:v>0.8761264072352648</c:v>
                </c:pt>
                <c:pt idx="697">
                  <c:v>0.88038823712496372</c:v>
                </c:pt>
                <c:pt idx="698">
                  <c:v>0.88459055965258804</c:v>
                </c:pt>
                <c:pt idx="699">
                  <c:v>0.88873232666316937</c:v>
                </c:pt>
                <c:pt idx="700">
                  <c:v>0.89281250156223346</c:v>
                </c:pt>
                <c:pt idx="701">
                  <c:v>0.89683005974686913</c:v>
                </c:pt>
                <c:pt idx="702">
                  <c:v>0.90078398903334478</c:v>
                </c:pt>
                <c:pt idx="703">
                  <c:v>0.90467329008102515</c:v>
                </c:pt>
                <c:pt idx="704">
                  <c:v>0.90849697681233754</c:v>
                </c:pt>
                <c:pt idx="705">
                  <c:v>0.91225407682854487</c:v>
                </c:pt>
                <c:pt idx="706">
                  <c:v>0.9159436318210773</c:v>
                </c:pt>
                <c:pt idx="707">
                  <c:v>0.91956469797817908</c:v>
                </c:pt>
                <c:pt idx="708">
                  <c:v>0.92311634638663576</c:v>
                </c:pt>
                <c:pt idx="709">
                  <c:v>0.92659766342833316</c:v>
                </c:pt>
                <c:pt idx="710">
                  <c:v>0.93000775117141921</c:v>
                </c:pt>
                <c:pt idx="711">
                  <c:v>0.93334572775583213</c:v>
                </c:pt>
                <c:pt idx="712">
                  <c:v>0.93661072777296084</c:v>
                </c:pt>
                <c:pt idx="713">
                  <c:v>0.93980190263921337</c:v>
                </c:pt>
                <c:pt idx="714">
                  <c:v>0.94291842096326517</c:v>
                </c:pt>
                <c:pt idx="715">
                  <c:v>0.94595946890676552</c:v>
                </c:pt>
                <c:pt idx="716">
                  <c:v>0.948924250538283</c:v>
                </c:pt>
                <c:pt idx="717">
                  <c:v>0.95181198818027613</c:v>
                </c:pt>
                <c:pt idx="718">
                  <c:v>0.9546219227488737</c:v>
                </c:pt>
                <c:pt idx="719">
                  <c:v>0.95735331408626323</c:v>
                </c:pt>
                <c:pt idx="720">
                  <c:v>0.96000544128547771</c:v>
                </c:pt>
                <c:pt idx="721">
                  <c:v>0.96257760300738437</c:v>
                </c:pt>
                <c:pt idx="722">
                  <c:v>0.9650691177896803</c:v>
                </c:pt>
                <c:pt idx="723">
                  <c:v>0.96747932434770567</c:v>
                </c:pt>
                <c:pt idx="724">
                  <c:v>0.96980758186688243</c:v>
                </c:pt>
                <c:pt idx="725">
                  <c:v>0.97205327028660804</c:v>
                </c:pt>
                <c:pt idx="726">
                  <c:v>0.97421579057541774</c:v>
                </c:pt>
                <c:pt idx="727">
                  <c:v>0.97629456499725076</c:v>
                </c:pt>
                <c:pt idx="728">
                  <c:v>0.97828903736865258</c:v>
                </c:pt>
                <c:pt idx="729">
                  <c:v>0.98019867330675536</c:v>
                </c:pt>
                <c:pt idx="730">
                  <c:v>0.98202296046787596</c:v>
                </c:pt>
                <c:pt idx="731">
                  <c:v>0.98376140877659013</c:v>
                </c:pt>
                <c:pt idx="732">
                  <c:v>0.98541355064513303</c:v>
                </c:pt>
                <c:pt idx="733">
                  <c:v>0.98697894118299323</c:v>
                </c:pt>
                <c:pt idx="734">
                  <c:v>0.98845715839656423</c:v>
                </c:pt>
                <c:pt idx="735">
                  <c:v>0.98984780337873379</c:v>
                </c:pt>
                <c:pt idx="736">
                  <c:v>0.99115050048828501</c:v>
                </c:pt>
                <c:pt idx="737">
                  <c:v>0.99236489751900192</c:v>
                </c:pt>
                <c:pt idx="738">
                  <c:v>0.9934906658583712</c:v>
                </c:pt>
                <c:pt idx="739">
                  <c:v>0.99452750063577688</c:v>
                </c:pt>
                <c:pt idx="740">
                  <c:v>0.99547512086010048</c:v>
                </c:pt>
                <c:pt idx="741">
                  <c:v>0.99633326954663448</c:v>
                </c:pt>
                <c:pt idx="742">
                  <c:v>0.99710171383322965</c:v>
                </c:pt>
                <c:pt idx="743">
                  <c:v>0.99778024508560648</c:v>
                </c:pt>
                <c:pt idx="744">
                  <c:v>0.99836867899175952</c:v>
                </c:pt>
                <c:pt idx="745">
                  <c:v>0.99886685564539612</c:v>
                </c:pt>
                <c:pt idx="746">
                  <c:v>0.99927463961836016</c:v>
                </c:pt>
                <c:pt idx="747">
                  <c:v>0.9995919200219876</c:v>
                </c:pt>
                <c:pt idx="748">
                  <c:v>0.99981861055736299</c:v>
                </c:pt>
                <c:pt idx="749">
                  <c:v>0.99995464955443969</c:v>
                </c:pt>
                <c:pt idx="750">
                  <c:v>1</c:v>
                </c:pt>
                <c:pt idx="751">
                  <c:v>0.99995464955443969</c:v>
                </c:pt>
                <c:pt idx="752">
                  <c:v>0.99981861055736299</c:v>
                </c:pt>
                <c:pt idx="753">
                  <c:v>0.9995919200219876</c:v>
                </c:pt>
                <c:pt idx="754">
                  <c:v>0.99927463961836016</c:v>
                </c:pt>
                <c:pt idx="755">
                  <c:v>0.99886685564539612</c:v>
                </c:pt>
                <c:pt idx="756">
                  <c:v>0.99836867899175952</c:v>
                </c:pt>
                <c:pt idx="757">
                  <c:v>0.99778024508560648</c:v>
                </c:pt>
                <c:pt idx="758">
                  <c:v>0.99710171383322965</c:v>
                </c:pt>
                <c:pt idx="759">
                  <c:v>0.99633326954663448</c:v>
                </c:pt>
                <c:pt idx="760">
                  <c:v>0.99547512086010048</c:v>
                </c:pt>
                <c:pt idx="761">
                  <c:v>0.99452750063577688</c:v>
                </c:pt>
                <c:pt idx="762">
                  <c:v>0.9934906658583712</c:v>
                </c:pt>
                <c:pt idx="763">
                  <c:v>0.99236489751900192</c:v>
                </c:pt>
                <c:pt idx="764">
                  <c:v>0.99115050048828501</c:v>
                </c:pt>
                <c:pt idx="765">
                  <c:v>0.98984780337873379</c:v>
                </c:pt>
                <c:pt idx="766">
                  <c:v>0.98845715839656423</c:v>
                </c:pt>
                <c:pt idx="767">
                  <c:v>0.98697894118299323</c:v>
                </c:pt>
                <c:pt idx="768">
                  <c:v>0.98541355064513303</c:v>
                </c:pt>
                <c:pt idx="769">
                  <c:v>0.98376140877659013</c:v>
                </c:pt>
                <c:pt idx="770">
                  <c:v>0.98202296046787596</c:v>
                </c:pt>
                <c:pt idx="771">
                  <c:v>0.98019867330675536</c:v>
                </c:pt>
                <c:pt idx="772">
                  <c:v>0.97828903736865258</c:v>
                </c:pt>
                <c:pt idx="773">
                  <c:v>0.97629456499725076</c:v>
                </c:pt>
                <c:pt idx="774">
                  <c:v>0.97421579057541774</c:v>
                </c:pt>
                <c:pt idx="775">
                  <c:v>0.97205327028660804</c:v>
                </c:pt>
                <c:pt idx="776">
                  <c:v>0.96980758186688243</c:v>
                </c:pt>
                <c:pt idx="777">
                  <c:v>0.96747932434770567</c:v>
                </c:pt>
                <c:pt idx="778">
                  <c:v>0.9650691177896803</c:v>
                </c:pt>
                <c:pt idx="779">
                  <c:v>0.96257760300738437</c:v>
                </c:pt>
                <c:pt idx="780">
                  <c:v>0.96000544128547771</c:v>
                </c:pt>
                <c:pt idx="781">
                  <c:v>0.95735331408626323</c:v>
                </c:pt>
                <c:pt idx="782">
                  <c:v>0.9546219227488737</c:v>
                </c:pt>
                <c:pt idx="783">
                  <c:v>0.95181198818027613</c:v>
                </c:pt>
                <c:pt idx="784">
                  <c:v>0.948924250538283</c:v>
                </c:pt>
                <c:pt idx="785">
                  <c:v>0.94595946890676552</c:v>
                </c:pt>
                <c:pt idx="786">
                  <c:v>0.94291842096326517</c:v>
                </c:pt>
                <c:pt idx="787">
                  <c:v>0.93980190263921337</c:v>
                </c:pt>
                <c:pt idx="788">
                  <c:v>0.93661072777296084</c:v>
                </c:pt>
                <c:pt idx="789">
                  <c:v>0.93334572775583213</c:v>
                </c:pt>
                <c:pt idx="790">
                  <c:v>0.93000775117141921</c:v>
                </c:pt>
                <c:pt idx="791">
                  <c:v>0.92659766342833316</c:v>
                </c:pt>
                <c:pt idx="792">
                  <c:v>0.92311634638663576</c:v>
                </c:pt>
                <c:pt idx="793">
                  <c:v>0.91956469797817908</c:v>
                </c:pt>
                <c:pt idx="794">
                  <c:v>0.9159436318210773</c:v>
                </c:pt>
                <c:pt idx="795">
                  <c:v>0.91225407682854487</c:v>
                </c:pt>
                <c:pt idx="796">
                  <c:v>0.90849697681233754</c:v>
                </c:pt>
                <c:pt idx="797">
                  <c:v>0.90467329008102482</c:v>
                </c:pt>
                <c:pt idx="798">
                  <c:v>0.90078398903334445</c:v>
                </c:pt>
                <c:pt idx="799">
                  <c:v>0.89683005974686858</c:v>
                </c:pt>
                <c:pt idx="800">
                  <c:v>0.89281250156223313</c:v>
                </c:pt>
                <c:pt idx="801">
                  <c:v>0.88873232666316881</c:v>
                </c:pt>
                <c:pt idx="802">
                  <c:v>0.88459055965258737</c:v>
                </c:pt>
                <c:pt idx="803">
                  <c:v>0.88038823712496317</c:v>
                </c:pt>
                <c:pt idx="804">
                  <c:v>0.87612640723526414</c:v>
                </c:pt>
                <c:pt idx="805">
                  <c:v>0.87180612926468215</c:v>
                </c:pt>
                <c:pt idx="806">
                  <c:v>0.86742847318341054</c:v>
                </c:pt>
                <c:pt idx="807">
                  <c:v>0.86299451921072434</c:v>
                </c:pt>
                <c:pt idx="808">
                  <c:v>0.85850535737261191</c:v>
                </c:pt>
                <c:pt idx="809">
                  <c:v>0.85396208705721255</c:v>
                </c:pt>
                <c:pt idx="810">
                  <c:v>0.84936581656831234</c:v>
                </c:pt>
                <c:pt idx="811">
                  <c:v>0.84471766267714921</c:v>
                </c:pt>
                <c:pt idx="812">
                  <c:v>0.84001875017278205</c:v>
                </c:pt>
                <c:pt idx="813">
                  <c:v>0.83527021141127189</c:v>
                </c:pt>
                <c:pt idx="814">
                  <c:v>0.83047318586393026</c:v>
                </c:pt>
                <c:pt idx="815">
                  <c:v>0.82562881966488322</c:v>
                </c:pt>
                <c:pt idx="816">
                  <c:v>0.82073826515819837</c:v>
                </c:pt>
                <c:pt idx="817">
                  <c:v>0.81580268044482751</c:v>
                </c:pt>
                <c:pt idx="818">
                  <c:v>0.81082322892960934</c:v>
                </c:pt>
                <c:pt idx="819">
                  <c:v>0.80580107886857522</c:v>
                </c:pt>
                <c:pt idx="820">
                  <c:v>0.80073740291680773</c:v>
                </c:pt>
                <c:pt idx="821">
                  <c:v>0.7956333776770883</c:v>
                </c:pt>
                <c:pt idx="822">
                  <c:v>0.79049018324957665</c:v>
                </c:pt>
                <c:pt idx="823">
                  <c:v>0.78530900278275984</c:v>
                </c:pt>
                <c:pt idx="824">
                  <c:v>0.78009102202590475</c:v>
                </c:pt>
                <c:pt idx="825">
                  <c:v>0.77483742888324891</c:v>
                </c:pt>
                <c:pt idx="826">
                  <c:v>0.76954941297016033</c:v>
                </c:pt>
                <c:pt idx="827">
                  <c:v>0.76422816517149017</c:v>
                </c:pt>
                <c:pt idx="828">
                  <c:v>0.75887487720234814</c:v>
                </c:pt>
                <c:pt idx="829">
                  <c:v>0.75349074117151915</c:v>
                </c:pt>
                <c:pt idx="830">
                  <c:v>0.74807694914774114</c:v>
                </c:pt>
                <c:pt idx="831">
                  <c:v>0.7426346927290568</c:v>
                </c:pt>
                <c:pt idx="832">
                  <c:v>0.73716516261545428</c:v>
                </c:pt>
                <c:pt idx="833">
                  <c:v>0.73166954818500396</c:v>
                </c:pt>
                <c:pt idx="834">
                  <c:v>0.72614903707369116</c:v>
                </c:pt>
                <c:pt idx="835">
                  <c:v>0.72060481475915539</c:v>
                </c:pt>
                <c:pt idx="836">
                  <c:v>0.71503806414852145</c:v>
                </c:pt>
                <c:pt idx="837">
                  <c:v>0.70944996517052217</c:v>
                </c:pt>
                <c:pt idx="838">
                  <c:v>0.70384169437209843</c:v>
                </c:pt>
                <c:pt idx="839">
                  <c:v>0.69821442451966165</c:v>
                </c:pt>
                <c:pt idx="840">
                  <c:v>0.69256932420519801</c:v>
                </c:pt>
                <c:pt idx="841">
                  <c:v>0.68690755745738796</c:v>
                </c:pt>
                <c:pt idx="842">
                  <c:v>0.68123028335791613</c:v>
                </c:pt>
                <c:pt idx="843">
                  <c:v>0.67553865566313187</c:v>
                </c:pt>
                <c:pt idx="844">
                  <c:v>0.66983382243122613</c:v>
                </c:pt>
                <c:pt idx="845">
                  <c:v>0.6641169256550794</c:v>
                </c:pt>
                <c:pt idx="846">
                  <c:v>0.65838910090093228</c:v>
                </c:pt>
                <c:pt idx="847">
                  <c:v>0.65265147695302583</c:v>
                </c:pt>
                <c:pt idx="848">
                  <c:v>0.64690517546435244</c:v>
                </c:pt>
                <c:pt idx="849">
                  <c:v>0.64115131061365493</c:v>
                </c:pt>
                <c:pt idx="850">
                  <c:v>0.63539098876880351</c:v>
                </c:pt>
                <c:pt idx="851">
                  <c:v>0.62962530815668005</c:v>
                </c:pt>
                <c:pt idx="852">
                  <c:v>0.62385535853968577</c:v>
                </c:pt>
                <c:pt idx="853">
                  <c:v>0.61808222089899312</c:v>
                </c:pt>
                <c:pt idx="854">
                  <c:v>0.6123069671246486</c:v>
                </c:pt>
                <c:pt idx="855">
                  <c:v>0.60653065971263354</c:v>
                </c:pt>
                <c:pt idx="856">
                  <c:v>0.60075435146898126</c:v>
                </c:pt>
                <c:pt idx="857">
                  <c:v>0.59497908522104714</c:v>
                </c:pt>
                <c:pt idx="858">
                  <c:v>0.58920589353601682</c:v>
                </c:pt>
                <c:pt idx="859">
                  <c:v>0.58343579844673932</c:v>
                </c:pt>
                <c:pt idx="860">
                  <c:v>0.57766981118496297</c:v>
                </c:pt>
                <c:pt idx="861">
                  <c:v>0.57190893192204384</c:v>
                </c:pt>
                <c:pt idx="862">
                  <c:v>0.56615414951719756</c:v>
                </c:pt>
                <c:pt idx="863">
                  <c:v>0.56040644127335326</c:v>
                </c:pt>
                <c:pt idx="864">
                  <c:v>0.55466677270066833</c:v>
                </c:pt>
                <c:pt idx="865">
                  <c:v>0.54893609728775417</c:v>
                </c:pt>
                <c:pt idx="866">
                  <c:v>0.54321535628065687</c:v>
                </c:pt>
                <c:pt idx="867">
                  <c:v>0.53750547846963692</c:v>
                </c:pt>
                <c:pt idx="868">
                  <c:v>0.53180737998377747</c:v>
                </c:pt>
                <c:pt idx="869">
                  <c:v>0.52612196409345657</c:v>
                </c:pt>
                <c:pt idx="870">
                  <c:v>0.52045012102070209</c:v>
                </c:pt>
                <c:pt idx="871">
                  <c:v>0.51479272775745388</c:v>
                </c:pt>
                <c:pt idx="872">
                  <c:v>0.50915064789174136</c:v>
                </c:pt>
                <c:pt idx="873">
                  <c:v>0.50352473144179033</c:v>
                </c:pt>
                <c:pt idx="874">
                  <c:v>0.49791581469805946</c:v>
                </c:pt>
                <c:pt idx="875">
                  <c:v>0.49232472007320532</c:v>
                </c:pt>
                <c:pt idx="876">
                  <c:v>0.48675225595997174</c:v>
                </c:pt>
                <c:pt idx="877">
                  <c:v>0.48119921659698967</c:v>
                </c:pt>
                <c:pt idx="878">
                  <c:v>0.47566638194247246</c:v>
                </c:pt>
                <c:pt idx="879">
                  <c:v>0.47015451755578452</c:v>
                </c:pt>
                <c:pt idx="880">
                  <c:v>0.46466437448686004</c:v>
                </c:pt>
                <c:pt idx="881">
                  <c:v>0.45919668917343825</c:v>
                </c:pt>
                <c:pt idx="882">
                  <c:v>0.45375218334608247</c:v>
                </c:pt>
                <c:pt idx="883">
                  <c:v>0.44833156394094292</c:v>
                </c:pt>
                <c:pt idx="884">
                  <c:v>0.44293552302021827</c:v>
                </c:pt>
                <c:pt idx="885">
                  <c:v>0.43756473770026916</c:v>
                </c:pt>
                <c:pt idx="886">
                  <c:v>0.43221987008733065</c:v>
                </c:pt>
                <c:pt idx="887">
                  <c:v>0.42690156722076633</c:v>
                </c:pt>
                <c:pt idx="888">
                  <c:v>0.42161046102380467</c:v>
                </c:pt>
                <c:pt idx="889">
                  <c:v>0.41634716826169077</c:v>
                </c:pt>
                <c:pt idx="890">
                  <c:v>0.41111229050718734</c:v>
                </c:pt>
                <c:pt idx="891">
                  <c:v>0.40590641411335093</c:v>
                </c:pt>
                <c:pt idx="892">
                  <c:v>0.40073011019350707</c:v>
                </c:pt>
                <c:pt idx="893">
                  <c:v>0.39558393460834651</c:v>
                </c:pt>
                <c:pt idx="894">
                  <c:v>0.39046842796005682</c:v>
                </c:pt>
                <c:pt idx="895">
                  <c:v>0.38538411559340469</c:v>
                </c:pt>
                <c:pt idx="896">
                  <c:v>0.38033150760367884</c:v>
                </c:pt>
                <c:pt idx="897">
                  <c:v>0.37531109885139946</c:v>
                </c:pt>
                <c:pt idx="898">
                  <c:v>0.37032336898369933</c:v>
                </c:pt>
                <c:pt idx="899">
                  <c:v>0.36536878246227716</c:v>
                </c:pt>
                <c:pt idx="900">
                  <c:v>0.36044778859782084</c:v>
                </c:pt>
                <c:pt idx="901">
                  <c:v>0.35556082159079683</c:v>
                </c:pt>
                <c:pt idx="902">
                  <c:v>0.35070830057849767</c:v>
                </c:pt>
                <c:pt idx="903">
                  <c:v>0.3458906296882388</c:v>
                </c:pt>
                <c:pt idx="904">
                  <c:v>0.34110819809659182</c:v>
                </c:pt>
                <c:pt idx="905">
                  <c:v>0.33636138009453986</c:v>
                </c:pt>
                <c:pt idx="906">
                  <c:v>0.3316505351584389</c:v>
                </c:pt>
                <c:pt idx="907">
                  <c:v>0.32697600802666593</c:v>
                </c:pt>
                <c:pt idx="908">
                  <c:v>0.32233812878183415</c:v>
                </c:pt>
                <c:pt idx="909">
                  <c:v>0.31773721293845242</c:v>
                </c:pt>
                <c:pt idx="910">
                  <c:v>0.31317356153590364</c:v>
                </c:pt>
                <c:pt idx="911">
                  <c:v>0.30864746123661874</c:v>
                </c:pt>
                <c:pt idx="912">
                  <c:v>0.30415918442931777</c:v>
                </c:pt>
                <c:pt idx="913">
                  <c:v>0.29970898933718865</c:v>
                </c:pt>
                <c:pt idx="914">
                  <c:v>0.29529712013087617</c:v>
                </c:pt>
                <c:pt idx="915">
                  <c:v>0.29092380704614801</c:v>
                </c:pt>
                <c:pt idx="916">
                  <c:v>0.28658926650610622</c:v>
                </c:pt>
                <c:pt idx="917">
                  <c:v>0.28229370124781283</c:v>
                </c:pt>
                <c:pt idx="918">
                  <c:v>0.27803730045319391</c:v>
                </c:pt>
                <c:pt idx="919">
                  <c:v>0.27382023988408877</c:v>
                </c:pt>
                <c:pt idx="920">
                  <c:v>0.26964268202130787</c:v>
                </c:pt>
                <c:pt idx="921">
                  <c:v>0.26550477620756652</c:v>
                </c:pt>
                <c:pt idx="922">
                  <c:v>0.26140665879415542</c:v>
                </c:pt>
                <c:pt idx="923">
                  <c:v>0.25734845329121347</c:v>
                </c:pt>
                <c:pt idx="924">
                  <c:v>0.25333027052146678</c:v>
                </c:pt>
                <c:pt idx="925">
                  <c:v>0.249352208777296</c:v>
                </c:pt>
                <c:pt idx="926">
                  <c:v>0.24541435398099617</c:v>
                </c:pt>
                <c:pt idx="927">
                  <c:v>0.24151677984809333</c:v>
                </c:pt>
                <c:pt idx="928">
                  <c:v>0.23765954805358097</c:v>
                </c:pt>
                <c:pt idx="929">
                  <c:v>0.23384270840093999</c:v>
                </c:pt>
                <c:pt idx="930">
                  <c:v>0.23006629899380884</c:v>
                </c:pt>
                <c:pt idx="931">
                  <c:v>0.22633034641016561</c:v>
                </c:pt>
                <c:pt idx="932">
                  <c:v>0.22263486587889073</c:v>
                </c:pt>
                <c:pt idx="933">
                  <c:v>0.21897986145857504</c:v>
                </c:pt>
                <c:pt idx="934">
                  <c:v>0.21536532621844026</c:v>
                </c:pt>
                <c:pt idx="935">
                  <c:v>0.21179124242124031</c:v>
                </c:pt>
                <c:pt idx="936">
                  <c:v>0.20825758170801145</c:v>
                </c:pt>
                <c:pt idx="937">
                  <c:v>0.20476430528454212</c:v>
                </c:pt>
                <c:pt idx="938">
                  <c:v>0.20131136410943218</c:v>
                </c:pt>
                <c:pt idx="939">
                  <c:v>0.19789869908361443</c:v>
                </c:pt>
                <c:pt idx="940">
                  <c:v>0.19452624124121107</c:v>
                </c:pt>
                <c:pt idx="941">
                  <c:v>0.19119391194159963</c:v>
                </c:pt>
                <c:pt idx="942">
                  <c:v>0.18790162306256469</c:v>
                </c:pt>
                <c:pt idx="943">
                  <c:v>0.18464927719441263</c:v>
                </c:pt>
                <c:pt idx="944">
                  <c:v>0.18143676783492721</c:v>
                </c:pt>
                <c:pt idx="945">
                  <c:v>0.17826397958504769</c:v>
                </c:pt>
                <c:pt idx="946">
                  <c:v>0.17513078834515075</c:v>
                </c:pt>
                <c:pt idx="947">
                  <c:v>0.17203706151181958</c:v>
                </c:pt>
                <c:pt idx="948">
                  <c:v>0.16898265817498617</c:v>
                </c:pt>
                <c:pt idx="949">
                  <c:v>0.16596742931533323</c:v>
                </c:pt>
                <c:pt idx="950">
                  <c:v>0.16299121800184521</c:v>
                </c:pt>
                <c:pt idx="951">
                  <c:v>0.16005385958939913</c:v>
                </c:pt>
                <c:pt idx="952">
                  <c:v>0.1571551819162875</c:v>
                </c:pt>
                <c:pt idx="953">
                  <c:v>0.15429500550156813</c:v>
                </c:pt>
                <c:pt idx="954">
                  <c:v>0.15147314374213877</c:v>
                </c:pt>
                <c:pt idx="955">
                  <c:v>0.14868940310943343</c:v>
                </c:pt>
                <c:pt idx="956">
                  <c:v>0.14594358334564231</c:v>
                </c:pt>
                <c:pt idx="957">
                  <c:v>0.14323547765935774</c:v>
                </c:pt>
                <c:pt idx="958">
                  <c:v>0.14056487292055228</c:v>
                </c:pt>
                <c:pt idx="959">
                  <c:v>0.13793154985479431</c:v>
                </c:pt>
                <c:pt idx="960">
                  <c:v>0.13533528323661276</c:v>
                </c:pt>
                <c:pt idx="961">
                  <c:v>0.13277584208191967</c:v>
                </c:pt>
                <c:pt idx="962">
                  <c:v>0.13025298983940925</c:v>
                </c:pt>
                <c:pt idx="963">
                  <c:v>0.12776648458084364</c:v>
                </c:pt>
                <c:pt idx="964">
                  <c:v>0.1253160791901482</c:v>
                </c:pt>
                <c:pt idx="965">
                  <c:v>0.12290152155123582</c:v>
                </c:pt>
                <c:pt idx="966">
                  <c:v>0.12052255473448253</c:v>
                </c:pt>
                <c:pt idx="967">
                  <c:v>0.11817891718178061</c:v>
                </c:pt>
                <c:pt idx="968">
                  <c:v>0.11587034289009665</c:v>
                </c:pt>
                <c:pt idx="969">
                  <c:v>0.11359656159346448</c:v>
                </c:pt>
                <c:pt idx="970">
                  <c:v>0.11135729894334555</c:v>
                </c:pt>
                <c:pt idx="971">
                  <c:v>0.10915227668729105</c:v>
                </c:pt>
                <c:pt idx="972">
                  <c:v>0.10698121284584336</c:v>
                </c:pt>
                <c:pt idx="973">
                  <c:v>0.10484382188761632</c:v>
                </c:pt>
                <c:pt idx="974">
                  <c:v>0.10273981490249436</c:v>
                </c:pt>
                <c:pt idx="975">
                  <c:v>0.10066889977289782</c:v>
                </c:pt>
                <c:pt idx="976">
                  <c:v>9.8630781343057444E-2</c:v>
                </c:pt>
                <c:pt idx="977">
                  <c:v>9.6625161586249037E-2</c:v>
                </c:pt>
                <c:pt idx="978">
                  <c:v>9.4651739769938709E-2</c:v>
                </c:pt>
                <c:pt idx="979">
                  <c:v>9.2710212618791324E-2</c:v>
                </c:pt>
                <c:pt idx="980">
                  <c:v>9.0800274475498849E-2</c:v>
                </c:pt>
                <c:pt idx="981">
                  <c:v>8.8921617459386398E-2</c:v>
                </c:pt>
                <c:pt idx="982">
                  <c:v>8.7073931622754924E-2</c:v>
                </c:pt>
                <c:pt idx="983">
                  <c:v>8.5256905104925146E-2</c:v>
                </c:pt>
                <c:pt idx="984">
                  <c:v>8.3470224283944502E-2</c:v>
                </c:pt>
                <c:pt idx="985">
                  <c:v>8.1713573925926833E-2</c:v>
                </c:pt>
                <c:pt idx="986">
                  <c:v>7.9986637331992128E-2</c:v>
                </c:pt>
                <c:pt idx="987">
                  <c:v>7.8289096482777501E-2</c:v>
                </c:pt>
                <c:pt idx="988">
                  <c:v>7.6620632180493545E-2</c:v>
                </c:pt>
                <c:pt idx="989">
                  <c:v>7.4980924188500511E-2</c:v>
                </c:pt>
                <c:pt idx="990">
                  <c:v>7.3369651368382902E-2</c:v>
                </c:pt>
                <c:pt idx="991">
                  <c:v>7.1786491814500836E-2</c:v>
                </c:pt>
                <c:pt idx="992">
                  <c:v>7.0231122986000288E-2</c:v>
                </c:pt>
                <c:pt idx="993">
                  <c:v>6.8703221836266135E-2</c:v>
                </c:pt>
                <c:pt idx="994">
                  <c:v>6.7202464939802892E-2</c:v>
                </c:pt>
                <c:pt idx="995">
                  <c:v>6.572852861653046E-2</c:v>
                </c:pt>
                <c:pt idx="996">
                  <c:v>6.4281089053485174E-2</c:v>
                </c:pt>
                <c:pt idx="997">
                  <c:v>6.2859822423916273E-2</c:v>
                </c:pt>
                <c:pt idx="998">
                  <c:v>6.1464405003771282E-2</c:v>
                </c:pt>
                <c:pt idx="999">
                  <c:v>6.0094513285565344E-2</c:v>
                </c:pt>
                <c:pt idx="1000">
                  <c:v>5.8749824089630552E-2</c:v>
                </c:pt>
              </c:numCache>
            </c:numRef>
          </c:yVal>
          <c:smooth val="1"/>
        </c:ser>
        <c:ser>
          <c:idx val="4"/>
          <c:order val="4"/>
          <c:tx>
            <c:strRef>
              <c:f>Sheet2!$F$1</c:f>
              <c:strCache>
                <c:ptCount val="1"/>
                <c:pt idx="0">
                  <c:v>LL</c:v>
                </c:pt>
              </c:strCache>
            </c:strRef>
          </c:tx>
          <c:spPr>
            <a:ln w="3810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xVal>
            <c:numRef>
              <c:f>Sheet2!$A$2:$A$1002</c:f>
              <c:numCache>
                <c:formatCode>General</c:formatCode>
                <c:ptCount val="1001"/>
                <c:pt idx="0">
                  <c:v>0</c:v>
                </c:pt>
                <c:pt idx="1">
                  <c:v>1E-3</c:v>
                </c:pt>
                <c:pt idx="2">
                  <c:v>2E-3</c:v>
                </c:pt>
                <c:pt idx="3">
                  <c:v>3.0000000000000001E-3</c:v>
                </c:pt>
                <c:pt idx="4">
                  <c:v>4.0000000000000001E-3</c:v>
                </c:pt>
                <c:pt idx="5">
                  <c:v>5.0000000000000001E-3</c:v>
                </c:pt>
                <c:pt idx="6">
                  <c:v>6.0000000000000001E-3</c:v>
                </c:pt>
                <c:pt idx="7">
                  <c:v>7.0000000000000001E-3</c:v>
                </c:pt>
                <c:pt idx="8">
                  <c:v>8.0000000000000002E-3</c:v>
                </c:pt>
                <c:pt idx="9">
                  <c:v>9.0000000000000011E-3</c:v>
                </c:pt>
                <c:pt idx="10">
                  <c:v>0.01</c:v>
                </c:pt>
                <c:pt idx="11">
                  <c:v>1.0999999999999999E-2</c:v>
                </c:pt>
                <c:pt idx="12">
                  <c:v>1.2E-2</c:v>
                </c:pt>
                <c:pt idx="13">
                  <c:v>1.3000000000000001E-2</c:v>
                </c:pt>
                <c:pt idx="14">
                  <c:v>1.4E-2</c:v>
                </c:pt>
                <c:pt idx="15">
                  <c:v>1.4999999999999999E-2</c:v>
                </c:pt>
                <c:pt idx="16">
                  <c:v>1.6E-2</c:v>
                </c:pt>
                <c:pt idx="17">
                  <c:v>1.7000000000000001E-2</c:v>
                </c:pt>
                <c:pt idx="18">
                  <c:v>1.8000000000000002E-2</c:v>
                </c:pt>
                <c:pt idx="19">
                  <c:v>1.9E-2</c:v>
                </c:pt>
                <c:pt idx="20">
                  <c:v>0.02</c:v>
                </c:pt>
                <c:pt idx="21">
                  <c:v>2.1000000000000001E-2</c:v>
                </c:pt>
                <c:pt idx="22">
                  <c:v>2.1999999999999999E-2</c:v>
                </c:pt>
                <c:pt idx="23">
                  <c:v>2.3E-2</c:v>
                </c:pt>
                <c:pt idx="24">
                  <c:v>2.4E-2</c:v>
                </c:pt>
                <c:pt idx="25">
                  <c:v>2.5000000000000001E-2</c:v>
                </c:pt>
                <c:pt idx="26">
                  <c:v>2.6000000000000002E-2</c:v>
                </c:pt>
                <c:pt idx="27">
                  <c:v>2.7E-2</c:v>
                </c:pt>
                <c:pt idx="28">
                  <c:v>2.8000000000000001E-2</c:v>
                </c:pt>
                <c:pt idx="29">
                  <c:v>2.9000000000000001E-2</c:v>
                </c:pt>
                <c:pt idx="30">
                  <c:v>0.03</c:v>
                </c:pt>
                <c:pt idx="31">
                  <c:v>3.1E-2</c:v>
                </c:pt>
                <c:pt idx="32">
                  <c:v>3.2000000000000001E-2</c:v>
                </c:pt>
                <c:pt idx="33">
                  <c:v>3.3000000000000002E-2</c:v>
                </c:pt>
                <c:pt idx="34">
                  <c:v>3.4000000000000002E-2</c:v>
                </c:pt>
                <c:pt idx="35">
                  <c:v>3.5000000000000003E-2</c:v>
                </c:pt>
                <c:pt idx="36">
                  <c:v>3.6000000000000004E-2</c:v>
                </c:pt>
                <c:pt idx="37">
                  <c:v>3.6999999999999998E-2</c:v>
                </c:pt>
                <c:pt idx="38">
                  <c:v>3.7999999999999999E-2</c:v>
                </c:pt>
                <c:pt idx="39">
                  <c:v>3.9E-2</c:v>
                </c:pt>
                <c:pt idx="40">
                  <c:v>0.04</c:v>
                </c:pt>
                <c:pt idx="41">
                  <c:v>4.1000000000000002E-2</c:v>
                </c:pt>
                <c:pt idx="42">
                  <c:v>4.2000000000000003E-2</c:v>
                </c:pt>
                <c:pt idx="43">
                  <c:v>4.3000000000000003E-2</c:v>
                </c:pt>
                <c:pt idx="44">
                  <c:v>4.3999999999999997E-2</c:v>
                </c:pt>
                <c:pt idx="45">
                  <c:v>4.4999999999999998E-2</c:v>
                </c:pt>
                <c:pt idx="46">
                  <c:v>4.5999999999999999E-2</c:v>
                </c:pt>
                <c:pt idx="47">
                  <c:v>4.7E-2</c:v>
                </c:pt>
                <c:pt idx="48">
                  <c:v>4.8000000000000001E-2</c:v>
                </c:pt>
                <c:pt idx="49">
                  <c:v>4.9000000000000002E-2</c:v>
                </c:pt>
                <c:pt idx="50">
                  <c:v>0.05</c:v>
                </c:pt>
                <c:pt idx="51">
                  <c:v>5.1000000000000004E-2</c:v>
                </c:pt>
                <c:pt idx="52">
                  <c:v>5.2000000000000005E-2</c:v>
                </c:pt>
                <c:pt idx="53">
                  <c:v>5.2999999999999999E-2</c:v>
                </c:pt>
                <c:pt idx="54">
                  <c:v>5.3999999999999999E-2</c:v>
                </c:pt>
                <c:pt idx="55">
                  <c:v>5.5E-2</c:v>
                </c:pt>
                <c:pt idx="56">
                  <c:v>5.6000000000000001E-2</c:v>
                </c:pt>
                <c:pt idx="57">
                  <c:v>5.7000000000000002E-2</c:v>
                </c:pt>
                <c:pt idx="58">
                  <c:v>5.8000000000000003E-2</c:v>
                </c:pt>
                <c:pt idx="59">
                  <c:v>5.9000000000000004E-2</c:v>
                </c:pt>
                <c:pt idx="60">
                  <c:v>0.06</c:v>
                </c:pt>
                <c:pt idx="61">
                  <c:v>6.0999999999999999E-2</c:v>
                </c:pt>
                <c:pt idx="62">
                  <c:v>6.2E-2</c:v>
                </c:pt>
                <c:pt idx="63">
                  <c:v>6.3E-2</c:v>
                </c:pt>
                <c:pt idx="64">
                  <c:v>6.4000000000000001E-2</c:v>
                </c:pt>
                <c:pt idx="65">
                  <c:v>6.5000000000000002E-2</c:v>
                </c:pt>
                <c:pt idx="66">
                  <c:v>6.6000000000000003E-2</c:v>
                </c:pt>
                <c:pt idx="67">
                  <c:v>6.7000000000000004E-2</c:v>
                </c:pt>
                <c:pt idx="68">
                  <c:v>6.8000000000000005E-2</c:v>
                </c:pt>
                <c:pt idx="69">
                  <c:v>6.9000000000000006E-2</c:v>
                </c:pt>
                <c:pt idx="70">
                  <c:v>7.0000000000000007E-2</c:v>
                </c:pt>
                <c:pt idx="71">
                  <c:v>7.1000000000000008E-2</c:v>
                </c:pt>
                <c:pt idx="72">
                  <c:v>7.2000000000000008E-2</c:v>
                </c:pt>
                <c:pt idx="73">
                  <c:v>7.2999999999999995E-2</c:v>
                </c:pt>
                <c:pt idx="74">
                  <c:v>7.3999999999999996E-2</c:v>
                </c:pt>
                <c:pt idx="75">
                  <c:v>7.4999999999999997E-2</c:v>
                </c:pt>
                <c:pt idx="76">
                  <c:v>7.5999999999999998E-2</c:v>
                </c:pt>
                <c:pt idx="77">
                  <c:v>7.6999999999999999E-2</c:v>
                </c:pt>
                <c:pt idx="78">
                  <c:v>7.8E-2</c:v>
                </c:pt>
                <c:pt idx="79">
                  <c:v>7.9000000000000001E-2</c:v>
                </c:pt>
                <c:pt idx="80">
                  <c:v>0.08</c:v>
                </c:pt>
                <c:pt idx="81">
                  <c:v>8.1000000000000003E-2</c:v>
                </c:pt>
                <c:pt idx="82">
                  <c:v>8.2000000000000003E-2</c:v>
                </c:pt>
                <c:pt idx="83">
                  <c:v>8.3000000000000004E-2</c:v>
                </c:pt>
                <c:pt idx="84">
                  <c:v>8.4000000000000005E-2</c:v>
                </c:pt>
                <c:pt idx="85">
                  <c:v>8.5000000000000006E-2</c:v>
                </c:pt>
                <c:pt idx="86">
                  <c:v>8.6000000000000007E-2</c:v>
                </c:pt>
                <c:pt idx="87">
                  <c:v>8.7000000000000008E-2</c:v>
                </c:pt>
                <c:pt idx="88">
                  <c:v>8.7999999999999995E-2</c:v>
                </c:pt>
                <c:pt idx="89">
                  <c:v>8.8999999999999996E-2</c:v>
                </c:pt>
                <c:pt idx="90">
                  <c:v>0.09</c:v>
                </c:pt>
                <c:pt idx="91">
                  <c:v>9.0999999999999998E-2</c:v>
                </c:pt>
                <c:pt idx="92">
                  <c:v>9.1999999999999998E-2</c:v>
                </c:pt>
                <c:pt idx="93">
                  <c:v>9.2999999999999999E-2</c:v>
                </c:pt>
                <c:pt idx="94">
                  <c:v>9.4E-2</c:v>
                </c:pt>
                <c:pt idx="95">
                  <c:v>9.5000000000000001E-2</c:v>
                </c:pt>
                <c:pt idx="96">
                  <c:v>9.6000000000000002E-2</c:v>
                </c:pt>
                <c:pt idx="97">
                  <c:v>9.7000000000000003E-2</c:v>
                </c:pt>
                <c:pt idx="98">
                  <c:v>9.8000000000000004E-2</c:v>
                </c:pt>
                <c:pt idx="99">
                  <c:v>9.9000000000000005E-2</c:v>
                </c:pt>
                <c:pt idx="100">
                  <c:v>0.1</c:v>
                </c:pt>
                <c:pt idx="101">
                  <c:v>0.10100000000000001</c:v>
                </c:pt>
                <c:pt idx="102">
                  <c:v>0.10200000000000001</c:v>
                </c:pt>
                <c:pt idx="103">
                  <c:v>0.10300000000000001</c:v>
                </c:pt>
                <c:pt idx="104">
                  <c:v>0.10400000000000001</c:v>
                </c:pt>
                <c:pt idx="105">
                  <c:v>0.105</c:v>
                </c:pt>
                <c:pt idx="106">
                  <c:v>0.106</c:v>
                </c:pt>
                <c:pt idx="107">
                  <c:v>0.107</c:v>
                </c:pt>
                <c:pt idx="108">
                  <c:v>0.108</c:v>
                </c:pt>
                <c:pt idx="109">
                  <c:v>0.109</c:v>
                </c:pt>
                <c:pt idx="110">
                  <c:v>0.11</c:v>
                </c:pt>
                <c:pt idx="111">
                  <c:v>0.111</c:v>
                </c:pt>
                <c:pt idx="112">
                  <c:v>0.112</c:v>
                </c:pt>
                <c:pt idx="113">
                  <c:v>0.113</c:v>
                </c:pt>
                <c:pt idx="114">
                  <c:v>0.114</c:v>
                </c:pt>
                <c:pt idx="115">
                  <c:v>0.115</c:v>
                </c:pt>
                <c:pt idx="116">
                  <c:v>0.11600000000000001</c:v>
                </c:pt>
                <c:pt idx="117">
                  <c:v>0.11700000000000001</c:v>
                </c:pt>
                <c:pt idx="118">
                  <c:v>0.11800000000000001</c:v>
                </c:pt>
                <c:pt idx="119">
                  <c:v>0.11900000000000001</c:v>
                </c:pt>
                <c:pt idx="120">
                  <c:v>0.12</c:v>
                </c:pt>
                <c:pt idx="121">
                  <c:v>0.121</c:v>
                </c:pt>
                <c:pt idx="122">
                  <c:v>0.122</c:v>
                </c:pt>
                <c:pt idx="123">
                  <c:v>0.123</c:v>
                </c:pt>
                <c:pt idx="124">
                  <c:v>0.124</c:v>
                </c:pt>
                <c:pt idx="125">
                  <c:v>0.125</c:v>
                </c:pt>
                <c:pt idx="126">
                  <c:v>0.126</c:v>
                </c:pt>
                <c:pt idx="127">
                  <c:v>0.127</c:v>
                </c:pt>
                <c:pt idx="128">
                  <c:v>0.128</c:v>
                </c:pt>
                <c:pt idx="129">
                  <c:v>0.129</c:v>
                </c:pt>
                <c:pt idx="130">
                  <c:v>0.13</c:v>
                </c:pt>
                <c:pt idx="131">
                  <c:v>0.13100000000000001</c:v>
                </c:pt>
                <c:pt idx="132">
                  <c:v>0.13200000000000001</c:v>
                </c:pt>
                <c:pt idx="133">
                  <c:v>0.13300000000000001</c:v>
                </c:pt>
                <c:pt idx="134">
                  <c:v>0.13400000000000001</c:v>
                </c:pt>
                <c:pt idx="135">
                  <c:v>0.13500000000000001</c:v>
                </c:pt>
                <c:pt idx="136">
                  <c:v>0.13600000000000001</c:v>
                </c:pt>
                <c:pt idx="137">
                  <c:v>0.13700000000000001</c:v>
                </c:pt>
                <c:pt idx="138">
                  <c:v>0.13800000000000001</c:v>
                </c:pt>
                <c:pt idx="139">
                  <c:v>0.13900000000000001</c:v>
                </c:pt>
                <c:pt idx="140">
                  <c:v>0.14000000000000001</c:v>
                </c:pt>
                <c:pt idx="141">
                  <c:v>0.14100000000000001</c:v>
                </c:pt>
                <c:pt idx="142">
                  <c:v>0.14200000000000002</c:v>
                </c:pt>
                <c:pt idx="143">
                  <c:v>0.14300000000000002</c:v>
                </c:pt>
                <c:pt idx="144">
                  <c:v>0.14400000000000002</c:v>
                </c:pt>
                <c:pt idx="145">
                  <c:v>0.14499999999999999</c:v>
                </c:pt>
                <c:pt idx="146">
                  <c:v>0.14599999999999999</c:v>
                </c:pt>
                <c:pt idx="147">
                  <c:v>0.14699999999999999</c:v>
                </c:pt>
                <c:pt idx="148">
                  <c:v>0.14799999999999999</c:v>
                </c:pt>
                <c:pt idx="149">
                  <c:v>0.14899999999999999</c:v>
                </c:pt>
                <c:pt idx="150">
                  <c:v>0.15</c:v>
                </c:pt>
                <c:pt idx="151">
                  <c:v>0.151</c:v>
                </c:pt>
                <c:pt idx="152">
                  <c:v>0.152</c:v>
                </c:pt>
                <c:pt idx="153">
                  <c:v>0.153</c:v>
                </c:pt>
                <c:pt idx="154">
                  <c:v>0.154</c:v>
                </c:pt>
                <c:pt idx="155">
                  <c:v>0.155</c:v>
                </c:pt>
                <c:pt idx="156">
                  <c:v>0.156</c:v>
                </c:pt>
                <c:pt idx="157">
                  <c:v>0.157</c:v>
                </c:pt>
                <c:pt idx="158">
                  <c:v>0.158</c:v>
                </c:pt>
                <c:pt idx="159">
                  <c:v>0.159</c:v>
                </c:pt>
                <c:pt idx="160">
                  <c:v>0.16</c:v>
                </c:pt>
                <c:pt idx="161">
                  <c:v>0.161</c:v>
                </c:pt>
                <c:pt idx="162">
                  <c:v>0.16200000000000001</c:v>
                </c:pt>
                <c:pt idx="163">
                  <c:v>0.16300000000000001</c:v>
                </c:pt>
                <c:pt idx="164">
                  <c:v>0.16400000000000001</c:v>
                </c:pt>
                <c:pt idx="165">
                  <c:v>0.16500000000000001</c:v>
                </c:pt>
                <c:pt idx="166">
                  <c:v>0.16600000000000001</c:v>
                </c:pt>
                <c:pt idx="167">
                  <c:v>0.16700000000000001</c:v>
                </c:pt>
                <c:pt idx="168">
                  <c:v>0.16800000000000001</c:v>
                </c:pt>
                <c:pt idx="169">
                  <c:v>0.16900000000000001</c:v>
                </c:pt>
                <c:pt idx="170">
                  <c:v>0.17</c:v>
                </c:pt>
                <c:pt idx="171">
                  <c:v>0.17100000000000001</c:v>
                </c:pt>
                <c:pt idx="172">
                  <c:v>0.17200000000000001</c:v>
                </c:pt>
                <c:pt idx="173">
                  <c:v>0.17300000000000001</c:v>
                </c:pt>
                <c:pt idx="174">
                  <c:v>0.17400000000000002</c:v>
                </c:pt>
                <c:pt idx="175">
                  <c:v>0.17500000000000002</c:v>
                </c:pt>
                <c:pt idx="176">
                  <c:v>0.17599999999999999</c:v>
                </c:pt>
                <c:pt idx="177">
                  <c:v>0.17699999999999999</c:v>
                </c:pt>
                <c:pt idx="178">
                  <c:v>0.17799999999999999</c:v>
                </c:pt>
                <c:pt idx="179">
                  <c:v>0.17899999999999999</c:v>
                </c:pt>
                <c:pt idx="180">
                  <c:v>0.18</c:v>
                </c:pt>
                <c:pt idx="181">
                  <c:v>0.18099999999999999</c:v>
                </c:pt>
                <c:pt idx="182">
                  <c:v>0.182</c:v>
                </c:pt>
                <c:pt idx="183">
                  <c:v>0.183</c:v>
                </c:pt>
                <c:pt idx="184">
                  <c:v>0.184</c:v>
                </c:pt>
                <c:pt idx="185">
                  <c:v>0.185</c:v>
                </c:pt>
                <c:pt idx="186">
                  <c:v>0.186</c:v>
                </c:pt>
                <c:pt idx="187">
                  <c:v>0.187</c:v>
                </c:pt>
                <c:pt idx="188">
                  <c:v>0.188</c:v>
                </c:pt>
                <c:pt idx="189">
                  <c:v>0.189</c:v>
                </c:pt>
                <c:pt idx="190">
                  <c:v>0.19</c:v>
                </c:pt>
                <c:pt idx="191">
                  <c:v>0.191</c:v>
                </c:pt>
                <c:pt idx="192">
                  <c:v>0.192</c:v>
                </c:pt>
                <c:pt idx="193">
                  <c:v>0.193</c:v>
                </c:pt>
                <c:pt idx="194">
                  <c:v>0.19400000000000001</c:v>
                </c:pt>
                <c:pt idx="195">
                  <c:v>0.19500000000000001</c:v>
                </c:pt>
                <c:pt idx="196">
                  <c:v>0.19600000000000001</c:v>
                </c:pt>
                <c:pt idx="197">
                  <c:v>0.19700000000000001</c:v>
                </c:pt>
                <c:pt idx="198">
                  <c:v>0.19800000000000001</c:v>
                </c:pt>
                <c:pt idx="199">
                  <c:v>0.19900000000000001</c:v>
                </c:pt>
                <c:pt idx="200">
                  <c:v>0.2</c:v>
                </c:pt>
                <c:pt idx="201">
                  <c:v>0.20100000000000001</c:v>
                </c:pt>
                <c:pt idx="202">
                  <c:v>0.20200000000000001</c:v>
                </c:pt>
                <c:pt idx="203">
                  <c:v>0.20300000000000001</c:v>
                </c:pt>
                <c:pt idx="204">
                  <c:v>0.20400000000000001</c:v>
                </c:pt>
                <c:pt idx="205">
                  <c:v>0.20500000000000002</c:v>
                </c:pt>
                <c:pt idx="206">
                  <c:v>0.20600000000000002</c:v>
                </c:pt>
                <c:pt idx="207">
                  <c:v>0.20700000000000002</c:v>
                </c:pt>
                <c:pt idx="208">
                  <c:v>0.20800000000000002</c:v>
                </c:pt>
                <c:pt idx="209">
                  <c:v>0.20899999999999999</c:v>
                </c:pt>
                <c:pt idx="210">
                  <c:v>0.21</c:v>
                </c:pt>
                <c:pt idx="211">
                  <c:v>0.21099999999999999</c:v>
                </c:pt>
                <c:pt idx="212">
                  <c:v>0.21199999999999999</c:v>
                </c:pt>
                <c:pt idx="213">
                  <c:v>0.21299999999999999</c:v>
                </c:pt>
                <c:pt idx="214">
                  <c:v>0.214</c:v>
                </c:pt>
                <c:pt idx="215">
                  <c:v>0.215</c:v>
                </c:pt>
                <c:pt idx="216">
                  <c:v>0.216</c:v>
                </c:pt>
                <c:pt idx="217">
                  <c:v>0.217</c:v>
                </c:pt>
                <c:pt idx="218">
                  <c:v>0.218</c:v>
                </c:pt>
                <c:pt idx="219">
                  <c:v>0.219</c:v>
                </c:pt>
                <c:pt idx="220">
                  <c:v>0.22</c:v>
                </c:pt>
                <c:pt idx="221">
                  <c:v>0.221</c:v>
                </c:pt>
                <c:pt idx="222">
                  <c:v>0.222</c:v>
                </c:pt>
                <c:pt idx="223">
                  <c:v>0.223</c:v>
                </c:pt>
                <c:pt idx="224">
                  <c:v>0.224</c:v>
                </c:pt>
                <c:pt idx="225">
                  <c:v>0.22500000000000001</c:v>
                </c:pt>
                <c:pt idx="226">
                  <c:v>0.22600000000000001</c:v>
                </c:pt>
                <c:pt idx="227">
                  <c:v>0.22700000000000001</c:v>
                </c:pt>
                <c:pt idx="228">
                  <c:v>0.22800000000000001</c:v>
                </c:pt>
                <c:pt idx="229">
                  <c:v>0.22900000000000001</c:v>
                </c:pt>
                <c:pt idx="230">
                  <c:v>0.23</c:v>
                </c:pt>
                <c:pt idx="231">
                  <c:v>0.23100000000000001</c:v>
                </c:pt>
                <c:pt idx="232">
                  <c:v>0.23200000000000001</c:v>
                </c:pt>
                <c:pt idx="233">
                  <c:v>0.23300000000000001</c:v>
                </c:pt>
                <c:pt idx="234">
                  <c:v>0.23400000000000001</c:v>
                </c:pt>
                <c:pt idx="235">
                  <c:v>0.23500000000000001</c:v>
                </c:pt>
                <c:pt idx="236">
                  <c:v>0.23600000000000002</c:v>
                </c:pt>
                <c:pt idx="237">
                  <c:v>0.23700000000000002</c:v>
                </c:pt>
                <c:pt idx="238">
                  <c:v>0.23800000000000002</c:v>
                </c:pt>
                <c:pt idx="239">
                  <c:v>0.23900000000000002</c:v>
                </c:pt>
                <c:pt idx="240">
                  <c:v>0.24</c:v>
                </c:pt>
                <c:pt idx="241">
                  <c:v>0.24099999999999999</c:v>
                </c:pt>
                <c:pt idx="242">
                  <c:v>0.24199999999999999</c:v>
                </c:pt>
                <c:pt idx="243">
                  <c:v>0.24299999999999999</c:v>
                </c:pt>
                <c:pt idx="244">
                  <c:v>0.24399999999999999</c:v>
                </c:pt>
                <c:pt idx="245">
                  <c:v>0.245</c:v>
                </c:pt>
                <c:pt idx="246">
                  <c:v>0.246</c:v>
                </c:pt>
                <c:pt idx="247">
                  <c:v>0.247</c:v>
                </c:pt>
                <c:pt idx="248">
                  <c:v>0.248</c:v>
                </c:pt>
                <c:pt idx="249">
                  <c:v>0.249</c:v>
                </c:pt>
                <c:pt idx="250">
                  <c:v>0.25</c:v>
                </c:pt>
                <c:pt idx="251">
                  <c:v>0.251</c:v>
                </c:pt>
                <c:pt idx="252">
                  <c:v>0.252</c:v>
                </c:pt>
                <c:pt idx="253">
                  <c:v>0.253</c:v>
                </c:pt>
                <c:pt idx="254">
                  <c:v>0.254</c:v>
                </c:pt>
                <c:pt idx="255">
                  <c:v>0.255</c:v>
                </c:pt>
                <c:pt idx="256">
                  <c:v>0.25600000000000001</c:v>
                </c:pt>
                <c:pt idx="257">
                  <c:v>0.25700000000000001</c:v>
                </c:pt>
                <c:pt idx="258">
                  <c:v>0.25800000000000001</c:v>
                </c:pt>
                <c:pt idx="259">
                  <c:v>0.25900000000000001</c:v>
                </c:pt>
                <c:pt idx="260">
                  <c:v>0.26</c:v>
                </c:pt>
                <c:pt idx="261">
                  <c:v>0.26100000000000001</c:v>
                </c:pt>
                <c:pt idx="262">
                  <c:v>0.26200000000000001</c:v>
                </c:pt>
                <c:pt idx="263">
                  <c:v>0.26300000000000001</c:v>
                </c:pt>
                <c:pt idx="264">
                  <c:v>0.26400000000000001</c:v>
                </c:pt>
                <c:pt idx="265">
                  <c:v>0.26500000000000001</c:v>
                </c:pt>
                <c:pt idx="266">
                  <c:v>0.26600000000000001</c:v>
                </c:pt>
                <c:pt idx="267">
                  <c:v>0.26700000000000002</c:v>
                </c:pt>
                <c:pt idx="268">
                  <c:v>0.26800000000000002</c:v>
                </c:pt>
                <c:pt idx="269">
                  <c:v>0.26900000000000002</c:v>
                </c:pt>
                <c:pt idx="270">
                  <c:v>0.27</c:v>
                </c:pt>
                <c:pt idx="271">
                  <c:v>0.27100000000000002</c:v>
                </c:pt>
                <c:pt idx="272">
                  <c:v>0.27200000000000002</c:v>
                </c:pt>
                <c:pt idx="273">
                  <c:v>0.27300000000000002</c:v>
                </c:pt>
                <c:pt idx="274">
                  <c:v>0.27400000000000002</c:v>
                </c:pt>
                <c:pt idx="275">
                  <c:v>0.27500000000000002</c:v>
                </c:pt>
                <c:pt idx="276">
                  <c:v>0.27600000000000002</c:v>
                </c:pt>
                <c:pt idx="277">
                  <c:v>0.27700000000000002</c:v>
                </c:pt>
                <c:pt idx="278">
                  <c:v>0.27800000000000002</c:v>
                </c:pt>
                <c:pt idx="279">
                  <c:v>0.27900000000000003</c:v>
                </c:pt>
                <c:pt idx="280">
                  <c:v>0.28000000000000003</c:v>
                </c:pt>
                <c:pt idx="281">
                  <c:v>0.28100000000000003</c:v>
                </c:pt>
                <c:pt idx="282">
                  <c:v>0.28200000000000003</c:v>
                </c:pt>
                <c:pt idx="283">
                  <c:v>0.28300000000000003</c:v>
                </c:pt>
                <c:pt idx="284">
                  <c:v>0.28400000000000003</c:v>
                </c:pt>
                <c:pt idx="285">
                  <c:v>0.28500000000000003</c:v>
                </c:pt>
                <c:pt idx="286">
                  <c:v>0.28600000000000003</c:v>
                </c:pt>
                <c:pt idx="287">
                  <c:v>0.28700000000000003</c:v>
                </c:pt>
                <c:pt idx="288">
                  <c:v>0.28800000000000003</c:v>
                </c:pt>
                <c:pt idx="289">
                  <c:v>0.28899999999999998</c:v>
                </c:pt>
                <c:pt idx="290">
                  <c:v>0.28999999999999998</c:v>
                </c:pt>
                <c:pt idx="291">
                  <c:v>0.29099999999999998</c:v>
                </c:pt>
                <c:pt idx="292">
                  <c:v>0.29199999999999998</c:v>
                </c:pt>
                <c:pt idx="293">
                  <c:v>0.29299999999999998</c:v>
                </c:pt>
                <c:pt idx="294">
                  <c:v>0.29399999999999998</c:v>
                </c:pt>
                <c:pt idx="295">
                  <c:v>0.29499999999999998</c:v>
                </c:pt>
                <c:pt idx="296">
                  <c:v>0.29599999999999999</c:v>
                </c:pt>
                <c:pt idx="297">
                  <c:v>0.29699999999999999</c:v>
                </c:pt>
                <c:pt idx="298">
                  <c:v>0.29799999999999999</c:v>
                </c:pt>
                <c:pt idx="299">
                  <c:v>0.29899999999999999</c:v>
                </c:pt>
                <c:pt idx="300">
                  <c:v>0.3</c:v>
                </c:pt>
                <c:pt idx="301">
                  <c:v>0.30099999999999999</c:v>
                </c:pt>
                <c:pt idx="302">
                  <c:v>0.30199999999999999</c:v>
                </c:pt>
                <c:pt idx="303">
                  <c:v>0.30299999999999999</c:v>
                </c:pt>
                <c:pt idx="304">
                  <c:v>0.30399999999999999</c:v>
                </c:pt>
                <c:pt idx="305">
                  <c:v>0.30499999999999999</c:v>
                </c:pt>
                <c:pt idx="306">
                  <c:v>0.30599999999999999</c:v>
                </c:pt>
                <c:pt idx="307">
                  <c:v>0.307</c:v>
                </c:pt>
                <c:pt idx="308">
                  <c:v>0.308</c:v>
                </c:pt>
                <c:pt idx="309">
                  <c:v>0.309</c:v>
                </c:pt>
                <c:pt idx="310">
                  <c:v>0.31</c:v>
                </c:pt>
                <c:pt idx="311">
                  <c:v>0.311</c:v>
                </c:pt>
                <c:pt idx="312">
                  <c:v>0.312</c:v>
                </c:pt>
                <c:pt idx="313">
                  <c:v>0.313</c:v>
                </c:pt>
                <c:pt idx="314">
                  <c:v>0.314</c:v>
                </c:pt>
                <c:pt idx="315">
                  <c:v>0.315</c:v>
                </c:pt>
                <c:pt idx="316">
                  <c:v>0.316</c:v>
                </c:pt>
                <c:pt idx="317">
                  <c:v>0.317</c:v>
                </c:pt>
                <c:pt idx="318">
                  <c:v>0.318</c:v>
                </c:pt>
                <c:pt idx="319">
                  <c:v>0.31900000000000001</c:v>
                </c:pt>
                <c:pt idx="320">
                  <c:v>0.32</c:v>
                </c:pt>
                <c:pt idx="321">
                  <c:v>0.32100000000000001</c:v>
                </c:pt>
                <c:pt idx="322">
                  <c:v>0.32200000000000001</c:v>
                </c:pt>
                <c:pt idx="323">
                  <c:v>0.32300000000000001</c:v>
                </c:pt>
                <c:pt idx="324">
                  <c:v>0.32400000000000001</c:v>
                </c:pt>
                <c:pt idx="325">
                  <c:v>0.32500000000000001</c:v>
                </c:pt>
                <c:pt idx="326">
                  <c:v>0.32600000000000001</c:v>
                </c:pt>
                <c:pt idx="327">
                  <c:v>0.32700000000000001</c:v>
                </c:pt>
                <c:pt idx="328">
                  <c:v>0.32800000000000001</c:v>
                </c:pt>
                <c:pt idx="329">
                  <c:v>0.32900000000000001</c:v>
                </c:pt>
                <c:pt idx="330">
                  <c:v>0.33</c:v>
                </c:pt>
                <c:pt idx="331">
                  <c:v>0.33100000000000002</c:v>
                </c:pt>
                <c:pt idx="332">
                  <c:v>0.33200000000000002</c:v>
                </c:pt>
                <c:pt idx="333">
                  <c:v>0.33300000000000002</c:v>
                </c:pt>
                <c:pt idx="334">
                  <c:v>0.33400000000000002</c:v>
                </c:pt>
                <c:pt idx="335">
                  <c:v>0.33500000000000002</c:v>
                </c:pt>
                <c:pt idx="336">
                  <c:v>0.33600000000000002</c:v>
                </c:pt>
                <c:pt idx="337">
                  <c:v>0.33700000000000002</c:v>
                </c:pt>
                <c:pt idx="338">
                  <c:v>0.33800000000000002</c:v>
                </c:pt>
                <c:pt idx="339">
                  <c:v>0.33900000000000002</c:v>
                </c:pt>
                <c:pt idx="340">
                  <c:v>0.34</c:v>
                </c:pt>
                <c:pt idx="341">
                  <c:v>0.34100000000000003</c:v>
                </c:pt>
                <c:pt idx="342">
                  <c:v>0.34200000000000003</c:v>
                </c:pt>
                <c:pt idx="343">
                  <c:v>0.34300000000000003</c:v>
                </c:pt>
                <c:pt idx="344">
                  <c:v>0.34400000000000003</c:v>
                </c:pt>
                <c:pt idx="345">
                  <c:v>0.34500000000000003</c:v>
                </c:pt>
                <c:pt idx="346">
                  <c:v>0.34600000000000003</c:v>
                </c:pt>
                <c:pt idx="347">
                  <c:v>0.34700000000000003</c:v>
                </c:pt>
                <c:pt idx="348">
                  <c:v>0.34800000000000003</c:v>
                </c:pt>
                <c:pt idx="349">
                  <c:v>0.34900000000000003</c:v>
                </c:pt>
                <c:pt idx="350">
                  <c:v>0.35000000000000003</c:v>
                </c:pt>
                <c:pt idx="351">
                  <c:v>0.35100000000000003</c:v>
                </c:pt>
                <c:pt idx="352">
                  <c:v>0.35199999999999998</c:v>
                </c:pt>
                <c:pt idx="353">
                  <c:v>0.35299999999999998</c:v>
                </c:pt>
                <c:pt idx="354">
                  <c:v>0.35399999999999998</c:v>
                </c:pt>
                <c:pt idx="355">
                  <c:v>0.35499999999999998</c:v>
                </c:pt>
                <c:pt idx="356">
                  <c:v>0.35599999999999998</c:v>
                </c:pt>
                <c:pt idx="357">
                  <c:v>0.35699999999999998</c:v>
                </c:pt>
                <c:pt idx="358">
                  <c:v>0.35799999999999998</c:v>
                </c:pt>
                <c:pt idx="359">
                  <c:v>0.35899999999999999</c:v>
                </c:pt>
                <c:pt idx="360">
                  <c:v>0.36</c:v>
                </c:pt>
                <c:pt idx="361">
                  <c:v>0.36099999999999999</c:v>
                </c:pt>
                <c:pt idx="362">
                  <c:v>0.36199999999999999</c:v>
                </c:pt>
                <c:pt idx="363">
                  <c:v>0.36299999999999999</c:v>
                </c:pt>
                <c:pt idx="364">
                  <c:v>0.36399999999999999</c:v>
                </c:pt>
                <c:pt idx="365">
                  <c:v>0.36499999999999999</c:v>
                </c:pt>
                <c:pt idx="366">
                  <c:v>0.36599999999999999</c:v>
                </c:pt>
                <c:pt idx="367">
                  <c:v>0.36699999999999999</c:v>
                </c:pt>
                <c:pt idx="368">
                  <c:v>0.36799999999999999</c:v>
                </c:pt>
                <c:pt idx="369">
                  <c:v>0.36899999999999999</c:v>
                </c:pt>
                <c:pt idx="370">
                  <c:v>0.37</c:v>
                </c:pt>
                <c:pt idx="371">
                  <c:v>0.371</c:v>
                </c:pt>
                <c:pt idx="372">
                  <c:v>0.372</c:v>
                </c:pt>
                <c:pt idx="373">
                  <c:v>0.373</c:v>
                </c:pt>
                <c:pt idx="374">
                  <c:v>0.374</c:v>
                </c:pt>
                <c:pt idx="375">
                  <c:v>0.375</c:v>
                </c:pt>
                <c:pt idx="376">
                  <c:v>0.376</c:v>
                </c:pt>
                <c:pt idx="377">
                  <c:v>0.377</c:v>
                </c:pt>
                <c:pt idx="378">
                  <c:v>0.378</c:v>
                </c:pt>
                <c:pt idx="379">
                  <c:v>0.379</c:v>
                </c:pt>
                <c:pt idx="380">
                  <c:v>0.38</c:v>
                </c:pt>
                <c:pt idx="381">
                  <c:v>0.38100000000000001</c:v>
                </c:pt>
                <c:pt idx="382">
                  <c:v>0.38200000000000001</c:v>
                </c:pt>
                <c:pt idx="383">
                  <c:v>0.38300000000000001</c:v>
                </c:pt>
                <c:pt idx="384">
                  <c:v>0.38400000000000001</c:v>
                </c:pt>
                <c:pt idx="385">
                  <c:v>0.38500000000000001</c:v>
                </c:pt>
                <c:pt idx="386">
                  <c:v>0.38600000000000001</c:v>
                </c:pt>
                <c:pt idx="387">
                  <c:v>0.38700000000000001</c:v>
                </c:pt>
                <c:pt idx="388">
                  <c:v>0.38800000000000001</c:v>
                </c:pt>
                <c:pt idx="389">
                  <c:v>0.38900000000000001</c:v>
                </c:pt>
                <c:pt idx="390">
                  <c:v>0.39</c:v>
                </c:pt>
                <c:pt idx="391">
                  <c:v>0.39100000000000001</c:v>
                </c:pt>
                <c:pt idx="392">
                  <c:v>0.39200000000000002</c:v>
                </c:pt>
                <c:pt idx="393">
                  <c:v>0.39300000000000002</c:v>
                </c:pt>
                <c:pt idx="394">
                  <c:v>0.39400000000000002</c:v>
                </c:pt>
                <c:pt idx="395">
                  <c:v>0.39500000000000002</c:v>
                </c:pt>
                <c:pt idx="396">
                  <c:v>0.39600000000000002</c:v>
                </c:pt>
                <c:pt idx="397">
                  <c:v>0.39700000000000002</c:v>
                </c:pt>
                <c:pt idx="398">
                  <c:v>0.39800000000000002</c:v>
                </c:pt>
                <c:pt idx="399">
                  <c:v>0.39900000000000002</c:v>
                </c:pt>
                <c:pt idx="400">
                  <c:v>0.4</c:v>
                </c:pt>
                <c:pt idx="401">
                  <c:v>0.40100000000000002</c:v>
                </c:pt>
                <c:pt idx="402">
                  <c:v>0.40200000000000002</c:v>
                </c:pt>
                <c:pt idx="403">
                  <c:v>0.40300000000000002</c:v>
                </c:pt>
                <c:pt idx="404">
                  <c:v>0.40400000000000003</c:v>
                </c:pt>
                <c:pt idx="405">
                  <c:v>0.40500000000000003</c:v>
                </c:pt>
                <c:pt idx="406">
                  <c:v>0.40600000000000003</c:v>
                </c:pt>
                <c:pt idx="407">
                  <c:v>0.40700000000000003</c:v>
                </c:pt>
                <c:pt idx="408">
                  <c:v>0.40800000000000003</c:v>
                </c:pt>
                <c:pt idx="409">
                  <c:v>0.40900000000000003</c:v>
                </c:pt>
                <c:pt idx="410">
                  <c:v>0.41000000000000003</c:v>
                </c:pt>
                <c:pt idx="411">
                  <c:v>0.41100000000000003</c:v>
                </c:pt>
                <c:pt idx="412">
                  <c:v>0.41200000000000003</c:v>
                </c:pt>
                <c:pt idx="413">
                  <c:v>0.41300000000000003</c:v>
                </c:pt>
                <c:pt idx="414">
                  <c:v>0.41400000000000003</c:v>
                </c:pt>
                <c:pt idx="415">
                  <c:v>0.41500000000000004</c:v>
                </c:pt>
                <c:pt idx="416">
                  <c:v>0.41600000000000004</c:v>
                </c:pt>
                <c:pt idx="417">
                  <c:v>0.41699999999999998</c:v>
                </c:pt>
                <c:pt idx="418">
                  <c:v>0.41799999999999998</c:v>
                </c:pt>
                <c:pt idx="419">
                  <c:v>0.41899999999999998</c:v>
                </c:pt>
                <c:pt idx="420">
                  <c:v>0.42</c:v>
                </c:pt>
                <c:pt idx="421">
                  <c:v>0.42099999999999999</c:v>
                </c:pt>
                <c:pt idx="422">
                  <c:v>0.42199999999999999</c:v>
                </c:pt>
                <c:pt idx="423">
                  <c:v>0.42299999999999999</c:v>
                </c:pt>
                <c:pt idx="424">
                  <c:v>0.42399999999999999</c:v>
                </c:pt>
                <c:pt idx="425">
                  <c:v>0.42499999999999999</c:v>
                </c:pt>
                <c:pt idx="426">
                  <c:v>0.42599999999999999</c:v>
                </c:pt>
                <c:pt idx="427">
                  <c:v>0.42699999999999999</c:v>
                </c:pt>
                <c:pt idx="428">
                  <c:v>0.42799999999999999</c:v>
                </c:pt>
                <c:pt idx="429">
                  <c:v>0.42899999999999999</c:v>
                </c:pt>
                <c:pt idx="430">
                  <c:v>0.43</c:v>
                </c:pt>
                <c:pt idx="431">
                  <c:v>0.43099999999999999</c:v>
                </c:pt>
                <c:pt idx="432">
                  <c:v>0.432</c:v>
                </c:pt>
                <c:pt idx="433">
                  <c:v>0.433</c:v>
                </c:pt>
                <c:pt idx="434">
                  <c:v>0.434</c:v>
                </c:pt>
                <c:pt idx="435">
                  <c:v>0.435</c:v>
                </c:pt>
                <c:pt idx="436">
                  <c:v>0.436</c:v>
                </c:pt>
                <c:pt idx="437">
                  <c:v>0.437</c:v>
                </c:pt>
                <c:pt idx="438">
                  <c:v>0.438</c:v>
                </c:pt>
                <c:pt idx="439">
                  <c:v>0.439</c:v>
                </c:pt>
                <c:pt idx="440">
                  <c:v>0.44</c:v>
                </c:pt>
                <c:pt idx="441">
                  <c:v>0.441</c:v>
                </c:pt>
                <c:pt idx="442">
                  <c:v>0.442</c:v>
                </c:pt>
                <c:pt idx="443">
                  <c:v>0.443</c:v>
                </c:pt>
                <c:pt idx="444">
                  <c:v>0.44400000000000001</c:v>
                </c:pt>
                <c:pt idx="445">
                  <c:v>0.44500000000000001</c:v>
                </c:pt>
                <c:pt idx="446">
                  <c:v>0.44600000000000001</c:v>
                </c:pt>
                <c:pt idx="447">
                  <c:v>0.44700000000000001</c:v>
                </c:pt>
                <c:pt idx="448">
                  <c:v>0.44800000000000001</c:v>
                </c:pt>
                <c:pt idx="449">
                  <c:v>0.44900000000000001</c:v>
                </c:pt>
                <c:pt idx="450">
                  <c:v>0.45</c:v>
                </c:pt>
                <c:pt idx="451">
                  <c:v>0.45100000000000001</c:v>
                </c:pt>
                <c:pt idx="452">
                  <c:v>0.45200000000000001</c:v>
                </c:pt>
                <c:pt idx="453">
                  <c:v>0.45300000000000001</c:v>
                </c:pt>
                <c:pt idx="454">
                  <c:v>0.45400000000000001</c:v>
                </c:pt>
                <c:pt idx="455">
                  <c:v>0.45500000000000002</c:v>
                </c:pt>
                <c:pt idx="456">
                  <c:v>0.45600000000000002</c:v>
                </c:pt>
                <c:pt idx="457">
                  <c:v>0.45700000000000002</c:v>
                </c:pt>
                <c:pt idx="458">
                  <c:v>0.45800000000000002</c:v>
                </c:pt>
                <c:pt idx="459">
                  <c:v>0.45900000000000002</c:v>
                </c:pt>
                <c:pt idx="460">
                  <c:v>0.46</c:v>
                </c:pt>
                <c:pt idx="461">
                  <c:v>0.46100000000000002</c:v>
                </c:pt>
                <c:pt idx="462">
                  <c:v>0.46200000000000002</c:v>
                </c:pt>
                <c:pt idx="463">
                  <c:v>0.46300000000000002</c:v>
                </c:pt>
                <c:pt idx="464">
                  <c:v>0.46400000000000002</c:v>
                </c:pt>
                <c:pt idx="465">
                  <c:v>0.46500000000000002</c:v>
                </c:pt>
                <c:pt idx="466">
                  <c:v>0.46600000000000003</c:v>
                </c:pt>
                <c:pt idx="467">
                  <c:v>0.46700000000000003</c:v>
                </c:pt>
                <c:pt idx="468">
                  <c:v>0.46800000000000003</c:v>
                </c:pt>
                <c:pt idx="469">
                  <c:v>0.46900000000000003</c:v>
                </c:pt>
                <c:pt idx="470">
                  <c:v>0.47000000000000003</c:v>
                </c:pt>
                <c:pt idx="471">
                  <c:v>0.47100000000000003</c:v>
                </c:pt>
                <c:pt idx="472">
                  <c:v>0.47200000000000003</c:v>
                </c:pt>
                <c:pt idx="473">
                  <c:v>0.47300000000000003</c:v>
                </c:pt>
                <c:pt idx="474">
                  <c:v>0.47400000000000003</c:v>
                </c:pt>
                <c:pt idx="475">
                  <c:v>0.47500000000000003</c:v>
                </c:pt>
                <c:pt idx="476">
                  <c:v>0.47600000000000003</c:v>
                </c:pt>
                <c:pt idx="477">
                  <c:v>0.47700000000000004</c:v>
                </c:pt>
                <c:pt idx="478">
                  <c:v>0.47800000000000004</c:v>
                </c:pt>
                <c:pt idx="479">
                  <c:v>0.47900000000000004</c:v>
                </c:pt>
                <c:pt idx="480">
                  <c:v>0.48</c:v>
                </c:pt>
                <c:pt idx="481">
                  <c:v>0.48099999999999998</c:v>
                </c:pt>
                <c:pt idx="482">
                  <c:v>0.48199999999999998</c:v>
                </c:pt>
                <c:pt idx="483">
                  <c:v>0.48299999999999998</c:v>
                </c:pt>
                <c:pt idx="484">
                  <c:v>0.48399999999999999</c:v>
                </c:pt>
                <c:pt idx="485">
                  <c:v>0.48499999999999999</c:v>
                </c:pt>
                <c:pt idx="486">
                  <c:v>0.48599999999999999</c:v>
                </c:pt>
                <c:pt idx="487">
                  <c:v>0.48699999999999999</c:v>
                </c:pt>
                <c:pt idx="488">
                  <c:v>0.48799999999999999</c:v>
                </c:pt>
                <c:pt idx="489">
                  <c:v>0.48899999999999999</c:v>
                </c:pt>
                <c:pt idx="490">
                  <c:v>0.49</c:v>
                </c:pt>
                <c:pt idx="491">
                  <c:v>0.49099999999999999</c:v>
                </c:pt>
                <c:pt idx="492">
                  <c:v>0.49199999999999999</c:v>
                </c:pt>
                <c:pt idx="493">
                  <c:v>0.49299999999999999</c:v>
                </c:pt>
                <c:pt idx="494">
                  <c:v>0.49399999999999999</c:v>
                </c:pt>
                <c:pt idx="495">
                  <c:v>0.495</c:v>
                </c:pt>
                <c:pt idx="496">
                  <c:v>0.496</c:v>
                </c:pt>
                <c:pt idx="497">
                  <c:v>0.497</c:v>
                </c:pt>
                <c:pt idx="498">
                  <c:v>0.498</c:v>
                </c:pt>
                <c:pt idx="499">
                  <c:v>0.499</c:v>
                </c:pt>
                <c:pt idx="500">
                  <c:v>0.5</c:v>
                </c:pt>
                <c:pt idx="501">
                  <c:v>0.501</c:v>
                </c:pt>
                <c:pt idx="502">
                  <c:v>0.502</c:v>
                </c:pt>
                <c:pt idx="503">
                  <c:v>0.503</c:v>
                </c:pt>
                <c:pt idx="504">
                  <c:v>0.504</c:v>
                </c:pt>
                <c:pt idx="505">
                  <c:v>0.505</c:v>
                </c:pt>
                <c:pt idx="506">
                  <c:v>0.50600000000000001</c:v>
                </c:pt>
                <c:pt idx="507">
                  <c:v>0.50700000000000001</c:v>
                </c:pt>
                <c:pt idx="508">
                  <c:v>0.50800000000000001</c:v>
                </c:pt>
                <c:pt idx="509">
                  <c:v>0.50900000000000001</c:v>
                </c:pt>
                <c:pt idx="510">
                  <c:v>0.51</c:v>
                </c:pt>
                <c:pt idx="511">
                  <c:v>0.51100000000000001</c:v>
                </c:pt>
                <c:pt idx="512">
                  <c:v>0.51200000000000001</c:v>
                </c:pt>
                <c:pt idx="513">
                  <c:v>0.51300000000000001</c:v>
                </c:pt>
                <c:pt idx="514">
                  <c:v>0.51400000000000001</c:v>
                </c:pt>
                <c:pt idx="515">
                  <c:v>0.51500000000000001</c:v>
                </c:pt>
                <c:pt idx="516">
                  <c:v>0.51600000000000001</c:v>
                </c:pt>
                <c:pt idx="517">
                  <c:v>0.51700000000000002</c:v>
                </c:pt>
                <c:pt idx="518">
                  <c:v>0.51800000000000002</c:v>
                </c:pt>
                <c:pt idx="519">
                  <c:v>0.51900000000000002</c:v>
                </c:pt>
                <c:pt idx="520">
                  <c:v>0.52</c:v>
                </c:pt>
                <c:pt idx="521">
                  <c:v>0.52100000000000002</c:v>
                </c:pt>
                <c:pt idx="522">
                  <c:v>0.52200000000000002</c:v>
                </c:pt>
                <c:pt idx="523">
                  <c:v>0.52300000000000002</c:v>
                </c:pt>
                <c:pt idx="524">
                  <c:v>0.52400000000000002</c:v>
                </c:pt>
                <c:pt idx="525">
                  <c:v>0.52500000000000002</c:v>
                </c:pt>
                <c:pt idx="526">
                  <c:v>0.52600000000000002</c:v>
                </c:pt>
                <c:pt idx="527">
                  <c:v>0.52700000000000002</c:v>
                </c:pt>
                <c:pt idx="528">
                  <c:v>0.52800000000000002</c:v>
                </c:pt>
                <c:pt idx="529">
                  <c:v>0.52900000000000003</c:v>
                </c:pt>
                <c:pt idx="530">
                  <c:v>0.53</c:v>
                </c:pt>
                <c:pt idx="531">
                  <c:v>0.53100000000000003</c:v>
                </c:pt>
                <c:pt idx="532">
                  <c:v>0.53200000000000003</c:v>
                </c:pt>
                <c:pt idx="533">
                  <c:v>0.53300000000000003</c:v>
                </c:pt>
                <c:pt idx="534">
                  <c:v>0.53400000000000003</c:v>
                </c:pt>
                <c:pt idx="535">
                  <c:v>0.53500000000000003</c:v>
                </c:pt>
                <c:pt idx="536">
                  <c:v>0.53600000000000003</c:v>
                </c:pt>
                <c:pt idx="537">
                  <c:v>0.53700000000000003</c:v>
                </c:pt>
                <c:pt idx="538">
                  <c:v>0.53800000000000003</c:v>
                </c:pt>
                <c:pt idx="539">
                  <c:v>0.53900000000000003</c:v>
                </c:pt>
                <c:pt idx="540">
                  <c:v>0.54</c:v>
                </c:pt>
                <c:pt idx="541">
                  <c:v>0.54100000000000004</c:v>
                </c:pt>
                <c:pt idx="542">
                  <c:v>0.54200000000000004</c:v>
                </c:pt>
                <c:pt idx="543">
                  <c:v>0.54300000000000004</c:v>
                </c:pt>
                <c:pt idx="544">
                  <c:v>0.54400000000000004</c:v>
                </c:pt>
                <c:pt idx="545">
                  <c:v>0.54500000000000004</c:v>
                </c:pt>
                <c:pt idx="546">
                  <c:v>0.54600000000000004</c:v>
                </c:pt>
                <c:pt idx="547">
                  <c:v>0.54700000000000004</c:v>
                </c:pt>
                <c:pt idx="548">
                  <c:v>0.54800000000000004</c:v>
                </c:pt>
                <c:pt idx="549">
                  <c:v>0.54900000000000004</c:v>
                </c:pt>
                <c:pt idx="550">
                  <c:v>0.55000000000000004</c:v>
                </c:pt>
                <c:pt idx="551">
                  <c:v>0.55100000000000005</c:v>
                </c:pt>
                <c:pt idx="552">
                  <c:v>0.55200000000000005</c:v>
                </c:pt>
                <c:pt idx="553">
                  <c:v>0.55300000000000005</c:v>
                </c:pt>
                <c:pt idx="554">
                  <c:v>0.55400000000000005</c:v>
                </c:pt>
                <c:pt idx="555">
                  <c:v>0.55500000000000005</c:v>
                </c:pt>
                <c:pt idx="556">
                  <c:v>0.55600000000000005</c:v>
                </c:pt>
                <c:pt idx="557">
                  <c:v>0.55700000000000005</c:v>
                </c:pt>
                <c:pt idx="558">
                  <c:v>0.55800000000000005</c:v>
                </c:pt>
                <c:pt idx="559">
                  <c:v>0.55900000000000005</c:v>
                </c:pt>
                <c:pt idx="560">
                  <c:v>0.56000000000000005</c:v>
                </c:pt>
                <c:pt idx="561">
                  <c:v>0.56100000000000005</c:v>
                </c:pt>
                <c:pt idx="562">
                  <c:v>0.56200000000000006</c:v>
                </c:pt>
                <c:pt idx="563">
                  <c:v>0.56300000000000006</c:v>
                </c:pt>
                <c:pt idx="564">
                  <c:v>0.56400000000000006</c:v>
                </c:pt>
                <c:pt idx="565">
                  <c:v>0.56500000000000006</c:v>
                </c:pt>
                <c:pt idx="566">
                  <c:v>0.56600000000000006</c:v>
                </c:pt>
                <c:pt idx="567">
                  <c:v>0.56700000000000006</c:v>
                </c:pt>
                <c:pt idx="568">
                  <c:v>0.56800000000000006</c:v>
                </c:pt>
                <c:pt idx="569">
                  <c:v>0.56900000000000006</c:v>
                </c:pt>
                <c:pt idx="570">
                  <c:v>0.57000000000000006</c:v>
                </c:pt>
                <c:pt idx="571">
                  <c:v>0.57100000000000006</c:v>
                </c:pt>
                <c:pt idx="572">
                  <c:v>0.57200000000000006</c:v>
                </c:pt>
                <c:pt idx="573">
                  <c:v>0.57300000000000006</c:v>
                </c:pt>
                <c:pt idx="574">
                  <c:v>0.57400000000000007</c:v>
                </c:pt>
                <c:pt idx="575">
                  <c:v>0.57500000000000007</c:v>
                </c:pt>
                <c:pt idx="576">
                  <c:v>0.57600000000000007</c:v>
                </c:pt>
                <c:pt idx="577">
                  <c:v>0.57699999999999996</c:v>
                </c:pt>
                <c:pt idx="578">
                  <c:v>0.57799999999999996</c:v>
                </c:pt>
                <c:pt idx="579">
                  <c:v>0.57899999999999996</c:v>
                </c:pt>
                <c:pt idx="580">
                  <c:v>0.57999999999999996</c:v>
                </c:pt>
                <c:pt idx="581">
                  <c:v>0.58099999999999996</c:v>
                </c:pt>
                <c:pt idx="582">
                  <c:v>0.58199999999999996</c:v>
                </c:pt>
                <c:pt idx="583">
                  <c:v>0.58299999999999996</c:v>
                </c:pt>
                <c:pt idx="584">
                  <c:v>0.58399999999999996</c:v>
                </c:pt>
                <c:pt idx="585">
                  <c:v>0.58499999999999996</c:v>
                </c:pt>
                <c:pt idx="586">
                  <c:v>0.58599999999999997</c:v>
                </c:pt>
                <c:pt idx="587">
                  <c:v>0.58699999999999997</c:v>
                </c:pt>
                <c:pt idx="588">
                  <c:v>0.58799999999999997</c:v>
                </c:pt>
                <c:pt idx="589">
                  <c:v>0.58899999999999997</c:v>
                </c:pt>
                <c:pt idx="590">
                  <c:v>0.59</c:v>
                </c:pt>
                <c:pt idx="591">
                  <c:v>0.59099999999999997</c:v>
                </c:pt>
                <c:pt idx="592">
                  <c:v>0.59199999999999997</c:v>
                </c:pt>
                <c:pt idx="593">
                  <c:v>0.59299999999999997</c:v>
                </c:pt>
                <c:pt idx="594">
                  <c:v>0.59399999999999997</c:v>
                </c:pt>
                <c:pt idx="595">
                  <c:v>0.59499999999999997</c:v>
                </c:pt>
                <c:pt idx="596">
                  <c:v>0.59599999999999997</c:v>
                </c:pt>
                <c:pt idx="597">
                  <c:v>0.59699999999999998</c:v>
                </c:pt>
                <c:pt idx="598">
                  <c:v>0.59799999999999998</c:v>
                </c:pt>
                <c:pt idx="599">
                  <c:v>0.59899999999999998</c:v>
                </c:pt>
                <c:pt idx="600">
                  <c:v>0.6</c:v>
                </c:pt>
                <c:pt idx="601">
                  <c:v>0.60099999999999998</c:v>
                </c:pt>
                <c:pt idx="602">
                  <c:v>0.60199999999999998</c:v>
                </c:pt>
                <c:pt idx="603">
                  <c:v>0.60299999999999998</c:v>
                </c:pt>
                <c:pt idx="604">
                  <c:v>0.60399999999999998</c:v>
                </c:pt>
                <c:pt idx="605">
                  <c:v>0.60499999999999998</c:v>
                </c:pt>
                <c:pt idx="606">
                  <c:v>0.60599999999999998</c:v>
                </c:pt>
                <c:pt idx="607">
                  <c:v>0.60699999999999998</c:v>
                </c:pt>
                <c:pt idx="608">
                  <c:v>0.60799999999999998</c:v>
                </c:pt>
                <c:pt idx="609">
                  <c:v>0.60899999999999999</c:v>
                </c:pt>
                <c:pt idx="610">
                  <c:v>0.61</c:v>
                </c:pt>
                <c:pt idx="611">
                  <c:v>0.61099999999999999</c:v>
                </c:pt>
                <c:pt idx="612">
                  <c:v>0.61199999999999999</c:v>
                </c:pt>
                <c:pt idx="613">
                  <c:v>0.61299999999999999</c:v>
                </c:pt>
                <c:pt idx="614">
                  <c:v>0.61399999999999999</c:v>
                </c:pt>
                <c:pt idx="615">
                  <c:v>0.61499999999999999</c:v>
                </c:pt>
                <c:pt idx="616">
                  <c:v>0.61599999999999999</c:v>
                </c:pt>
                <c:pt idx="617">
                  <c:v>0.61699999999999999</c:v>
                </c:pt>
                <c:pt idx="618">
                  <c:v>0.61799999999999999</c:v>
                </c:pt>
                <c:pt idx="619">
                  <c:v>0.61899999999999999</c:v>
                </c:pt>
                <c:pt idx="620">
                  <c:v>0.62</c:v>
                </c:pt>
                <c:pt idx="621">
                  <c:v>0.621</c:v>
                </c:pt>
                <c:pt idx="622">
                  <c:v>0.622</c:v>
                </c:pt>
                <c:pt idx="623">
                  <c:v>0.623</c:v>
                </c:pt>
                <c:pt idx="624">
                  <c:v>0.624</c:v>
                </c:pt>
                <c:pt idx="625">
                  <c:v>0.625</c:v>
                </c:pt>
                <c:pt idx="626">
                  <c:v>0.626</c:v>
                </c:pt>
                <c:pt idx="627">
                  <c:v>0.627</c:v>
                </c:pt>
                <c:pt idx="628">
                  <c:v>0.628</c:v>
                </c:pt>
                <c:pt idx="629">
                  <c:v>0.629</c:v>
                </c:pt>
                <c:pt idx="630">
                  <c:v>0.63</c:v>
                </c:pt>
                <c:pt idx="631">
                  <c:v>0.63100000000000001</c:v>
                </c:pt>
                <c:pt idx="632">
                  <c:v>0.63200000000000001</c:v>
                </c:pt>
                <c:pt idx="633">
                  <c:v>0.63300000000000001</c:v>
                </c:pt>
                <c:pt idx="634">
                  <c:v>0.63400000000000001</c:v>
                </c:pt>
                <c:pt idx="635">
                  <c:v>0.63500000000000001</c:v>
                </c:pt>
                <c:pt idx="636">
                  <c:v>0.63600000000000001</c:v>
                </c:pt>
                <c:pt idx="637">
                  <c:v>0.63700000000000001</c:v>
                </c:pt>
                <c:pt idx="638">
                  <c:v>0.63800000000000001</c:v>
                </c:pt>
                <c:pt idx="639">
                  <c:v>0.63900000000000001</c:v>
                </c:pt>
                <c:pt idx="640">
                  <c:v>0.64</c:v>
                </c:pt>
                <c:pt idx="641">
                  <c:v>0.64100000000000001</c:v>
                </c:pt>
                <c:pt idx="642">
                  <c:v>0.64200000000000002</c:v>
                </c:pt>
                <c:pt idx="643">
                  <c:v>0.64300000000000002</c:v>
                </c:pt>
                <c:pt idx="644">
                  <c:v>0.64400000000000002</c:v>
                </c:pt>
                <c:pt idx="645">
                  <c:v>0.64500000000000002</c:v>
                </c:pt>
                <c:pt idx="646">
                  <c:v>0.64600000000000002</c:v>
                </c:pt>
                <c:pt idx="647">
                  <c:v>0.64700000000000002</c:v>
                </c:pt>
                <c:pt idx="648">
                  <c:v>0.64800000000000002</c:v>
                </c:pt>
                <c:pt idx="649">
                  <c:v>0.64900000000000002</c:v>
                </c:pt>
                <c:pt idx="650">
                  <c:v>0.65</c:v>
                </c:pt>
                <c:pt idx="651">
                  <c:v>0.65100000000000002</c:v>
                </c:pt>
                <c:pt idx="652">
                  <c:v>0.65200000000000002</c:v>
                </c:pt>
                <c:pt idx="653">
                  <c:v>0.65300000000000002</c:v>
                </c:pt>
                <c:pt idx="654">
                  <c:v>0.65400000000000003</c:v>
                </c:pt>
                <c:pt idx="655">
                  <c:v>0.65500000000000003</c:v>
                </c:pt>
                <c:pt idx="656">
                  <c:v>0.65600000000000003</c:v>
                </c:pt>
                <c:pt idx="657">
                  <c:v>0.65700000000000003</c:v>
                </c:pt>
                <c:pt idx="658">
                  <c:v>0.65800000000000003</c:v>
                </c:pt>
                <c:pt idx="659">
                  <c:v>0.65900000000000003</c:v>
                </c:pt>
                <c:pt idx="660">
                  <c:v>0.66</c:v>
                </c:pt>
                <c:pt idx="661">
                  <c:v>0.66100000000000003</c:v>
                </c:pt>
                <c:pt idx="662">
                  <c:v>0.66200000000000003</c:v>
                </c:pt>
                <c:pt idx="663">
                  <c:v>0.66300000000000003</c:v>
                </c:pt>
                <c:pt idx="664">
                  <c:v>0.66400000000000003</c:v>
                </c:pt>
                <c:pt idx="665">
                  <c:v>0.66500000000000004</c:v>
                </c:pt>
                <c:pt idx="666">
                  <c:v>0.66600000000000004</c:v>
                </c:pt>
                <c:pt idx="667">
                  <c:v>0.66700000000000004</c:v>
                </c:pt>
                <c:pt idx="668">
                  <c:v>0.66800000000000004</c:v>
                </c:pt>
                <c:pt idx="669">
                  <c:v>0.66900000000000004</c:v>
                </c:pt>
                <c:pt idx="670">
                  <c:v>0.67</c:v>
                </c:pt>
                <c:pt idx="671">
                  <c:v>0.67100000000000004</c:v>
                </c:pt>
                <c:pt idx="672">
                  <c:v>0.67200000000000004</c:v>
                </c:pt>
                <c:pt idx="673">
                  <c:v>0.67300000000000004</c:v>
                </c:pt>
                <c:pt idx="674">
                  <c:v>0.67400000000000004</c:v>
                </c:pt>
                <c:pt idx="675">
                  <c:v>0.67500000000000004</c:v>
                </c:pt>
                <c:pt idx="676">
                  <c:v>0.67600000000000005</c:v>
                </c:pt>
                <c:pt idx="677">
                  <c:v>0.67700000000000005</c:v>
                </c:pt>
                <c:pt idx="678">
                  <c:v>0.67800000000000005</c:v>
                </c:pt>
                <c:pt idx="679">
                  <c:v>0.67900000000000005</c:v>
                </c:pt>
                <c:pt idx="680">
                  <c:v>0.68</c:v>
                </c:pt>
                <c:pt idx="681">
                  <c:v>0.68100000000000005</c:v>
                </c:pt>
                <c:pt idx="682">
                  <c:v>0.68200000000000005</c:v>
                </c:pt>
                <c:pt idx="683">
                  <c:v>0.68300000000000005</c:v>
                </c:pt>
                <c:pt idx="684">
                  <c:v>0.68400000000000005</c:v>
                </c:pt>
                <c:pt idx="685">
                  <c:v>0.68500000000000005</c:v>
                </c:pt>
                <c:pt idx="686">
                  <c:v>0.68600000000000005</c:v>
                </c:pt>
                <c:pt idx="687">
                  <c:v>0.68700000000000006</c:v>
                </c:pt>
                <c:pt idx="688">
                  <c:v>0.68800000000000006</c:v>
                </c:pt>
                <c:pt idx="689">
                  <c:v>0.68900000000000006</c:v>
                </c:pt>
                <c:pt idx="690">
                  <c:v>0.69000000000000006</c:v>
                </c:pt>
                <c:pt idx="691">
                  <c:v>0.69100000000000006</c:v>
                </c:pt>
                <c:pt idx="692">
                  <c:v>0.69200000000000006</c:v>
                </c:pt>
                <c:pt idx="693">
                  <c:v>0.69300000000000006</c:v>
                </c:pt>
                <c:pt idx="694">
                  <c:v>0.69400000000000006</c:v>
                </c:pt>
                <c:pt idx="695">
                  <c:v>0.69500000000000006</c:v>
                </c:pt>
                <c:pt idx="696">
                  <c:v>0.69600000000000006</c:v>
                </c:pt>
                <c:pt idx="697">
                  <c:v>0.69700000000000006</c:v>
                </c:pt>
                <c:pt idx="698">
                  <c:v>0.69800000000000006</c:v>
                </c:pt>
                <c:pt idx="699">
                  <c:v>0.69900000000000007</c:v>
                </c:pt>
                <c:pt idx="700">
                  <c:v>0.70000000000000007</c:v>
                </c:pt>
                <c:pt idx="701">
                  <c:v>0.70100000000000007</c:v>
                </c:pt>
                <c:pt idx="702">
                  <c:v>0.70200000000000007</c:v>
                </c:pt>
                <c:pt idx="703">
                  <c:v>0.70300000000000007</c:v>
                </c:pt>
                <c:pt idx="704">
                  <c:v>0.70399999999999996</c:v>
                </c:pt>
                <c:pt idx="705">
                  <c:v>0.70499999999999996</c:v>
                </c:pt>
                <c:pt idx="706">
                  <c:v>0.70599999999999996</c:v>
                </c:pt>
                <c:pt idx="707">
                  <c:v>0.70699999999999996</c:v>
                </c:pt>
                <c:pt idx="708">
                  <c:v>0.70799999999999996</c:v>
                </c:pt>
                <c:pt idx="709">
                  <c:v>0.70899999999999996</c:v>
                </c:pt>
                <c:pt idx="710">
                  <c:v>0.71</c:v>
                </c:pt>
                <c:pt idx="711">
                  <c:v>0.71099999999999997</c:v>
                </c:pt>
                <c:pt idx="712">
                  <c:v>0.71199999999999997</c:v>
                </c:pt>
                <c:pt idx="713">
                  <c:v>0.71299999999999997</c:v>
                </c:pt>
                <c:pt idx="714">
                  <c:v>0.71399999999999997</c:v>
                </c:pt>
                <c:pt idx="715">
                  <c:v>0.71499999999999997</c:v>
                </c:pt>
                <c:pt idx="716">
                  <c:v>0.71599999999999997</c:v>
                </c:pt>
                <c:pt idx="717">
                  <c:v>0.71699999999999997</c:v>
                </c:pt>
                <c:pt idx="718">
                  <c:v>0.71799999999999997</c:v>
                </c:pt>
                <c:pt idx="719">
                  <c:v>0.71899999999999997</c:v>
                </c:pt>
                <c:pt idx="720">
                  <c:v>0.72</c:v>
                </c:pt>
                <c:pt idx="721">
                  <c:v>0.72099999999999997</c:v>
                </c:pt>
                <c:pt idx="722">
                  <c:v>0.72199999999999998</c:v>
                </c:pt>
                <c:pt idx="723">
                  <c:v>0.72299999999999998</c:v>
                </c:pt>
                <c:pt idx="724">
                  <c:v>0.72399999999999998</c:v>
                </c:pt>
                <c:pt idx="725">
                  <c:v>0.72499999999999998</c:v>
                </c:pt>
                <c:pt idx="726">
                  <c:v>0.72599999999999998</c:v>
                </c:pt>
                <c:pt idx="727">
                  <c:v>0.72699999999999998</c:v>
                </c:pt>
                <c:pt idx="728">
                  <c:v>0.72799999999999998</c:v>
                </c:pt>
                <c:pt idx="729">
                  <c:v>0.72899999999999998</c:v>
                </c:pt>
                <c:pt idx="730">
                  <c:v>0.73</c:v>
                </c:pt>
                <c:pt idx="731">
                  <c:v>0.73099999999999998</c:v>
                </c:pt>
                <c:pt idx="732">
                  <c:v>0.73199999999999998</c:v>
                </c:pt>
                <c:pt idx="733">
                  <c:v>0.73299999999999998</c:v>
                </c:pt>
                <c:pt idx="734">
                  <c:v>0.73399999999999999</c:v>
                </c:pt>
                <c:pt idx="735">
                  <c:v>0.73499999999999999</c:v>
                </c:pt>
                <c:pt idx="736">
                  <c:v>0.73599999999999999</c:v>
                </c:pt>
                <c:pt idx="737">
                  <c:v>0.73699999999999999</c:v>
                </c:pt>
                <c:pt idx="738">
                  <c:v>0.73799999999999999</c:v>
                </c:pt>
                <c:pt idx="739">
                  <c:v>0.73899999999999999</c:v>
                </c:pt>
                <c:pt idx="740">
                  <c:v>0.74</c:v>
                </c:pt>
                <c:pt idx="741">
                  <c:v>0.74099999999999999</c:v>
                </c:pt>
                <c:pt idx="742">
                  <c:v>0.74199999999999999</c:v>
                </c:pt>
                <c:pt idx="743">
                  <c:v>0.74299999999999999</c:v>
                </c:pt>
                <c:pt idx="744">
                  <c:v>0.74399999999999999</c:v>
                </c:pt>
                <c:pt idx="745">
                  <c:v>0.745</c:v>
                </c:pt>
                <c:pt idx="746">
                  <c:v>0.746</c:v>
                </c:pt>
                <c:pt idx="747">
                  <c:v>0.747</c:v>
                </c:pt>
                <c:pt idx="748">
                  <c:v>0.748</c:v>
                </c:pt>
                <c:pt idx="749">
                  <c:v>0.749</c:v>
                </c:pt>
                <c:pt idx="750">
                  <c:v>0.75</c:v>
                </c:pt>
                <c:pt idx="751">
                  <c:v>0.751</c:v>
                </c:pt>
                <c:pt idx="752">
                  <c:v>0.752</c:v>
                </c:pt>
                <c:pt idx="753">
                  <c:v>0.753</c:v>
                </c:pt>
                <c:pt idx="754">
                  <c:v>0.754</c:v>
                </c:pt>
                <c:pt idx="755">
                  <c:v>0.755</c:v>
                </c:pt>
                <c:pt idx="756">
                  <c:v>0.75600000000000001</c:v>
                </c:pt>
                <c:pt idx="757">
                  <c:v>0.75700000000000001</c:v>
                </c:pt>
                <c:pt idx="758">
                  <c:v>0.75800000000000001</c:v>
                </c:pt>
                <c:pt idx="759">
                  <c:v>0.75900000000000001</c:v>
                </c:pt>
                <c:pt idx="760">
                  <c:v>0.76</c:v>
                </c:pt>
                <c:pt idx="761">
                  <c:v>0.76100000000000001</c:v>
                </c:pt>
                <c:pt idx="762">
                  <c:v>0.76200000000000001</c:v>
                </c:pt>
                <c:pt idx="763">
                  <c:v>0.76300000000000001</c:v>
                </c:pt>
                <c:pt idx="764">
                  <c:v>0.76400000000000001</c:v>
                </c:pt>
                <c:pt idx="765">
                  <c:v>0.76500000000000001</c:v>
                </c:pt>
                <c:pt idx="766">
                  <c:v>0.76600000000000001</c:v>
                </c:pt>
                <c:pt idx="767">
                  <c:v>0.76700000000000002</c:v>
                </c:pt>
                <c:pt idx="768">
                  <c:v>0.76800000000000002</c:v>
                </c:pt>
                <c:pt idx="769">
                  <c:v>0.76900000000000002</c:v>
                </c:pt>
                <c:pt idx="770">
                  <c:v>0.77</c:v>
                </c:pt>
                <c:pt idx="771">
                  <c:v>0.77100000000000002</c:v>
                </c:pt>
                <c:pt idx="772">
                  <c:v>0.77200000000000002</c:v>
                </c:pt>
                <c:pt idx="773">
                  <c:v>0.77300000000000002</c:v>
                </c:pt>
                <c:pt idx="774">
                  <c:v>0.77400000000000002</c:v>
                </c:pt>
                <c:pt idx="775">
                  <c:v>0.77500000000000002</c:v>
                </c:pt>
                <c:pt idx="776">
                  <c:v>0.77600000000000002</c:v>
                </c:pt>
                <c:pt idx="777">
                  <c:v>0.77700000000000002</c:v>
                </c:pt>
                <c:pt idx="778">
                  <c:v>0.77800000000000002</c:v>
                </c:pt>
                <c:pt idx="779">
                  <c:v>0.77900000000000003</c:v>
                </c:pt>
                <c:pt idx="780">
                  <c:v>0.78</c:v>
                </c:pt>
                <c:pt idx="781">
                  <c:v>0.78100000000000003</c:v>
                </c:pt>
                <c:pt idx="782">
                  <c:v>0.78200000000000003</c:v>
                </c:pt>
                <c:pt idx="783">
                  <c:v>0.78300000000000003</c:v>
                </c:pt>
                <c:pt idx="784">
                  <c:v>0.78400000000000003</c:v>
                </c:pt>
                <c:pt idx="785">
                  <c:v>0.78500000000000003</c:v>
                </c:pt>
                <c:pt idx="786">
                  <c:v>0.78600000000000003</c:v>
                </c:pt>
                <c:pt idx="787">
                  <c:v>0.78700000000000003</c:v>
                </c:pt>
                <c:pt idx="788">
                  <c:v>0.78800000000000003</c:v>
                </c:pt>
                <c:pt idx="789">
                  <c:v>0.78900000000000003</c:v>
                </c:pt>
                <c:pt idx="790">
                  <c:v>0.79</c:v>
                </c:pt>
                <c:pt idx="791">
                  <c:v>0.79100000000000004</c:v>
                </c:pt>
                <c:pt idx="792">
                  <c:v>0.79200000000000004</c:v>
                </c:pt>
                <c:pt idx="793">
                  <c:v>0.79300000000000004</c:v>
                </c:pt>
                <c:pt idx="794">
                  <c:v>0.79400000000000004</c:v>
                </c:pt>
                <c:pt idx="795">
                  <c:v>0.79500000000000004</c:v>
                </c:pt>
                <c:pt idx="796">
                  <c:v>0.79600000000000004</c:v>
                </c:pt>
                <c:pt idx="797">
                  <c:v>0.79700000000000004</c:v>
                </c:pt>
                <c:pt idx="798">
                  <c:v>0.79800000000000004</c:v>
                </c:pt>
                <c:pt idx="799">
                  <c:v>0.79900000000000004</c:v>
                </c:pt>
                <c:pt idx="800">
                  <c:v>0.8</c:v>
                </c:pt>
                <c:pt idx="801">
                  <c:v>0.80100000000000005</c:v>
                </c:pt>
                <c:pt idx="802">
                  <c:v>0.80200000000000005</c:v>
                </c:pt>
                <c:pt idx="803">
                  <c:v>0.80300000000000005</c:v>
                </c:pt>
                <c:pt idx="804">
                  <c:v>0.80400000000000005</c:v>
                </c:pt>
                <c:pt idx="805">
                  <c:v>0.80500000000000005</c:v>
                </c:pt>
                <c:pt idx="806">
                  <c:v>0.80600000000000005</c:v>
                </c:pt>
                <c:pt idx="807">
                  <c:v>0.80700000000000005</c:v>
                </c:pt>
                <c:pt idx="808">
                  <c:v>0.80800000000000005</c:v>
                </c:pt>
                <c:pt idx="809">
                  <c:v>0.80900000000000005</c:v>
                </c:pt>
                <c:pt idx="810">
                  <c:v>0.81</c:v>
                </c:pt>
                <c:pt idx="811">
                  <c:v>0.81100000000000005</c:v>
                </c:pt>
                <c:pt idx="812">
                  <c:v>0.81200000000000006</c:v>
                </c:pt>
                <c:pt idx="813">
                  <c:v>0.81300000000000006</c:v>
                </c:pt>
                <c:pt idx="814">
                  <c:v>0.81400000000000006</c:v>
                </c:pt>
                <c:pt idx="815">
                  <c:v>0.81500000000000006</c:v>
                </c:pt>
                <c:pt idx="816">
                  <c:v>0.81600000000000006</c:v>
                </c:pt>
                <c:pt idx="817">
                  <c:v>0.81700000000000006</c:v>
                </c:pt>
                <c:pt idx="818">
                  <c:v>0.81800000000000006</c:v>
                </c:pt>
                <c:pt idx="819">
                  <c:v>0.81900000000000006</c:v>
                </c:pt>
                <c:pt idx="820">
                  <c:v>0.82000000000000006</c:v>
                </c:pt>
                <c:pt idx="821">
                  <c:v>0.82100000000000006</c:v>
                </c:pt>
                <c:pt idx="822">
                  <c:v>0.82200000000000006</c:v>
                </c:pt>
                <c:pt idx="823">
                  <c:v>0.82300000000000006</c:v>
                </c:pt>
                <c:pt idx="824">
                  <c:v>0.82400000000000007</c:v>
                </c:pt>
                <c:pt idx="825">
                  <c:v>0.82500000000000007</c:v>
                </c:pt>
                <c:pt idx="826">
                  <c:v>0.82600000000000007</c:v>
                </c:pt>
                <c:pt idx="827">
                  <c:v>0.82700000000000007</c:v>
                </c:pt>
                <c:pt idx="828">
                  <c:v>0.82800000000000007</c:v>
                </c:pt>
                <c:pt idx="829">
                  <c:v>0.82900000000000007</c:v>
                </c:pt>
                <c:pt idx="830">
                  <c:v>0.83000000000000007</c:v>
                </c:pt>
                <c:pt idx="831">
                  <c:v>0.83100000000000007</c:v>
                </c:pt>
                <c:pt idx="832">
                  <c:v>0.83200000000000007</c:v>
                </c:pt>
                <c:pt idx="833">
                  <c:v>0.83299999999999996</c:v>
                </c:pt>
                <c:pt idx="834">
                  <c:v>0.83399999999999996</c:v>
                </c:pt>
                <c:pt idx="835">
                  <c:v>0.83499999999999996</c:v>
                </c:pt>
                <c:pt idx="836">
                  <c:v>0.83599999999999997</c:v>
                </c:pt>
                <c:pt idx="837">
                  <c:v>0.83699999999999997</c:v>
                </c:pt>
                <c:pt idx="838">
                  <c:v>0.83799999999999997</c:v>
                </c:pt>
                <c:pt idx="839">
                  <c:v>0.83899999999999997</c:v>
                </c:pt>
                <c:pt idx="840">
                  <c:v>0.84</c:v>
                </c:pt>
                <c:pt idx="841">
                  <c:v>0.84099999999999997</c:v>
                </c:pt>
                <c:pt idx="842">
                  <c:v>0.84199999999999997</c:v>
                </c:pt>
                <c:pt idx="843">
                  <c:v>0.84299999999999997</c:v>
                </c:pt>
                <c:pt idx="844">
                  <c:v>0.84399999999999997</c:v>
                </c:pt>
                <c:pt idx="845">
                  <c:v>0.84499999999999997</c:v>
                </c:pt>
                <c:pt idx="846">
                  <c:v>0.84599999999999997</c:v>
                </c:pt>
                <c:pt idx="847">
                  <c:v>0.84699999999999998</c:v>
                </c:pt>
                <c:pt idx="848">
                  <c:v>0.84799999999999998</c:v>
                </c:pt>
                <c:pt idx="849">
                  <c:v>0.84899999999999998</c:v>
                </c:pt>
                <c:pt idx="850">
                  <c:v>0.85</c:v>
                </c:pt>
                <c:pt idx="851">
                  <c:v>0.85099999999999998</c:v>
                </c:pt>
                <c:pt idx="852">
                  <c:v>0.85199999999999998</c:v>
                </c:pt>
                <c:pt idx="853">
                  <c:v>0.85299999999999998</c:v>
                </c:pt>
                <c:pt idx="854">
                  <c:v>0.85399999999999998</c:v>
                </c:pt>
                <c:pt idx="855">
                  <c:v>0.85499999999999998</c:v>
                </c:pt>
                <c:pt idx="856">
                  <c:v>0.85599999999999998</c:v>
                </c:pt>
                <c:pt idx="857">
                  <c:v>0.85699999999999998</c:v>
                </c:pt>
                <c:pt idx="858">
                  <c:v>0.85799999999999998</c:v>
                </c:pt>
                <c:pt idx="859">
                  <c:v>0.85899999999999999</c:v>
                </c:pt>
                <c:pt idx="860">
                  <c:v>0.86</c:v>
                </c:pt>
                <c:pt idx="861">
                  <c:v>0.86099999999999999</c:v>
                </c:pt>
                <c:pt idx="862">
                  <c:v>0.86199999999999999</c:v>
                </c:pt>
                <c:pt idx="863">
                  <c:v>0.86299999999999999</c:v>
                </c:pt>
                <c:pt idx="864">
                  <c:v>0.86399999999999999</c:v>
                </c:pt>
                <c:pt idx="865">
                  <c:v>0.86499999999999999</c:v>
                </c:pt>
                <c:pt idx="866">
                  <c:v>0.86599999999999999</c:v>
                </c:pt>
                <c:pt idx="867">
                  <c:v>0.86699999999999999</c:v>
                </c:pt>
                <c:pt idx="868">
                  <c:v>0.86799999999999999</c:v>
                </c:pt>
                <c:pt idx="869">
                  <c:v>0.86899999999999999</c:v>
                </c:pt>
                <c:pt idx="870">
                  <c:v>0.87</c:v>
                </c:pt>
                <c:pt idx="871">
                  <c:v>0.871</c:v>
                </c:pt>
                <c:pt idx="872">
                  <c:v>0.872</c:v>
                </c:pt>
                <c:pt idx="873">
                  <c:v>0.873</c:v>
                </c:pt>
                <c:pt idx="874">
                  <c:v>0.874</c:v>
                </c:pt>
                <c:pt idx="875">
                  <c:v>0.875</c:v>
                </c:pt>
                <c:pt idx="876">
                  <c:v>0.876</c:v>
                </c:pt>
                <c:pt idx="877">
                  <c:v>0.877</c:v>
                </c:pt>
                <c:pt idx="878">
                  <c:v>0.878</c:v>
                </c:pt>
                <c:pt idx="879">
                  <c:v>0.879</c:v>
                </c:pt>
                <c:pt idx="880">
                  <c:v>0.88</c:v>
                </c:pt>
                <c:pt idx="881">
                  <c:v>0.88100000000000001</c:v>
                </c:pt>
                <c:pt idx="882">
                  <c:v>0.88200000000000001</c:v>
                </c:pt>
                <c:pt idx="883">
                  <c:v>0.88300000000000001</c:v>
                </c:pt>
                <c:pt idx="884">
                  <c:v>0.88400000000000001</c:v>
                </c:pt>
                <c:pt idx="885">
                  <c:v>0.88500000000000001</c:v>
                </c:pt>
                <c:pt idx="886">
                  <c:v>0.88600000000000001</c:v>
                </c:pt>
                <c:pt idx="887">
                  <c:v>0.88700000000000001</c:v>
                </c:pt>
                <c:pt idx="888">
                  <c:v>0.88800000000000001</c:v>
                </c:pt>
                <c:pt idx="889">
                  <c:v>0.88900000000000001</c:v>
                </c:pt>
                <c:pt idx="890">
                  <c:v>0.89</c:v>
                </c:pt>
                <c:pt idx="891">
                  <c:v>0.89100000000000001</c:v>
                </c:pt>
                <c:pt idx="892">
                  <c:v>0.89200000000000002</c:v>
                </c:pt>
                <c:pt idx="893">
                  <c:v>0.89300000000000002</c:v>
                </c:pt>
                <c:pt idx="894">
                  <c:v>0.89400000000000002</c:v>
                </c:pt>
                <c:pt idx="895">
                  <c:v>0.89500000000000002</c:v>
                </c:pt>
                <c:pt idx="896">
                  <c:v>0.89600000000000002</c:v>
                </c:pt>
                <c:pt idx="897">
                  <c:v>0.89700000000000002</c:v>
                </c:pt>
                <c:pt idx="898">
                  <c:v>0.89800000000000002</c:v>
                </c:pt>
                <c:pt idx="899">
                  <c:v>0.89900000000000002</c:v>
                </c:pt>
                <c:pt idx="900">
                  <c:v>0.9</c:v>
                </c:pt>
                <c:pt idx="901">
                  <c:v>0.90100000000000002</c:v>
                </c:pt>
                <c:pt idx="902">
                  <c:v>0.90200000000000002</c:v>
                </c:pt>
                <c:pt idx="903">
                  <c:v>0.90300000000000002</c:v>
                </c:pt>
                <c:pt idx="904">
                  <c:v>0.90400000000000003</c:v>
                </c:pt>
                <c:pt idx="905">
                  <c:v>0.90500000000000003</c:v>
                </c:pt>
                <c:pt idx="906">
                  <c:v>0.90600000000000003</c:v>
                </c:pt>
                <c:pt idx="907">
                  <c:v>0.90700000000000003</c:v>
                </c:pt>
                <c:pt idx="908">
                  <c:v>0.90800000000000003</c:v>
                </c:pt>
                <c:pt idx="909">
                  <c:v>0.90900000000000003</c:v>
                </c:pt>
                <c:pt idx="910">
                  <c:v>0.91</c:v>
                </c:pt>
                <c:pt idx="911">
                  <c:v>0.91100000000000003</c:v>
                </c:pt>
                <c:pt idx="912">
                  <c:v>0.91200000000000003</c:v>
                </c:pt>
                <c:pt idx="913">
                  <c:v>0.91300000000000003</c:v>
                </c:pt>
                <c:pt idx="914">
                  <c:v>0.91400000000000003</c:v>
                </c:pt>
                <c:pt idx="915">
                  <c:v>0.91500000000000004</c:v>
                </c:pt>
                <c:pt idx="916">
                  <c:v>0.91600000000000004</c:v>
                </c:pt>
                <c:pt idx="917">
                  <c:v>0.91700000000000004</c:v>
                </c:pt>
                <c:pt idx="918">
                  <c:v>0.91800000000000004</c:v>
                </c:pt>
                <c:pt idx="919">
                  <c:v>0.91900000000000004</c:v>
                </c:pt>
                <c:pt idx="920">
                  <c:v>0.92</c:v>
                </c:pt>
                <c:pt idx="921">
                  <c:v>0.92100000000000004</c:v>
                </c:pt>
                <c:pt idx="922">
                  <c:v>0.92200000000000004</c:v>
                </c:pt>
                <c:pt idx="923">
                  <c:v>0.92300000000000004</c:v>
                </c:pt>
                <c:pt idx="924">
                  <c:v>0.92400000000000004</c:v>
                </c:pt>
                <c:pt idx="925">
                  <c:v>0.92500000000000004</c:v>
                </c:pt>
                <c:pt idx="926">
                  <c:v>0.92600000000000005</c:v>
                </c:pt>
                <c:pt idx="927">
                  <c:v>0.92700000000000005</c:v>
                </c:pt>
                <c:pt idx="928">
                  <c:v>0.92800000000000005</c:v>
                </c:pt>
                <c:pt idx="929">
                  <c:v>0.92900000000000005</c:v>
                </c:pt>
                <c:pt idx="930">
                  <c:v>0.93</c:v>
                </c:pt>
                <c:pt idx="931">
                  <c:v>0.93100000000000005</c:v>
                </c:pt>
                <c:pt idx="932">
                  <c:v>0.93200000000000005</c:v>
                </c:pt>
                <c:pt idx="933">
                  <c:v>0.93300000000000005</c:v>
                </c:pt>
                <c:pt idx="934">
                  <c:v>0.93400000000000005</c:v>
                </c:pt>
                <c:pt idx="935">
                  <c:v>0.93500000000000005</c:v>
                </c:pt>
                <c:pt idx="936">
                  <c:v>0.93600000000000005</c:v>
                </c:pt>
                <c:pt idx="937">
                  <c:v>0.93700000000000006</c:v>
                </c:pt>
                <c:pt idx="938">
                  <c:v>0.93800000000000006</c:v>
                </c:pt>
                <c:pt idx="939">
                  <c:v>0.93900000000000006</c:v>
                </c:pt>
                <c:pt idx="940">
                  <c:v>0.94000000000000006</c:v>
                </c:pt>
                <c:pt idx="941">
                  <c:v>0.94100000000000006</c:v>
                </c:pt>
                <c:pt idx="942">
                  <c:v>0.94200000000000006</c:v>
                </c:pt>
                <c:pt idx="943">
                  <c:v>0.94300000000000006</c:v>
                </c:pt>
                <c:pt idx="944">
                  <c:v>0.94400000000000006</c:v>
                </c:pt>
                <c:pt idx="945">
                  <c:v>0.94500000000000006</c:v>
                </c:pt>
                <c:pt idx="946">
                  <c:v>0.94600000000000006</c:v>
                </c:pt>
                <c:pt idx="947">
                  <c:v>0.94700000000000006</c:v>
                </c:pt>
                <c:pt idx="948">
                  <c:v>0.94800000000000006</c:v>
                </c:pt>
                <c:pt idx="949">
                  <c:v>0.94900000000000007</c:v>
                </c:pt>
                <c:pt idx="950">
                  <c:v>0.95000000000000007</c:v>
                </c:pt>
                <c:pt idx="951">
                  <c:v>0.95100000000000007</c:v>
                </c:pt>
                <c:pt idx="952">
                  <c:v>0.95200000000000007</c:v>
                </c:pt>
                <c:pt idx="953">
                  <c:v>0.95300000000000007</c:v>
                </c:pt>
                <c:pt idx="954">
                  <c:v>0.95400000000000007</c:v>
                </c:pt>
                <c:pt idx="955">
                  <c:v>0.95500000000000007</c:v>
                </c:pt>
                <c:pt idx="956">
                  <c:v>0.95600000000000007</c:v>
                </c:pt>
                <c:pt idx="957">
                  <c:v>0.95700000000000007</c:v>
                </c:pt>
                <c:pt idx="958">
                  <c:v>0.95800000000000007</c:v>
                </c:pt>
                <c:pt idx="959">
                  <c:v>0.95900000000000007</c:v>
                </c:pt>
                <c:pt idx="960">
                  <c:v>0.96</c:v>
                </c:pt>
                <c:pt idx="961">
                  <c:v>0.96099999999999997</c:v>
                </c:pt>
                <c:pt idx="962">
                  <c:v>0.96199999999999997</c:v>
                </c:pt>
                <c:pt idx="963">
                  <c:v>0.96299999999999997</c:v>
                </c:pt>
                <c:pt idx="964">
                  <c:v>0.96399999999999997</c:v>
                </c:pt>
                <c:pt idx="965">
                  <c:v>0.96499999999999997</c:v>
                </c:pt>
                <c:pt idx="966">
                  <c:v>0.96599999999999997</c:v>
                </c:pt>
                <c:pt idx="967">
                  <c:v>0.96699999999999997</c:v>
                </c:pt>
                <c:pt idx="968">
                  <c:v>0.96799999999999997</c:v>
                </c:pt>
                <c:pt idx="969">
                  <c:v>0.96899999999999997</c:v>
                </c:pt>
                <c:pt idx="970">
                  <c:v>0.97</c:v>
                </c:pt>
                <c:pt idx="971">
                  <c:v>0.97099999999999997</c:v>
                </c:pt>
                <c:pt idx="972">
                  <c:v>0.97199999999999998</c:v>
                </c:pt>
                <c:pt idx="973">
                  <c:v>0.97299999999999998</c:v>
                </c:pt>
                <c:pt idx="974">
                  <c:v>0.97399999999999998</c:v>
                </c:pt>
                <c:pt idx="975">
                  <c:v>0.97499999999999998</c:v>
                </c:pt>
                <c:pt idx="976">
                  <c:v>0.97599999999999998</c:v>
                </c:pt>
                <c:pt idx="977">
                  <c:v>0.97699999999999998</c:v>
                </c:pt>
                <c:pt idx="978">
                  <c:v>0.97799999999999998</c:v>
                </c:pt>
                <c:pt idx="979">
                  <c:v>0.97899999999999998</c:v>
                </c:pt>
                <c:pt idx="980">
                  <c:v>0.98</c:v>
                </c:pt>
                <c:pt idx="981">
                  <c:v>0.98099999999999998</c:v>
                </c:pt>
                <c:pt idx="982">
                  <c:v>0.98199999999999998</c:v>
                </c:pt>
                <c:pt idx="983">
                  <c:v>0.98299999999999998</c:v>
                </c:pt>
                <c:pt idx="984">
                  <c:v>0.98399999999999999</c:v>
                </c:pt>
                <c:pt idx="985">
                  <c:v>0.98499999999999999</c:v>
                </c:pt>
                <c:pt idx="986">
                  <c:v>0.98599999999999999</c:v>
                </c:pt>
                <c:pt idx="987">
                  <c:v>0.98699999999999999</c:v>
                </c:pt>
                <c:pt idx="988">
                  <c:v>0.98799999999999999</c:v>
                </c:pt>
                <c:pt idx="989">
                  <c:v>0.98899999999999999</c:v>
                </c:pt>
                <c:pt idx="990">
                  <c:v>0.99</c:v>
                </c:pt>
                <c:pt idx="991">
                  <c:v>0.99099999999999999</c:v>
                </c:pt>
                <c:pt idx="992">
                  <c:v>0.99199999999999999</c:v>
                </c:pt>
                <c:pt idx="993">
                  <c:v>0.99299999999999999</c:v>
                </c:pt>
                <c:pt idx="994">
                  <c:v>0.99399999999999999</c:v>
                </c:pt>
                <c:pt idx="995">
                  <c:v>0.995</c:v>
                </c:pt>
                <c:pt idx="996">
                  <c:v>0.996</c:v>
                </c:pt>
                <c:pt idx="997">
                  <c:v>0.997</c:v>
                </c:pt>
                <c:pt idx="998">
                  <c:v>0.998</c:v>
                </c:pt>
                <c:pt idx="999">
                  <c:v>0.999</c:v>
                </c:pt>
                <c:pt idx="1000">
                  <c:v>1</c:v>
                </c:pt>
              </c:numCache>
            </c:numRef>
          </c:xVal>
          <c:yVal>
            <c:numRef>
              <c:f>Sheet2!$F$2:$F$1002</c:f>
              <c:numCache>
                <c:formatCode>General</c:formatCode>
                <c:ptCount val="1001"/>
                <c:pt idx="0">
                  <c:v>2.0142117684944088E-20</c:v>
                </c:pt>
                <c:pt idx="1">
                  <c:v>2.2053484714483274E-20</c:v>
                </c:pt>
                <c:pt idx="2">
                  <c:v>2.4144039058815929E-20</c:v>
                </c:pt>
                <c:pt idx="3">
                  <c:v>2.6430369537021272E-20</c:v>
                </c:pt>
                <c:pt idx="4">
                  <c:v>2.8930580885078058E-20</c:v>
                </c:pt>
                <c:pt idx="5">
                  <c:v>3.1664430427294368E-20</c:v>
                </c:pt>
                <c:pt idx="6">
                  <c:v>3.4653476898263233E-20</c:v>
                </c:pt>
                <c:pt idx="7">
                  <c:v>3.792124247992639E-20</c:v>
                </c:pt>
                <c:pt idx="8">
                  <c:v>4.1493389210196763E-20</c:v>
                </c:pt>
                <c:pt idx="9">
                  <c:v>4.5397911019255603E-20</c:v>
                </c:pt>
                <c:pt idx="10">
                  <c:v>4.9665342757768544E-20</c:v>
                </c:pt>
                <c:pt idx="11">
                  <c:v>5.432898769854618E-20</c:v>
                </c:pt>
                <c:pt idx="12">
                  <c:v>5.9425165120374718E-20</c:v>
                </c:pt>
                <c:pt idx="13">
                  <c:v>6.4993479720708472E-20</c:v>
                </c:pt>
                <c:pt idx="14">
                  <c:v>7.1077114753496726E-20</c:v>
                </c:pt>
                <c:pt idx="15">
                  <c:v>7.7723150950622758E-20</c:v>
                </c:pt>
                <c:pt idx="16">
                  <c:v>8.4982913461296381E-20</c:v>
                </c:pt>
                <c:pt idx="17">
                  <c:v>9.291234923435454E-20</c:v>
                </c:pt>
                <c:pt idx="18">
                  <c:v>1.0157243747507919E-19</c:v>
                </c:pt>
                <c:pt idx="19">
                  <c:v>1.110296360320888E-19</c:v>
                </c:pt>
                <c:pt idx="20">
                  <c:v>1.2135636681257875E-19</c:v>
                </c:pt>
                <c:pt idx="21">
                  <c:v>1.3263154358717523E-19</c:v>
                </c:pt>
                <c:pt idx="22">
                  <c:v>1.4494114583064854E-19</c:v>
                </c:pt>
                <c:pt idx="23">
                  <c:v>1.5837884255344723E-19</c:v>
                </c:pt>
                <c:pt idx="24">
                  <c:v>1.7304667041346731E-19</c:v>
                </c:pt>
                <c:pt idx="25">
                  <c:v>1.8905577075970124E-19</c:v>
                </c:pt>
                <c:pt idx="26">
                  <c:v>2.0652719065181306E-19</c:v>
                </c:pt>
                <c:pt idx="27">
                  <c:v>2.2559275332449444E-19</c:v>
                </c:pt>
                <c:pt idx="28">
                  <c:v>2.4639600402563801E-19</c:v>
                </c:pt>
                <c:pt idx="29">
                  <c:v>2.6909323765546111E-19</c:v>
                </c:pt>
                <c:pt idx="30">
                  <c:v>2.9385461517303436E-19</c:v>
                </c:pt>
                <c:pt idx="31">
                  <c:v>3.2086537632051923E-19</c:v>
                </c:pt>
                <c:pt idx="32">
                  <c:v>3.5032715684727581E-19</c:v>
                </c:pt>
                <c:pt idx="33">
                  <c:v>3.8245941909998622E-19</c:v>
                </c:pt>
                <c:pt idx="34">
                  <c:v>4.1750100558505445E-19</c:v>
                </c:pt>
                <c:pt idx="35">
                  <c:v>4.55711825910334E-19</c:v>
                </c:pt>
                <c:pt idx="36">
                  <c:v>4.9737468837987735E-19</c:v>
                </c:pt>
                <c:pt idx="37">
                  <c:v>5.4279728845267855E-19</c:v>
                </c:pt>
                <c:pt idx="38">
                  <c:v>5.9231436729059106E-19</c:v>
                </c:pt>
                <c:pt idx="39">
                  <c:v>6.4629005471729535E-19</c:v>
                </c:pt>
                <c:pt idx="40">
                  <c:v>7.0512041209646726E-19</c:v>
                </c:pt>
                <c:pt idx="41">
                  <c:v>7.6923619192021151E-19</c:v>
                </c:pt>
                <c:pt idx="42">
                  <c:v>8.3910583228572493E-19</c:v>
                </c:pt>
                <c:pt idx="43">
                  <c:v>9.1523870593803827E-19</c:v>
                </c:pt>
                <c:pt idx="44">
                  <c:v>9.9818864517787614E-19</c:v>
                </c:pt>
                <c:pt idx="45">
                  <c:v>1.0885577656863169E-18</c:v>
                </c:pt>
                <c:pt idx="46">
                  <c:v>1.1870006142120862E-18</c:v>
                </c:pt>
                <c:pt idx="47">
                  <c:v>1.2942286671146688E-18</c:v>
                </c:pt>
                <c:pt idx="48">
                  <c:v>1.4110152089686664E-18</c:v>
                </c:pt>
                <c:pt idx="49">
                  <c:v>1.5382006228251075E-18</c:v>
                </c:pt>
                <c:pt idx="50">
                  <c:v>1.6766981263084048E-18</c:v>
                </c:pt>
                <c:pt idx="51">
                  <c:v>1.8274999905173173E-18</c:v>
                </c:pt>
                <c:pt idx="52">
                  <c:v>1.9916842817121548E-18</c:v>
                </c:pt>
                <c:pt idx="53">
                  <c:v>2.1704221690258747E-18</c:v>
                </c:pt>
                <c:pt idx="54">
                  <c:v>2.3649858449514518E-18</c:v>
                </c:pt>
                <c:pt idx="55">
                  <c:v>2.576757109154981E-18</c:v>
                </c:pt>
                <c:pt idx="56">
                  <c:v>2.807236670261681E-18</c:v>
                </c:pt>
                <c:pt idx="57">
                  <c:v>3.0580542246885481E-18</c:v>
                </c:pt>
                <c:pt idx="58">
                  <c:v>3.3309793763732971E-18</c:v>
                </c:pt>
                <c:pt idx="59">
                  <c:v>3.6279334664071907E-18</c:v>
                </c:pt>
                <c:pt idx="60">
                  <c:v>3.9510023871432412E-18</c:v>
                </c:pt>
                <c:pt idx="61">
                  <c:v>4.3024504613593768E-18</c:v>
                </c:pt>
                <c:pt idx="62">
                  <c:v>4.6847354735354945E-18</c:v>
                </c:pt>
                <c:pt idx="63">
                  <c:v>5.1005249472981474E-18</c:v>
                </c:pt>
                <c:pt idx="64">
                  <c:v>5.5527137706297561E-18</c:v>
                </c:pt>
                <c:pt idx="65">
                  <c:v>6.044443278578269E-18</c:v>
                </c:pt>
                <c:pt idx="66">
                  <c:v>6.5791219119826449E-18</c:v>
                </c:pt>
                <c:pt idx="67">
                  <c:v>7.1604475801958816E-18</c:v>
                </c:pt>
                <c:pt idx="68">
                  <c:v>7.7924318659990869E-18</c:v>
                </c:pt>
                <c:pt idx="69">
                  <c:v>8.4794262219094948E-18</c:v>
                </c:pt>
                <c:pt idx="70">
                  <c:v>9.2261503189555145E-18</c:v>
                </c:pt>
                <c:pt idx="71">
                  <c:v>1.0037722721790572E-17</c:v>
                </c:pt>
                <c:pt idx="72">
                  <c:v>1.0919694077811977E-17</c:v>
                </c:pt>
                <c:pt idx="73">
                  <c:v>1.1878083022821585E-17</c:v>
                </c:pt>
                <c:pt idx="74">
                  <c:v>1.2919415021788637E-17</c:v>
                </c:pt>
                <c:pt idx="75">
                  <c:v>1.4050764380548089E-17</c:v>
                </c:pt>
                <c:pt idx="76">
                  <c:v>1.527979968287294E-17</c:v>
                </c:pt>
                <c:pt idx="77">
                  <c:v>1.661483292740917E-17</c:v>
                </c:pt>
                <c:pt idx="78">
                  <c:v>1.8064872660563074E-17</c:v>
                </c:pt>
                <c:pt idx="79">
                  <c:v>1.9639681424692282E-17</c:v>
                </c:pt>
                <c:pt idx="80">
                  <c:v>2.1349837866015134E-17</c:v>
                </c:pt>
                <c:pt idx="81">
                  <c:v>2.3206803873638667E-17</c:v>
                </c:pt>
                <c:pt idx="82">
                  <c:v>2.522299715016929E-17</c:v>
                </c:pt>
                <c:pt idx="83">
                  <c:v>2.7411869645660211E-17</c:v>
                </c:pt>
                <c:pt idx="84">
                  <c:v>2.978799232034291E-17</c:v>
                </c:pt>
                <c:pt idx="85">
                  <c:v>3.2367146737857529E-17</c:v>
                </c:pt>
                <c:pt idx="86">
                  <c:v>3.5166424029732964E-17</c:v>
                </c:pt>
                <c:pt idx="87">
                  <c:v>3.8204331813893916E-17</c:v>
                </c:pt>
                <c:pt idx="88">
                  <c:v>4.1500909695180429E-17</c:v>
                </c:pt>
                <c:pt idx="89">
                  <c:v>4.507785402453551E-17</c:v>
                </c:pt>
                <c:pt idx="90">
                  <c:v>4.895865264586045E-17</c:v>
                </c:pt>
                <c:pt idx="91">
                  <c:v>5.3168730415877322E-17</c:v>
                </c:pt>
                <c:pt idx="92">
                  <c:v>5.7735606342915173E-17</c:v>
                </c:pt>
                <c:pt idx="93">
                  <c:v>6.2689063255725824E-17</c:v>
                </c:pt>
                <c:pt idx="94">
                  <c:v>6.8061330983515967E-17</c:v>
                </c:pt>
                <c:pt idx="95">
                  <c:v>7.3887284103782323E-17</c:v>
                </c:pt>
                <c:pt idx="96">
                  <c:v>8.0204655395572035E-17</c:v>
                </c:pt>
                <c:pt idx="97">
                  <c:v>8.7054266222961263E-17</c:v>
                </c:pt>
                <c:pt idx="98">
                  <c:v>9.4480275167217554E-17</c:v>
                </c:pt>
                <c:pt idx="99">
                  <c:v>1.0253044632684249E-16</c:v>
                </c:pt>
                <c:pt idx="100">
                  <c:v>1.1125643881294176E-16</c:v>
                </c:pt>
                <c:pt idx="101">
                  <c:v>1.2071411908368936E-16</c:v>
                </c:pt>
                <c:pt idx="102">
                  <c:v>1.3096389788671071E-16</c:v>
                </c:pt>
                <c:pt idx="103">
                  <c:v>1.4207109371251405E-16</c:v>
                </c:pt>
                <c:pt idx="104">
                  <c:v>1.5410632480645135E-16</c:v>
                </c:pt>
                <c:pt idx="105">
                  <c:v>1.6714593194173047E-16</c:v>
                </c:pt>
                <c:pt idx="106">
                  <c:v>1.8127243432255294E-16</c:v>
                </c:pt>
                <c:pt idx="107">
                  <c:v>1.9657502116534395E-16</c:v>
                </c:pt>
                <c:pt idx="108">
                  <c:v>2.1315008169813328E-16</c:v>
                </c:pt>
                <c:pt idx="109">
                  <c:v>2.3110177652446362E-16</c:v>
                </c:pt>
                <c:pt idx="110">
                  <c:v>2.5054265351969742E-16</c:v>
                </c:pt>
                <c:pt idx="111">
                  <c:v>2.7159431166538117E-16</c:v>
                </c:pt>
                <c:pt idx="112">
                  <c:v>2.9438811648263861E-16</c:v>
                </c:pt>
                <c:pt idx="113">
                  <c:v>3.1906597099955704E-16</c:v>
                </c:pt>
                <c:pt idx="114">
                  <c:v>3.4578114648162604E-16</c:v>
                </c:pt>
                <c:pt idx="115">
                  <c:v>3.7469917746990644E-16</c:v>
                </c:pt>
                <c:pt idx="116">
                  <c:v>4.0599882601022839E-16</c:v>
                </c:pt>
                <c:pt idx="117">
                  <c:v>4.3987312032011257E-16</c:v>
                </c:pt>
                <c:pt idx="118">
                  <c:v>4.7653047352990878E-16</c:v>
                </c:pt>
                <c:pt idx="119">
                  <c:v>5.1619588855274251E-16</c:v>
                </c:pt>
                <c:pt idx="120">
                  <c:v>5.5911225558648931E-16</c:v>
                </c:pt>
                <c:pt idx="121">
                  <c:v>6.0554174923184606E-16</c:v>
                </c:pt>
                <c:pt idx="122">
                  <c:v>6.5576733272654871E-16</c:v>
                </c:pt>
                <c:pt idx="123">
                  <c:v>7.1009437734870296E-16</c:v>
                </c:pt>
                <c:pt idx="124">
                  <c:v>7.6885240563538173E-16</c:v>
                </c:pt>
                <c:pt idx="125">
                  <c:v>8.3239696769811071E-16</c:v>
                </c:pt>
                <c:pt idx="126">
                  <c:v>9.0111166059848516E-16</c:v>
                </c:pt>
                <c:pt idx="127">
                  <c:v>9.7541030147727374E-16</c:v>
                </c:pt>
                <c:pt idx="128">
                  <c:v>1.0557392659133159E-15</c:v>
                </c:pt>
                <c:pt idx="129">
                  <c:v>1.142580003826915E-15</c:v>
                </c:pt>
                <c:pt idx="130">
                  <c:v>1.2364517461413621E-15</c:v>
                </c:pt>
                <c:pt idx="131">
                  <c:v>1.3379144163786635E-15</c:v>
                </c:pt>
                <c:pt idx="132">
                  <c:v>1.4475717623972519E-15</c:v>
                </c:pt>
                <c:pt idx="133">
                  <c:v>1.5660747245836912E-15</c:v>
                </c:pt>
                <c:pt idx="134">
                  <c:v>1.6941250579939195E-15</c:v>
                </c:pt>
                <c:pt idx="135">
                  <c:v>1.8324792272061283E-15</c:v>
                </c:pt>
                <c:pt idx="136">
                  <c:v>1.9819525940045314E-15</c:v>
                </c:pt>
                <c:pt idx="137">
                  <c:v>2.1434239194652475E-15</c:v>
                </c:pt>
                <c:pt idx="138">
                  <c:v>2.3178402035709388E-15</c:v>
                </c:pt>
                <c:pt idx="139">
                  <c:v>2.506221887145239E-15</c:v>
                </c:pt>
                <c:pt idx="140">
                  <c:v>2.709668442679456E-15</c:v>
                </c:pt>
                <c:pt idx="141">
                  <c:v>2.9293643825307241E-15</c:v>
                </c:pt>
                <c:pt idx="142">
                  <c:v>3.166585715011661E-15</c:v>
                </c:pt>
                <c:pt idx="143">
                  <c:v>3.4227068810734367E-15</c:v>
                </c:pt>
                <c:pt idx="144">
                  <c:v>3.6992082066212006E-15</c:v>
                </c:pt>
                <c:pt idx="145">
                  <c:v>3.9976839079982402E-15</c:v>
                </c:pt>
                <c:pt idx="146">
                  <c:v>4.3198506908484626E-15</c:v>
                </c:pt>
                <c:pt idx="147">
                  <c:v>4.6675569854249438E-15</c:v>
                </c:pt>
                <c:pt idx="148">
                  <c:v>5.0427928644687798E-15</c:v>
                </c:pt>
                <c:pt idx="149">
                  <c:v>5.4477006930512789E-15</c:v>
                </c:pt>
                <c:pt idx="150">
                  <c:v>5.8845865632679102E-15</c:v>
                </c:pt>
                <c:pt idx="151">
                  <c:v>6.3559325704065011E-15</c:v>
                </c:pt>
                <c:pt idx="152">
                  <c:v>6.8644099912087399E-15</c:v>
                </c:pt>
                <c:pt idx="153">
                  <c:v>7.4128934291099565E-15</c:v>
                </c:pt>
                <c:pt idx="154">
                  <c:v>8.0044759959060259E-15</c:v>
                </c:pt>
                <c:pt idx="155">
                  <c:v>8.6424856041702758E-15</c:v>
                </c:pt>
                <c:pt idx="156">
                  <c:v>9.3305024499528648E-15</c:v>
                </c:pt>
                <c:pt idx="157">
                  <c:v>1.0072377770859312E-14</c:v>
                </c:pt>
                <c:pt idx="158">
                  <c:v>1.0872253970551062E-14</c:v>
                </c:pt>
                <c:pt idx="159">
                  <c:v>1.1734586207060271E-14</c:v>
                </c:pt>
                <c:pt idx="160">
                  <c:v>1.2664165549094176E-14</c:v>
                </c:pt>
                <c:pt idx="161">
                  <c:v>1.3666143811746092E-14</c:v>
                </c:pt>
                <c:pt idx="162">
                  <c:v>1.4746060190765707E-14</c:v>
                </c:pt>
                <c:pt idx="163">
                  <c:v>1.5909869822798317E-14</c:v>
                </c:pt>
                <c:pt idx="164">
                  <c:v>1.7163974407817855E-14</c:v>
                </c:pt>
                <c:pt idx="165">
                  <c:v>1.8515255039390487E-14</c:v>
                </c:pt>
                <c:pt idx="166">
                  <c:v>1.9971107398448098E-14</c:v>
                </c:pt>
                <c:pt idx="167">
                  <c:v>2.1539479476972533E-14</c:v>
                </c:pt>
                <c:pt idx="168">
                  <c:v>2.3228912009428459E-14</c:v>
                </c:pt>
                <c:pt idx="169">
                  <c:v>2.504858180199072E-14</c:v>
                </c:pt>
                <c:pt idx="170">
                  <c:v>2.7008348162631593E-14</c:v>
                </c:pt>
                <c:pt idx="171">
                  <c:v>2.9118802649027245E-14</c:v>
                </c:pt>
                <c:pt idx="172">
                  <c:v>3.1391322366057885E-14</c:v>
                </c:pt>
                <c:pt idx="173">
                  <c:v>3.3838127060483821E-14</c:v>
                </c:pt>
                <c:pt idx="174">
                  <c:v>3.6472340277225939E-14</c:v>
                </c:pt>
                <c:pt idx="175">
                  <c:v>3.9308054859658731E-14</c:v>
                </c:pt>
                <c:pt idx="176">
                  <c:v>4.2360403095477141E-14</c:v>
                </c:pt>
                <c:pt idx="177">
                  <c:v>4.5645631830132256E-14</c:v>
                </c:pt>
                <c:pt idx="178">
                  <c:v>4.9181182891594444E-14</c:v>
                </c:pt>
                <c:pt idx="179">
                  <c:v>5.2985779193430707E-14</c:v>
                </c:pt>
                <c:pt idx="180">
                  <c:v>5.7079516907884939E-14</c:v>
                </c:pt>
                <c:pt idx="181">
                  <c:v>6.148396412704779E-14</c:v>
                </c:pt>
                <c:pt idx="182">
                  <c:v>6.6222266458240316E-14</c:v>
                </c:pt>
                <c:pt idx="183">
                  <c:v>7.1319260029703226E-14</c:v>
                </c:pt>
                <c:pt idx="184">
                  <c:v>7.6801592414503431E-14</c:v>
                </c:pt>
                <c:pt idx="185">
                  <c:v>8.2697852014576987E-14</c:v>
                </c:pt>
                <c:pt idx="186">
                  <c:v>8.9038706482922822E-14</c:v>
                </c:pt>
                <c:pt idx="187">
                  <c:v>9.5857050800528596E-14</c:v>
                </c:pt>
                <c:pt idx="188">
                  <c:v>1.0318816566554648E-13</c:v>
                </c:pt>
                <c:pt idx="189">
                  <c:v>1.1106988689595553E-13</c:v>
                </c:pt>
                <c:pt idx="190">
                  <c:v>1.1954278659334634E-13</c:v>
                </c:pt>
                <c:pt idx="191">
                  <c:v>1.286503668650106E-13</c:v>
                </c:pt>
                <c:pt idx="192">
                  <c:v>1.3843926695407222E-13</c:v>
                </c:pt>
                <c:pt idx="193">
                  <c:v>1.4895948468354393E-13</c:v>
                </c:pt>
                <c:pt idx="194">
                  <c:v>1.6026461317967322E-13</c:v>
                </c:pt>
                <c:pt idx="195">
                  <c:v>1.724120939035518E-13</c:v>
                </c:pt>
                <c:pt idx="196">
                  <c:v>1.854634870872482E-13</c:v>
                </c:pt>
                <c:pt idx="197">
                  <c:v>1.9948476074274526E-13</c:v>
                </c:pt>
                <c:pt idx="198">
                  <c:v>2.1454659948809643E-13</c:v>
                </c:pt>
                <c:pt idx="199">
                  <c:v>2.307247345166353E-13</c:v>
                </c:pt>
                <c:pt idx="200">
                  <c:v>2.4810029612125372E-13</c:v>
                </c:pt>
                <c:pt idx="201">
                  <c:v>2.667601902777641E-13</c:v>
                </c:pt>
                <c:pt idx="202">
                  <c:v>2.8679750088880877E-13</c:v>
                </c:pt>
                <c:pt idx="203">
                  <c:v>3.0831191939377242E-13</c:v>
                </c:pt>
                <c:pt idx="204">
                  <c:v>3.3141020356023762E-13</c:v>
                </c:pt>
                <c:pt idx="205">
                  <c:v>3.562066673900191E-13</c:v>
                </c:pt>
                <c:pt idx="206">
                  <c:v>3.8282370419716471E-13</c:v>
                </c:pt>
                <c:pt idx="207">
                  <c:v>4.1139234504795929E-13</c:v>
                </c:pt>
                <c:pt idx="208">
                  <c:v>4.4205285489337568E-13</c:v>
                </c:pt>
                <c:pt idx="209">
                  <c:v>4.7495536887413705E-13</c:v>
                </c:pt>
                <c:pt idx="210">
                  <c:v>5.1026057143700546E-13</c:v>
                </c:pt>
                <c:pt idx="211">
                  <c:v>5.4814042106977963E-13</c:v>
                </c:pt>
                <c:pt idx="212">
                  <c:v>5.8877892364134628E-13</c:v>
                </c:pt>
                <c:pt idx="213">
                  <c:v>6.3237295752335322E-13</c:v>
                </c:pt>
                <c:pt idx="214">
                  <c:v>6.7913315387193456E-13</c:v>
                </c:pt>
                <c:pt idx="215">
                  <c:v>7.2928483566223921E-13</c:v>
                </c:pt>
                <c:pt idx="216">
                  <c:v>7.8306901929601257E-13</c:v>
                </c:pt>
                <c:pt idx="217">
                  <c:v>8.4074348284396664E-13</c:v>
                </c:pt>
                <c:pt idx="218">
                  <c:v>9.0258390524093256E-13</c:v>
                </c:pt>
                <c:pt idx="219">
                  <c:v>9.6888508102385507E-13</c:v>
                </c:pt>
                <c:pt idx="220">
                  <c:v>1.0399622154910405E-12</c:v>
                </c:pt>
                <c:pt idx="221">
                  <c:v>1.1161523054673863E-12</c:v>
                </c:pt>
                <c:pt idx="222">
                  <c:v>1.1978156111850921E-12</c:v>
                </c:pt>
                <c:pt idx="223">
                  <c:v>1.2853372251336459E-12</c:v>
                </c:pt>
                <c:pt idx="224">
                  <c:v>1.3791287440984253E-12</c:v>
                </c:pt>
                <c:pt idx="225">
                  <c:v>1.4796300509945916E-12</c:v>
                </c:pt>
                <c:pt idx="226">
                  <c:v>1.5873112135137154E-12</c:v>
                </c:pt>
                <c:pt idx="227">
                  <c:v>1.7026745070362556E-12</c:v>
                </c:pt>
                <c:pt idx="228">
                  <c:v>1.8262565697245805E-12</c:v>
                </c:pt>
                <c:pt idx="229">
                  <c:v>1.9586306982008015E-12</c:v>
                </c:pt>
                <c:pt idx="230">
                  <c:v>2.1004092927322453E-12</c:v>
                </c:pt>
                <c:pt idx="231">
                  <c:v>2.2522464613972885E-12</c:v>
                </c:pt>
                <c:pt idx="232">
                  <c:v>2.4148407932865608E-12</c:v>
                </c:pt>
                <c:pt idx="233">
                  <c:v>2.5889383114118991E-12</c:v>
                </c:pt>
                <c:pt idx="234">
                  <c:v>2.7753356166489995E-12</c:v>
                </c:pt>
                <c:pt idx="235">
                  <c:v>2.9748832347325156E-12</c:v>
                </c:pt>
                <c:pt idx="236">
                  <c:v>3.1884891790556009E-12</c:v>
                </c:pt>
                <c:pt idx="237">
                  <c:v>3.4171227428030119E-12</c:v>
                </c:pt>
                <c:pt idx="238">
                  <c:v>3.6618185347689931E-12</c:v>
                </c:pt>
                <c:pt idx="239">
                  <c:v>3.9236807740828923E-12</c:v>
                </c:pt>
                <c:pt idx="240">
                  <c:v>4.2038878599863691E-12</c:v>
                </c:pt>
                <c:pt idx="241">
                  <c:v>4.5036972337831668E-12</c:v>
                </c:pt>
                <c:pt idx="242">
                  <c:v>4.8244505511146538E-12</c:v>
                </c:pt>
                <c:pt idx="243">
                  <c:v>5.1675791838080567E-12</c:v>
                </c:pt>
                <c:pt idx="244">
                  <c:v>5.5346100717010135E-12</c:v>
                </c:pt>
                <c:pt idx="245">
                  <c:v>5.9271719460701053E-12</c:v>
                </c:pt>
                <c:pt idx="246">
                  <c:v>6.3470019475860122E-12</c:v>
                </c:pt>
                <c:pt idx="247">
                  <c:v>6.7959526630879148E-12</c:v>
                </c:pt>
                <c:pt idx="248">
                  <c:v>7.2759996069186056E-12</c:v>
                </c:pt>
                <c:pt idx="249">
                  <c:v>7.789249174093995E-12</c:v>
                </c:pt>
                <c:pt idx="250">
                  <c:v>8.3379470942011614E-12</c:v>
                </c:pt>
                <c:pt idx="251">
                  <c:v>8.9244874166325348E-12</c:v>
                </c:pt>
                <c:pt idx="252">
                  <c:v>9.5514220595749974E-12</c:v>
                </c:pt>
                <c:pt idx="253">
                  <c:v>1.0221470957087386E-11</c:v>
                </c:pt>
                <c:pt idx="254">
                  <c:v>1.0937532840623763E-11</c:v>
                </c:pt>
                <c:pt idx="255">
                  <c:v>1.1702696693498908E-11</c:v>
                </c:pt>
                <c:pt idx="256">
                  <c:v>1.2520253919052694E-11</c:v>
                </c:pt>
                <c:pt idx="257">
                  <c:v>1.3393711265657762E-11</c:v>
                </c:pt>
                <c:pt idx="258">
                  <c:v>1.4326804554239077E-11</c:v>
                </c:pt>
                <c:pt idx="259">
                  <c:v>1.532351325663769E-11</c:v>
                </c:pt>
                <c:pt idx="260">
                  <c:v>1.6388075975968676E-11</c:v>
                </c:pt>
                <c:pt idx="261">
                  <c:v>1.7525006883093401E-11</c:v>
                </c:pt>
                <c:pt idx="262">
                  <c:v>1.8739113166469093E-11</c:v>
                </c:pt>
                <c:pt idx="263">
                  <c:v>2.0035513555951577E-11</c:v>
                </c:pt>
                <c:pt idx="264">
                  <c:v>2.1419657984628737E-11</c:v>
                </c:pt>
                <c:pt idx="265">
                  <c:v>2.2897348456455533E-11</c:v>
                </c:pt>
                <c:pt idx="266">
                  <c:v>2.4474761191363054E-11</c:v>
                </c:pt>
                <c:pt idx="267">
                  <c:v>2.6158470123627815E-11</c:v>
                </c:pt>
                <c:pt idx="268">
                  <c:v>2.7955471833633267E-11</c:v>
                </c:pt>
                <c:pt idx="269">
                  <c:v>2.9873211997735686E-11</c:v>
                </c:pt>
                <c:pt idx="270">
                  <c:v>3.1919613445784448E-11</c:v>
                </c:pt>
                <c:pt idx="271">
                  <c:v>3.4103105920943977E-11</c:v>
                </c:pt>
                <c:pt idx="272">
                  <c:v>3.6432657641847694E-11</c:v>
                </c:pt>
                <c:pt idx="273">
                  <c:v>3.8917808772784512E-11</c:v>
                </c:pt>
                <c:pt idx="274">
                  <c:v>4.1568706913605407E-11</c:v>
                </c:pt>
                <c:pt idx="275">
                  <c:v>4.439614472734189E-11</c:v>
                </c:pt>
                <c:pt idx="276">
                  <c:v>4.7411599830183058E-11</c:v>
                </c:pt>
                <c:pt idx="277">
                  <c:v>5.0627277075466863E-11</c:v>
                </c:pt>
                <c:pt idx="278">
                  <c:v>5.4056153370731579E-11</c:v>
                </c:pt>
                <c:pt idx="279">
                  <c:v>5.7712025174661577E-11</c:v>
                </c:pt>
                <c:pt idx="280">
                  <c:v>6.1609558828968406E-11</c:v>
                </c:pt>
                <c:pt idx="281">
                  <c:v>6.5764343888899719E-11</c:v>
                </c:pt>
                <c:pt idx="282">
                  <c:v>7.0192949625169118E-11</c:v>
                </c:pt>
                <c:pt idx="283">
                  <c:v>7.491298487970925E-11</c:v>
                </c:pt>
                <c:pt idx="284">
                  <c:v>7.9943161467749369E-11</c:v>
                </c:pt>
                <c:pt idx="285">
                  <c:v>8.5303361329367681E-11</c:v>
                </c:pt>
                <c:pt idx="286">
                  <c:v>9.1014707644879687E-11</c:v>
                </c:pt>
                <c:pt idx="287">
                  <c:v>9.7099640140226144E-11</c:v>
                </c:pt>
                <c:pt idx="288">
                  <c:v>1.035819948209488E-10</c:v>
                </c:pt>
                <c:pt idx="289">
                  <c:v>1.1048708838642289E-10</c:v>
                </c:pt>
                <c:pt idx="290">
                  <c:v>1.1784180758979037E-10</c:v>
                </c:pt>
                <c:pt idx="291">
                  <c:v>1.2567470382350353E-10</c:v>
                </c:pt>
                <c:pt idx="292">
                  <c:v>1.3401609322568119E-10</c:v>
                </c:pt>
                <c:pt idx="293">
                  <c:v>1.4289816261845012E-10</c:v>
                </c:pt>
                <c:pt idx="294">
                  <c:v>1.5235508160640952E-10</c:v>
                </c:pt>
                <c:pt idx="295">
                  <c:v>1.6242312118101078E-10</c:v>
                </c:pt>
                <c:pt idx="296">
                  <c:v>1.7314077919541268E-10</c:v>
                </c:pt>
                <c:pt idx="297">
                  <c:v>1.8454891309391117E-10</c:v>
                </c:pt>
                <c:pt idx="298">
                  <c:v>1.966908803007915E-10</c:v>
                </c:pt>
                <c:pt idx="299">
                  <c:v>2.0961268669504128E-10</c:v>
                </c:pt>
                <c:pt idx="300">
                  <c:v>2.2336314362031743E-10</c:v>
                </c:pt>
                <c:pt idx="301">
                  <c:v>2.3799403390338909E-10</c:v>
                </c:pt>
                <c:pt idx="302">
                  <c:v>2.5356028737969127E-10</c:v>
                </c:pt>
                <c:pt idx="303">
                  <c:v>2.7012016645084755E-10</c:v>
                </c:pt>
                <c:pt idx="304">
                  <c:v>2.8773546222719974E-10</c:v>
                </c:pt>
                <c:pt idx="305">
                  <c:v>3.0647170183723509E-10</c:v>
                </c:pt>
                <c:pt idx="306">
                  <c:v>3.2639836751694112E-10</c:v>
                </c:pt>
                <c:pt idx="307">
                  <c:v>3.4758912812399101E-10</c:v>
                </c:pt>
                <c:pt idx="308">
                  <c:v>3.7012208375590505E-10</c:v>
                </c:pt>
                <c:pt idx="309">
                  <c:v>3.9408002418662612E-10</c:v>
                </c:pt>
                <c:pt idx="310">
                  <c:v>4.1955070187358382E-10</c:v>
                </c:pt>
                <c:pt idx="311">
                  <c:v>4.4662712032630319E-10</c:v>
                </c:pt>
                <c:pt idx="312">
                  <c:v>4.7540783866904614E-10</c:v>
                </c:pt>
                <c:pt idx="313">
                  <c:v>5.0599729327293079E-10</c:v>
                </c:pt>
                <c:pt idx="314">
                  <c:v>5.3850613737864593E-10</c:v>
                </c:pt>
                <c:pt idx="315">
                  <c:v>5.7305159967813482E-10</c:v>
                </c:pt>
                <c:pt idx="316">
                  <c:v>6.0975786287392753E-10</c:v>
                </c:pt>
                <c:pt idx="317">
                  <c:v>6.4875646328683969E-10</c:v>
                </c:pt>
                <c:pt idx="318">
                  <c:v>6.9018671263806788E-10</c:v>
                </c:pt>
                <c:pt idx="319">
                  <c:v>7.341961431889749E-10</c:v>
                </c:pt>
                <c:pt idx="320">
                  <c:v>7.8094097748273008E-10</c:v>
                </c:pt>
                <c:pt idx="321">
                  <c:v>8.3058662399489995E-10</c:v>
                </c:pt>
                <c:pt idx="322">
                  <c:v>8.8330820006701028E-10</c:v>
                </c:pt>
                <c:pt idx="323">
                  <c:v>9.3929108356620705E-10</c:v>
                </c:pt>
                <c:pt idx="324">
                  <c:v>9.9873149478789731E-10</c:v>
                </c:pt>
                <c:pt idx="325">
                  <c:v>1.0618371101937901E-9</c:v>
                </c:pt>
                <c:pt idx="326">
                  <c:v>1.1288277096591214E-9</c:v>
                </c:pt>
                <c:pt idx="327">
                  <c:v>1.1999358589856384E-9</c:v>
                </c:pt>
                <c:pt idx="328">
                  <c:v>1.2754076295260489E-9</c:v>
                </c:pt>
                <c:pt idx="329">
                  <c:v>1.3555033568569167E-9</c:v>
                </c:pt>
                <c:pt idx="330">
                  <c:v>1.4404984405343262E-9</c:v>
                </c:pt>
                <c:pt idx="331">
                  <c:v>1.5306841870670345E-9</c:v>
                </c:pt>
                <c:pt idx="332">
                  <c:v>1.6263686983485015E-9</c:v>
                </c:pt>
                <c:pt idx="333">
                  <c:v>1.7278778078991217E-9</c:v>
                </c:pt>
                <c:pt idx="334">
                  <c:v>1.8355560673871932E-9</c:v>
                </c:pt>
                <c:pt idx="335">
                  <c:v>1.9497677860172241E-9</c:v>
                </c:pt>
                <c:pt idx="336">
                  <c:v>2.0708981255029194E-9</c:v>
                </c:pt>
                <c:pt idx="337">
                  <c:v>2.1993542534734592E-9</c:v>
                </c:pt>
                <c:pt idx="338">
                  <c:v>2.3355665583027602E-9</c:v>
                </c:pt>
                <c:pt idx="339">
                  <c:v>2.4799899284950224E-9</c:v>
                </c:pt>
                <c:pt idx="340">
                  <c:v>2.6331050999142506E-9</c:v>
                </c:pt>
                <c:pt idx="341">
                  <c:v>2.7954200743027329E-9</c:v>
                </c:pt>
                <c:pt idx="342">
                  <c:v>2.9674716127019104E-9</c:v>
                </c:pt>
                <c:pt idx="343">
                  <c:v>3.1498268075614506E-9</c:v>
                </c:pt>
                <c:pt idx="344">
                  <c:v>3.3430847375066419E-9</c:v>
                </c:pt>
                <c:pt idx="345">
                  <c:v>3.5478782089216572E-9</c:v>
                </c:pt>
                <c:pt idx="346">
                  <c:v>3.7648755887088583E-9</c:v>
                </c:pt>
                <c:pt idx="347">
                  <c:v>3.9947827327885145E-9</c:v>
                </c:pt>
                <c:pt idx="348">
                  <c:v>4.2383450151238655E-9</c:v>
                </c:pt>
                <c:pt idx="349">
                  <c:v>4.4963494622808543E-9</c:v>
                </c:pt>
                <c:pt idx="350">
                  <c:v>4.7696269987713515E-9</c:v>
                </c:pt>
                <c:pt idx="351">
                  <c:v>5.0590548086740162E-9</c:v>
                </c:pt>
                <c:pt idx="352">
                  <c:v>5.365558819288405E-9</c:v>
                </c:pt>
                <c:pt idx="353">
                  <c:v>5.6901163128451436E-9</c:v>
                </c:pt>
                <c:pt idx="354">
                  <c:v>6.0337586725797779E-9</c:v>
                </c:pt>
                <c:pt idx="355">
                  <c:v>6.3975742697704955E-9</c:v>
                </c:pt>
                <c:pt idx="356">
                  <c:v>6.7827114986483266E-9</c:v>
                </c:pt>
                <c:pt idx="357">
                  <c:v>7.1903819664089625E-9</c:v>
                </c:pt>
                <c:pt idx="358">
                  <c:v>7.6218638458901175E-9</c:v>
                </c:pt>
                <c:pt idx="359">
                  <c:v>8.0785053988274833E-9</c:v>
                </c:pt>
                <c:pt idx="360">
                  <c:v>8.5617286779677635E-9</c:v>
                </c:pt>
                <c:pt idx="361">
                  <c:v>9.0730334166957989E-9</c:v>
                </c:pt>
                <c:pt idx="362">
                  <c:v>9.6140011152309457E-9</c:v>
                </c:pt>
                <c:pt idx="363">
                  <c:v>1.0186299332860541E-8</c:v>
                </c:pt>
                <c:pt idx="364">
                  <c:v>1.0791686196109344E-8</c:v>
                </c:pt>
                <c:pt idx="365">
                  <c:v>1.1432015133194105E-8</c:v>
                </c:pt>
                <c:pt idx="366">
                  <c:v>1.2109239845580332E-8</c:v>
                </c:pt>
                <c:pt idx="367">
                  <c:v>1.2825419527946466E-8</c:v>
                </c:pt>
                <c:pt idx="368">
                  <c:v>1.3582724348371605E-8</c:v>
                </c:pt>
                <c:pt idx="369">
                  <c:v>1.4383441201090263E-8</c:v>
                </c:pt>
                <c:pt idx="370">
                  <c:v>1.5229979744712629E-8</c:v>
                </c:pt>
                <c:pt idx="371">
                  <c:v>1.6124878739383789E-8</c:v>
                </c:pt>
                <c:pt idx="372">
                  <c:v>1.7070812696954039E-8</c:v>
                </c:pt>
                <c:pt idx="373">
                  <c:v>1.8070598858858286E-8</c:v>
                </c:pt>
                <c:pt idx="374">
                  <c:v>1.9127204517051115E-8</c:v>
                </c:pt>
                <c:pt idx="375">
                  <c:v>2.0243754694022527E-8</c:v>
                </c:pt>
                <c:pt idx="376">
                  <c:v>2.1423540198622367E-8</c:v>
                </c:pt>
                <c:pt idx="377">
                  <c:v>2.2670026075156666E-8</c:v>
                </c:pt>
                <c:pt idx="378">
                  <c:v>2.3986860463980399E-8</c:v>
                </c:pt>
                <c:pt idx="379">
                  <c:v>2.5377883892607446E-8</c:v>
                </c:pt>
                <c:pt idx="380">
                  <c:v>2.6847139017182738E-8</c:v>
                </c:pt>
                <c:pt idx="381">
                  <c:v>2.8398880835022781E-8</c:v>
                </c:pt>
                <c:pt idx="382">
                  <c:v>3.0037587389824141E-8</c:v>
                </c:pt>
                <c:pt idx="383">
                  <c:v>3.1767970992068891E-8</c:v>
                </c:pt>
                <c:pt idx="384">
                  <c:v>3.3594989978122662E-8</c:v>
                </c:pt>
                <c:pt idx="385">
                  <c:v>3.5523861032527812E-8</c:v>
                </c:pt>
                <c:pt idx="386">
                  <c:v>3.7560072099035671E-8</c:v>
                </c:pt>
                <c:pt idx="387">
                  <c:v>3.9709395907011402E-8</c:v>
                </c:pt>
                <c:pt idx="388">
                  <c:v>4.1977904140970386E-8</c:v>
                </c:pt>
                <c:pt idx="389">
                  <c:v>4.4371982282180433E-8</c:v>
                </c:pt>
                <c:pt idx="390">
                  <c:v>4.6898345152479273E-8</c:v>
                </c:pt>
                <c:pt idx="391">
                  <c:v>4.9564053191724981E-8</c:v>
                </c:pt>
                <c:pt idx="392">
                  <c:v>5.2376529501608814E-8</c:v>
                </c:pt>
                <c:pt idx="393">
                  <c:v>5.5343577689926881E-8</c:v>
                </c:pt>
                <c:pt idx="394">
                  <c:v>5.8473400550823175E-8</c:v>
                </c:pt>
                <c:pt idx="395">
                  <c:v>6.1774619617985712E-8</c:v>
                </c:pt>
                <c:pt idx="396">
                  <c:v>6.5256295629308776E-8</c:v>
                </c:pt>
                <c:pt idx="397">
                  <c:v>6.8927949943114509E-8</c:v>
                </c:pt>
                <c:pt idx="398">
                  <c:v>7.2799586947673839E-8</c:v>
                </c:pt>
                <c:pt idx="399">
                  <c:v>7.6881717507472704E-8</c:v>
                </c:pt>
                <c:pt idx="400">
                  <c:v>8.1185383491440544E-8</c:v>
                </c:pt>
                <c:pt idx="401">
                  <c:v>8.5722183430188837E-8</c:v>
                </c:pt>
                <c:pt idx="402">
                  <c:v>9.0504299351219711E-8</c:v>
                </c:pt>
                <c:pt idx="403">
                  <c:v>9.5544524843028526E-8</c:v>
                </c:pt>
                <c:pt idx="404">
                  <c:v>1.0085629440108154E-7</c:v>
                </c:pt>
                <c:pt idx="405">
                  <c:v>1.0645371411076024E-7</c:v>
                </c:pt>
                <c:pt idx="406">
                  <c:v>1.1235159372457344E-7</c:v>
                </c:pt>
                <c:pt idx="407">
                  <c:v>1.1856548019320583E-7</c:v>
                </c:pt>
                <c:pt idx="408">
                  <c:v>1.2511169271234363E-7</c:v>
                </c:pt>
                <c:pt idx="409">
                  <c:v>1.3200735934964928E-7</c:v>
                </c:pt>
                <c:pt idx="410">
                  <c:v>1.3927045531880916E-7</c:v>
                </c:pt>
                <c:pt idx="411">
                  <c:v>1.4691984297017934E-7</c:v>
                </c:pt>
                <c:pt idx="412">
                  <c:v>1.5497531357028997E-7</c:v>
                </c:pt>
                <c:pt idx="413">
                  <c:v>1.6345763094526591E-7</c:v>
                </c:pt>
                <c:pt idx="414">
                  <c:v>1.7238857706614467E-7</c:v>
                </c:pt>
                <c:pt idx="415">
                  <c:v>1.8179099965707552E-7</c:v>
                </c:pt>
                <c:pt idx="416">
                  <c:v>1.9168886191050278E-7</c:v>
                </c:pt>
                <c:pt idx="417">
                  <c:v>2.0210729439666786E-7</c:v>
                </c:pt>
                <c:pt idx="418">
                  <c:v>2.1307264925809109E-7</c:v>
                </c:pt>
                <c:pt idx="419">
                  <c:v>2.2461255678315936E-7</c:v>
                </c:pt>
                <c:pt idx="420">
                  <c:v>2.367559844564804E-7</c:v>
                </c:pt>
                <c:pt idx="421">
                  <c:v>2.4953329858742527E-7</c:v>
                </c:pt>
                <c:pt idx="422">
                  <c:v>2.6297632862198525E-7</c:v>
                </c:pt>
                <c:pt idx="423">
                  <c:v>2.7711843424714158E-7</c:v>
                </c:pt>
                <c:pt idx="424">
                  <c:v>2.9199457540089035E-7</c:v>
                </c:pt>
                <c:pt idx="425">
                  <c:v>3.0764138530539907E-7</c:v>
                </c:pt>
                <c:pt idx="426">
                  <c:v>3.2409724664499813E-7</c:v>
                </c:pt>
                <c:pt idx="427">
                  <c:v>3.4140237101533008E-7</c:v>
                </c:pt>
                <c:pt idx="428">
                  <c:v>3.595988817744791E-7</c:v>
                </c:pt>
                <c:pt idx="429">
                  <c:v>3.7873090043185762E-7</c:v>
                </c:pt>
                <c:pt idx="430">
                  <c:v>3.9884463671536419E-7</c:v>
                </c:pt>
                <c:pt idx="431">
                  <c:v>4.199884824627136E-7</c:v>
                </c:pt>
                <c:pt idx="432">
                  <c:v>4.4221310948773204E-7</c:v>
                </c:pt>
                <c:pt idx="433">
                  <c:v>4.6557157157831036E-7</c:v>
                </c:pt>
                <c:pt idx="434">
                  <c:v>4.9011941078780012E-7</c:v>
                </c:pt>
                <c:pt idx="435">
                  <c:v>5.1591476818795407E-7</c:v>
                </c:pt>
                <c:pt idx="436">
                  <c:v>5.4301849925696948E-7</c:v>
                </c:pt>
                <c:pt idx="437">
                  <c:v>5.7149429408279726E-7</c:v>
                </c:pt>
                <c:pt idx="438">
                  <c:v>6.0140880256784033E-7</c:v>
                </c:pt>
                <c:pt idx="439">
                  <c:v>6.3283176482803487E-7</c:v>
                </c:pt>
                <c:pt idx="440">
                  <c:v>6.6583614698572917E-7</c:v>
                </c:pt>
                <c:pt idx="441">
                  <c:v>7.0049828256303849E-7</c:v>
                </c:pt>
                <c:pt idx="442">
                  <c:v>7.3689801968917121E-7</c:v>
                </c:pt>
                <c:pt idx="443">
                  <c:v>7.7511887434294168E-7</c:v>
                </c:pt>
                <c:pt idx="444">
                  <c:v>8.1524818985889474E-7</c:v>
                </c:pt>
                <c:pt idx="445">
                  <c:v>8.5737730293367867E-7</c:v>
                </c:pt>
                <c:pt idx="446">
                  <c:v>9.0160171637692072E-7</c:v>
                </c:pt>
                <c:pt idx="447">
                  <c:v>9.4802127885958096E-7</c:v>
                </c:pt>
                <c:pt idx="448">
                  <c:v>9.9674037192079971E-7</c:v>
                </c:pt>
                <c:pt idx="449">
                  <c:v>1.0478681045035381E-6</c:v>
                </c:pt>
                <c:pt idx="450">
                  <c:v>1.1015185152977546E-6</c:v>
                </c:pt>
                <c:pt idx="451">
                  <c:v>1.1578107831797319E-6</c:v>
                </c:pt>
                <c:pt idx="452">
                  <c:v>1.2168694460450504E-6</c:v>
                </c:pt>
                <c:pt idx="453">
                  <c:v>1.2788246283432746E-6</c:v>
                </c:pt>
                <c:pt idx="454">
                  <c:v>1.3438122776315193E-6</c:v>
                </c:pt>
                <c:pt idx="455">
                  <c:v>1.4119744104755583E-6</c:v>
                </c:pt>
                <c:pt idx="456">
                  <c:v>1.4834593680365777E-6</c:v>
                </c:pt>
                <c:pt idx="457">
                  <c:v>1.5584220816937146E-6</c:v>
                </c:pt>
                <c:pt idx="458">
                  <c:v>1.637024349062725E-6</c:v>
                </c:pt>
                <c:pt idx="459">
                  <c:v>1.7194351207836197E-6</c:v>
                </c:pt>
                <c:pt idx="460">
                  <c:v>1.8058307984609255E-6</c:v>
                </c:pt>
                <c:pt idx="461">
                  <c:v>1.8963955441534293E-6</c:v>
                </c:pt>
                <c:pt idx="462">
                  <c:v>1.9913216018215887E-6</c:v>
                </c:pt>
                <c:pt idx="463">
                  <c:v>2.0908096311547604E-6</c:v>
                </c:pt>
                <c:pt idx="464">
                  <c:v>2.1950690542122514E-6</c:v>
                </c:pt>
                <c:pt idx="465">
                  <c:v>2.3043184153269252E-6</c:v>
                </c:pt>
                <c:pt idx="466">
                  <c:v>2.4187857547326054E-6</c:v>
                </c:pt>
                <c:pt idx="467">
                  <c:v>2.5387089963918336E-6</c:v>
                </c:pt>
                <c:pt idx="468">
                  <c:v>2.6643363505138809E-6</c:v>
                </c:pt>
                <c:pt idx="469">
                  <c:v>2.7959267312689112E-6</c:v>
                </c:pt>
                <c:pt idx="470">
                  <c:v>2.933750190218087E-6</c:v>
                </c:pt>
                <c:pt idx="471">
                  <c:v>3.0780883659964409E-6</c:v>
                </c:pt>
                <c:pt idx="472">
                  <c:v>3.2292349507995045E-6</c:v>
                </c:pt>
                <c:pt idx="473">
                  <c:v>3.3874961742432425E-6</c:v>
                </c:pt>
                <c:pt idx="474">
                  <c:v>3.5531913051806338E-6</c:v>
                </c:pt>
                <c:pt idx="475">
                  <c:v>3.7266531720786841E-6</c:v>
                </c:pt>
                <c:pt idx="476">
                  <c:v>3.9082287025737617E-6</c:v>
                </c:pt>
                <c:pt idx="477">
                  <c:v>4.0982794828438228E-6</c:v>
                </c:pt>
                <c:pt idx="478">
                  <c:v>4.2971823374522122E-6</c:v>
                </c:pt>
                <c:pt idx="479">
                  <c:v>4.5053299303381701E-6</c:v>
                </c:pt>
                <c:pt idx="480">
                  <c:v>4.7231313876463812E-6</c:v>
                </c:pt>
                <c:pt idx="481">
                  <c:v>4.9510129431094999E-6</c:v>
                </c:pt>
                <c:pt idx="482">
                  <c:v>5.189418606715275E-6</c:v>
                </c:pt>
                <c:pt idx="483">
                  <c:v>5.4388108574121902E-6</c:v>
                </c:pt>
                <c:pt idx="484">
                  <c:v>5.6996713606268053E-6</c:v>
                </c:pt>
                <c:pt idx="485">
                  <c:v>5.9725017113880495E-6</c:v>
                </c:pt>
                <c:pt idx="486">
                  <c:v>6.2578242038749015E-6</c:v>
                </c:pt>
                <c:pt idx="487">
                  <c:v>6.5561826282259292E-6</c:v>
                </c:pt>
                <c:pt idx="488">
                  <c:v>6.8681430954718775E-6</c:v>
                </c:pt>
                <c:pt idx="489">
                  <c:v>7.1942948914750644E-6</c:v>
                </c:pt>
                <c:pt idx="490">
                  <c:v>7.5352513607829111E-6</c:v>
                </c:pt>
                <c:pt idx="491">
                  <c:v>7.8916508213265723E-6</c:v>
                </c:pt>
                <c:pt idx="492">
                  <c:v>8.2641575109199081E-6</c:v>
                </c:pt>
                <c:pt idx="493">
                  <c:v>8.6534625665386801E-6</c:v>
                </c:pt>
                <c:pt idx="494">
                  <c:v>9.0602850373848911E-6</c:v>
                </c:pt>
                <c:pt idx="495">
                  <c:v>9.4853729327668311E-6</c:v>
                </c:pt>
                <c:pt idx="496">
                  <c:v>9.9295043058510828E-6</c:v>
                </c:pt>
                <c:pt idx="497">
                  <c:v>1.0393488374369845E-5</c:v>
                </c:pt>
                <c:pt idx="498">
                  <c:v>1.0878166679392641E-5</c:v>
                </c:pt>
                <c:pt idx="499">
                  <c:v>1.1384414283299924E-5</c:v>
                </c:pt>
                <c:pt idx="500">
                  <c:v>1.1913141008122973E-5</c:v>
                </c:pt>
                <c:pt idx="501">
                  <c:v>1.24652927154433E-5</c:v>
                </c:pt>
                <c:pt idx="502">
                  <c:v>1.3041852629072559E-5</c:v>
                </c:pt>
                <c:pt idx="503">
                  <c:v>1.3643842701763781E-5</c:v>
                </c:pt>
                <c:pt idx="504">
                  <c:v>1.4272325027233431E-5</c:v>
                </c:pt>
                <c:pt idx="505">
                  <c:v>1.4928403298804427E-5</c:v>
                </c:pt>
                <c:pt idx="506">
                  <c:v>1.5613224316009548E-5</c:v>
                </c:pt>
                <c:pt idx="507">
                  <c:v>1.6327979540525933E-5</c:v>
                </c:pt>
                <c:pt idx="508">
                  <c:v>1.7073906702842595E-5</c:v>
                </c:pt>
                <c:pt idx="509">
                  <c:v>1.7852291461093407E-5</c:v>
                </c:pt>
                <c:pt idx="510">
                  <c:v>1.8664469113520537E-5</c:v>
                </c:pt>
                <c:pt idx="511">
                  <c:v>1.9511826366065742E-5</c:v>
                </c:pt>
                <c:pt idx="512">
                  <c:v>2.03958031566181E-5</c:v>
                </c:pt>
                <c:pt idx="513">
                  <c:v>2.1317894537481357E-5</c:v>
                </c:pt>
                <c:pt idx="514">
                  <c:v>2.2279652617656193E-5</c:v>
                </c:pt>
                <c:pt idx="515">
                  <c:v>2.3282688566565932E-5</c:v>
                </c:pt>
                <c:pt idx="516">
                  <c:v>2.4328674680889839E-5</c:v>
                </c:pt>
                <c:pt idx="517">
                  <c:v>2.5419346516199291E-5</c:v>
                </c:pt>
                <c:pt idx="518">
                  <c:v>2.6556505085130561E-5</c:v>
                </c:pt>
                <c:pt idx="519">
                  <c:v>2.7742019123858096E-5</c:v>
                </c:pt>
                <c:pt idx="520">
                  <c:v>2.8977827428671099E-5</c:v>
                </c:pt>
                <c:pt idx="521">
                  <c:v>3.026594126448845E-5</c:v>
                </c:pt>
                <c:pt idx="522">
                  <c:v>3.1608446847184518E-5</c:v>
                </c:pt>
                <c:pt idx="523">
                  <c:v>3.3007507901632526E-5</c:v>
                </c:pt>
                <c:pt idx="524">
                  <c:v>3.446536829740845E-5</c:v>
                </c:pt>
                <c:pt idx="525">
                  <c:v>3.5984354764134302E-5</c:v>
                </c:pt>
                <c:pt idx="526">
                  <c:v>3.7566879688475885E-5</c:v>
                </c:pt>
                <c:pt idx="527">
                  <c:v>3.9215443994845077E-5</c:v>
                </c:pt>
                <c:pt idx="528">
                  <c:v>4.0932640111894792E-5</c:v>
                </c:pt>
                <c:pt idx="529">
                  <c:v>4.272115502692918E-5</c:v>
                </c:pt>
                <c:pt idx="530">
                  <c:v>4.4583773430388951E-5</c:v>
                </c:pt>
                <c:pt idx="531">
                  <c:v>4.6523380952607508E-5</c:v>
                </c:pt>
                <c:pt idx="532">
                  <c:v>4.8542967495069428E-5</c:v>
                </c:pt>
                <c:pt idx="533">
                  <c:v>5.064563065844076E-5</c:v>
                </c:pt>
                <c:pt idx="534">
                  <c:v>5.2834579269673355E-5</c:v>
                </c:pt>
                <c:pt idx="535">
                  <c:v>5.5113137010524554E-5</c:v>
                </c:pt>
                <c:pt idx="536">
                  <c:v>5.7484746149867506E-5</c:v>
                </c:pt>
                <c:pt idx="537">
                  <c:v>5.9952971382203398E-5</c:v>
                </c:pt>
                <c:pt idx="538">
                  <c:v>6.2521503774820382E-5</c:v>
                </c:pt>
                <c:pt idx="539">
                  <c:v>6.5194164826084963E-5</c:v>
                </c:pt>
                <c:pt idx="540">
                  <c:v>6.7974910637375819E-5</c:v>
                </c:pt>
                <c:pt idx="541">
                  <c:v>7.0867836201213765E-5</c:v>
                </c:pt>
                <c:pt idx="542">
                  <c:v>7.3877179808172445E-5</c:v>
                </c:pt>
                <c:pt idx="543">
                  <c:v>7.7007327575183372E-5</c:v>
                </c:pt>
                <c:pt idx="544">
                  <c:v>8.026281809788975E-5</c:v>
                </c:pt>
                <c:pt idx="545">
                  <c:v>8.3648347229727673E-5</c:v>
                </c:pt>
                <c:pt idx="546">
                  <c:v>8.7168772990450229E-5</c:v>
                </c:pt>
                <c:pt idx="547">
                  <c:v>9.0829120606840372E-5</c:v>
                </c:pt>
                <c:pt idx="548">
                  <c:v>9.4634587688384802E-5</c:v>
                </c:pt>
                <c:pt idx="549">
                  <c:v>9.8590549540716104E-5</c:v>
                </c:pt>
                <c:pt idx="550">
                  <c:v>1.0270256461965543E-4</c:v>
                </c:pt>
                <c:pt idx="551">
                  <c:v>1.069763801287145E-4</c:v>
                </c:pt>
                <c:pt idx="552">
                  <c:v>1.1141793776294909E-4</c:v>
                </c:pt>
                <c:pt idx="553">
                  <c:v>1.1603337960207127E-4</c:v>
                </c:pt>
                <c:pt idx="554">
                  <c:v>1.2082905415576416E-4</c:v>
                </c:pt>
                <c:pt idx="555">
                  <c:v>1.2581152256415639E-4</c:v>
                </c:pt>
                <c:pt idx="556">
                  <c:v>1.3098756495644325E-4</c:v>
                </c:pt>
                <c:pt idx="557">
                  <c:v>1.3636418697065495E-4</c:v>
                </c:pt>
                <c:pt idx="558">
                  <c:v>1.4194862643760218E-4</c:v>
                </c:pt>
                <c:pt idx="559">
                  <c:v>1.4774836023203418E-4</c:v>
                </c:pt>
                <c:pt idx="560">
                  <c:v>1.5377111129407818E-4</c:v>
                </c:pt>
                <c:pt idx="561">
                  <c:v>1.6002485582402396E-4</c:v>
                </c:pt>
                <c:pt idx="562">
                  <c:v>1.6651783065354891E-4</c:v>
                </c:pt>
                <c:pt idx="563">
                  <c:v>1.7325854079648019E-4</c:v>
                </c:pt>
                <c:pt idx="564">
                  <c:v>1.8025576718220393E-4</c:v>
                </c:pt>
                <c:pt idx="565">
                  <c:v>1.8751857457483879E-4</c:v>
                </c:pt>
                <c:pt idx="566">
                  <c:v>1.9505631968129788E-4</c:v>
                </c:pt>
                <c:pt idx="567">
                  <c:v>2.0287865945136567E-4</c:v>
                </c:pt>
                <c:pt idx="568">
                  <c:v>2.1099555957292015E-4</c:v>
                </c:pt>
                <c:pt idx="569">
                  <c:v>2.1941730316542811E-4</c:v>
                </c:pt>
                <c:pt idx="570">
                  <c:v>2.2815449967484043E-4</c:v>
                </c:pt>
                <c:pt idx="571">
                  <c:v>2.3721809397300825E-4</c:v>
                </c:pt>
                <c:pt idx="572">
                  <c:v>2.4661937566473061E-4</c:v>
                </c:pt>
                <c:pt idx="573">
                  <c:v>2.5636998860554324E-4</c:v>
                </c:pt>
                <c:pt idx="574">
                  <c:v>2.6648194063332926E-4</c:v>
                </c:pt>
                <c:pt idx="575">
                  <c:v>2.7696761351683112E-4</c:v>
                </c:pt>
                <c:pt idx="576">
                  <c:v>2.8783977312412149E-4</c:v>
                </c:pt>
                <c:pt idx="577">
                  <c:v>2.9911157981405854E-4</c:v>
                </c:pt>
                <c:pt idx="578">
                  <c:v>3.1079659905374466E-4</c:v>
                </c:pt>
                <c:pt idx="579">
                  <c:v>3.2290881226495712E-4</c:v>
                </c:pt>
                <c:pt idx="580">
                  <c:v>3.3546262790251066E-4</c:v>
                </c:pt>
                <c:pt idx="581">
                  <c:v>3.4847289276746559E-4</c:v>
                </c:pt>
                <c:pt idx="582">
                  <c:v>3.6195490355804544E-4</c:v>
                </c:pt>
                <c:pt idx="583">
                  <c:v>3.759244186611186E-4</c:v>
                </c:pt>
                <c:pt idx="584">
                  <c:v>3.9039767018701408E-4</c:v>
                </c:pt>
                <c:pt idx="585">
                  <c:v>4.053913762504227E-4</c:v>
                </c:pt>
                <c:pt idx="586">
                  <c:v>4.2092275350006286E-4</c:v>
                </c:pt>
                <c:pt idx="587">
                  <c:v>4.3700952989974624E-4</c:v>
                </c:pt>
                <c:pt idx="588">
                  <c:v>4.5366995776340409E-4</c:v>
                </c:pt>
                <c:pt idx="589">
                  <c:v>4.7092282704657362E-4</c:v>
                </c:pt>
                <c:pt idx="590">
                  <c:v>4.8878747889679187E-4</c:v>
                </c:pt>
                <c:pt idx="591">
                  <c:v>5.0728381946522612E-4</c:v>
                </c:pt>
                <c:pt idx="592">
                  <c:v>5.2643233398184421E-4</c:v>
                </c:pt>
                <c:pt idx="593">
                  <c:v>5.4625410109629987E-4</c:v>
                </c:pt>
                <c:pt idx="594">
                  <c:v>5.6677080748664685E-4</c:v>
                </c:pt>
                <c:pt idx="595">
                  <c:v>5.8800476273788787E-4</c:v>
                </c:pt>
                <c:pt idx="596">
                  <c:v>6.0997891449227494E-4</c:v>
                </c:pt>
                <c:pt idx="597">
                  <c:v>6.3271686387315949E-4</c:v>
                </c:pt>
                <c:pt idx="598">
                  <c:v>6.5624288118410574E-4</c:v>
                </c:pt>
                <c:pt idx="599">
                  <c:v>6.8058192188483256E-4</c:v>
                </c:pt>
                <c:pt idx="600">
                  <c:v>7.0575964284547447E-4</c:v>
                </c:pt>
                <c:pt idx="601">
                  <c:v>7.3180241888047212E-4</c:v>
                </c:pt>
                <c:pt idx="602">
                  <c:v>7.5873735956331933E-4</c:v>
                </c:pt>
                <c:pt idx="603">
                  <c:v>7.8659232632323571E-4</c:v>
                </c:pt>
                <c:pt idx="604">
                  <c:v>8.1539594982468506E-4</c:v>
                </c:pt>
                <c:pt idx="605">
                  <c:v>8.4517764763052908E-4</c:v>
                </c:pt>
                <c:pt idx="606">
                  <c:v>8.7596764214943254E-4</c:v>
                </c:pt>
                <c:pt idx="607">
                  <c:v>9.0779697886799674E-4</c:v>
                </c:pt>
                <c:pt idx="608">
                  <c:v>9.4069754486790079E-4</c:v>
                </c:pt>
                <c:pt idx="609">
                  <c:v>9.7470208762819857E-4</c:v>
                </c:pt>
                <c:pt idx="610">
                  <c:v>1.0098442341126815E-3</c:v>
                </c:pt>
                <c:pt idx="611">
                  <c:v>1.0461585101421104E-3</c:v>
                </c:pt>
                <c:pt idx="612">
                  <c:v>1.0836803600508399E-3</c:v>
                </c:pt>
                <c:pt idx="613">
                  <c:v>1.1224461666272179E-3</c:v>
                </c:pt>
                <c:pt idx="614">
                  <c:v>1.162493271336927E-3</c:v>
                </c:pt>
                <c:pt idx="615">
                  <c:v>1.2038599948282019E-3</c:v>
                </c:pt>
                <c:pt idx="616">
                  <c:v>1.2465856577176535E-3</c:v>
                </c:pt>
                <c:pt idx="617">
                  <c:v>1.2907106016552007E-3</c:v>
                </c:pt>
                <c:pt idx="618">
                  <c:v>1.3362762106663743E-3</c:v>
                </c:pt>
                <c:pt idx="619">
                  <c:v>1.3833249327700212E-3</c:v>
                </c:pt>
                <c:pt idx="620">
                  <c:v>1.4319003018691703E-3</c:v>
                </c:pt>
                <c:pt idx="621">
                  <c:v>1.4820469599126224E-3</c:v>
                </c:pt>
                <c:pt idx="622">
                  <c:v>1.533810679324463E-3</c:v>
                </c:pt>
                <c:pt idx="623">
                  <c:v>1.5872383856985525E-3</c:v>
                </c:pt>
                <c:pt idx="624">
                  <c:v>1.6423781807546499E-3</c:v>
                </c:pt>
                <c:pt idx="625">
                  <c:v>1.6992793655526571E-3</c:v>
                </c:pt>
                <c:pt idx="626">
                  <c:v>1.7579924639610591E-3</c:v>
                </c:pt>
                <c:pt idx="627">
                  <c:v>1.8185692463754666E-3</c:v>
                </c:pt>
                <c:pt idx="628">
                  <c:v>1.8810627536827351E-3</c:v>
                </c:pt>
                <c:pt idx="629">
                  <c:v>1.9455273214659288E-3</c:v>
                </c:pt>
                <c:pt idx="630">
                  <c:v>2.0120186044449927E-3</c:v>
                </c:pt>
                <c:pt idx="631">
                  <c:v>2.0805936011477448E-3</c:v>
                </c:pt>
                <c:pt idx="632">
                  <c:v>2.1513106788053878E-3</c:v>
                </c:pt>
                <c:pt idx="633">
                  <c:v>2.2242295984664603E-3</c:v>
                </c:pt>
                <c:pt idx="634">
                  <c:v>2.2994115403227708E-3</c:v>
                </c:pt>
                <c:pt idx="635">
                  <c:v>2.3769191292404958E-3</c:v>
                </c:pt>
                <c:pt idx="636">
                  <c:v>2.4568164604892857E-3</c:v>
                </c:pt>
                <c:pt idx="637">
                  <c:v>2.5391691256618095E-3</c:v>
                </c:pt>
                <c:pt idx="638">
                  <c:v>2.624044238775847E-3</c:v>
                </c:pt>
                <c:pt idx="639">
                  <c:v>2.7115104625505876E-3</c:v>
                </c:pt>
                <c:pt idx="640">
                  <c:v>2.8016380348484869E-3</c:v>
                </c:pt>
                <c:pt idx="641">
                  <c:v>2.8944987952735156E-3</c:v>
                </c:pt>
                <c:pt idx="642">
                  <c:v>2.9901662119163831E-3</c:v>
                </c:pt>
                <c:pt idx="643">
                  <c:v>3.0887154082367718E-3</c:v>
                </c:pt>
                <c:pt idx="644">
                  <c:v>3.1902231900722412E-3</c:v>
                </c:pt>
                <c:pt idx="645">
                  <c:v>3.2947680727631215E-3</c:v>
                </c:pt>
                <c:pt idx="646">
                  <c:v>3.4024303083821233E-3</c:v>
                </c:pt>
                <c:pt idx="647">
                  <c:v>3.513291913057126E-3</c:v>
                </c:pt>
                <c:pt idx="648">
                  <c:v>3.6274366943750522E-3</c:v>
                </c:pt>
                <c:pt idx="649">
                  <c:v>3.7449502788542946E-3</c:v>
                </c:pt>
                <c:pt idx="650">
                  <c:v>3.865920139472811E-3</c:v>
                </c:pt>
                <c:pt idx="651">
                  <c:v>3.9904356232383789E-3</c:v>
                </c:pt>
                <c:pt idx="652">
                  <c:v>4.1185879787872517E-3</c:v>
                </c:pt>
                <c:pt idx="653">
                  <c:v>4.2504703839967416E-3</c:v>
                </c:pt>
                <c:pt idx="654">
                  <c:v>4.3861779735970084E-3</c:v>
                </c:pt>
                <c:pt idx="655">
                  <c:v>4.5258078667667224E-3</c:v>
                </c:pt>
                <c:pt idx="656">
                  <c:v>4.6694591946968272E-3</c:v>
                </c:pt>
                <c:pt idx="657">
                  <c:v>4.8172331281061869E-3</c:v>
                </c:pt>
                <c:pt idx="658">
                  <c:v>4.969232904692312E-3</c:v>
                </c:pt>
                <c:pt idx="659">
                  <c:v>5.1255638564999722E-3</c:v>
                </c:pt>
                <c:pt idx="660">
                  <c:v>5.2863334371899863E-3</c:v>
                </c:pt>
                <c:pt idx="661">
                  <c:v>5.4516512491899049E-3</c:v>
                </c:pt>
                <c:pt idx="662">
                  <c:v>5.6216290707079165E-3</c:v>
                </c:pt>
                <c:pt idx="663">
                  <c:v>5.796380882590769E-3</c:v>
                </c:pt>
                <c:pt idx="664">
                  <c:v>5.9760228950059488E-3</c:v>
                </c:pt>
                <c:pt idx="665">
                  <c:v>6.160673573927862E-3</c:v>
                </c:pt>
                <c:pt idx="666">
                  <c:v>6.3504536674074061E-3</c:v>
                </c:pt>
                <c:pt idx="667">
                  <c:v>6.5454862316035797E-3</c:v>
                </c:pt>
                <c:pt idx="668">
                  <c:v>6.7458966565554744E-3</c:v>
                </c:pt>
                <c:pt idx="669">
                  <c:v>6.9518126916723712E-3</c:v>
                </c:pt>
                <c:pt idx="670">
                  <c:v>7.1633644709192179E-3</c:v>
                </c:pt>
                <c:pt idx="671">
                  <c:v>7.3806845376742638E-3</c:v>
                </c:pt>
                <c:pt idx="672">
                  <c:v>7.6039078692350208E-3</c:v>
                </c:pt>
                <c:pt idx="673">
                  <c:v>7.8331719009485223E-3</c:v>
                </c:pt>
                <c:pt idx="674">
                  <c:v>8.0686165499408834E-3</c:v>
                </c:pt>
                <c:pt idx="675">
                  <c:v>8.3103842384211358E-3</c:v>
                </c:pt>
                <c:pt idx="676">
                  <c:v>8.5586199165335417E-3</c:v>
                </c:pt>
                <c:pt idx="677">
                  <c:v>8.8134710847322557E-3</c:v>
                </c:pt>
                <c:pt idx="678">
                  <c:v>9.0750878156515592E-3</c:v>
                </c:pt>
                <c:pt idx="679">
                  <c:v>9.3436227754446922E-3</c:v>
                </c:pt>
                <c:pt idx="680">
                  <c:v>9.6192312445634448E-3</c:v>
                </c:pt>
                <c:pt idx="681">
                  <c:v>9.9020711379507083E-3</c:v>
                </c:pt>
                <c:pt idx="682">
                  <c:v>1.0192303024617178E-2</c:v>
                </c:pt>
                <c:pt idx="683">
                  <c:v>1.0490090146573521E-2</c:v>
                </c:pt>
                <c:pt idx="684">
                  <c:v>1.0795598437088348E-2</c:v>
                </c:pt>
                <c:pt idx="685">
                  <c:v>1.1108996538242327E-2</c:v>
                </c:pt>
                <c:pt idx="686">
                  <c:v>1.1430455817748085E-2</c:v>
                </c:pt>
                <c:pt idx="687">
                  <c:v>1.1760150385005302E-2</c:v>
                </c:pt>
                <c:pt idx="688">
                  <c:v>1.2098257106359861E-2</c:v>
                </c:pt>
                <c:pt idx="689">
                  <c:v>1.2444955619535661E-2</c:v>
                </c:pt>
                <c:pt idx="690">
                  <c:v>1.2800428347207227E-2</c:v>
                </c:pt>
                <c:pt idx="691">
                  <c:v>1.3164860509680956E-2</c:v>
                </c:pt>
                <c:pt idx="692">
                  <c:v>1.3538440136652381E-2</c:v>
                </c:pt>
                <c:pt idx="693">
                  <c:v>1.3921358078006724E-2</c:v>
                </c:pt>
                <c:pt idx="694">
                  <c:v>1.4313808013629348E-2</c:v>
                </c:pt>
                <c:pt idx="695">
                  <c:v>1.4715986462192824E-2</c:v>
                </c:pt>
                <c:pt idx="696">
                  <c:v>1.5128092788886516E-2</c:v>
                </c:pt>
                <c:pt idx="697">
                  <c:v>1.5550329212054986E-2</c:v>
                </c:pt>
                <c:pt idx="698">
                  <c:v>1.5982900808710534E-2</c:v>
                </c:pt>
                <c:pt idx="699">
                  <c:v>1.6426015518885576E-2</c:v>
                </c:pt>
                <c:pt idx="700">
                  <c:v>1.6879884148789926E-2</c:v>
                </c:pt>
                <c:pt idx="701">
                  <c:v>1.7344720372738112E-2</c:v>
                </c:pt>
                <c:pt idx="702">
                  <c:v>1.7820740733811392E-2</c:v>
                </c:pt>
                <c:pt idx="703">
                  <c:v>1.8308164643219226E-2</c:v>
                </c:pt>
                <c:pt idx="704">
                  <c:v>1.8807214378324961E-2</c:v>
                </c:pt>
                <c:pt idx="705">
                  <c:v>1.9318115079300008E-2</c:v>
                </c:pt>
                <c:pt idx="706">
                  <c:v>1.984109474437027E-2</c:v>
                </c:pt>
                <c:pt idx="707">
                  <c:v>2.0376384223620175E-2</c:v>
                </c:pt>
                <c:pt idx="708">
                  <c:v>2.0924217211317837E-2</c:v>
                </c:pt>
                <c:pt idx="709">
                  <c:v>2.1484830236725587E-2</c:v>
                </c:pt>
                <c:pt idx="710">
                  <c:v>2.2058462653360221E-2</c:v>
                </c:pt>
                <c:pt idx="711">
                  <c:v>2.2645356626667185E-2</c:v>
                </c:pt>
                <c:pt idx="712">
                  <c:v>2.3245757120072989E-2</c:v>
                </c:pt>
                <c:pt idx="713">
                  <c:v>2.3859911879380215E-2</c:v>
                </c:pt>
                <c:pt idx="714">
                  <c:v>2.4488071415469687E-2</c:v>
                </c:pt>
                <c:pt idx="715">
                  <c:v>2.5130488985274375E-2</c:v>
                </c:pt>
                <c:pt idx="716">
                  <c:v>2.5787420570989941E-2</c:v>
                </c:pt>
                <c:pt idx="717">
                  <c:v>2.6459124857486974E-2</c:v>
                </c:pt>
                <c:pt idx="718">
                  <c:v>2.7145863207889986E-2</c:v>
                </c:pt>
                <c:pt idx="719">
                  <c:v>2.784789963728921E-2</c:v>
                </c:pt>
                <c:pt idx="720">
                  <c:v>2.8565500784550352E-2</c:v>
                </c:pt>
                <c:pt idx="721">
                  <c:v>2.9298935882189115E-2</c:v>
                </c:pt>
                <c:pt idx="722">
                  <c:v>3.0048476724276636E-2</c:v>
                </c:pt>
                <c:pt idx="723">
                  <c:v>3.0814397632342998E-2</c:v>
                </c:pt>
                <c:pt idx="724">
                  <c:v>3.1596975419246151E-2</c:v>
                </c:pt>
                <c:pt idx="725">
                  <c:v>3.2396489350974028E-2</c:v>
                </c:pt>
                <c:pt idx="726">
                  <c:v>3.3213221106348424E-2</c:v>
                </c:pt>
                <c:pt idx="727">
                  <c:v>3.4047454734599338E-2</c:v>
                </c:pt>
                <c:pt idx="728">
                  <c:v>3.4899476610779259E-2</c:v>
                </c:pt>
                <c:pt idx="729">
                  <c:v>3.5769575388987986E-2</c:v>
                </c:pt>
                <c:pt idx="730">
                  <c:v>3.6658041953377997E-2</c:v>
                </c:pt>
                <c:pt idx="731">
                  <c:v>3.756516936691242E-2</c:v>
                </c:pt>
                <c:pt idx="732">
                  <c:v>3.8491252817847592E-2</c:v>
                </c:pt>
                <c:pt idx="733">
                  <c:v>3.9436589563913077E-2</c:v>
                </c:pt>
                <c:pt idx="734">
                  <c:v>4.0401478874163205E-2</c:v>
                </c:pt>
                <c:pt idx="735">
                  <c:v>4.1386221968474447E-2</c:v>
                </c:pt>
                <c:pt idx="736">
                  <c:v>4.2391121954664365E-2</c:v>
                </c:pt>
                <c:pt idx="737">
                  <c:v>4.341648376320844E-2</c:v>
                </c:pt>
                <c:pt idx="738">
                  <c:v>4.4462614079532052E-2</c:v>
                </c:pt>
                <c:pt idx="739">
                  <c:v>4.5529821273856755E-2</c:v>
                </c:pt>
                <c:pt idx="740">
                  <c:v>4.6618415328579188E-2</c:v>
                </c:pt>
                <c:pt idx="741">
                  <c:v>4.7728707763164138E-2</c:v>
                </c:pt>
                <c:pt idx="742">
                  <c:v>4.8861011556532857E-2</c:v>
                </c:pt>
                <c:pt idx="743">
                  <c:v>5.001564106692985E-2</c:v>
                </c:pt>
                <c:pt idx="744">
                  <c:v>5.1192911949252046E-2</c:v>
                </c:pt>
                <c:pt idx="745">
                  <c:v>5.2393141069825559E-2</c:v>
                </c:pt>
                <c:pt idx="746">
                  <c:v>5.3616646418616937E-2</c:v>
                </c:pt>
                <c:pt idx="747">
                  <c:v>5.4863747018866552E-2</c:v>
                </c:pt>
                <c:pt idx="748">
                  <c:v>5.6134762834133725E-2</c:v>
                </c:pt>
                <c:pt idx="749">
                  <c:v>5.7430014672743869E-2</c:v>
                </c:pt>
                <c:pt idx="750">
                  <c:v>5.8749824089630552E-2</c:v>
                </c:pt>
                <c:pt idx="751">
                  <c:v>6.0094513285565344E-2</c:v>
                </c:pt>
                <c:pt idx="752">
                  <c:v>6.1464405003771282E-2</c:v>
                </c:pt>
                <c:pt idx="753">
                  <c:v>6.2859822423916273E-2</c:v>
                </c:pt>
                <c:pt idx="754">
                  <c:v>6.4281089053485174E-2</c:v>
                </c:pt>
                <c:pt idx="755">
                  <c:v>6.572852861653046E-2</c:v>
                </c:pt>
                <c:pt idx="756">
                  <c:v>6.7202464939802892E-2</c:v>
                </c:pt>
                <c:pt idx="757">
                  <c:v>6.8703221836266135E-2</c:v>
                </c:pt>
                <c:pt idx="758">
                  <c:v>7.0231122986000288E-2</c:v>
                </c:pt>
                <c:pt idx="759">
                  <c:v>7.1786491814500836E-2</c:v>
                </c:pt>
                <c:pt idx="760">
                  <c:v>7.3369651368382902E-2</c:v>
                </c:pt>
                <c:pt idx="761">
                  <c:v>7.4980924188500511E-2</c:v>
                </c:pt>
                <c:pt idx="762">
                  <c:v>7.6620632180493545E-2</c:v>
                </c:pt>
                <c:pt idx="763">
                  <c:v>7.8289096482777501E-2</c:v>
                </c:pt>
                <c:pt idx="764">
                  <c:v>7.9986637331992128E-2</c:v>
                </c:pt>
                <c:pt idx="765">
                  <c:v>8.1713573925926833E-2</c:v>
                </c:pt>
                <c:pt idx="766">
                  <c:v>8.3470224283944502E-2</c:v>
                </c:pt>
                <c:pt idx="767">
                  <c:v>8.5256905104925146E-2</c:v>
                </c:pt>
                <c:pt idx="768">
                  <c:v>8.7073931622754924E-2</c:v>
                </c:pt>
                <c:pt idx="769">
                  <c:v>8.8921617459386398E-2</c:v>
                </c:pt>
                <c:pt idx="770">
                  <c:v>9.0800274475498849E-2</c:v>
                </c:pt>
                <c:pt idx="771">
                  <c:v>9.2710212618791324E-2</c:v>
                </c:pt>
                <c:pt idx="772">
                  <c:v>9.4651739769938709E-2</c:v>
                </c:pt>
                <c:pt idx="773">
                  <c:v>9.6625161586249037E-2</c:v>
                </c:pt>
                <c:pt idx="774">
                  <c:v>9.8630781343057444E-2</c:v>
                </c:pt>
                <c:pt idx="775">
                  <c:v>0.10066889977289782</c:v>
                </c:pt>
                <c:pt idx="776">
                  <c:v>0.10273981490249436</c:v>
                </c:pt>
                <c:pt idx="777">
                  <c:v>0.10484382188761632</c:v>
                </c:pt>
                <c:pt idx="778">
                  <c:v>0.10698121284584336</c:v>
                </c:pt>
                <c:pt idx="779">
                  <c:v>0.10915227668729105</c:v>
                </c:pt>
                <c:pt idx="780">
                  <c:v>0.11135729894334555</c:v>
                </c:pt>
                <c:pt idx="781">
                  <c:v>0.11359656159346448</c:v>
                </c:pt>
                <c:pt idx="782">
                  <c:v>0.11587034289009665</c:v>
                </c:pt>
                <c:pt idx="783">
                  <c:v>0.11817891718178061</c:v>
                </c:pt>
                <c:pt idx="784">
                  <c:v>0.12052255473448253</c:v>
                </c:pt>
                <c:pt idx="785">
                  <c:v>0.12290152155123582</c:v>
                </c:pt>
                <c:pt idx="786">
                  <c:v>0.1253160791901482</c:v>
                </c:pt>
                <c:pt idx="787">
                  <c:v>0.12776648458084364</c:v>
                </c:pt>
                <c:pt idx="788">
                  <c:v>0.13025298983940925</c:v>
                </c:pt>
                <c:pt idx="789">
                  <c:v>0.13277584208191967</c:v>
                </c:pt>
                <c:pt idx="790">
                  <c:v>0.13533528323661276</c:v>
                </c:pt>
                <c:pt idx="791">
                  <c:v>0.13793154985479453</c:v>
                </c:pt>
                <c:pt idx="792">
                  <c:v>0.14056487292055259</c:v>
                </c:pt>
                <c:pt idx="793">
                  <c:v>0.14323547765935804</c:v>
                </c:pt>
                <c:pt idx="794">
                  <c:v>0.14594358334564259</c:v>
                </c:pt>
                <c:pt idx="795">
                  <c:v>0.14868940310943377</c:v>
                </c:pt>
                <c:pt idx="796">
                  <c:v>0.15147314374213902</c:v>
                </c:pt>
                <c:pt idx="797">
                  <c:v>0.15429500550156841</c:v>
                </c:pt>
                <c:pt idx="798">
                  <c:v>0.1571551819162878</c:v>
                </c:pt>
                <c:pt idx="799">
                  <c:v>0.16005385958939952</c:v>
                </c:pt>
                <c:pt idx="800">
                  <c:v>0.16299121800184557</c:v>
                </c:pt>
                <c:pt idx="801">
                  <c:v>0.16596742931533351</c:v>
                </c:pt>
                <c:pt idx="802">
                  <c:v>0.16898265817498642</c:v>
                </c:pt>
                <c:pt idx="803">
                  <c:v>0.17203706151181997</c:v>
                </c:pt>
                <c:pt idx="804">
                  <c:v>0.17513078834515108</c:v>
                </c:pt>
                <c:pt idx="805">
                  <c:v>0.17826397958504803</c:v>
                </c:pt>
                <c:pt idx="806">
                  <c:v>0.18143676783492754</c:v>
                </c:pt>
                <c:pt idx="807">
                  <c:v>0.18464927719441296</c:v>
                </c:pt>
                <c:pt idx="808">
                  <c:v>0.18790162306256505</c:v>
                </c:pt>
                <c:pt idx="809">
                  <c:v>0.19119391194160001</c:v>
                </c:pt>
                <c:pt idx="810">
                  <c:v>0.19452624124121146</c:v>
                </c:pt>
                <c:pt idx="811">
                  <c:v>0.19789869908361482</c:v>
                </c:pt>
                <c:pt idx="812">
                  <c:v>0.20131136410943254</c:v>
                </c:pt>
                <c:pt idx="813">
                  <c:v>0.20476430528454251</c:v>
                </c:pt>
                <c:pt idx="814">
                  <c:v>0.20825758170801187</c:v>
                </c:pt>
                <c:pt idx="815">
                  <c:v>0.2117912424212407</c:v>
                </c:pt>
                <c:pt idx="816">
                  <c:v>0.21536532621844068</c:v>
                </c:pt>
                <c:pt idx="817">
                  <c:v>0.2189798614585754</c:v>
                </c:pt>
                <c:pt idx="818">
                  <c:v>0.22263486587889117</c:v>
                </c:pt>
                <c:pt idx="819">
                  <c:v>0.22633034641016606</c:v>
                </c:pt>
                <c:pt idx="820">
                  <c:v>0.23006629899380932</c:v>
                </c:pt>
                <c:pt idx="821">
                  <c:v>0.2338427084009404</c:v>
                </c:pt>
                <c:pt idx="822">
                  <c:v>0.23765954805358133</c:v>
                </c:pt>
                <c:pt idx="823">
                  <c:v>0.24151677984809378</c:v>
                </c:pt>
                <c:pt idx="824">
                  <c:v>0.24541435398099659</c:v>
                </c:pt>
                <c:pt idx="825">
                  <c:v>0.24935220877729647</c:v>
                </c:pt>
                <c:pt idx="826">
                  <c:v>0.25333027052146723</c:v>
                </c:pt>
                <c:pt idx="827">
                  <c:v>0.25734845329121386</c:v>
                </c:pt>
                <c:pt idx="828">
                  <c:v>0.26140665879415576</c:v>
                </c:pt>
                <c:pt idx="829">
                  <c:v>0.26550477620756702</c:v>
                </c:pt>
                <c:pt idx="830">
                  <c:v>0.26964268202130831</c:v>
                </c:pt>
                <c:pt idx="831">
                  <c:v>0.27382023988408921</c:v>
                </c:pt>
                <c:pt idx="832">
                  <c:v>0.27803730045319436</c:v>
                </c:pt>
                <c:pt idx="833">
                  <c:v>0.28229370124781283</c:v>
                </c:pt>
                <c:pt idx="834">
                  <c:v>0.28658926650610622</c:v>
                </c:pt>
                <c:pt idx="835">
                  <c:v>0.29092380704614801</c:v>
                </c:pt>
                <c:pt idx="836">
                  <c:v>0.29529712013087617</c:v>
                </c:pt>
                <c:pt idx="837">
                  <c:v>0.29970898933718865</c:v>
                </c:pt>
                <c:pt idx="838">
                  <c:v>0.30415918442931777</c:v>
                </c:pt>
                <c:pt idx="839">
                  <c:v>0.30864746123661874</c:v>
                </c:pt>
                <c:pt idx="840">
                  <c:v>0.31317356153590364</c:v>
                </c:pt>
                <c:pt idx="841">
                  <c:v>0.31773721293845242</c:v>
                </c:pt>
                <c:pt idx="842">
                  <c:v>0.32233812878183415</c:v>
                </c:pt>
                <c:pt idx="843">
                  <c:v>0.32697600802666593</c:v>
                </c:pt>
                <c:pt idx="844">
                  <c:v>0.3316505351584389</c:v>
                </c:pt>
                <c:pt idx="845">
                  <c:v>0.33636138009453986</c:v>
                </c:pt>
                <c:pt idx="846">
                  <c:v>0.34110819809659182</c:v>
                </c:pt>
                <c:pt idx="847">
                  <c:v>0.3458906296882388</c:v>
                </c:pt>
                <c:pt idx="848">
                  <c:v>0.35070830057849767</c:v>
                </c:pt>
                <c:pt idx="849">
                  <c:v>0.35556082159079683</c:v>
                </c:pt>
                <c:pt idx="850">
                  <c:v>0.36044778859782084</c:v>
                </c:pt>
                <c:pt idx="851">
                  <c:v>0.36536878246227716</c:v>
                </c:pt>
                <c:pt idx="852">
                  <c:v>0.37032336898369933</c:v>
                </c:pt>
                <c:pt idx="853">
                  <c:v>0.37531109885139946</c:v>
                </c:pt>
                <c:pt idx="854">
                  <c:v>0.38033150760367884</c:v>
                </c:pt>
                <c:pt idx="855">
                  <c:v>0.38538411559340469</c:v>
                </c:pt>
                <c:pt idx="856">
                  <c:v>0.39046842796005682</c:v>
                </c:pt>
                <c:pt idx="857">
                  <c:v>0.39558393460834651</c:v>
                </c:pt>
                <c:pt idx="858">
                  <c:v>0.40073011019350707</c:v>
                </c:pt>
                <c:pt idx="859">
                  <c:v>0.40590641411335093</c:v>
                </c:pt>
                <c:pt idx="860">
                  <c:v>0.41111229050718734</c:v>
                </c:pt>
                <c:pt idx="861">
                  <c:v>0.41634716826169077</c:v>
                </c:pt>
                <c:pt idx="862">
                  <c:v>0.42161046102380467</c:v>
                </c:pt>
                <c:pt idx="863">
                  <c:v>0.42690156722076633</c:v>
                </c:pt>
                <c:pt idx="864">
                  <c:v>0.43221987008733065</c:v>
                </c:pt>
                <c:pt idx="865">
                  <c:v>0.43756473770026916</c:v>
                </c:pt>
                <c:pt idx="866">
                  <c:v>0.44293552302021827</c:v>
                </c:pt>
                <c:pt idx="867">
                  <c:v>0.44833156394094292</c:v>
                </c:pt>
                <c:pt idx="868">
                  <c:v>0.45375218334608247</c:v>
                </c:pt>
                <c:pt idx="869">
                  <c:v>0.45919668917343825</c:v>
                </c:pt>
                <c:pt idx="870">
                  <c:v>0.46466437448686004</c:v>
                </c:pt>
                <c:pt idx="871">
                  <c:v>0.47015451755578452</c:v>
                </c:pt>
                <c:pt idx="872">
                  <c:v>0.47566638194247246</c:v>
                </c:pt>
                <c:pt idx="873">
                  <c:v>0.48119921659698967</c:v>
                </c:pt>
                <c:pt idx="874">
                  <c:v>0.48675225595997174</c:v>
                </c:pt>
                <c:pt idx="875">
                  <c:v>0.49232472007320532</c:v>
                </c:pt>
                <c:pt idx="876">
                  <c:v>0.49791581469805946</c:v>
                </c:pt>
                <c:pt idx="877">
                  <c:v>0.50352473144179033</c:v>
                </c:pt>
                <c:pt idx="878">
                  <c:v>0.50915064789174136</c:v>
                </c:pt>
                <c:pt idx="879">
                  <c:v>0.51479272775745388</c:v>
                </c:pt>
                <c:pt idx="880">
                  <c:v>0.52045012102070209</c:v>
                </c:pt>
                <c:pt idx="881">
                  <c:v>0.52612196409345657</c:v>
                </c:pt>
                <c:pt idx="882">
                  <c:v>0.53180737998377747</c:v>
                </c:pt>
                <c:pt idx="883">
                  <c:v>0.53750547846963692</c:v>
                </c:pt>
                <c:pt idx="884">
                  <c:v>0.54321535628065687</c:v>
                </c:pt>
                <c:pt idx="885">
                  <c:v>0.54893609728775417</c:v>
                </c:pt>
                <c:pt idx="886">
                  <c:v>0.55466677270066833</c:v>
                </c:pt>
                <c:pt idx="887">
                  <c:v>0.56040644127335326</c:v>
                </c:pt>
                <c:pt idx="888">
                  <c:v>0.56615414951719756</c:v>
                </c:pt>
                <c:pt idx="889">
                  <c:v>0.57190893192204384</c:v>
                </c:pt>
                <c:pt idx="890">
                  <c:v>0.57766981118496297</c:v>
                </c:pt>
                <c:pt idx="891">
                  <c:v>0.58343579844673932</c:v>
                </c:pt>
                <c:pt idx="892">
                  <c:v>0.58920589353601682</c:v>
                </c:pt>
                <c:pt idx="893">
                  <c:v>0.59497908522104714</c:v>
                </c:pt>
                <c:pt idx="894">
                  <c:v>0.60075435146898126</c:v>
                </c:pt>
                <c:pt idx="895">
                  <c:v>0.60653065971263354</c:v>
                </c:pt>
                <c:pt idx="896">
                  <c:v>0.6123069671246486</c:v>
                </c:pt>
                <c:pt idx="897">
                  <c:v>0.61808222089899312</c:v>
                </c:pt>
                <c:pt idx="898">
                  <c:v>0.62385535853968577</c:v>
                </c:pt>
                <c:pt idx="899">
                  <c:v>0.62962530815668005</c:v>
                </c:pt>
                <c:pt idx="900">
                  <c:v>0.63539098876880351</c:v>
                </c:pt>
                <c:pt idx="901">
                  <c:v>0.64115131061365493</c:v>
                </c:pt>
                <c:pt idx="902">
                  <c:v>0.64690517546435244</c:v>
                </c:pt>
                <c:pt idx="903">
                  <c:v>0.65265147695302583</c:v>
                </c:pt>
                <c:pt idx="904">
                  <c:v>0.65838910090093228</c:v>
                </c:pt>
                <c:pt idx="905">
                  <c:v>0.6641169256550794</c:v>
                </c:pt>
                <c:pt idx="906">
                  <c:v>0.66983382243122613</c:v>
                </c:pt>
                <c:pt idx="907">
                  <c:v>0.67553865566313187</c:v>
                </c:pt>
                <c:pt idx="908">
                  <c:v>0.68123028335791613</c:v>
                </c:pt>
                <c:pt idx="909">
                  <c:v>0.68690755745738796</c:v>
                </c:pt>
                <c:pt idx="910">
                  <c:v>0.69256932420519801</c:v>
                </c:pt>
                <c:pt idx="911">
                  <c:v>0.69821442451966165</c:v>
                </c:pt>
                <c:pt idx="912">
                  <c:v>0.70384169437209843</c:v>
                </c:pt>
                <c:pt idx="913">
                  <c:v>0.70944996517052217</c:v>
                </c:pt>
                <c:pt idx="914">
                  <c:v>0.71503806414852145</c:v>
                </c:pt>
                <c:pt idx="915">
                  <c:v>0.72060481475915539</c:v>
                </c:pt>
                <c:pt idx="916">
                  <c:v>0.72614903707369116</c:v>
                </c:pt>
                <c:pt idx="917">
                  <c:v>0.73166954818500396</c:v>
                </c:pt>
                <c:pt idx="918">
                  <c:v>0.73716516261545484</c:v>
                </c:pt>
                <c:pt idx="919">
                  <c:v>0.74263469272905724</c:v>
                </c:pt>
                <c:pt idx="920">
                  <c:v>0.7480769491477417</c:v>
                </c:pt>
                <c:pt idx="921">
                  <c:v>0.75349074117151982</c:v>
                </c:pt>
                <c:pt idx="922">
                  <c:v>0.75887487720234859</c:v>
                </c:pt>
                <c:pt idx="923">
                  <c:v>0.76422816517149073</c:v>
                </c:pt>
                <c:pt idx="924">
                  <c:v>0.76954941297016088</c:v>
                </c:pt>
                <c:pt idx="925">
                  <c:v>0.77483742888324969</c:v>
                </c:pt>
                <c:pt idx="926">
                  <c:v>0.7800910220259053</c:v>
                </c:pt>
                <c:pt idx="927">
                  <c:v>0.7853090027827605</c:v>
                </c:pt>
                <c:pt idx="928">
                  <c:v>0.79049018324957743</c:v>
                </c:pt>
                <c:pt idx="929">
                  <c:v>0.79563337767708897</c:v>
                </c:pt>
                <c:pt idx="930">
                  <c:v>0.80073740291680828</c:v>
                </c:pt>
                <c:pt idx="931">
                  <c:v>0.80580107886857577</c:v>
                </c:pt>
                <c:pt idx="932">
                  <c:v>0.81082322892960978</c:v>
                </c:pt>
                <c:pt idx="933">
                  <c:v>0.81580268044482807</c:v>
                </c:pt>
                <c:pt idx="934">
                  <c:v>0.82073826515819881</c:v>
                </c:pt>
                <c:pt idx="935">
                  <c:v>0.82562881966488377</c:v>
                </c:pt>
                <c:pt idx="936">
                  <c:v>0.83047318586393082</c:v>
                </c:pt>
                <c:pt idx="937">
                  <c:v>0.83527021141127233</c:v>
                </c:pt>
                <c:pt idx="938">
                  <c:v>0.8400187501727826</c:v>
                </c:pt>
                <c:pt idx="939">
                  <c:v>0.84471766267714965</c:v>
                </c:pt>
                <c:pt idx="940">
                  <c:v>0.84936581656831267</c:v>
                </c:pt>
                <c:pt idx="941">
                  <c:v>0.8539620870572131</c:v>
                </c:pt>
                <c:pt idx="942">
                  <c:v>0.85850535737261247</c:v>
                </c:pt>
                <c:pt idx="943">
                  <c:v>0.86299451921072479</c:v>
                </c:pt>
                <c:pt idx="944">
                  <c:v>0.86742847318341099</c:v>
                </c:pt>
                <c:pt idx="945">
                  <c:v>0.87180612926468271</c:v>
                </c:pt>
                <c:pt idx="946">
                  <c:v>0.8761264072352648</c:v>
                </c:pt>
                <c:pt idx="947">
                  <c:v>0.88038823712496372</c:v>
                </c:pt>
                <c:pt idx="948">
                  <c:v>0.88459055965258804</c:v>
                </c:pt>
                <c:pt idx="949">
                  <c:v>0.88873232666316937</c:v>
                </c:pt>
                <c:pt idx="950">
                  <c:v>0.89281250156223346</c:v>
                </c:pt>
                <c:pt idx="951">
                  <c:v>0.89683005974686913</c:v>
                </c:pt>
                <c:pt idx="952">
                  <c:v>0.90078398903334478</c:v>
                </c:pt>
                <c:pt idx="953">
                  <c:v>0.90467329008102515</c:v>
                </c:pt>
                <c:pt idx="954">
                  <c:v>0.90849697681233788</c:v>
                </c:pt>
                <c:pt idx="955">
                  <c:v>0.91225407682854553</c:v>
                </c:pt>
                <c:pt idx="956">
                  <c:v>0.91594363182107774</c:v>
                </c:pt>
                <c:pt idx="957">
                  <c:v>0.91956469797817963</c:v>
                </c:pt>
                <c:pt idx="958">
                  <c:v>0.92311634638663609</c:v>
                </c:pt>
                <c:pt idx="959">
                  <c:v>0.92659766342833327</c:v>
                </c:pt>
                <c:pt idx="960">
                  <c:v>0.93000775117141921</c:v>
                </c:pt>
                <c:pt idx="961">
                  <c:v>0.93334572775583213</c:v>
                </c:pt>
                <c:pt idx="962">
                  <c:v>0.93661072777296084</c:v>
                </c:pt>
                <c:pt idx="963">
                  <c:v>0.93980190263921337</c:v>
                </c:pt>
                <c:pt idx="964">
                  <c:v>0.94291842096326517</c:v>
                </c:pt>
                <c:pt idx="965">
                  <c:v>0.94595946890676552</c:v>
                </c:pt>
                <c:pt idx="966">
                  <c:v>0.948924250538283</c:v>
                </c:pt>
                <c:pt idx="967">
                  <c:v>0.95181198818027613</c:v>
                </c:pt>
                <c:pt idx="968">
                  <c:v>0.9546219227488737</c:v>
                </c:pt>
                <c:pt idx="969">
                  <c:v>0.95735331408626323</c:v>
                </c:pt>
                <c:pt idx="970">
                  <c:v>0.96000544128547771</c:v>
                </c:pt>
                <c:pt idx="971">
                  <c:v>0.96257760300738437</c:v>
                </c:pt>
                <c:pt idx="972">
                  <c:v>0.9650691177896803</c:v>
                </c:pt>
                <c:pt idx="973">
                  <c:v>0.96747932434770567</c:v>
                </c:pt>
                <c:pt idx="974">
                  <c:v>0.96980758186688243</c:v>
                </c:pt>
                <c:pt idx="975">
                  <c:v>0.97205327028660804</c:v>
                </c:pt>
                <c:pt idx="976">
                  <c:v>0.97421579057541774</c:v>
                </c:pt>
                <c:pt idx="977">
                  <c:v>0.97629456499725076</c:v>
                </c:pt>
                <c:pt idx="978">
                  <c:v>0.97828903736865258</c:v>
                </c:pt>
                <c:pt idx="979">
                  <c:v>0.98019867330675536</c:v>
                </c:pt>
                <c:pt idx="980">
                  <c:v>0.98202296046787596</c:v>
                </c:pt>
                <c:pt idx="981">
                  <c:v>0.98376140877659013</c:v>
                </c:pt>
                <c:pt idx="982">
                  <c:v>0.98541355064513303</c:v>
                </c:pt>
                <c:pt idx="983">
                  <c:v>0.98697894118299323</c:v>
                </c:pt>
                <c:pt idx="984">
                  <c:v>0.98845715839656423</c:v>
                </c:pt>
                <c:pt idx="985">
                  <c:v>0.98984780337873379</c:v>
                </c:pt>
                <c:pt idx="986">
                  <c:v>0.99115050048828501</c:v>
                </c:pt>
                <c:pt idx="987">
                  <c:v>0.99236489751900192</c:v>
                </c:pt>
                <c:pt idx="988">
                  <c:v>0.9934906658583712</c:v>
                </c:pt>
                <c:pt idx="989">
                  <c:v>0.99452750063577688</c:v>
                </c:pt>
                <c:pt idx="990">
                  <c:v>0.99547512086010048</c:v>
                </c:pt>
                <c:pt idx="991">
                  <c:v>0.99633326954663448</c:v>
                </c:pt>
                <c:pt idx="992">
                  <c:v>0.99710171383322965</c:v>
                </c:pt>
                <c:pt idx="993">
                  <c:v>0.99778024508560648</c:v>
                </c:pt>
                <c:pt idx="994">
                  <c:v>0.99836867899175952</c:v>
                </c:pt>
                <c:pt idx="995">
                  <c:v>0.99886685564539612</c:v>
                </c:pt>
                <c:pt idx="996">
                  <c:v>0.99927463961836016</c:v>
                </c:pt>
                <c:pt idx="997">
                  <c:v>0.9995919200219876</c:v>
                </c:pt>
                <c:pt idx="998">
                  <c:v>0.99981861055736299</c:v>
                </c:pt>
                <c:pt idx="999">
                  <c:v>0.99995464955443969</c:v>
                </c:pt>
                <c:pt idx="1000">
                  <c:v>1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17462448"/>
        <c:axId val="417462840"/>
      </c:scatterChart>
      <c:valAx>
        <c:axId val="417462448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dirty="0" smtClean="0"/>
                  <a:t>Input</a:t>
                </a:r>
                <a:endParaRPr lang="ja-JP" altLang="en-US" dirty="0"/>
              </a:p>
            </c:rich>
          </c:tx>
          <c:layout>
            <c:manualLayout>
              <c:xMode val="edge"/>
              <c:yMode val="edge"/>
              <c:x val="0.46443173500680707"/>
              <c:y val="0.910255132695666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17462840"/>
        <c:crosses val="autoZero"/>
        <c:crossBetween val="midCat"/>
        <c:majorUnit val="0.25"/>
      </c:valAx>
      <c:valAx>
        <c:axId val="417462840"/>
        <c:scaling>
          <c:orientation val="minMax"/>
          <c:max val="1.1900000000000002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dirty="0" smtClean="0"/>
                  <a:t>Membership</a:t>
                </a:r>
                <a:endParaRPr lang="ja-JP" alt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17462448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87532887766875189"/>
          <c:y val="0.22328978764018134"/>
          <c:w val="0.12003951333824373"/>
          <c:h val="0.37905147273257506"/>
        </c:manualLayout>
      </c:layout>
      <c:overlay val="1"/>
      <c:spPr>
        <a:noFill/>
        <a:ln w="1905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800"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gene14150_mseTra!$B$1</c:f>
              <c:strCache>
                <c:ptCount val="1"/>
                <c:pt idx="0">
                  <c:v>Train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gene14150_mseTra!$A$2:$A$1416</c:f>
              <c:numCache>
                <c:formatCode>General</c:formatCode>
                <c:ptCount val="141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  <c:pt idx="19">
                  <c:v>190</c:v>
                </c:pt>
                <c:pt idx="20">
                  <c:v>200</c:v>
                </c:pt>
                <c:pt idx="21">
                  <c:v>210</c:v>
                </c:pt>
                <c:pt idx="22">
                  <c:v>220</c:v>
                </c:pt>
                <c:pt idx="23">
                  <c:v>230</c:v>
                </c:pt>
                <c:pt idx="24">
                  <c:v>240</c:v>
                </c:pt>
                <c:pt idx="25">
                  <c:v>250</c:v>
                </c:pt>
                <c:pt idx="26">
                  <c:v>260</c:v>
                </c:pt>
                <c:pt idx="27">
                  <c:v>270</c:v>
                </c:pt>
                <c:pt idx="28">
                  <c:v>280</c:v>
                </c:pt>
                <c:pt idx="29">
                  <c:v>290</c:v>
                </c:pt>
                <c:pt idx="30">
                  <c:v>300</c:v>
                </c:pt>
                <c:pt idx="31">
                  <c:v>310</c:v>
                </c:pt>
                <c:pt idx="32">
                  <c:v>320</c:v>
                </c:pt>
                <c:pt idx="33">
                  <c:v>330</c:v>
                </c:pt>
                <c:pt idx="34">
                  <c:v>340</c:v>
                </c:pt>
                <c:pt idx="35">
                  <c:v>350</c:v>
                </c:pt>
                <c:pt idx="36">
                  <c:v>360</c:v>
                </c:pt>
                <c:pt idx="37">
                  <c:v>370</c:v>
                </c:pt>
                <c:pt idx="38">
                  <c:v>380</c:v>
                </c:pt>
                <c:pt idx="39">
                  <c:v>390</c:v>
                </c:pt>
                <c:pt idx="40">
                  <c:v>400</c:v>
                </c:pt>
                <c:pt idx="41">
                  <c:v>410</c:v>
                </c:pt>
                <c:pt idx="42">
                  <c:v>420</c:v>
                </c:pt>
                <c:pt idx="43">
                  <c:v>430</c:v>
                </c:pt>
                <c:pt idx="44">
                  <c:v>440</c:v>
                </c:pt>
                <c:pt idx="45">
                  <c:v>450</c:v>
                </c:pt>
                <c:pt idx="46">
                  <c:v>460</c:v>
                </c:pt>
                <c:pt idx="47">
                  <c:v>470</c:v>
                </c:pt>
                <c:pt idx="48">
                  <c:v>480</c:v>
                </c:pt>
                <c:pt idx="49">
                  <c:v>490</c:v>
                </c:pt>
                <c:pt idx="50">
                  <c:v>500</c:v>
                </c:pt>
                <c:pt idx="51">
                  <c:v>510</c:v>
                </c:pt>
                <c:pt idx="52">
                  <c:v>520</c:v>
                </c:pt>
                <c:pt idx="53">
                  <c:v>530</c:v>
                </c:pt>
                <c:pt idx="54">
                  <c:v>540</c:v>
                </c:pt>
                <c:pt idx="55">
                  <c:v>550</c:v>
                </c:pt>
                <c:pt idx="56">
                  <c:v>560</c:v>
                </c:pt>
                <c:pt idx="57">
                  <c:v>570</c:v>
                </c:pt>
                <c:pt idx="58">
                  <c:v>580</c:v>
                </c:pt>
                <c:pt idx="59">
                  <c:v>590</c:v>
                </c:pt>
                <c:pt idx="60">
                  <c:v>600</c:v>
                </c:pt>
                <c:pt idx="61">
                  <c:v>610</c:v>
                </c:pt>
                <c:pt idx="62">
                  <c:v>620</c:v>
                </c:pt>
                <c:pt idx="63">
                  <c:v>630</c:v>
                </c:pt>
                <c:pt idx="64">
                  <c:v>640</c:v>
                </c:pt>
                <c:pt idx="65">
                  <c:v>650</c:v>
                </c:pt>
                <c:pt idx="66">
                  <c:v>660</c:v>
                </c:pt>
                <c:pt idx="67">
                  <c:v>670</c:v>
                </c:pt>
                <c:pt idx="68">
                  <c:v>680</c:v>
                </c:pt>
                <c:pt idx="69">
                  <c:v>690</c:v>
                </c:pt>
                <c:pt idx="70">
                  <c:v>700</c:v>
                </c:pt>
                <c:pt idx="71">
                  <c:v>710</c:v>
                </c:pt>
                <c:pt idx="72">
                  <c:v>720</c:v>
                </c:pt>
                <c:pt idx="73">
                  <c:v>730</c:v>
                </c:pt>
                <c:pt idx="74">
                  <c:v>740</c:v>
                </c:pt>
                <c:pt idx="75">
                  <c:v>750</c:v>
                </c:pt>
                <c:pt idx="76">
                  <c:v>760</c:v>
                </c:pt>
                <c:pt idx="77">
                  <c:v>770</c:v>
                </c:pt>
                <c:pt idx="78">
                  <c:v>780</c:v>
                </c:pt>
                <c:pt idx="79">
                  <c:v>790</c:v>
                </c:pt>
                <c:pt idx="80">
                  <c:v>800</c:v>
                </c:pt>
                <c:pt idx="81">
                  <c:v>810</c:v>
                </c:pt>
                <c:pt idx="82">
                  <c:v>820</c:v>
                </c:pt>
                <c:pt idx="83">
                  <c:v>830</c:v>
                </c:pt>
                <c:pt idx="84">
                  <c:v>840</c:v>
                </c:pt>
                <c:pt idx="85">
                  <c:v>850</c:v>
                </c:pt>
                <c:pt idx="86">
                  <c:v>860</c:v>
                </c:pt>
                <c:pt idx="87">
                  <c:v>870</c:v>
                </c:pt>
                <c:pt idx="88">
                  <c:v>880</c:v>
                </c:pt>
                <c:pt idx="89">
                  <c:v>890</c:v>
                </c:pt>
                <c:pt idx="90">
                  <c:v>900</c:v>
                </c:pt>
                <c:pt idx="91">
                  <c:v>910</c:v>
                </c:pt>
                <c:pt idx="92">
                  <c:v>920</c:v>
                </c:pt>
                <c:pt idx="93">
                  <c:v>930</c:v>
                </c:pt>
                <c:pt idx="94">
                  <c:v>940</c:v>
                </c:pt>
                <c:pt idx="95">
                  <c:v>950</c:v>
                </c:pt>
                <c:pt idx="96">
                  <c:v>960</c:v>
                </c:pt>
                <c:pt idx="97">
                  <c:v>970</c:v>
                </c:pt>
                <c:pt idx="98">
                  <c:v>980</c:v>
                </c:pt>
                <c:pt idx="99">
                  <c:v>990</c:v>
                </c:pt>
                <c:pt idx="100">
                  <c:v>1000</c:v>
                </c:pt>
                <c:pt idx="101">
                  <c:v>1010</c:v>
                </c:pt>
                <c:pt idx="102">
                  <c:v>1020</c:v>
                </c:pt>
                <c:pt idx="103">
                  <c:v>1030</c:v>
                </c:pt>
                <c:pt idx="104">
                  <c:v>1040</c:v>
                </c:pt>
                <c:pt idx="105">
                  <c:v>1050</c:v>
                </c:pt>
                <c:pt idx="106">
                  <c:v>1060</c:v>
                </c:pt>
                <c:pt idx="107">
                  <c:v>1070</c:v>
                </c:pt>
                <c:pt idx="108">
                  <c:v>1080</c:v>
                </c:pt>
                <c:pt idx="109">
                  <c:v>1090</c:v>
                </c:pt>
                <c:pt idx="110">
                  <c:v>1100</c:v>
                </c:pt>
                <c:pt idx="111">
                  <c:v>1110</c:v>
                </c:pt>
                <c:pt idx="112">
                  <c:v>1120</c:v>
                </c:pt>
                <c:pt idx="113">
                  <c:v>1130</c:v>
                </c:pt>
                <c:pt idx="114">
                  <c:v>1140</c:v>
                </c:pt>
                <c:pt idx="115">
                  <c:v>1150</c:v>
                </c:pt>
                <c:pt idx="116">
                  <c:v>1160</c:v>
                </c:pt>
                <c:pt idx="117">
                  <c:v>1170</c:v>
                </c:pt>
                <c:pt idx="118">
                  <c:v>1180</c:v>
                </c:pt>
                <c:pt idx="119">
                  <c:v>1190</c:v>
                </c:pt>
                <c:pt idx="120">
                  <c:v>1200</c:v>
                </c:pt>
                <c:pt idx="121">
                  <c:v>1210</c:v>
                </c:pt>
                <c:pt idx="122">
                  <c:v>1220</c:v>
                </c:pt>
                <c:pt idx="123">
                  <c:v>1230</c:v>
                </c:pt>
                <c:pt idx="124">
                  <c:v>1240</c:v>
                </c:pt>
                <c:pt idx="125">
                  <c:v>1250</c:v>
                </c:pt>
                <c:pt idx="126">
                  <c:v>1260</c:v>
                </c:pt>
                <c:pt idx="127">
                  <c:v>1270</c:v>
                </c:pt>
                <c:pt idx="128">
                  <c:v>1280</c:v>
                </c:pt>
                <c:pt idx="129">
                  <c:v>1290</c:v>
                </c:pt>
                <c:pt idx="130">
                  <c:v>1300</c:v>
                </c:pt>
                <c:pt idx="131">
                  <c:v>1310</c:v>
                </c:pt>
                <c:pt idx="132">
                  <c:v>1320</c:v>
                </c:pt>
                <c:pt idx="133">
                  <c:v>1330</c:v>
                </c:pt>
                <c:pt idx="134">
                  <c:v>1340</c:v>
                </c:pt>
                <c:pt idx="135">
                  <c:v>1350</c:v>
                </c:pt>
                <c:pt idx="136">
                  <c:v>1360</c:v>
                </c:pt>
                <c:pt idx="137">
                  <c:v>1370</c:v>
                </c:pt>
                <c:pt idx="138">
                  <c:v>1380</c:v>
                </c:pt>
                <c:pt idx="139">
                  <c:v>1390</c:v>
                </c:pt>
                <c:pt idx="140">
                  <c:v>1400</c:v>
                </c:pt>
                <c:pt idx="141">
                  <c:v>1410</c:v>
                </c:pt>
                <c:pt idx="142">
                  <c:v>1420</c:v>
                </c:pt>
                <c:pt idx="143">
                  <c:v>1430</c:v>
                </c:pt>
                <c:pt idx="144">
                  <c:v>1440</c:v>
                </c:pt>
                <c:pt idx="145">
                  <c:v>1450</c:v>
                </c:pt>
                <c:pt idx="146">
                  <c:v>1460</c:v>
                </c:pt>
                <c:pt idx="147">
                  <c:v>1470</c:v>
                </c:pt>
                <c:pt idx="148">
                  <c:v>1480</c:v>
                </c:pt>
                <c:pt idx="149">
                  <c:v>1490</c:v>
                </c:pt>
                <c:pt idx="150">
                  <c:v>1500</c:v>
                </c:pt>
                <c:pt idx="151">
                  <c:v>1510</c:v>
                </c:pt>
                <c:pt idx="152">
                  <c:v>1520</c:v>
                </c:pt>
                <c:pt idx="153">
                  <c:v>1530</c:v>
                </c:pt>
                <c:pt idx="154">
                  <c:v>1540</c:v>
                </c:pt>
                <c:pt idx="155">
                  <c:v>1550</c:v>
                </c:pt>
                <c:pt idx="156">
                  <c:v>1560</c:v>
                </c:pt>
                <c:pt idx="157">
                  <c:v>1570</c:v>
                </c:pt>
                <c:pt idx="158">
                  <c:v>1580</c:v>
                </c:pt>
                <c:pt idx="159">
                  <c:v>1590</c:v>
                </c:pt>
                <c:pt idx="160">
                  <c:v>1600</c:v>
                </c:pt>
                <c:pt idx="161">
                  <c:v>1610</c:v>
                </c:pt>
                <c:pt idx="162">
                  <c:v>1620</c:v>
                </c:pt>
                <c:pt idx="163">
                  <c:v>1630</c:v>
                </c:pt>
                <c:pt idx="164">
                  <c:v>1640</c:v>
                </c:pt>
                <c:pt idx="165">
                  <c:v>1650</c:v>
                </c:pt>
                <c:pt idx="166">
                  <c:v>1660</c:v>
                </c:pt>
                <c:pt idx="167">
                  <c:v>1670</c:v>
                </c:pt>
                <c:pt idx="168">
                  <c:v>1680</c:v>
                </c:pt>
                <c:pt idx="169">
                  <c:v>1690</c:v>
                </c:pt>
                <c:pt idx="170">
                  <c:v>1700</c:v>
                </c:pt>
                <c:pt idx="171">
                  <c:v>1710</c:v>
                </c:pt>
                <c:pt idx="172">
                  <c:v>1720</c:v>
                </c:pt>
                <c:pt idx="173">
                  <c:v>1730</c:v>
                </c:pt>
                <c:pt idx="174">
                  <c:v>1740</c:v>
                </c:pt>
                <c:pt idx="175">
                  <c:v>1750</c:v>
                </c:pt>
                <c:pt idx="176">
                  <c:v>1760</c:v>
                </c:pt>
                <c:pt idx="177">
                  <c:v>1770</c:v>
                </c:pt>
                <c:pt idx="178">
                  <c:v>1780</c:v>
                </c:pt>
                <c:pt idx="179">
                  <c:v>1790</c:v>
                </c:pt>
                <c:pt idx="180">
                  <c:v>1800</c:v>
                </c:pt>
                <c:pt idx="181">
                  <c:v>1810</c:v>
                </c:pt>
                <c:pt idx="182">
                  <c:v>1820</c:v>
                </c:pt>
                <c:pt idx="183">
                  <c:v>1830</c:v>
                </c:pt>
                <c:pt idx="184">
                  <c:v>1840</c:v>
                </c:pt>
                <c:pt idx="185">
                  <c:v>1850</c:v>
                </c:pt>
                <c:pt idx="186">
                  <c:v>1860</c:v>
                </c:pt>
                <c:pt idx="187">
                  <c:v>1870</c:v>
                </c:pt>
                <c:pt idx="188">
                  <c:v>1880</c:v>
                </c:pt>
                <c:pt idx="189">
                  <c:v>1890</c:v>
                </c:pt>
                <c:pt idx="190">
                  <c:v>1900</c:v>
                </c:pt>
                <c:pt idx="191">
                  <c:v>1910</c:v>
                </c:pt>
                <c:pt idx="192">
                  <c:v>1920</c:v>
                </c:pt>
                <c:pt idx="193">
                  <c:v>1930</c:v>
                </c:pt>
                <c:pt idx="194">
                  <c:v>1940</c:v>
                </c:pt>
                <c:pt idx="195">
                  <c:v>1950</c:v>
                </c:pt>
                <c:pt idx="196">
                  <c:v>1960</c:v>
                </c:pt>
                <c:pt idx="197">
                  <c:v>1970</c:v>
                </c:pt>
                <c:pt idx="198">
                  <c:v>1980</c:v>
                </c:pt>
                <c:pt idx="199">
                  <c:v>1990</c:v>
                </c:pt>
                <c:pt idx="200">
                  <c:v>2000</c:v>
                </c:pt>
                <c:pt idx="201">
                  <c:v>2010</c:v>
                </c:pt>
                <c:pt idx="202">
                  <c:v>2020</c:v>
                </c:pt>
                <c:pt idx="203">
                  <c:v>2030</c:v>
                </c:pt>
                <c:pt idx="204">
                  <c:v>2040</c:v>
                </c:pt>
                <c:pt idx="205">
                  <c:v>2050</c:v>
                </c:pt>
                <c:pt idx="206">
                  <c:v>2060</c:v>
                </c:pt>
                <c:pt idx="207">
                  <c:v>2070</c:v>
                </c:pt>
                <c:pt idx="208">
                  <c:v>2080</c:v>
                </c:pt>
                <c:pt idx="209">
                  <c:v>2090</c:v>
                </c:pt>
                <c:pt idx="210">
                  <c:v>2100</c:v>
                </c:pt>
                <c:pt idx="211">
                  <c:v>2110</c:v>
                </c:pt>
                <c:pt idx="212">
                  <c:v>2120</c:v>
                </c:pt>
                <c:pt idx="213">
                  <c:v>2130</c:v>
                </c:pt>
                <c:pt idx="214">
                  <c:v>2140</c:v>
                </c:pt>
                <c:pt idx="215">
                  <c:v>2150</c:v>
                </c:pt>
                <c:pt idx="216">
                  <c:v>2160</c:v>
                </c:pt>
                <c:pt idx="217">
                  <c:v>2170</c:v>
                </c:pt>
                <c:pt idx="218">
                  <c:v>2180</c:v>
                </c:pt>
                <c:pt idx="219">
                  <c:v>2190</c:v>
                </c:pt>
                <c:pt idx="220">
                  <c:v>2200</c:v>
                </c:pt>
                <c:pt idx="221">
                  <c:v>2210</c:v>
                </c:pt>
                <c:pt idx="222">
                  <c:v>2220</c:v>
                </c:pt>
                <c:pt idx="223">
                  <c:v>2230</c:v>
                </c:pt>
                <c:pt idx="224">
                  <c:v>2240</c:v>
                </c:pt>
                <c:pt idx="225">
                  <c:v>2250</c:v>
                </c:pt>
                <c:pt idx="226">
                  <c:v>2260</c:v>
                </c:pt>
                <c:pt idx="227">
                  <c:v>2270</c:v>
                </c:pt>
                <c:pt idx="228">
                  <c:v>2280</c:v>
                </c:pt>
                <c:pt idx="229">
                  <c:v>2290</c:v>
                </c:pt>
                <c:pt idx="230">
                  <c:v>2300</c:v>
                </c:pt>
                <c:pt idx="231">
                  <c:v>2310</c:v>
                </c:pt>
                <c:pt idx="232">
                  <c:v>2320</c:v>
                </c:pt>
                <c:pt idx="233">
                  <c:v>2330</c:v>
                </c:pt>
                <c:pt idx="234">
                  <c:v>2340</c:v>
                </c:pt>
                <c:pt idx="235">
                  <c:v>2350</c:v>
                </c:pt>
                <c:pt idx="236">
                  <c:v>2360</c:v>
                </c:pt>
                <c:pt idx="237">
                  <c:v>2370</c:v>
                </c:pt>
                <c:pt idx="238">
                  <c:v>2380</c:v>
                </c:pt>
                <c:pt idx="239">
                  <c:v>2390</c:v>
                </c:pt>
                <c:pt idx="240">
                  <c:v>2400</c:v>
                </c:pt>
                <c:pt idx="241">
                  <c:v>2410</c:v>
                </c:pt>
                <c:pt idx="242">
                  <c:v>2420</c:v>
                </c:pt>
                <c:pt idx="243">
                  <c:v>2430</c:v>
                </c:pt>
                <c:pt idx="244">
                  <c:v>2440</c:v>
                </c:pt>
                <c:pt idx="245">
                  <c:v>2450</c:v>
                </c:pt>
                <c:pt idx="246">
                  <c:v>2460</c:v>
                </c:pt>
                <c:pt idx="247">
                  <c:v>2470</c:v>
                </c:pt>
                <c:pt idx="248">
                  <c:v>2480</c:v>
                </c:pt>
                <c:pt idx="249">
                  <c:v>2490</c:v>
                </c:pt>
                <c:pt idx="250">
                  <c:v>2500</c:v>
                </c:pt>
                <c:pt idx="251">
                  <c:v>2510</c:v>
                </c:pt>
                <c:pt idx="252">
                  <c:v>2520</c:v>
                </c:pt>
                <c:pt idx="253">
                  <c:v>2530</c:v>
                </c:pt>
                <c:pt idx="254">
                  <c:v>2540</c:v>
                </c:pt>
                <c:pt idx="255">
                  <c:v>2550</c:v>
                </c:pt>
                <c:pt idx="256">
                  <c:v>2560</c:v>
                </c:pt>
                <c:pt idx="257">
                  <c:v>2570</c:v>
                </c:pt>
                <c:pt idx="258">
                  <c:v>2580</c:v>
                </c:pt>
                <c:pt idx="259">
                  <c:v>2590</c:v>
                </c:pt>
                <c:pt idx="260">
                  <c:v>2600</c:v>
                </c:pt>
                <c:pt idx="261">
                  <c:v>2610</c:v>
                </c:pt>
                <c:pt idx="262">
                  <c:v>2620</c:v>
                </c:pt>
                <c:pt idx="263">
                  <c:v>2630</c:v>
                </c:pt>
                <c:pt idx="264">
                  <c:v>2640</c:v>
                </c:pt>
                <c:pt idx="265">
                  <c:v>2650</c:v>
                </c:pt>
                <c:pt idx="266">
                  <c:v>2660</c:v>
                </c:pt>
                <c:pt idx="267">
                  <c:v>2670</c:v>
                </c:pt>
                <c:pt idx="268">
                  <c:v>2680</c:v>
                </c:pt>
                <c:pt idx="269">
                  <c:v>2690</c:v>
                </c:pt>
                <c:pt idx="270">
                  <c:v>2700</c:v>
                </c:pt>
                <c:pt idx="271">
                  <c:v>2710</c:v>
                </c:pt>
                <c:pt idx="272">
                  <c:v>2720</c:v>
                </c:pt>
                <c:pt idx="273">
                  <c:v>2730</c:v>
                </c:pt>
                <c:pt idx="274">
                  <c:v>2740</c:v>
                </c:pt>
                <c:pt idx="275">
                  <c:v>2750</c:v>
                </c:pt>
                <c:pt idx="276">
                  <c:v>2760</c:v>
                </c:pt>
                <c:pt idx="277">
                  <c:v>2770</c:v>
                </c:pt>
                <c:pt idx="278">
                  <c:v>2780</c:v>
                </c:pt>
                <c:pt idx="279">
                  <c:v>2790</c:v>
                </c:pt>
                <c:pt idx="280">
                  <c:v>2800</c:v>
                </c:pt>
                <c:pt idx="281">
                  <c:v>2810</c:v>
                </c:pt>
                <c:pt idx="282">
                  <c:v>2820</c:v>
                </c:pt>
                <c:pt idx="283">
                  <c:v>2830</c:v>
                </c:pt>
                <c:pt idx="284">
                  <c:v>2840</c:v>
                </c:pt>
                <c:pt idx="285">
                  <c:v>2850</c:v>
                </c:pt>
                <c:pt idx="286">
                  <c:v>2860</c:v>
                </c:pt>
                <c:pt idx="287">
                  <c:v>2870</c:v>
                </c:pt>
                <c:pt idx="288">
                  <c:v>2880</c:v>
                </c:pt>
                <c:pt idx="289">
                  <c:v>2890</c:v>
                </c:pt>
                <c:pt idx="290">
                  <c:v>2900</c:v>
                </c:pt>
                <c:pt idx="291">
                  <c:v>2910</c:v>
                </c:pt>
                <c:pt idx="292">
                  <c:v>2920</c:v>
                </c:pt>
                <c:pt idx="293">
                  <c:v>2930</c:v>
                </c:pt>
                <c:pt idx="294">
                  <c:v>2940</c:v>
                </c:pt>
                <c:pt idx="295">
                  <c:v>2950</c:v>
                </c:pt>
                <c:pt idx="296">
                  <c:v>2960</c:v>
                </c:pt>
                <c:pt idx="297">
                  <c:v>2970</c:v>
                </c:pt>
                <c:pt idx="298">
                  <c:v>2980</c:v>
                </c:pt>
                <c:pt idx="299">
                  <c:v>2990</c:v>
                </c:pt>
                <c:pt idx="300">
                  <c:v>3000</c:v>
                </c:pt>
                <c:pt idx="301">
                  <c:v>3010</c:v>
                </c:pt>
                <c:pt idx="302">
                  <c:v>3020</c:v>
                </c:pt>
                <c:pt idx="303">
                  <c:v>3030</c:v>
                </c:pt>
                <c:pt idx="304">
                  <c:v>3040</c:v>
                </c:pt>
                <c:pt idx="305">
                  <c:v>3050</c:v>
                </c:pt>
                <c:pt idx="306">
                  <c:v>3060</c:v>
                </c:pt>
                <c:pt idx="307">
                  <c:v>3070</c:v>
                </c:pt>
                <c:pt idx="308">
                  <c:v>3080</c:v>
                </c:pt>
                <c:pt idx="309">
                  <c:v>3090</c:v>
                </c:pt>
                <c:pt idx="310">
                  <c:v>3100</c:v>
                </c:pt>
                <c:pt idx="311">
                  <c:v>3110</c:v>
                </c:pt>
                <c:pt idx="312">
                  <c:v>3120</c:v>
                </c:pt>
                <c:pt idx="313">
                  <c:v>3130</c:v>
                </c:pt>
                <c:pt idx="314">
                  <c:v>3140</c:v>
                </c:pt>
                <c:pt idx="315">
                  <c:v>3150</c:v>
                </c:pt>
                <c:pt idx="316">
                  <c:v>3160</c:v>
                </c:pt>
                <c:pt idx="317">
                  <c:v>3170</c:v>
                </c:pt>
                <c:pt idx="318">
                  <c:v>3180</c:v>
                </c:pt>
                <c:pt idx="319">
                  <c:v>3190</c:v>
                </c:pt>
                <c:pt idx="320">
                  <c:v>3200</c:v>
                </c:pt>
                <c:pt idx="321">
                  <c:v>3210</c:v>
                </c:pt>
                <c:pt idx="322">
                  <c:v>3220</c:v>
                </c:pt>
                <c:pt idx="323">
                  <c:v>3230</c:v>
                </c:pt>
                <c:pt idx="324">
                  <c:v>3240</c:v>
                </c:pt>
                <c:pt idx="325">
                  <c:v>3250</c:v>
                </c:pt>
                <c:pt idx="326">
                  <c:v>3260</c:v>
                </c:pt>
                <c:pt idx="327">
                  <c:v>3270</c:v>
                </c:pt>
                <c:pt idx="328">
                  <c:v>3280</c:v>
                </c:pt>
                <c:pt idx="329">
                  <c:v>3290</c:v>
                </c:pt>
                <c:pt idx="330">
                  <c:v>3300</c:v>
                </c:pt>
                <c:pt idx="331">
                  <c:v>3310</c:v>
                </c:pt>
                <c:pt idx="332">
                  <c:v>3320</c:v>
                </c:pt>
                <c:pt idx="333">
                  <c:v>3330</c:v>
                </c:pt>
                <c:pt idx="334">
                  <c:v>3340</c:v>
                </c:pt>
                <c:pt idx="335">
                  <c:v>3350</c:v>
                </c:pt>
                <c:pt idx="336">
                  <c:v>3360</c:v>
                </c:pt>
                <c:pt idx="337">
                  <c:v>3370</c:v>
                </c:pt>
                <c:pt idx="338">
                  <c:v>3380</c:v>
                </c:pt>
                <c:pt idx="339">
                  <c:v>3390</c:v>
                </c:pt>
                <c:pt idx="340">
                  <c:v>3400</c:v>
                </c:pt>
                <c:pt idx="341">
                  <c:v>3410</c:v>
                </c:pt>
                <c:pt idx="342">
                  <c:v>3420</c:v>
                </c:pt>
                <c:pt idx="343">
                  <c:v>3430</c:v>
                </c:pt>
                <c:pt idx="344">
                  <c:v>3440</c:v>
                </c:pt>
                <c:pt idx="345">
                  <c:v>3450</c:v>
                </c:pt>
                <c:pt idx="346">
                  <c:v>3460</c:v>
                </c:pt>
                <c:pt idx="347">
                  <c:v>3470</c:v>
                </c:pt>
                <c:pt idx="348">
                  <c:v>3480</c:v>
                </c:pt>
                <c:pt idx="349">
                  <c:v>3490</c:v>
                </c:pt>
                <c:pt idx="350">
                  <c:v>3500</c:v>
                </c:pt>
                <c:pt idx="351">
                  <c:v>3510</c:v>
                </c:pt>
                <c:pt idx="352">
                  <c:v>3520</c:v>
                </c:pt>
                <c:pt idx="353">
                  <c:v>3530</c:v>
                </c:pt>
                <c:pt idx="354">
                  <c:v>3540</c:v>
                </c:pt>
                <c:pt idx="355">
                  <c:v>3550</c:v>
                </c:pt>
                <c:pt idx="356">
                  <c:v>3560</c:v>
                </c:pt>
                <c:pt idx="357">
                  <c:v>3570</c:v>
                </c:pt>
                <c:pt idx="358">
                  <c:v>3580</c:v>
                </c:pt>
                <c:pt idx="359">
                  <c:v>3590</c:v>
                </c:pt>
                <c:pt idx="360">
                  <c:v>3600</c:v>
                </c:pt>
                <c:pt idx="361">
                  <c:v>3610</c:v>
                </c:pt>
                <c:pt idx="362">
                  <c:v>3620</c:v>
                </c:pt>
                <c:pt idx="363">
                  <c:v>3630</c:v>
                </c:pt>
                <c:pt idx="364">
                  <c:v>3640</c:v>
                </c:pt>
                <c:pt idx="365">
                  <c:v>3650</c:v>
                </c:pt>
                <c:pt idx="366">
                  <c:v>3660</c:v>
                </c:pt>
                <c:pt idx="367">
                  <c:v>3670</c:v>
                </c:pt>
                <c:pt idx="368">
                  <c:v>3680</c:v>
                </c:pt>
                <c:pt idx="369">
                  <c:v>3690</c:v>
                </c:pt>
                <c:pt idx="370">
                  <c:v>3700</c:v>
                </c:pt>
                <c:pt idx="371">
                  <c:v>3710</c:v>
                </c:pt>
                <c:pt idx="372">
                  <c:v>3720</c:v>
                </c:pt>
                <c:pt idx="373">
                  <c:v>3730</c:v>
                </c:pt>
                <c:pt idx="374">
                  <c:v>3740</c:v>
                </c:pt>
                <c:pt idx="375">
                  <c:v>3750</c:v>
                </c:pt>
                <c:pt idx="376">
                  <c:v>3760</c:v>
                </c:pt>
                <c:pt idx="377">
                  <c:v>3770</c:v>
                </c:pt>
                <c:pt idx="378">
                  <c:v>3780</c:v>
                </c:pt>
                <c:pt idx="379">
                  <c:v>3790</c:v>
                </c:pt>
                <c:pt idx="380">
                  <c:v>3800</c:v>
                </c:pt>
                <c:pt idx="381">
                  <c:v>3810</c:v>
                </c:pt>
                <c:pt idx="382">
                  <c:v>3820</c:v>
                </c:pt>
                <c:pt idx="383">
                  <c:v>3830</c:v>
                </c:pt>
                <c:pt idx="384">
                  <c:v>3840</c:v>
                </c:pt>
                <c:pt idx="385">
                  <c:v>3850</c:v>
                </c:pt>
                <c:pt idx="386">
                  <c:v>3860</c:v>
                </c:pt>
                <c:pt idx="387">
                  <c:v>3870</c:v>
                </c:pt>
                <c:pt idx="388">
                  <c:v>3880</c:v>
                </c:pt>
                <c:pt idx="389">
                  <c:v>3890</c:v>
                </c:pt>
                <c:pt idx="390">
                  <c:v>3900</c:v>
                </c:pt>
                <c:pt idx="391">
                  <c:v>3910</c:v>
                </c:pt>
                <c:pt idx="392">
                  <c:v>3920</c:v>
                </c:pt>
                <c:pt idx="393">
                  <c:v>3930</c:v>
                </c:pt>
                <c:pt idx="394">
                  <c:v>3940</c:v>
                </c:pt>
                <c:pt idx="395">
                  <c:v>3950</c:v>
                </c:pt>
                <c:pt idx="396">
                  <c:v>3960</c:v>
                </c:pt>
                <c:pt idx="397">
                  <c:v>3970</c:v>
                </c:pt>
                <c:pt idx="398">
                  <c:v>3980</c:v>
                </c:pt>
                <c:pt idx="399">
                  <c:v>3990</c:v>
                </c:pt>
                <c:pt idx="400">
                  <c:v>4000</c:v>
                </c:pt>
                <c:pt idx="401">
                  <c:v>4010</c:v>
                </c:pt>
                <c:pt idx="402">
                  <c:v>4020</c:v>
                </c:pt>
                <c:pt idx="403">
                  <c:v>4030</c:v>
                </c:pt>
                <c:pt idx="404">
                  <c:v>4040</c:v>
                </c:pt>
                <c:pt idx="405">
                  <c:v>4050</c:v>
                </c:pt>
                <c:pt idx="406">
                  <c:v>4060</c:v>
                </c:pt>
                <c:pt idx="407">
                  <c:v>4070</c:v>
                </c:pt>
                <c:pt idx="408">
                  <c:v>4080</c:v>
                </c:pt>
                <c:pt idx="409">
                  <c:v>4090</c:v>
                </c:pt>
                <c:pt idx="410">
                  <c:v>4100</c:v>
                </c:pt>
                <c:pt idx="411">
                  <c:v>4110</c:v>
                </c:pt>
                <c:pt idx="412">
                  <c:v>4120</c:v>
                </c:pt>
                <c:pt idx="413">
                  <c:v>4130</c:v>
                </c:pt>
                <c:pt idx="414">
                  <c:v>4140</c:v>
                </c:pt>
                <c:pt idx="415">
                  <c:v>4150</c:v>
                </c:pt>
                <c:pt idx="416">
                  <c:v>4160</c:v>
                </c:pt>
                <c:pt idx="417">
                  <c:v>4170</c:v>
                </c:pt>
                <c:pt idx="418">
                  <c:v>4180</c:v>
                </c:pt>
                <c:pt idx="419">
                  <c:v>4190</c:v>
                </c:pt>
                <c:pt idx="420">
                  <c:v>4200</c:v>
                </c:pt>
                <c:pt idx="421">
                  <c:v>4210</c:v>
                </c:pt>
                <c:pt idx="422">
                  <c:v>4220</c:v>
                </c:pt>
                <c:pt idx="423">
                  <c:v>4230</c:v>
                </c:pt>
                <c:pt idx="424">
                  <c:v>4240</c:v>
                </c:pt>
                <c:pt idx="425">
                  <c:v>4250</c:v>
                </c:pt>
                <c:pt idx="426">
                  <c:v>4260</c:v>
                </c:pt>
                <c:pt idx="427">
                  <c:v>4270</c:v>
                </c:pt>
                <c:pt idx="428">
                  <c:v>4280</c:v>
                </c:pt>
                <c:pt idx="429">
                  <c:v>4290</c:v>
                </c:pt>
                <c:pt idx="430">
                  <c:v>4300</c:v>
                </c:pt>
                <c:pt idx="431">
                  <c:v>4310</c:v>
                </c:pt>
                <c:pt idx="432">
                  <c:v>4320</c:v>
                </c:pt>
                <c:pt idx="433">
                  <c:v>4330</c:v>
                </c:pt>
                <c:pt idx="434">
                  <c:v>4340</c:v>
                </c:pt>
                <c:pt idx="435">
                  <c:v>4350</c:v>
                </c:pt>
                <c:pt idx="436">
                  <c:v>4360</c:v>
                </c:pt>
                <c:pt idx="437">
                  <c:v>4370</c:v>
                </c:pt>
                <c:pt idx="438">
                  <c:v>4380</c:v>
                </c:pt>
                <c:pt idx="439">
                  <c:v>4390</c:v>
                </c:pt>
                <c:pt idx="440">
                  <c:v>4400</c:v>
                </c:pt>
                <c:pt idx="441">
                  <c:v>4410</c:v>
                </c:pt>
                <c:pt idx="442">
                  <c:v>4420</c:v>
                </c:pt>
                <c:pt idx="443">
                  <c:v>4430</c:v>
                </c:pt>
                <c:pt idx="444">
                  <c:v>4440</c:v>
                </c:pt>
                <c:pt idx="445">
                  <c:v>4450</c:v>
                </c:pt>
                <c:pt idx="446">
                  <c:v>4460</c:v>
                </c:pt>
                <c:pt idx="447">
                  <c:v>4470</c:v>
                </c:pt>
                <c:pt idx="448">
                  <c:v>4480</c:v>
                </c:pt>
                <c:pt idx="449">
                  <c:v>4490</c:v>
                </c:pt>
                <c:pt idx="450">
                  <c:v>4500</c:v>
                </c:pt>
                <c:pt idx="451">
                  <c:v>4510</c:v>
                </c:pt>
                <c:pt idx="452">
                  <c:v>4520</c:v>
                </c:pt>
                <c:pt idx="453">
                  <c:v>4530</c:v>
                </c:pt>
                <c:pt idx="454">
                  <c:v>4540</c:v>
                </c:pt>
                <c:pt idx="455">
                  <c:v>4550</c:v>
                </c:pt>
                <c:pt idx="456">
                  <c:v>4560</c:v>
                </c:pt>
                <c:pt idx="457">
                  <c:v>4570</c:v>
                </c:pt>
                <c:pt idx="458">
                  <c:v>4580</c:v>
                </c:pt>
                <c:pt idx="459">
                  <c:v>4590</c:v>
                </c:pt>
                <c:pt idx="460">
                  <c:v>4600</c:v>
                </c:pt>
                <c:pt idx="461">
                  <c:v>4610</c:v>
                </c:pt>
                <c:pt idx="462">
                  <c:v>4620</c:v>
                </c:pt>
                <c:pt idx="463">
                  <c:v>4630</c:v>
                </c:pt>
                <c:pt idx="464">
                  <c:v>4640</c:v>
                </c:pt>
                <c:pt idx="465">
                  <c:v>4650</c:v>
                </c:pt>
                <c:pt idx="466">
                  <c:v>4660</c:v>
                </c:pt>
                <c:pt idx="467">
                  <c:v>4670</c:v>
                </c:pt>
                <c:pt idx="468">
                  <c:v>4680</c:v>
                </c:pt>
                <c:pt idx="469">
                  <c:v>4690</c:v>
                </c:pt>
                <c:pt idx="470">
                  <c:v>4700</c:v>
                </c:pt>
                <c:pt idx="471">
                  <c:v>4710</c:v>
                </c:pt>
                <c:pt idx="472">
                  <c:v>4720</c:v>
                </c:pt>
                <c:pt idx="473">
                  <c:v>4730</c:v>
                </c:pt>
                <c:pt idx="474">
                  <c:v>4740</c:v>
                </c:pt>
                <c:pt idx="475">
                  <c:v>4750</c:v>
                </c:pt>
                <c:pt idx="476">
                  <c:v>4760</c:v>
                </c:pt>
                <c:pt idx="477">
                  <c:v>4770</c:v>
                </c:pt>
                <c:pt idx="478">
                  <c:v>4780</c:v>
                </c:pt>
                <c:pt idx="479">
                  <c:v>4790</c:v>
                </c:pt>
                <c:pt idx="480">
                  <c:v>4800</c:v>
                </c:pt>
                <c:pt idx="481">
                  <c:v>4810</c:v>
                </c:pt>
                <c:pt idx="482">
                  <c:v>4820</c:v>
                </c:pt>
                <c:pt idx="483">
                  <c:v>4830</c:v>
                </c:pt>
                <c:pt idx="484">
                  <c:v>4840</c:v>
                </c:pt>
                <c:pt idx="485">
                  <c:v>4850</c:v>
                </c:pt>
                <c:pt idx="486">
                  <c:v>4860</c:v>
                </c:pt>
                <c:pt idx="487">
                  <c:v>4870</c:v>
                </c:pt>
                <c:pt idx="488">
                  <c:v>4880</c:v>
                </c:pt>
                <c:pt idx="489">
                  <c:v>4890</c:v>
                </c:pt>
                <c:pt idx="490">
                  <c:v>4900</c:v>
                </c:pt>
                <c:pt idx="491">
                  <c:v>4910</c:v>
                </c:pt>
                <c:pt idx="492">
                  <c:v>4920</c:v>
                </c:pt>
                <c:pt idx="493">
                  <c:v>4930</c:v>
                </c:pt>
                <c:pt idx="494">
                  <c:v>4940</c:v>
                </c:pt>
                <c:pt idx="495">
                  <c:v>4950</c:v>
                </c:pt>
                <c:pt idx="496">
                  <c:v>4960</c:v>
                </c:pt>
                <c:pt idx="497">
                  <c:v>4970</c:v>
                </c:pt>
                <c:pt idx="498">
                  <c:v>4980</c:v>
                </c:pt>
                <c:pt idx="499">
                  <c:v>4990</c:v>
                </c:pt>
                <c:pt idx="500">
                  <c:v>5000</c:v>
                </c:pt>
                <c:pt idx="501">
                  <c:v>5010</c:v>
                </c:pt>
                <c:pt idx="502">
                  <c:v>5020</c:v>
                </c:pt>
                <c:pt idx="503">
                  <c:v>5030</c:v>
                </c:pt>
                <c:pt idx="504">
                  <c:v>5040</c:v>
                </c:pt>
                <c:pt idx="505">
                  <c:v>5050</c:v>
                </c:pt>
                <c:pt idx="506">
                  <c:v>5060</c:v>
                </c:pt>
                <c:pt idx="507">
                  <c:v>5070</c:v>
                </c:pt>
                <c:pt idx="508">
                  <c:v>5080</c:v>
                </c:pt>
                <c:pt idx="509">
                  <c:v>5090</c:v>
                </c:pt>
                <c:pt idx="510">
                  <c:v>5100</c:v>
                </c:pt>
                <c:pt idx="511">
                  <c:v>5110</c:v>
                </c:pt>
                <c:pt idx="512">
                  <c:v>5120</c:v>
                </c:pt>
                <c:pt idx="513">
                  <c:v>5130</c:v>
                </c:pt>
                <c:pt idx="514">
                  <c:v>5140</c:v>
                </c:pt>
                <c:pt idx="515">
                  <c:v>5150</c:v>
                </c:pt>
                <c:pt idx="516">
                  <c:v>5160</c:v>
                </c:pt>
                <c:pt idx="517">
                  <c:v>5170</c:v>
                </c:pt>
                <c:pt idx="518">
                  <c:v>5180</c:v>
                </c:pt>
                <c:pt idx="519">
                  <c:v>5190</c:v>
                </c:pt>
                <c:pt idx="520">
                  <c:v>5200</c:v>
                </c:pt>
                <c:pt idx="521">
                  <c:v>5210</c:v>
                </c:pt>
                <c:pt idx="522">
                  <c:v>5220</c:v>
                </c:pt>
                <c:pt idx="523">
                  <c:v>5230</c:v>
                </c:pt>
                <c:pt idx="524">
                  <c:v>5240</c:v>
                </c:pt>
                <c:pt idx="525">
                  <c:v>5250</c:v>
                </c:pt>
                <c:pt idx="526">
                  <c:v>5260</c:v>
                </c:pt>
                <c:pt idx="527">
                  <c:v>5270</c:v>
                </c:pt>
                <c:pt idx="528">
                  <c:v>5280</c:v>
                </c:pt>
                <c:pt idx="529">
                  <c:v>5290</c:v>
                </c:pt>
                <c:pt idx="530">
                  <c:v>5300</c:v>
                </c:pt>
                <c:pt idx="531">
                  <c:v>5310</c:v>
                </c:pt>
                <c:pt idx="532">
                  <c:v>5320</c:v>
                </c:pt>
                <c:pt idx="533">
                  <c:v>5330</c:v>
                </c:pt>
                <c:pt idx="534">
                  <c:v>5340</c:v>
                </c:pt>
                <c:pt idx="535">
                  <c:v>5350</c:v>
                </c:pt>
                <c:pt idx="536">
                  <c:v>5360</c:v>
                </c:pt>
                <c:pt idx="537">
                  <c:v>5370</c:v>
                </c:pt>
                <c:pt idx="538">
                  <c:v>5380</c:v>
                </c:pt>
                <c:pt idx="539">
                  <c:v>5390</c:v>
                </c:pt>
                <c:pt idx="540">
                  <c:v>5400</c:v>
                </c:pt>
                <c:pt idx="541">
                  <c:v>5410</c:v>
                </c:pt>
                <c:pt idx="542">
                  <c:v>5420</c:v>
                </c:pt>
                <c:pt idx="543">
                  <c:v>5430</c:v>
                </c:pt>
                <c:pt idx="544">
                  <c:v>5440</c:v>
                </c:pt>
                <c:pt idx="545">
                  <c:v>5450</c:v>
                </c:pt>
                <c:pt idx="546">
                  <c:v>5460</c:v>
                </c:pt>
                <c:pt idx="547">
                  <c:v>5470</c:v>
                </c:pt>
                <c:pt idx="548">
                  <c:v>5480</c:v>
                </c:pt>
                <c:pt idx="549">
                  <c:v>5490</c:v>
                </c:pt>
                <c:pt idx="550">
                  <c:v>5500</c:v>
                </c:pt>
                <c:pt idx="551">
                  <c:v>5510</c:v>
                </c:pt>
                <c:pt idx="552">
                  <c:v>5520</c:v>
                </c:pt>
                <c:pt idx="553">
                  <c:v>5530</c:v>
                </c:pt>
                <c:pt idx="554">
                  <c:v>5540</c:v>
                </c:pt>
                <c:pt idx="555">
                  <c:v>5550</c:v>
                </c:pt>
                <c:pt idx="556">
                  <c:v>5560</c:v>
                </c:pt>
                <c:pt idx="557">
                  <c:v>5570</c:v>
                </c:pt>
                <c:pt idx="558">
                  <c:v>5580</c:v>
                </c:pt>
                <c:pt idx="559">
                  <c:v>5590</c:v>
                </c:pt>
                <c:pt idx="560">
                  <c:v>5600</c:v>
                </c:pt>
                <c:pt idx="561">
                  <c:v>5610</c:v>
                </c:pt>
                <c:pt idx="562">
                  <c:v>5620</c:v>
                </c:pt>
                <c:pt idx="563">
                  <c:v>5630</c:v>
                </c:pt>
                <c:pt idx="564">
                  <c:v>5640</c:v>
                </c:pt>
                <c:pt idx="565">
                  <c:v>5650</c:v>
                </c:pt>
                <c:pt idx="566">
                  <c:v>5660</c:v>
                </c:pt>
                <c:pt idx="567">
                  <c:v>5670</c:v>
                </c:pt>
                <c:pt idx="568">
                  <c:v>5680</c:v>
                </c:pt>
                <c:pt idx="569">
                  <c:v>5690</c:v>
                </c:pt>
                <c:pt idx="570">
                  <c:v>5700</c:v>
                </c:pt>
                <c:pt idx="571">
                  <c:v>5710</c:v>
                </c:pt>
                <c:pt idx="572">
                  <c:v>5720</c:v>
                </c:pt>
                <c:pt idx="573">
                  <c:v>5730</c:v>
                </c:pt>
                <c:pt idx="574">
                  <c:v>5740</c:v>
                </c:pt>
                <c:pt idx="575">
                  <c:v>5750</c:v>
                </c:pt>
                <c:pt idx="576">
                  <c:v>5760</c:v>
                </c:pt>
                <c:pt idx="577">
                  <c:v>5770</c:v>
                </c:pt>
                <c:pt idx="578">
                  <c:v>5780</c:v>
                </c:pt>
                <c:pt idx="579">
                  <c:v>5790</c:v>
                </c:pt>
                <c:pt idx="580">
                  <c:v>5800</c:v>
                </c:pt>
                <c:pt idx="581">
                  <c:v>5810</c:v>
                </c:pt>
                <c:pt idx="582">
                  <c:v>5820</c:v>
                </c:pt>
                <c:pt idx="583">
                  <c:v>5830</c:v>
                </c:pt>
                <c:pt idx="584">
                  <c:v>5840</c:v>
                </c:pt>
                <c:pt idx="585">
                  <c:v>5850</c:v>
                </c:pt>
                <c:pt idx="586">
                  <c:v>5860</c:v>
                </c:pt>
                <c:pt idx="587">
                  <c:v>5870</c:v>
                </c:pt>
                <c:pt idx="588">
                  <c:v>5880</c:v>
                </c:pt>
                <c:pt idx="589">
                  <c:v>5890</c:v>
                </c:pt>
                <c:pt idx="590">
                  <c:v>5900</c:v>
                </c:pt>
                <c:pt idx="591">
                  <c:v>5910</c:v>
                </c:pt>
                <c:pt idx="592">
                  <c:v>5920</c:v>
                </c:pt>
                <c:pt idx="593">
                  <c:v>5930</c:v>
                </c:pt>
                <c:pt idx="594">
                  <c:v>5940</c:v>
                </c:pt>
                <c:pt idx="595">
                  <c:v>5950</c:v>
                </c:pt>
                <c:pt idx="596">
                  <c:v>5960</c:v>
                </c:pt>
                <c:pt idx="597">
                  <c:v>5970</c:v>
                </c:pt>
                <c:pt idx="598">
                  <c:v>5980</c:v>
                </c:pt>
                <c:pt idx="599">
                  <c:v>5990</c:v>
                </c:pt>
                <c:pt idx="600">
                  <c:v>6000</c:v>
                </c:pt>
                <c:pt idx="601">
                  <c:v>6010</c:v>
                </c:pt>
                <c:pt idx="602">
                  <c:v>6020</c:v>
                </c:pt>
                <c:pt idx="603">
                  <c:v>6030</c:v>
                </c:pt>
                <c:pt idx="604">
                  <c:v>6040</c:v>
                </c:pt>
                <c:pt idx="605">
                  <c:v>6050</c:v>
                </c:pt>
                <c:pt idx="606">
                  <c:v>6060</c:v>
                </c:pt>
                <c:pt idx="607">
                  <c:v>6070</c:v>
                </c:pt>
                <c:pt idx="608">
                  <c:v>6080</c:v>
                </c:pt>
                <c:pt idx="609">
                  <c:v>6090</c:v>
                </c:pt>
                <c:pt idx="610">
                  <c:v>6100</c:v>
                </c:pt>
                <c:pt idx="611">
                  <c:v>6110</c:v>
                </c:pt>
                <c:pt idx="612">
                  <c:v>6120</c:v>
                </c:pt>
                <c:pt idx="613">
                  <c:v>6130</c:v>
                </c:pt>
                <c:pt idx="614">
                  <c:v>6140</c:v>
                </c:pt>
                <c:pt idx="615">
                  <c:v>6150</c:v>
                </c:pt>
                <c:pt idx="616">
                  <c:v>6160</c:v>
                </c:pt>
                <c:pt idx="617">
                  <c:v>6170</c:v>
                </c:pt>
                <c:pt idx="618">
                  <c:v>6180</c:v>
                </c:pt>
                <c:pt idx="619">
                  <c:v>6190</c:v>
                </c:pt>
                <c:pt idx="620">
                  <c:v>6200</c:v>
                </c:pt>
                <c:pt idx="621">
                  <c:v>6210</c:v>
                </c:pt>
                <c:pt idx="622">
                  <c:v>6220</c:v>
                </c:pt>
                <c:pt idx="623">
                  <c:v>6230</c:v>
                </c:pt>
                <c:pt idx="624">
                  <c:v>6240</c:v>
                </c:pt>
                <c:pt idx="625">
                  <c:v>6250</c:v>
                </c:pt>
                <c:pt idx="626">
                  <c:v>6260</c:v>
                </c:pt>
                <c:pt idx="627">
                  <c:v>6270</c:v>
                </c:pt>
                <c:pt idx="628">
                  <c:v>6280</c:v>
                </c:pt>
                <c:pt idx="629">
                  <c:v>6290</c:v>
                </c:pt>
                <c:pt idx="630">
                  <c:v>6300</c:v>
                </c:pt>
                <c:pt idx="631">
                  <c:v>6310</c:v>
                </c:pt>
                <c:pt idx="632">
                  <c:v>6320</c:v>
                </c:pt>
                <c:pt idx="633">
                  <c:v>6330</c:v>
                </c:pt>
                <c:pt idx="634">
                  <c:v>6340</c:v>
                </c:pt>
                <c:pt idx="635">
                  <c:v>6350</c:v>
                </c:pt>
                <c:pt idx="636">
                  <c:v>6360</c:v>
                </c:pt>
                <c:pt idx="637">
                  <c:v>6370</c:v>
                </c:pt>
                <c:pt idx="638">
                  <c:v>6380</c:v>
                </c:pt>
                <c:pt idx="639">
                  <c:v>6390</c:v>
                </c:pt>
                <c:pt idx="640">
                  <c:v>6400</c:v>
                </c:pt>
                <c:pt idx="641">
                  <c:v>6410</c:v>
                </c:pt>
                <c:pt idx="642">
                  <c:v>6420</c:v>
                </c:pt>
                <c:pt idx="643">
                  <c:v>6430</c:v>
                </c:pt>
                <c:pt idx="644">
                  <c:v>6440</c:v>
                </c:pt>
                <c:pt idx="645">
                  <c:v>6450</c:v>
                </c:pt>
                <c:pt idx="646">
                  <c:v>6460</c:v>
                </c:pt>
                <c:pt idx="647">
                  <c:v>6470</c:v>
                </c:pt>
                <c:pt idx="648">
                  <c:v>6480</c:v>
                </c:pt>
                <c:pt idx="649">
                  <c:v>6490</c:v>
                </c:pt>
                <c:pt idx="650">
                  <c:v>6500</c:v>
                </c:pt>
                <c:pt idx="651">
                  <c:v>6510</c:v>
                </c:pt>
                <c:pt idx="652">
                  <c:v>6520</c:v>
                </c:pt>
                <c:pt idx="653">
                  <c:v>6530</c:v>
                </c:pt>
                <c:pt idx="654">
                  <c:v>6540</c:v>
                </c:pt>
                <c:pt idx="655">
                  <c:v>6550</c:v>
                </c:pt>
                <c:pt idx="656">
                  <c:v>6560</c:v>
                </c:pt>
                <c:pt idx="657">
                  <c:v>6570</c:v>
                </c:pt>
                <c:pt idx="658">
                  <c:v>6580</c:v>
                </c:pt>
                <c:pt idx="659">
                  <c:v>6590</c:v>
                </c:pt>
                <c:pt idx="660">
                  <c:v>6600</c:v>
                </c:pt>
                <c:pt idx="661">
                  <c:v>6610</c:v>
                </c:pt>
                <c:pt idx="662">
                  <c:v>6620</c:v>
                </c:pt>
                <c:pt idx="663">
                  <c:v>6630</c:v>
                </c:pt>
                <c:pt idx="664">
                  <c:v>6640</c:v>
                </c:pt>
                <c:pt idx="665">
                  <c:v>6650</c:v>
                </c:pt>
                <c:pt idx="666">
                  <c:v>6660</c:v>
                </c:pt>
                <c:pt idx="667">
                  <c:v>6670</c:v>
                </c:pt>
                <c:pt idx="668">
                  <c:v>6680</c:v>
                </c:pt>
                <c:pt idx="669">
                  <c:v>6690</c:v>
                </c:pt>
                <c:pt idx="670">
                  <c:v>6700</c:v>
                </c:pt>
                <c:pt idx="671">
                  <c:v>6710</c:v>
                </c:pt>
                <c:pt idx="672">
                  <c:v>6720</c:v>
                </c:pt>
                <c:pt idx="673">
                  <c:v>6730</c:v>
                </c:pt>
                <c:pt idx="674">
                  <c:v>6740</c:v>
                </c:pt>
                <c:pt idx="675">
                  <c:v>6750</c:v>
                </c:pt>
                <c:pt idx="676">
                  <c:v>6760</c:v>
                </c:pt>
                <c:pt idx="677">
                  <c:v>6770</c:v>
                </c:pt>
                <c:pt idx="678">
                  <c:v>6780</c:v>
                </c:pt>
                <c:pt idx="679">
                  <c:v>6790</c:v>
                </c:pt>
                <c:pt idx="680">
                  <c:v>6800</c:v>
                </c:pt>
                <c:pt idx="681">
                  <c:v>6810</c:v>
                </c:pt>
                <c:pt idx="682">
                  <c:v>6820</c:v>
                </c:pt>
                <c:pt idx="683">
                  <c:v>6830</c:v>
                </c:pt>
                <c:pt idx="684">
                  <c:v>6840</c:v>
                </c:pt>
                <c:pt idx="685">
                  <c:v>6850</c:v>
                </c:pt>
                <c:pt idx="686">
                  <c:v>6860</c:v>
                </c:pt>
                <c:pt idx="687">
                  <c:v>6870</c:v>
                </c:pt>
                <c:pt idx="688">
                  <c:v>6880</c:v>
                </c:pt>
                <c:pt idx="689">
                  <c:v>6890</c:v>
                </c:pt>
                <c:pt idx="690">
                  <c:v>6900</c:v>
                </c:pt>
                <c:pt idx="691">
                  <c:v>6910</c:v>
                </c:pt>
                <c:pt idx="692">
                  <c:v>6920</c:v>
                </c:pt>
                <c:pt idx="693">
                  <c:v>6930</c:v>
                </c:pt>
                <c:pt idx="694">
                  <c:v>6940</c:v>
                </c:pt>
                <c:pt idx="695">
                  <c:v>6950</c:v>
                </c:pt>
                <c:pt idx="696">
                  <c:v>6960</c:v>
                </c:pt>
                <c:pt idx="697">
                  <c:v>6970</c:v>
                </c:pt>
                <c:pt idx="698">
                  <c:v>6980</c:v>
                </c:pt>
                <c:pt idx="699">
                  <c:v>6990</c:v>
                </c:pt>
                <c:pt idx="700">
                  <c:v>7000</c:v>
                </c:pt>
                <c:pt idx="701">
                  <c:v>7010</c:v>
                </c:pt>
                <c:pt idx="702">
                  <c:v>7020</c:v>
                </c:pt>
                <c:pt idx="703">
                  <c:v>7030</c:v>
                </c:pt>
                <c:pt idx="704">
                  <c:v>7040</c:v>
                </c:pt>
                <c:pt idx="705">
                  <c:v>7050</c:v>
                </c:pt>
                <c:pt idx="706">
                  <c:v>7060</c:v>
                </c:pt>
                <c:pt idx="707">
                  <c:v>7070</c:v>
                </c:pt>
                <c:pt idx="708">
                  <c:v>7080</c:v>
                </c:pt>
                <c:pt idx="709">
                  <c:v>7090</c:v>
                </c:pt>
                <c:pt idx="710">
                  <c:v>7100</c:v>
                </c:pt>
                <c:pt idx="711">
                  <c:v>7110</c:v>
                </c:pt>
                <c:pt idx="712">
                  <c:v>7120</c:v>
                </c:pt>
                <c:pt idx="713">
                  <c:v>7130</c:v>
                </c:pt>
                <c:pt idx="714">
                  <c:v>7140</c:v>
                </c:pt>
                <c:pt idx="715">
                  <c:v>7150</c:v>
                </c:pt>
                <c:pt idx="716">
                  <c:v>7160</c:v>
                </c:pt>
                <c:pt idx="717">
                  <c:v>7170</c:v>
                </c:pt>
                <c:pt idx="718">
                  <c:v>7180</c:v>
                </c:pt>
                <c:pt idx="719">
                  <c:v>7190</c:v>
                </c:pt>
                <c:pt idx="720">
                  <c:v>7200</c:v>
                </c:pt>
                <c:pt idx="721">
                  <c:v>7210</c:v>
                </c:pt>
                <c:pt idx="722">
                  <c:v>7220</c:v>
                </c:pt>
                <c:pt idx="723">
                  <c:v>7230</c:v>
                </c:pt>
                <c:pt idx="724">
                  <c:v>7240</c:v>
                </c:pt>
                <c:pt idx="725">
                  <c:v>7250</c:v>
                </c:pt>
                <c:pt idx="726">
                  <c:v>7260</c:v>
                </c:pt>
                <c:pt idx="727">
                  <c:v>7270</c:v>
                </c:pt>
                <c:pt idx="728">
                  <c:v>7280</c:v>
                </c:pt>
                <c:pt idx="729">
                  <c:v>7290</c:v>
                </c:pt>
                <c:pt idx="730">
                  <c:v>7300</c:v>
                </c:pt>
                <c:pt idx="731">
                  <c:v>7310</c:v>
                </c:pt>
                <c:pt idx="732">
                  <c:v>7320</c:v>
                </c:pt>
                <c:pt idx="733">
                  <c:v>7330</c:v>
                </c:pt>
                <c:pt idx="734">
                  <c:v>7340</c:v>
                </c:pt>
                <c:pt idx="735">
                  <c:v>7350</c:v>
                </c:pt>
                <c:pt idx="736">
                  <c:v>7360</c:v>
                </c:pt>
                <c:pt idx="737">
                  <c:v>7370</c:v>
                </c:pt>
                <c:pt idx="738">
                  <c:v>7380</c:v>
                </c:pt>
                <c:pt idx="739">
                  <c:v>7390</c:v>
                </c:pt>
                <c:pt idx="740">
                  <c:v>7400</c:v>
                </c:pt>
                <c:pt idx="741">
                  <c:v>7410</c:v>
                </c:pt>
                <c:pt idx="742">
                  <c:v>7420</c:v>
                </c:pt>
                <c:pt idx="743">
                  <c:v>7430</c:v>
                </c:pt>
                <c:pt idx="744">
                  <c:v>7440</c:v>
                </c:pt>
                <c:pt idx="745">
                  <c:v>7450</c:v>
                </c:pt>
                <c:pt idx="746">
                  <c:v>7460</c:v>
                </c:pt>
                <c:pt idx="747">
                  <c:v>7470</c:v>
                </c:pt>
                <c:pt idx="748">
                  <c:v>7480</c:v>
                </c:pt>
                <c:pt idx="749">
                  <c:v>7490</c:v>
                </c:pt>
                <c:pt idx="750">
                  <c:v>7500</c:v>
                </c:pt>
                <c:pt idx="751">
                  <c:v>7510</c:v>
                </c:pt>
                <c:pt idx="752">
                  <c:v>7520</c:v>
                </c:pt>
                <c:pt idx="753">
                  <c:v>7530</c:v>
                </c:pt>
                <c:pt idx="754">
                  <c:v>7540</c:v>
                </c:pt>
                <c:pt idx="755">
                  <c:v>7550</c:v>
                </c:pt>
                <c:pt idx="756">
                  <c:v>7560</c:v>
                </c:pt>
                <c:pt idx="757">
                  <c:v>7570</c:v>
                </c:pt>
                <c:pt idx="758">
                  <c:v>7580</c:v>
                </c:pt>
                <c:pt idx="759">
                  <c:v>7590</c:v>
                </c:pt>
                <c:pt idx="760">
                  <c:v>7600</c:v>
                </c:pt>
                <c:pt idx="761">
                  <c:v>7610</c:v>
                </c:pt>
                <c:pt idx="762">
                  <c:v>7620</c:v>
                </c:pt>
                <c:pt idx="763">
                  <c:v>7630</c:v>
                </c:pt>
                <c:pt idx="764">
                  <c:v>7640</c:v>
                </c:pt>
                <c:pt idx="765">
                  <c:v>7650</c:v>
                </c:pt>
                <c:pt idx="766">
                  <c:v>7660</c:v>
                </c:pt>
                <c:pt idx="767">
                  <c:v>7670</c:v>
                </c:pt>
                <c:pt idx="768">
                  <c:v>7680</c:v>
                </c:pt>
                <c:pt idx="769">
                  <c:v>7690</c:v>
                </c:pt>
                <c:pt idx="770">
                  <c:v>7700</c:v>
                </c:pt>
                <c:pt idx="771">
                  <c:v>7710</c:v>
                </c:pt>
                <c:pt idx="772">
                  <c:v>7720</c:v>
                </c:pt>
                <c:pt idx="773">
                  <c:v>7730</c:v>
                </c:pt>
                <c:pt idx="774">
                  <c:v>7740</c:v>
                </c:pt>
                <c:pt idx="775">
                  <c:v>7750</c:v>
                </c:pt>
                <c:pt idx="776">
                  <c:v>7760</c:v>
                </c:pt>
                <c:pt idx="777">
                  <c:v>7770</c:v>
                </c:pt>
                <c:pt idx="778">
                  <c:v>7780</c:v>
                </c:pt>
                <c:pt idx="779">
                  <c:v>7790</c:v>
                </c:pt>
                <c:pt idx="780">
                  <c:v>7800</c:v>
                </c:pt>
                <c:pt idx="781">
                  <c:v>7810</c:v>
                </c:pt>
                <c:pt idx="782">
                  <c:v>7820</c:v>
                </c:pt>
                <c:pt idx="783">
                  <c:v>7830</c:v>
                </c:pt>
                <c:pt idx="784">
                  <c:v>7840</c:v>
                </c:pt>
                <c:pt idx="785">
                  <c:v>7850</c:v>
                </c:pt>
                <c:pt idx="786">
                  <c:v>7860</c:v>
                </c:pt>
                <c:pt idx="787">
                  <c:v>7870</c:v>
                </c:pt>
                <c:pt idx="788">
                  <c:v>7880</c:v>
                </c:pt>
                <c:pt idx="789">
                  <c:v>7890</c:v>
                </c:pt>
                <c:pt idx="790">
                  <c:v>7900</c:v>
                </c:pt>
                <c:pt idx="791">
                  <c:v>7910</c:v>
                </c:pt>
                <c:pt idx="792">
                  <c:v>7920</c:v>
                </c:pt>
                <c:pt idx="793">
                  <c:v>7930</c:v>
                </c:pt>
                <c:pt idx="794">
                  <c:v>7940</c:v>
                </c:pt>
                <c:pt idx="795">
                  <c:v>7950</c:v>
                </c:pt>
                <c:pt idx="796">
                  <c:v>7960</c:v>
                </c:pt>
                <c:pt idx="797">
                  <c:v>7970</c:v>
                </c:pt>
                <c:pt idx="798">
                  <c:v>7980</c:v>
                </c:pt>
                <c:pt idx="799">
                  <c:v>7990</c:v>
                </c:pt>
                <c:pt idx="800">
                  <c:v>8000</c:v>
                </c:pt>
                <c:pt idx="801">
                  <c:v>8010</c:v>
                </c:pt>
                <c:pt idx="802">
                  <c:v>8020</c:v>
                </c:pt>
                <c:pt idx="803">
                  <c:v>8030</c:v>
                </c:pt>
                <c:pt idx="804">
                  <c:v>8040</c:v>
                </c:pt>
                <c:pt idx="805">
                  <c:v>8050</c:v>
                </c:pt>
                <c:pt idx="806">
                  <c:v>8060</c:v>
                </c:pt>
                <c:pt idx="807">
                  <c:v>8070</c:v>
                </c:pt>
                <c:pt idx="808">
                  <c:v>8080</c:v>
                </c:pt>
                <c:pt idx="809">
                  <c:v>8090</c:v>
                </c:pt>
                <c:pt idx="810">
                  <c:v>8100</c:v>
                </c:pt>
                <c:pt idx="811">
                  <c:v>8110</c:v>
                </c:pt>
                <c:pt idx="812">
                  <c:v>8120</c:v>
                </c:pt>
                <c:pt idx="813">
                  <c:v>8130</c:v>
                </c:pt>
                <c:pt idx="814">
                  <c:v>8140</c:v>
                </c:pt>
                <c:pt idx="815">
                  <c:v>8150</c:v>
                </c:pt>
                <c:pt idx="816">
                  <c:v>8160</c:v>
                </c:pt>
                <c:pt idx="817">
                  <c:v>8170</c:v>
                </c:pt>
                <c:pt idx="818">
                  <c:v>8180</c:v>
                </c:pt>
                <c:pt idx="819">
                  <c:v>8190</c:v>
                </c:pt>
                <c:pt idx="820">
                  <c:v>8200</c:v>
                </c:pt>
                <c:pt idx="821">
                  <c:v>8210</c:v>
                </c:pt>
                <c:pt idx="822">
                  <c:v>8220</c:v>
                </c:pt>
                <c:pt idx="823">
                  <c:v>8230</c:v>
                </c:pt>
                <c:pt idx="824">
                  <c:v>8240</c:v>
                </c:pt>
                <c:pt idx="825">
                  <c:v>8250</c:v>
                </c:pt>
                <c:pt idx="826">
                  <c:v>8260</c:v>
                </c:pt>
                <c:pt idx="827">
                  <c:v>8270</c:v>
                </c:pt>
                <c:pt idx="828">
                  <c:v>8280</c:v>
                </c:pt>
                <c:pt idx="829">
                  <c:v>8290</c:v>
                </c:pt>
                <c:pt idx="830">
                  <c:v>8300</c:v>
                </c:pt>
                <c:pt idx="831">
                  <c:v>8310</c:v>
                </c:pt>
                <c:pt idx="832">
                  <c:v>8320</c:v>
                </c:pt>
                <c:pt idx="833">
                  <c:v>8330</c:v>
                </c:pt>
                <c:pt idx="834">
                  <c:v>8340</c:v>
                </c:pt>
                <c:pt idx="835">
                  <c:v>8350</c:v>
                </c:pt>
                <c:pt idx="836">
                  <c:v>8360</c:v>
                </c:pt>
                <c:pt idx="837">
                  <c:v>8370</c:v>
                </c:pt>
                <c:pt idx="838">
                  <c:v>8380</c:v>
                </c:pt>
                <c:pt idx="839">
                  <c:v>8390</c:v>
                </c:pt>
                <c:pt idx="840">
                  <c:v>8400</c:v>
                </c:pt>
                <c:pt idx="841">
                  <c:v>8410</c:v>
                </c:pt>
                <c:pt idx="842">
                  <c:v>8420</c:v>
                </c:pt>
                <c:pt idx="843">
                  <c:v>8430</c:v>
                </c:pt>
                <c:pt idx="844">
                  <c:v>8440</c:v>
                </c:pt>
                <c:pt idx="845">
                  <c:v>8450</c:v>
                </c:pt>
                <c:pt idx="846">
                  <c:v>8460</c:v>
                </c:pt>
                <c:pt idx="847">
                  <c:v>8470</c:v>
                </c:pt>
                <c:pt idx="848">
                  <c:v>8480</c:v>
                </c:pt>
                <c:pt idx="849">
                  <c:v>8490</c:v>
                </c:pt>
                <c:pt idx="850">
                  <c:v>8500</c:v>
                </c:pt>
                <c:pt idx="851">
                  <c:v>8510</c:v>
                </c:pt>
                <c:pt idx="852">
                  <c:v>8520</c:v>
                </c:pt>
                <c:pt idx="853">
                  <c:v>8530</c:v>
                </c:pt>
                <c:pt idx="854">
                  <c:v>8540</c:v>
                </c:pt>
                <c:pt idx="855">
                  <c:v>8550</c:v>
                </c:pt>
                <c:pt idx="856">
                  <c:v>8560</c:v>
                </c:pt>
                <c:pt idx="857">
                  <c:v>8570</c:v>
                </c:pt>
                <c:pt idx="858">
                  <c:v>8580</c:v>
                </c:pt>
                <c:pt idx="859">
                  <c:v>8590</c:v>
                </c:pt>
                <c:pt idx="860">
                  <c:v>8600</c:v>
                </c:pt>
                <c:pt idx="861">
                  <c:v>8610</c:v>
                </c:pt>
                <c:pt idx="862">
                  <c:v>8620</c:v>
                </c:pt>
                <c:pt idx="863">
                  <c:v>8630</c:v>
                </c:pt>
                <c:pt idx="864">
                  <c:v>8640</c:v>
                </c:pt>
                <c:pt idx="865">
                  <c:v>8650</c:v>
                </c:pt>
                <c:pt idx="866">
                  <c:v>8660</c:v>
                </c:pt>
                <c:pt idx="867">
                  <c:v>8670</c:v>
                </c:pt>
                <c:pt idx="868">
                  <c:v>8680</c:v>
                </c:pt>
                <c:pt idx="869">
                  <c:v>8690</c:v>
                </c:pt>
                <c:pt idx="870">
                  <c:v>8700</c:v>
                </c:pt>
                <c:pt idx="871">
                  <c:v>8710</c:v>
                </c:pt>
                <c:pt idx="872">
                  <c:v>8720</c:v>
                </c:pt>
                <c:pt idx="873">
                  <c:v>8730</c:v>
                </c:pt>
                <c:pt idx="874">
                  <c:v>8740</c:v>
                </c:pt>
                <c:pt idx="875">
                  <c:v>8750</c:v>
                </c:pt>
                <c:pt idx="876">
                  <c:v>8760</c:v>
                </c:pt>
                <c:pt idx="877">
                  <c:v>8770</c:v>
                </c:pt>
                <c:pt idx="878">
                  <c:v>8780</c:v>
                </c:pt>
                <c:pt idx="879">
                  <c:v>8790</c:v>
                </c:pt>
                <c:pt idx="880">
                  <c:v>8800</c:v>
                </c:pt>
                <c:pt idx="881">
                  <c:v>8810</c:v>
                </c:pt>
                <c:pt idx="882">
                  <c:v>8820</c:v>
                </c:pt>
                <c:pt idx="883">
                  <c:v>8830</c:v>
                </c:pt>
                <c:pt idx="884">
                  <c:v>8840</c:v>
                </c:pt>
                <c:pt idx="885">
                  <c:v>8850</c:v>
                </c:pt>
                <c:pt idx="886">
                  <c:v>8860</c:v>
                </c:pt>
                <c:pt idx="887">
                  <c:v>8870</c:v>
                </c:pt>
                <c:pt idx="888">
                  <c:v>8880</c:v>
                </c:pt>
                <c:pt idx="889">
                  <c:v>8890</c:v>
                </c:pt>
                <c:pt idx="890">
                  <c:v>8900</c:v>
                </c:pt>
                <c:pt idx="891">
                  <c:v>8910</c:v>
                </c:pt>
                <c:pt idx="892">
                  <c:v>8920</c:v>
                </c:pt>
                <c:pt idx="893">
                  <c:v>8930</c:v>
                </c:pt>
                <c:pt idx="894">
                  <c:v>8940</c:v>
                </c:pt>
                <c:pt idx="895">
                  <c:v>8950</c:v>
                </c:pt>
                <c:pt idx="896">
                  <c:v>8960</c:v>
                </c:pt>
                <c:pt idx="897">
                  <c:v>8970</c:v>
                </c:pt>
                <c:pt idx="898">
                  <c:v>8980</c:v>
                </c:pt>
                <c:pt idx="899">
                  <c:v>8990</c:v>
                </c:pt>
                <c:pt idx="900">
                  <c:v>9000</c:v>
                </c:pt>
                <c:pt idx="901">
                  <c:v>9010</c:v>
                </c:pt>
                <c:pt idx="902">
                  <c:v>9020</c:v>
                </c:pt>
                <c:pt idx="903">
                  <c:v>9030</c:v>
                </c:pt>
                <c:pt idx="904">
                  <c:v>9040</c:v>
                </c:pt>
                <c:pt idx="905">
                  <c:v>9050</c:v>
                </c:pt>
                <c:pt idx="906">
                  <c:v>9060</c:v>
                </c:pt>
                <c:pt idx="907">
                  <c:v>9070</c:v>
                </c:pt>
                <c:pt idx="908">
                  <c:v>9080</c:v>
                </c:pt>
                <c:pt idx="909">
                  <c:v>9090</c:v>
                </c:pt>
                <c:pt idx="910">
                  <c:v>9100</c:v>
                </c:pt>
                <c:pt idx="911">
                  <c:v>9110</c:v>
                </c:pt>
                <c:pt idx="912">
                  <c:v>9120</c:v>
                </c:pt>
                <c:pt idx="913">
                  <c:v>9130</c:v>
                </c:pt>
                <c:pt idx="914">
                  <c:v>9140</c:v>
                </c:pt>
                <c:pt idx="915">
                  <c:v>9150</c:v>
                </c:pt>
                <c:pt idx="916">
                  <c:v>9160</c:v>
                </c:pt>
                <c:pt idx="917">
                  <c:v>9170</c:v>
                </c:pt>
                <c:pt idx="918">
                  <c:v>9180</c:v>
                </c:pt>
                <c:pt idx="919">
                  <c:v>9190</c:v>
                </c:pt>
                <c:pt idx="920">
                  <c:v>9200</c:v>
                </c:pt>
                <c:pt idx="921">
                  <c:v>9210</c:v>
                </c:pt>
                <c:pt idx="922">
                  <c:v>9220</c:v>
                </c:pt>
                <c:pt idx="923">
                  <c:v>9230</c:v>
                </c:pt>
                <c:pt idx="924">
                  <c:v>9240</c:v>
                </c:pt>
                <c:pt idx="925">
                  <c:v>9250</c:v>
                </c:pt>
                <c:pt idx="926">
                  <c:v>9260</c:v>
                </c:pt>
                <c:pt idx="927">
                  <c:v>9270</c:v>
                </c:pt>
                <c:pt idx="928">
                  <c:v>9280</c:v>
                </c:pt>
                <c:pt idx="929">
                  <c:v>9290</c:v>
                </c:pt>
                <c:pt idx="930">
                  <c:v>9300</c:v>
                </c:pt>
                <c:pt idx="931">
                  <c:v>9310</c:v>
                </c:pt>
                <c:pt idx="932">
                  <c:v>9320</c:v>
                </c:pt>
                <c:pt idx="933">
                  <c:v>9330</c:v>
                </c:pt>
                <c:pt idx="934">
                  <c:v>9340</c:v>
                </c:pt>
                <c:pt idx="935">
                  <c:v>9350</c:v>
                </c:pt>
                <c:pt idx="936">
                  <c:v>9360</c:v>
                </c:pt>
                <c:pt idx="937">
                  <c:v>9370</c:v>
                </c:pt>
                <c:pt idx="938">
                  <c:v>9380</c:v>
                </c:pt>
                <c:pt idx="939">
                  <c:v>9390</c:v>
                </c:pt>
                <c:pt idx="940">
                  <c:v>9400</c:v>
                </c:pt>
                <c:pt idx="941">
                  <c:v>9410</c:v>
                </c:pt>
                <c:pt idx="942">
                  <c:v>9420</c:v>
                </c:pt>
                <c:pt idx="943">
                  <c:v>9430</c:v>
                </c:pt>
                <c:pt idx="944">
                  <c:v>9440</c:v>
                </c:pt>
                <c:pt idx="945">
                  <c:v>9450</c:v>
                </c:pt>
                <c:pt idx="946">
                  <c:v>9460</c:v>
                </c:pt>
                <c:pt idx="947">
                  <c:v>9470</c:v>
                </c:pt>
                <c:pt idx="948">
                  <c:v>9480</c:v>
                </c:pt>
                <c:pt idx="949">
                  <c:v>9490</c:v>
                </c:pt>
                <c:pt idx="950">
                  <c:v>9500</c:v>
                </c:pt>
                <c:pt idx="951">
                  <c:v>9510</c:v>
                </c:pt>
                <c:pt idx="952">
                  <c:v>9520</c:v>
                </c:pt>
                <c:pt idx="953">
                  <c:v>9530</c:v>
                </c:pt>
                <c:pt idx="954">
                  <c:v>9540</c:v>
                </c:pt>
                <c:pt idx="955">
                  <c:v>9550</c:v>
                </c:pt>
                <c:pt idx="956">
                  <c:v>9560</c:v>
                </c:pt>
                <c:pt idx="957">
                  <c:v>9570</c:v>
                </c:pt>
                <c:pt idx="958">
                  <c:v>9580</c:v>
                </c:pt>
                <c:pt idx="959">
                  <c:v>9590</c:v>
                </c:pt>
                <c:pt idx="960">
                  <c:v>9600</c:v>
                </c:pt>
                <c:pt idx="961">
                  <c:v>9610</c:v>
                </c:pt>
                <c:pt idx="962">
                  <c:v>9620</c:v>
                </c:pt>
                <c:pt idx="963">
                  <c:v>9630</c:v>
                </c:pt>
                <c:pt idx="964">
                  <c:v>9640</c:v>
                </c:pt>
                <c:pt idx="965">
                  <c:v>9650</c:v>
                </c:pt>
                <c:pt idx="966">
                  <c:v>9660</c:v>
                </c:pt>
                <c:pt idx="967">
                  <c:v>9670</c:v>
                </c:pt>
                <c:pt idx="968">
                  <c:v>9680</c:v>
                </c:pt>
                <c:pt idx="969">
                  <c:v>9690</c:v>
                </c:pt>
                <c:pt idx="970">
                  <c:v>9700</c:v>
                </c:pt>
                <c:pt idx="971">
                  <c:v>9710</c:v>
                </c:pt>
                <c:pt idx="972">
                  <c:v>9720</c:v>
                </c:pt>
                <c:pt idx="973">
                  <c:v>9730</c:v>
                </c:pt>
                <c:pt idx="974">
                  <c:v>9740</c:v>
                </c:pt>
                <c:pt idx="975">
                  <c:v>9750</c:v>
                </c:pt>
                <c:pt idx="976">
                  <c:v>9760</c:v>
                </c:pt>
                <c:pt idx="977">
                  <c:v>9770</c:v>
                </c:pt>
                <c:pt idx="978">
                  <c:v>9780</c:v>
                </c:pt>
                <c:pt idx="979">
                  <c:v>9790</c:v>
                </c:pt>
                <c:pt idx="980">
                  <c:v>9800</c:v>
                </c:pt>
                <c:pt idx="981">
                  <c:v>9810</c:v>
                </c:pt>
                <c:pt idx="982">
                  <c:v>9820</c:v>
                </c:pt>
                <c:pt idx="983">
                  <c:v>9830</c:v>
                </c:pt>
                <c:pt idx="984">
                  <c:v>9840</c:v>
                </c:pt>
                <c:pt idx="985">
                  <c:v>9850</c:v>
                </c:pt>
                <c:pt idx="986">
                  <c:v>9860</c:v>
                </c:pt>
                <c:pt idx="987">
                  <c:v>9870</c:v>
                </c:pt>
                <c:pt idx="988">
                  <c:v>9880</c:v>
                </c:pt>
                <c:pt idx="989">
                  <c:v>9890</c:v>
                </c:pt>
                <c:pt idx="990">
                  <c:v>9900</c:v>
                </c:pt>
                <c:pt idx="991">
                  <c:v>9910</c:v>
                </c:pt>
                <c:pt idx="992">
                  <c:v>9920</c:v>
                </c:pt>
                <c:pt idx="993">
                  <c:v>9930</c:v>
                </c:pt>
                <c:pt idx="994">
                  <c:v>9940</c:v>
                </c:pt>
                <c:pt idx="995">
                  <c:v>9950</c:v>
                </c:pt>
                <c:pt idx="996">
                  <c:v>9960</c:v>
                </c:pt>
                <c:pt idx="997">
                  <c:v>9970</c:v>
                </c:pt>
                <c:pt idx="998">
                  <c:v>9980</c:v>
                </c:pt>
                <c:pt idx="999">
                  <c:v>9990</c:v>
                </c:pt>
                <c:pt idx="1000">
                  <c:v>10000</c:v>
                </c:pt>
                <c:pt idx="1001">
                  <c:v>10010</c:v>
                </c:pt>
                <c:pt idx="1002">
                  <c:v>10020</c:v>
                </c:pt>
                <c:pt idx="1003">
                  <c:v>10030</c:v>
                </c:pt>
                <c:pt idx="1004">
                  <c:v>10040</c:v>
                </c:pt>
                <c:pt idx="1005">
                  <c:v>10050</c:v>
                </c:pt>
                <c:pt idx="1006">
                  <c:v>10060</c:v>
                </c:pt>
                <c:pt idx="1007">
                  <c:v>10070</c:v>
                </c:pt>
                <c:pt idx="1008">
                  <c:v>10080</c:v>
                </c:pt>
                <c:pt idx="1009">
                  <c:v>10090</c:v>
                </c:pt>
                <c:pt idx="1010">
                  <c:v>10100</c:v>
                </c:pt>
                <c:pt idx="1011">
                  <c:v>10110</c:v>
                </c:pt>
                <c:pt idx="1012">
                  <c:v>10120</c:v>
                </c:pt>
                <c:pt idx="1013">
                  <c:v>10130</c:v>
                </c:pt>
                <c:pt idx="1014">
                  <c:v>10140</c:v>
                </c:pt>
                <c:pt idx="1015">
                  <c:v>10150</c:v>
                </c:pt>
                <c:pt idx="1016">
                  <c:v>10160</c:v>
                </c:pt>
                <c:pt idx="1017">
                  <c:v>10170</c:v>
                </c:pt>
                <c:pt idx="1018">
                  <c:v>10180</c:v>
                </c:pt>
                <c:pt idx="1019">
                  <c:v>10190</c:v>
                </c:pt>
                <c:pt idx="1020">
                  <c:v>10200</c:v>
                </c:pt>
                <c:pt idx="1021">
                  <c:v>10210</c:v>
                </c:pt>
                <c:pt idx="1022">
                  <c:v>10220</c:v>
                </c:pt>
                <c:pt idx="1023">
                  <c:v>10230</c:v>
                </c:pt>
                <c:pt idx="1024">
                  <c:v>10240</c:v>
                </c:pt>
                <c:pt idx="1025">
                  <c:v>10250</c:v>
                </c:pt>
                <c:pt idx="1026">
                  <c:v>10260</c:v>
                </c:pt>
                <c:pt idx="1027">
                  <c:v>10270</c:v>
                </c:pt>
                <c:pt idx="1028">
                  <c:v>10280</c:v>
                </c:pt>
                <c:pt idx="1029">
                  <c:v>10290</c:v>
                </c:pt>
                <c:pt idx="1030">
                  <c:v>10300</c:v>
                </c:pt>
                <c:pt idx="1031">
                  <c:v>10310</c:v>
                </c:pt>
                <c:pt idx="1032">
                  <c:v>10320</c:v>
                </c:pt>
                <c:pt idx="1033">
                  <c:v>10330</c:v>
                </c:pt>
                <c:pt idx="1034">
                  <c:v>10340</c:v>
                </c:pt>
                <c:pt idx="1035">
                  <c:v>10350</c:v>
                </c:pt>
                <c:pt idx="1036">
                  <c:v>10360</c:v>
                </c:pt>
                <c:pt idx="1037">
                  <c:v>10370</c:v>
                </c:pt>
                <c:pt idx="1038">
                  <c:v>10380</c:v>
                </c:pt>
                <c:pt idx="1039">
                  <c:v>10390</c:v>
                </c:pt>
                <c:pt idx="1040">
                  <c:v>10400</c:v>
                </c:pt>
                <c:pt idx="1041">
                  <c:v>10410</c:v>
                </c:pt>
                <c:pt idx="1042">
                  <c:v>10420</c:v>
                </c:pt>
                <c:pt idx="1043">
                  <c:v>10430</c:v>
                </c:pt>
                <c:pt idx="1044">
                  <c:v>10440</c:v>
                </c:pt>
                <c:pt idx="1045">
                  <c:v>10450</c:v>
                </c:pt>
                <c:pt idx="1046">
                  <c:v>10460</c:v>
                </c:pt>
                <c:pt idx="1047">
                  <c:v>10470</c:v>
                </c:pt>
                <c:pt idx="1048">
                  <c:v>10480</c:v>
                </c:pt>
                <c:pt idx="1049">
                  <c:v>10490</c:v>
                </c:pt>
                <c:pt idx="1050">
                  <c:v>10500</c:v>
                </c:pt>
                <c:pt idx="1051">
                  <c:v>10510</c:v>
                </c:pt>
                <c:pt idx="1052">
                  <c:v>10520</c:v>
                </c:pt>
                <c:pt idx="1053">
                  <c:v>10530</c:v>
                </c:pt>
                <c:pt idx="1054">
                  <c:v>10540</c:v>
                </c:pt>
                <c:pt idx="1055">
                  <c:v>10550</c:v>
                </c:pt>
                <c:pt idx="1056">
                  <c:v>10560</c:v>
                </c:pt>
                <c:pt idx="1057">
                  <c:v>10570</c:v>
                </c:pt>
                <c:pt idx="1058">
                  <c:v>10580</c:v>
                </c:pt>
                <c:pt idx="1059">
                  <c:v>10590</c:v>
                </c:pt>
                <c:pt idx="1060">
                  <c:v>10600</c:v>
                </c:pt>
                <c:pt idx="1061">
                  <c:v>10610</c:v>
                </c:pt>
                <c:pt idx="1062">
                  <c:v>10620</c:v>
                </c:pt>
                <c:pt idx="1063">
                  <c:v>10630</c:v>
                </c:pt>
                <c:pt idx="1064">
                  <c:v>10640</c:v>
                </c:pt>
                <c:pt idx="1065">
                  <c:v>10650</c:v>
                </c:pt>
                <c:pt idx="1066">
                  <c:v>10660</c:v>
                </c:pt>
                <c:pt idx="1067">
                  <c:v>10670</c:v>
                </c:pt>
                <c:pt idx="1068">
                  <c:v>10680</c:v>
                </c:pt>
                <c:pt idx="1069">
                  <c:v>10690</c:v>
                </c:pt>
                <c:pt idx="1070">
                  <c:v>10700</c:v>
                </c:pt>
                <c:pt idx="1071">
                  <c:v>10710</c:v>
                </c:pt>
                <c:pt idx="1072">
                  <c:v>10720</c:v>
                </c:pt>
                <c:pt idx="1073">
                  <c:v>10730</c:v>
                </c:pt>
                <c:pt idx="1074">
                  <c:v>10740</c:v>
                </c:pt>
                <c:pt idx="1075">
                  <c:v>10750</c:v>
                </c:pt>
                <c:pt idx="1076">
                  <c:v>10760</c:v>
                </c:pt>
                <c:pt idx="1077">
                  <c:v>10770</c:v>
                </c:pt>
                <c:pt idx="1078">
                  <c:v>10780</c:v>
                </c:pt>
                <c:pt idx="1079">
                  <c:v>10790</c:v>
                </c:pt>
                <c:pt idx="1080">
                  <c:v>10800</c:v>
                </c:pt>
                <c:pt idx="1081">
                  <c:v>10810</c:v>
                </c:pt>
                <c:pt idx="1082">
                  <c:v>10820</c:v>
                </c:pt>
                <c:pt idx="1083">
                  <c:v>10830</c:v>
                </c:pt>
                <c:pt idx="1084">
                  <c:v>10840</c:v>
                </c:pt>
                <c:pt idx="1085">
                  <c:v>10850</c:v>
                </c:pt>
                <c:pt idx="1086">
                  <c:v>10860</c:v>
                </c:pt>
                <c:pt idx="1087">
                  <c:v>10870</c:v>
                </c:pt>
                <c:pt idx="1088">
                  <c:v>10880</c:v>
                </c:pt>
                <c:pt idx="1089">
                  <c:v>10890</c:v>
                </c:pt>
                <c:pt idx="1090">
                  <c:v>10900</c:v>
                </c:pt>
                <c:pt idx="1091">
                  <c:v>10910</c:v>
                </c:pt>
                <c:pt idx="1092">
                  <c:v>10920</c:v>
                </c:pt>
                <c:pt idx="1093">
                  <c:v>10930</c:v>
                </c:pt>
                <c:pt idx="1094">
                  <c:v>10940</c:v>
                </c:pt>
                <c:pt idx="1095">
                  <c:v>10950</c:v>
                </c:pt>
                <c:pt idx="1096">
                  <c:v>10960</c:v>
                </c:pt>
                <c:pt idx="1097">
                  <c:v>10970</c:v>
                </c:pt>
                <c:pt idx="1098">
                  <c:v>10980</c:v>
                </c:pt>
                <c:pt idx="1099">
                  <c:v>10990</c:v>
                </c:pt>
                <c:pt idx="1100">
                  <c:v>11000</c:v>
                </c:pt>
                <c:pt idx="1101">
                  <c:v>11010</c:v>
                </c:pt>
                <c:pt idx="1102">
                  <c:v>11020</c:v>
                </c:pt>
                <c:pt idx="1103">
                  <c:v>11030</c:v>
                </c:pt>
                <c:pt idx="1104">
                  <c:v>11040</c:v>
                </c:pt>
                <c:pt idx="1105">
                  <c:v>11050</c:v>
                </c:pt>
                <c:pt idx="1106">
                  <c:v>11060</c:v>
                </c:pt>
                <c:pt idx="1107">
                  <c:v>11070</c:v>
                </c:pt>
                <c:pt idx="1108">
                  <c:v>11080</c:v>
                </c:pt>
                <c:pt idx="1109">
                  <c:v>11090</c:v>
                </c:pt>
                <c:pt idx="1110">
                  <c:v>11100</c:v>
                </c:pt>
                <c:pt idx="1111">
                  <c:v>11110</c:v>
                </c:pt>
                <c:pt idx="1112">
                  <c:v>11120</c:v>
                </c:pt>
                <c:pt idx="1113">
                  <c:v>11130</c:v>
                </c:pt>
                <c:pt idx="1114">
                  <c:v>11140</c:v>
                </c:pt>
                <c:pt idx="1115">
                  <c:v>11150</c:v>
                </c:pt>
                <c:pt idx="1116">
                  <c:v>11160</c:v>
                </c:pt>
                <c:pt idx="1117">
                  <c:v>11170</c:v>
                </c:pt>
                <c:pt idx="1118">
                  <c:v>11180</c:v>
                </c:pt>
                <c:pt idx="1119">
                  <c:v>11190</c:v>
                </c:pt>
                <c:pt idx="1120">
                  <c:v>11200</c:v>
                </c:pt>
                <c:pt idx="1121">
                  <c:v>11210</c:v>
                </c:pt>
                <c:pt idx="1122">
                  <c:v>11220</c:v>
                </c:pt>
                <c:pt idx="1123">
                  <c:v>11230</c:v>
                </c:pt>
                <c:pt idx="1124">
                  <c:v>11240</c:v>
                </c:pt>
                <c:pt idx="1125">
                  <c:v>11250</c:v>
                </c:pt>
                <c:pt idx="1126">
                  <c:v>11260</c:v>
                </c:pt>
                <c:pt idx="1127">
                  <c:v>11270</c:v>
                </c:pt>
                <c:pt idx="1128">
                  <c:v>11280</c:v>
                </c:pt>
                <c:pt idx="1129">
                  <c:v>11290</c:v>
                </c:pt>
                <c:pt idx="1130">
                  <c:v>11300</c:v>
                </c:pt>
                <c:pt idx="1131">
                  <c:v>11310</c:v>
                </c:pt>
                <c:pt idx="1132">
                  <c:v>11320</c:v>
                </c:pt>
                <c:pt idx="1133">
                  <c:v>11330</c:v>
                </c:pt>
                <c:pt idx="1134">
                  <c:v>11340</c:v>
                </c:pt>
                <c:pt idx="1135">
                  <c:v>11350</c:v>
                </c:pt>
                <c:pt idx="1136">
                  <c:v>11360</c:v>
                </c:pt>
                <c:pt idx="1137">
                  <c:v>11370</c:v>
                </c:pt>
                <c:pt idx="1138">
                  <c:v>11380</c:v>
                </c:pt>
                <c:pt idx="1139">
                  <c:v>11390</c:v>
                </c:pt>
                <c:pt idx="1140">
                  <c:v>11400</c:v>
                </c:pt>
                <c:pt idx="1141">
                  <c:v>11410</c:v>
                </c:pt>
                <c:pt idx="1142">
                  <c:v>11420</c:v>
                </c:pt>
                <c:pt idx="1143">
                  <c:v>11430</c:v>
                </c:pt>
                <c:pt idx="1144">
                  <c:v>11440</c:v>
                </c:pt>
                <c:pt idx="1145">
                  <c:v>11450</c:v>
                </c:pt>
                <c:pt idx="1146">
                  <c:v>11460</c:v>
                </c:pt>
                <c:pt idx="1147">
                  <c:v>11470</c:v>
                </c:pt>
                <c:pt idx="1148">
                  <c:v>11480</c:v>
                </c:pt>
                <c:pt idx="1149">
                  <c:v>11490</c:v>
                </c:pt>
                <c:pt idx="1150">
                  <c:v>11500</c:v>
                </c:pt>
                <c:pt idx="1151">
                  <c:v>11510</c:v>
                </c:pt>
                <c:pt idx="1152">
                  <c:v>11520</c:v>
                </c:pt>
                <c:pt idx="1153">
                  <c:v>11530</c:v>
                </c:pt>
                <c:pt idx="1154">
                  <c:v>11540</c:v>
                </c:pt>
                <c:pt idx="1155">
                  <c:v>11550</c:v>
                </c:pt>
                <c:pt idx="1156">
                  <c:v>11560</c:v>
                </c:pt>
                <c:pt idx="1157">
                  <c:v>11570</c:v>
                </c:pt>
                <c:pt idx="1158">
                  <c:v>11580</c:v>
                </c:pt>
                <c:pt idx="1159">
                  <c:v>11590</c:v>
                </c:pt>
                <c:pt idx="1160">
                  <c:v>11600</c:v>
                </c:pt>
                <c:pt idx="1161">
                  <c:v>11610</c:v>
                </c:pt>
                <c:pt idx="1162">
                  <c:v>11620</c:v>
                </c:pt>
                <c:pt idx="1163">
                  <c:v>11630</c:v>
                </c:pt>
                <c:pt idx="1164">
                  <c:v>11640</c:v>
                </c:pt>
                <c:pt idx="1165">
                  <c:v>11650</c:v>
                </c:pt>
                <c:pt idx="1166">
                  <c:v>11660</c:v>
                </c:pt>
                <c:pt idx="1167">
                  <c:v>11670</c:v>
                </c:pt>
                <c:pt idx="1168">
                  <c:v>11680</c:v>
                </c:pt>
                <c:pt idx="1169">
                  <c:v>11690</c:v>
                </c:pt>
                <c:pt idx="1170">
                  <c:v>11700</c:v>
                </c:pt>
                <c:pt idx="1171">
                  <c:v>11710</c:v>
                </c:pt>
                <c:pt idx="1172">
                  <c:v>11720</c:v>
                </c:pt>
                <c:pt idx="1173">
                  <c:v>11730</c:v>
                </c:pt>
                <c:pt idx="1174">
                  <c:v>11740</c:v>
                </c:pt>
                <c:pt idx="1175">
                  <c:v>11750</c:v>
                </c:pt>
                <c:pt idx="1176">
                  <c:v>11760</c:v>
                </c:pt>
                <c:pt idx="1177">
                  <c:v>11770</c:v>
                </c:pt>
                <c:pt idx="1178">
                  <c:v>11780</c:v>
                </c:pt>
                <c:pt idx="1179">
                  <c:v>11790</c:v>
                </c:pt>
                <c:pt idx="1180">
                  <c:v>11800</c:v>
                </c:pt>
                <c:pt idx="1181">
                  <c:v>11810</c:v>
                </c:pt>
                <c:pt idx="1182">
                  <c:v>11820</c:v>
                </c:pt>
                <c:pt idx="1183">
                  <c:v>11830</c:v>
                </c:pt>
                <c:pt idx="1184">
                  <c:v>11840</c:v>
                </c:pt>
                <c:pt idx="1185">
                  <c:v>11850</c:v>
                </c:pt>
                <c:pt idx="1186">
                  <c:v>11860</c:v>
                </c:pt>
                <c:pt idx="1187">
                  <c:v>11870</c:v>
                </c:pt>
                <c:pt idx="1188">
                  <c:v>11880</c:v>
                </c:pt>
                <c:pt idx="1189">
                  <c:v>11890</c:v>
                </c:pt>
                <c:pt idx="1190">
                  <c:v>11900</c:v>
                </c:pt>
                <c:pt idx="1191">
                  <c:v>11910</c:v>
                </c:pt>
                <c:pt idx="1192">
                  <c:v>11920</c:v>
                </c:pt>
                <c:pt idx="1193">
                  <c:v>11930</c:v>
                </c:pt>
                <c:pt idx="1194">
                  <c:v>11940</c:v>
                </c:pt>
                <c:pt idx="1195">
                  <c:v>11950</c:v>
                </c:pt>
                <c:pt idx="1196">
                  <c:v>11960</c:v>
                </c:pt>
                <c:pt idx="1197">
                  <c:v>11970</c:v>
                </c:pt>
                <c:pt idx="1198">
                  <c:v>11980</c:v>
                </c:pt>
                <c:pt idx="1199">
                  <c:v>11990</c:v>
                </c:pt>
                <c:pt idx="1200">
                  <c:v>12000</c:v>
                </c:pt>
                <c:pt idx="1201">
                  <c:v>12010</c:v>
                </c:pt>
                <c:pt idx="1202">
                  <c:v>12020</c:v>
                </c:pt>
                <c:pt idx="1203">
                  <c:v>12030</c:v>
                </c:pt>
                <c:pt idx="1204">
                  <c:v>12040</c:v>
                </c:pt>
                <c:pt idx="1205">
                  <c:v>12050</c:v>
                </c:pt>
                <c:pt idx="1206">
                  <c:v>12060</c:v>
                </c:pt>
                <c:pt idx="1207">
                  <c:v>12070</c:v>
                </c:pt>
                <c:pt idx="1208">
                  <c:v>12080</c:v>
                </c:pt>
                <c:pt idx="1209">
                  <c:v>12090</c:v>
                </c:pt>
                <c:pt idx="1210">
                  <c:v>12100</c:v>
                </c:pt>
                <c:pt idx="1211">
                  <c:v>12110</c:v>
                </c:pt>
                <c:pt idx="1212">
                  <c:v>12120</c:v>
                </c:pt>
                <c:pt idx="1213">
                  <c:v>12130</c:v>
                </c:pt>
                <c:pt idx="1214">
                  <c:v>12140</c:v>
                </c:pt>
                <c:pt idx="1215">
                  <c:v>12150</c:v>
                </c:pt>
                <c:pt idx="1216">
                  <c:v>12160</c:v>
                </c:pt>
                <c:pt idx="1217">
                  <c:v>12170</c:v>
                </c:pt>
                <c:pt idx="1218">
                  <c:v>12180</c:v>
                </c:pt>
                <c:pt idx="1219">
                  <c:v>12190</c:v>
                </c:pt>
                <c:pt idx="1220">
                  <c:v>12200</c:v>
                </c:pt>
                <c:pt idx="1221">
                  <c:v>12210</c:v>
                </c:pt>
                <c:pt idx="1222">
                  <c:v>12220</c:v>
                </c:pt>
                <c:pt idx="1223">
                  <c:v>12230</c:v>
                </c:pt>
                <c:pt idx="1224">
                  <c:v>12240</c:v>
                </c:pt>
                <c:pt idx="1225">
                  <c:v>12250</c:v>
                </c:pt>
                <c:pt idx="1226">
                  <c:v>12260</c:v>
                </c:pt>
                <c:pt idx="1227">
                  <c:v>12270</c:v>
                </c:pt>
                <c:pt idx="1228">
                  <c:v>12280</c:v>
                </c:pt>
                <c:pt idx="1229">
                  <c:v>12290</c:v>
                </c:pt>
                <c:pt idx="1230">
                  <c:v>12300</c:v>
                </c:pt>
                <c:pt idx="1231">
                  <c:v>12310</c:v>
                </c:pt>
                <c:pt idx="1232">
                  <c:v>12320</c:v>
                </c:pt>
                <c:pt idx="1233">
                  <c:v>12330</c:v>
                </c:pt>
                <c:pt idx="1234">
                  <c:v>12340</c:v>
                </c:pt>
                <c:pt idx="1235">
                  <c:v>12350</c:v>
                </c:pt>
                <c:pt idx="1236">
                  <c:v>12360</c:v>
                </c:pt>
                <c:pt idx="1237">
                  <c:v>12370</c:v>
                </c:pt>
                <c:pt idx="1238">
                  <c:v>12380</c:v>
                </c:pt>
                <c:pt idx="1239">
                  <c:v>12390</c:v>
                </c:pt>
                <c:pt idx="1240">
                  <c:v>12400</c:v>
                </c:pt>
                <c:pt idx="1241">
                  <c:v>12410</c:v>
                </c:pt>
                <c:pt idx="1242">
                  <c:v>12420</c:v>
                </c:pt>
                <c:pt idx="1243">
                  <c:v>12430</c:v>
                </c:pt>
                <c:pt idx="1244">
                  <c:v>12440</c:v>
                </c:pt>
                <c:pt idx="1245">
                  <c:v>12450</c:v>
                </c:pt>
                <c:pt idx="1246">
                  <c:v>12460</c:v>
                </c:pt>
                <c:pt idx="1247">
                  <c:v>12470</c:v>
                </c:pt>
                <c:pt idx="1248">
                  <c:v>12480</c:v>
                </c:pt>
                <c:pt idx="1249">
                  <c:v>12490</c:v>
                </c:pt>
                <c:pt idx="1250">
                  <c:v>12500</c:v>
                </c:pt>
                <c:pt idx="1251">
                  <c:v>12510</c:v>
                </c:pt>
                <c:pt idx="1252">
                  <c:v>12520</c:v>
                </c:pt>
                <c:pt idx="1253">
                  <c:v>12530</c:v>
                </c:pt>
                <c:pt idx="1254">
                  <c:v>12540</c:v>
                </c:pt>
                <c:pt idx="1255">
                  <c:v>12550</c:v>
                </c:pt>
                <c:pt idx="1256">
                  <c:v>12560</c:v>
                </c:pt>
                <c:pt idx="1257">
                  <c:v>12570</c:v>
                </c:pt>
                <c:pt idx="1258">
                  <c:v>12580</c:v>
                </c:pt>
                <c:pt idx="1259">
                  <c:v>12590</c:v>
                </c:pt>
                <c:pt idx="1260">
                  <c:v>12600</c:v>
                </c:pt>
                <c:pt idx="1261">
                  <c:v>12610</c:v>
                </c:pt>
                <c:pt idx="1262">
                  <c:v>12620</c:v>
                </c:pt>
                <c:pt idx="1263">
                  <c:v>12630</c:v>
                </c:pt>
                <c:pt idx="1264">
                  <c:v>12640</c:v>
                </c:pt>
                <c:pt idx="1265">
                  <c:v>12650</c:v>
                </c:pt>
                <c:pt idx="1266">
                  <c:v>12660</c:v>
                </c:pt>
                <c:pt idx="1267">
                  <c:v>12670</c:v>
                </c:pt>
                <c:pt idx="1268">
                  <c:v>12680</c:v>
                </c:pt>
                <c:pt idx="1269">
                  <c:v>12690</c:v>
                </c:pt>
                <c:pt idx="1270">
                  <c:v>12700</c:v>
                </c:pt>
                <c:pt idx="1271">
                  <c:v>12710</c:v>
                </c:pt>
                <c:pt idx="1272">
                  <c:v>12720</c:v>
                </c:pt>
                <c:pt idx="1273">
                  <c:v>12730</c:v>
                </c:pt>
                <c:pt idx="1274">
                  <c:v>12740</c:v>
                </c:pt>
                <c:pt idx="1275">
                  <c:v>12750</c:v>
                </c:pt>
                <c:pt idx="1276">
                  <c:v>12760</c:v>
                </c:pt>
                <c:pt idx="1277">
                  <c:v>12770</c:v>
                </c:pt>
                <c:pt idx="1278">
                  <c:v>12780</c:v>
                </c:pt>
                <c:pt idx="1279">
                  <c:v>12790</c:v>
                </c:pt>
                <c:pt idx="1280">
                  <c:v>12800</c:v>
                </c:pt>
                <c:pt idx="1281">
                  <c:v>12810</c:v>
                </c:pt>
                <c:pt idx="1282">
                  <c:v>12820</c:v>
                </c:pt>
                <c:pt idx="1283">
                  <c:v>12830</c:v>
                </c:pt>
                <c:pt idx="1284">
                  <c:v>12840</c:v>
                </c:pt>
                <c:pt idx="1285">
                  <c:v>12850</c:v>
                </c:pt>
                <c:pt idx="1286">
                  <c:v>12860</c:v>
                </c:pt>
                <c:pt idx="1287">
                  <c:v>12870</c:v>
                </c:pt>
                <c:pt idx="1288">
                  <c:v>12880</c:v>
                </c:pt>
                <c:pt idx="1289">
                  <c:v>12890</c:v>
                </c:pt>
                <c:pt idx="1290">
                  <c:v>12900</c:v>
                </c:pt>
                <c:pt idx="1291">
                  <c:v>12910</c:v>
                </c:pt>
                <c:pt idx="1292">
                  <c:v>12920</c:v>
                </c:pt>
                <c:pt idx="1293">
                  <c:v>12930</c:v>
                </c:pt>
                <c:pt idx="1294">
                  <c:v>12940</c:v>
                </c:pt>
                <c:pt idx="1295">
                  <c:v>12950</c:v>
                </c:pt>
                <c:pt idx="1296">
                  <c:v>12960</c:v>
                </c:pt>
                <c:pt idx="1297">
                  <c:v>12970</c:v>
                </c:pt>
                <c:pt idx="1298">
                  <c:v>12980</c:v>
                </c:pt>
                <c:pt idx="1299">
                  <c:v>12990</c:v>
                </c:pt>
                <c:pt idx="1300">
                  <c:v>13000</c:v>
                </c:pt>
                <c:pt idx="1301">
                  <c:v>13010</c:v>
                </c:pt>
                <c:pt idx="1302">
                  <c:v>13020</c:v>
                </c:pt>
                <c:pt idx="1303">
                  <c:v>13030</c:v>
                </c:pt>
                <c:pt idx="1304">
                  <c:v>13040</c:v>
                </c:pt>
                <c:pt idx="1305">
                  <c:v>13050</c:v>
                </c:pt>
                <c:pt idx="1306">
                  <c:v>13060</c:v>
                </c:pt>
                <c:pt idx="1307">
                  <c:v>13070</c:v>
                </c:pt>
                <c:pt idx="1308">
                  <c:v>13080</c:v>
                </c:pt>
                <c:pt idx="1309">
                  <c:v>13090</c:v>
                </c:pt>
                <c:pt idx="1310">
                  <c:v>13100</c:v>
                </c:pt>
                <c:pt idx="1311">
                  <c:v>13110</c:v>
                </c:pt>
                <c:pt idx="1312">
                  <c:v>13120</c:v>
                </c:pt>
                <c:pt idx="1313">
                  <c:v>13130</c:v>
                </c:pt>
                <c:pt idx="1314">
                  <c:v>13140</c:v>
                </c:pt>
                <c:pt idx="1315">
                  <c:v>13150</c:v>
                </c:pt>
                <c:pt idx="1316">
                  <c:v>13160</c:v>
                </c:pt>
                <c:pt idx="1317">
                  <c:v>13170</c:v>
                </c:pt>
                <c:pt idx="1318">
                  <c:v>13180</c:v>
                </c:pt>
                <c:pt idx="1319">
                  <c:v>13190</c:v>
                </c:pt>
                <c:pt idx="1320">
                  <c:v>13200</c:v>
                </c:pt>
                <c:pt idx="1321">
                  <c:v>13210</c:v>
                </c:pt>
                <c:pt idx="1322">
                  <c:v>13220</c:v>
                </c:pt>
                <c:pt idx="1323">
                  <c:v>13230</c:v>
                </c:pt>
                <c:pt idx="1324">
                  <c:v>13240</c:v>
                </c:pt>
                <c:pt idx="1325">
                  <c:v>13250</c:v>
                </c:pt>
                <c:pt idx="1326">
                  <c:v>13260</c:v>
                </c:pt>
                <c:pt idx="1327">
                  <c:v>13270</c:v>
                </c:pt>
                <c:pt idx="1328">
                  <c:v>13280</c:v>
                </c:pt>
                <c:pt idx="1329">
                  <c:v>13290</c:v>
                </c:pt>
                <c:pt idx="1330">
                  <c:v>13300</c:v>
                </c:pt>
                <c:pt idx="1331">
                  <c:v>13310</c:v>
                </c:pt>
                <c:pt idx="1332">
                  <c:v>13320</c:v>
                </c:pt>
                <c:pt idx="1333">
                  <c:v>13330</c:v>
                </c:pt>
                <c:pt idx="1334">
                  <c:v>13340</c:v>
                </c:pt>
                <c:pt idx="1335">
                  <c:v>13350</c:v>
                </c:pt>
                <c:pt idx="1336">
                  <c:v>13360</c:v>
                </c:pt>
                <c:pt idx="1337">
                  <c:v>13370</c:v>
                </c:pt>
                <c:pt idx="1338">
                  <c:v>13380</c:v>
                </c:pt>
                <c:pt idx="1339">
                  <c:v>13390</c:v>
                </c:pt>
                <c:pt idx="1340">
                  <c:v>13400</c:v>
                </c:pt>
                <c:pt idx="1341">
                  <c:v>13410</c:v>
                </c:pt>
                <c:pt idx="1342">
                  <c:v>13420</c:v>
                </c:pt>
                <c:pt idx="1343">
                  <c:v>13430</c:v>
                </c:pt>
                <c:pt idx="1344">
                  <c:v>13440</c:v>
                </c:pt>
                <c:pt idx="1345">
                  <c:v>13450</c:v>
                </c:pt>
                <c:pt idx="1346">
                  <c:v>13460</c:v>
                </c:pt>
                <c:pt idx="1347">
                  <c:v>13470</c:v>
                </c:pt>
                <c:pt idx="1348">
                  <c:v>13480</c:v>
                </c:pt>
                <c:pt idx="1349">
                  <c:v>13490</c:v>
                </c:pt>
                <c:pt idx="1350">
                  <c:v>13500</c:v>
                </c:pt>
                <c:pt idx="1351">
                  <c:v>13510</c:v>
                </c:pt>
                <c:pt idx="1352">
                  <c:v>13520</c:v>
                </c:pt>
                <c:pt idx="1353">
                  <c:v>13530</c:v>
                </c:pt>
                <c:pt idx="1354">
                  <c:v>13540</c:v>
                </c:pt>
                <c:pt idx="1355">
                  <c:v>13550</c:v>
                </c:pt>
                <c:pt idx="1356">
                  <c:v>13560</c:v>
                </c:pt>
                <c:pt idx="1357">
                  <c:v>13570</c:v>
                </c:pt>
                <c:pt idx="1358">
                  <c:v>13580</c:v>
                </c:pt>
                <c:pt idx="1359">
                  <c:v>13590</c:v>
                </c:pt>
                <c:pt idx="1360">
                  <c:v>13600</c:v>
                </c:pt>
                <c:pt idx="1361">
                  <c:v>13610</c:v>
                </c:pt>
                <c:pt idx="1362">
                  <c:v>13620</c:v>
                </c:pt>
                <c:pt idx="1363">
                  <c:v>13630</c:v>
                </c:pt>
                <c:pt idx="1364">
                  <c:v>13640</c:v>
                </c:pt>
                <c:pt idx="1365">
                  <c:v>13650</c:v>
                </c:pt>
                <c:pt idx="1366">
                  <c:v>13660</c:v>
                </c:pt>
                <c:pt idx="1367">
                  <c:v>13670</c:v>
                </c:pt>
                <c:pt idx="1368">
                  <c:v>13680</c:v>
                </c:pt>
                <c:pt idx="1369">
                  <c:v>13690</c:v>
                </c:pt>
                <c:pt idx="1370">
                  <c:v>13700</c:v>
                </c:pt>
                <c:pt idx="1371">
                  <c:v>13710</c:v>
                </c:pt>
                <c:pt idx="1372">
                  <c:v>13720</c:v>
                </c:pt>
                <c:pt idx="1373">
                  <c:v>13730</c:v>
                </c:pt>
                <c:pt idx="1374">
                  <c:v>13740</c:v>
                </c:pt>
                <c:pt idx="1375">
                  <c:v>13750</c:v>
                </c:pt>
                <c:pt idx="1376">
                  <c:v>13760</c:v>
                </c:pt>
                <c:pt idx="1377">
                  <c:v>13770</c:v>
                </c:pt>
                <c:pt idx="1378">
                  <c:v>13780</c:v>
                </c:pt>
                <c:pt idx="1379">
                  <c:v>13790</c:v>
                </c:pt>
                <c:pt idx="1380">
                  <c:v>13800</c:v>
                </c:pt>
                <c:pt idx="1381">
                  <c:v>13810</c:v>
                </c:pt>
                <c:pt idx="1382">
                  <c:v>13820</c:v>
                </c:pt>
                <c:pt idx="1383">
                  <c:v>13830</c:v>
                </c:pt>
                <c:pt idx="1384">
                  <c:v>13840</c:v>
                </c:pt>
                <c:pt idx="1385">
                  <c:v>13850</c:v>
                </c:pt>
                <c:pt idx="1386">
                  <c:v>13860</c:v>
                </c:pt>
                <c:pt idx="1387">
                  <c:v>13870</c:v>
                </c:pt>
                <c:pt idx="1388">
                  <c:v>13880</c:v>
                </c:pt>
                <c:pt idx="1389">
                  <c:v>13890</c:v>
                </c:pt>
                <c:pt idx="1390">
                  <c:v>13900</c:v>
                </c:pt>
                <c:pt idx="1391">
                  <c:v>13910</c:v>
                </c:pt>
                <c:pt idx="1392">
                  <c:v>13920</c:v>
                </c:pt>
                <c:pt idx="1393">
                  <c:v>13930</c:v>
                </c:pt>
                <c:pt idx="1394">
                  <c:v>13940</c:v>
                </c:pt>
                <c:pt idx="1395">
                  <c:v>13950</c:v>
                </c:pt>
                <c:pt idx="1396">
                  <c:v>13960</c:v>
                </c:pt>
                <c:pt idx="1397">
                  <c:v>13970</c:v>
                </c:pt>
                <c:pt idx="1398">
                  <c:v>13980</c:v>
                </c:pt>
                <c:pt idx="1399">
                  <c:v>13990</c:v>
                </c:pt>
                <c:pt idx="1400">
                  <c:v>14000</c:v>
                </c:pt>
                <c:pt idx="1401">
                  <c:v>14010</c:v>
                </c:pt>
                <c:pt idx="1402">
                  <c:v>14020</c:v>
                </c:pt>
                <c:pt idx="1403">
                  <c:v>14030</c:v>
                </c:pt>
                <c:pt idx="1404">
                  <c:v>14040</c:v>
                </c:pt>
                <c:pt idx="1405">
                  <c:v>14050</c:v>
                </c:pt>
                <c:pt idx="1406">
                  <c:v>14060</c:v>
                </c:pt>
                <c:pt idx="1407">
                  <c:v>14070</c:v>
                </c:pt>
                <c:pt idx="1408">
                  <c:v>14080</c:v>
                </c:pt>
                <c:pt idx="1409">
                  <c:v>14090</c:v>
                </c:pt>
                <c:pt idx="1410">
                  <c:v>14100</c:v>
                </c:pt>
                <c:pt idx="1411">
                  <c:v>14110</c:v>
                </c:pt>
                <c:pt idx="1412">
                  <c:v>14120</c:v>
                </c:pt>
                <c:pt idx="1413">
                  <c:v>14130</c:v>
                </c:pt>
                <c:pt idx="1414">
                  <c:v>14140</c:v>
                </c:pt>
              </c:numCache>
            </c:numRef>
          </c:xVal>
          <c:yVal>
            <c:numRef>
              <c:f>gene14150_mseTra!$B$2:$B$1416</c:f>
              <c:numCache>
                <c:formatCode>General</c:formatCode>
                <c:ptCount val="1415"/>
                <c:pt idx="0">
                  <c:v>0.10152832000000001</c:v>
                </c:pt>
                <c:pt idx="1">
                  <c:v>7.7846540000000006E-2</c:v>
                </c:pt>
                <c:pt idx="2">
                  <c:v>6.9683455000000005E-2</c:v>
                </c:pt>
                <c:pt idx="3">
                  <c:v>6.6440429999999995E-2</c:v>
                </c:pt>
                <c:pt idx="4">
                  <c:v>6.4828490000000003E-2</c:v>
                </c:pt>
                <c:pt idx="5">
                  <c:v>6.3806929999999998E-2</c:v>
                </c:pt>
                <c:pt idx="6">
                  <c:v>6.3033900000000004E-2</c:v>
                </c:pt>
                <c:pt idx="7">
                  <c:v>6.2390186E-2</c:v>
                </c:pt>
                <c:pt idx="8">
                  <c:v>6.1828880000000003E-2</c:v>
                </c:pt>
                <c:pt idx="9">
                  <c:v>6.1327646999999999E-2</c:v>
                </c:pt>
                <c:pt idx="10">
                  <c:v>6.0874051999999998E-2</c:v>
                </c:pt>
                <c:pt idx="11">
                  <c:v>6.0459649999999997E-2</c:v>
                </c:pt>
                <c:pt idx="12">
                  <c:v>6.0078579999999999E-2</c:v>
                </c:pt>
                <c:pt idx="13">
                  <c:v>5.9726115000000003E-2</c:v>
                </c:pt>
                <c:pt idx="14">
                  <c:v>5.9398536000000002E-2</c:v>
                </c:pt>
                <c:pt idx="15">
                  <c:v>5.9092606999999998E-2</c:v>
                </c:pt>
                <c:pt idx="16">
                  <c:v>5.8805969999999999E-2</c:v>
                </c:pt>
                <c:pt idx="17">
                  <c:v>5.8536400000000002E-2</c:v>
                </c:pt>
                <c:pt idx="18">
                  <c:v>5.8282133E-2</c:v>
                </c:pt>
                <c:pt idx="19">
                  <c:v>5.8041695999999997E-2</c:v>
                </c:pt>
                <c:pt idx="20">
                  <c:v>5.7813811999999999E-2</c:v>
                </c:pt>
                <c:pt idx="21">
                  <c:v>5.7597130000000003E-2</c:v>
                </c:pt>
                <c:pt idx="22">
                  <c:v>5.7390719999999999E-2</c:v>
                </c:pt>
                <c:pt idx="23">
                  <c:v>5.7193679999999997E-2</c:v>
                </c:pt>
                <c:pt idx="24">
                  <c:v>5.7005554E-2</c:v>
                </c:pt>
                <c:pt idx="25">
                  <c:v>5.6825142000000002E-2</c:v>
                </c:pt>
                <c:pt idx="26">
                  <c:v>5.6652109999999999E-2</c:v>
                </c:pt>
                <c:pt idx="27">
                  <c:v>5.6485942999999997E-2</c:v>
                </c:pt>
                <c:pt idx="28">
                  <c:v>5.6325960000000001E-2</c:v>
                </c:pt>
                <c:pt idx="29">
                  <c:v>5.6171890000000002E-2</c:v>
                </c:pt>
                <c:pt idx="30">
                  <c:v>5.6023363E-2</c:v>
                </c:pt>
                <c:pt idx="31">
                  <c:v>5.5879787E-2</c:v>
                </c:pt>
                <c:pt idx="32">
                  <c:v>5.5740997E-2</c:v>
                </c:pt>
                <c:pt idx="33">
                  <c:v>5.5606679999999999E-2</c:v>
                </c:pt>
                <c:pt idx="34">
                  <c:v>5.5476683999999998E-2</c:v>
                </c:pt>
                <c:pt idx="35">
                  <c:v>5.5350206999999998E-2</c:v>
                </c:pt>
                <c:pt idx="36">
                  <c:v>5.5227812000000001E-2</c:v>
                </c:pt>
                <c:pt idx="37">
                  <c:v>5.5108730000000002E-2</c:v>
                </c:pt>
                <c:pt idx="38">
                  <c:v>5.4992895999999999E-2</c:v>
                </c:pt>
                <c:pt idx="39">
                  <c:v>5.4880390000000001E-2</c:v>
                </c:pt>
                <c:pt idx="40">
                  <c:v>5.4770636999999997E-2</c:v>
                </c:pt>
                <c:pt idx="41">
                  <c:v>5.4663688000000002E-2</c:v>
                </c:pt>
                <c:pt idx="42">
                  <c:v>5.4559446999999997E-2</c:v>
                </c:pt>
                <c:pt idx="43">
                  <c:v>5.4457712999999998E-2</c:v>
                </c:pt>
                <c:pt idx="44">
                  <c:v>5.4358419999999998E-2</c:v>
                </c:pt>
                <c:pt idx="45">
                  <c:v>5.4261419999999998E-2</c:v>
                </c:pt>
                <c:pt idx="46">
                  <c:v>5.4166476999999998E-2</c:v>
                </c:pt>
                <c:pt idx="47">
                  <c:v>5.4073629999999998E-2</c:v>
                </c:pt>
                <c:pt idx="48">
                  <c:v>5.3982820000000001E-2</c:v>
                </c:pt>
                <c:pt idx="49">
                  <c:v>5.3894030000000002E-2</c:v>
                </c:pt>
                <c:pt idx="50">
                  <c:v>5.3806983000000003E-2</c:v>
                </c:pt>
                <c:pt idx="51">
                  <c:v>5.3721655E-2</c:v>
                </c:pt>
                <c:pt idx="52">
                  <c:v>5.3638022E-2</c:v>
                </c:pt>
                <c:pt idx="53">
                  <c:v>5.3556077000000001E-2</c:v>
                </c:pt>
                <c:pt idx="54">
                  <c:v>5.3475469999999997E-2</c:v>
                </c:pt>
                <c:pt idx="55">
                  <c:v>5.33965E-2</c:v>
                </c:pt>
                <c:pt idx="56">
                  <c:v>5.3318984999999999E-2</c:v>
                </c:pt>
                <c:pt idx="57">
                  <c:v>5.3242836000000002E-2</c:v>
                </c:pt>
                <c:pt idx="58">
                  <c:v>5.3168069999999998E-2</c:v>
                </c:pt>
                <c:pt idx="59">
                  <c:v>5.3094540000000003E-2</c:v>
                </c:pt>
                <c:pt idx="60">
                  <c:v>5.3022369999999999E-2</c:v>
                </c:pt>
                <c:pt idx="61">
                  <c:v>5.2951354999999999E-2</c:v>
                </c:pt>
                <c:pt idx="62">
                  <c:v>5.2881595000000003E-2</c:v>
                </c:pt>
                <c:pt idx="63">
                  <c:v>5.2812703000000003E-2</c:v>
                </c:pt>
                <c:pt idx="64">
                  <c:v>5.2745215999999998E-2</c:v>
                </c:pt>
                <c:pt idx="65">
                  <c:v>5.2678490000000001E-2</c:v>
                </c:pt>
                <c:pt idx="66">
                  <c:v>5.2613060000000003E-2</c:v>
                </c:pt>
                <c:pt idx="67">
                  <c:v>5.2548564999999998E-2</c:v>
                </c:pt>
                <c:pt idx="68">
                  <c:v>5.2484955999999999E-2</c:v>
                </c:pt>
                <c:pt idx="69">
                  <c:v>5.2422381999999997E-2</c:v>
                </c:pt>
                <c:pt idx="70">
                  <c:v>5.2360807000000002E-2</c:v>
                </c:pt>
                <c:pt idx="71">
                  <c:v>5.2300047000000002E-2</c:v>
                </c:pt>
                <c:pt idx="72">
                  <c:v>5.2240185000000001E-2</c:v>
                </c:pt>
                <c:pt idx="73">
                  <c:v>5.2181177000000002E-2</c:v>
                </c:pt>
                <c:pt idx="74">
                  <c:v>5.2122977000000001E-2</c:v>
                </c:pt>
                <c:pt idx="75">
                  <c:v>5.2065536000000003E-2</c:v>
                </c:pt>
                <c:pt idx="76">
                  <c:v>5.2008957000000001E-2</c:v>
                </c:pt>
                <c:pt idx="77">
                  <c:v>5.1953270000000003E-2</c:v>
                </c:pt>
                <c:pt idx="78">
                  <c:v>5.1898066E-2</c:v>
                </c:pt>
                <c:pt idx="79">
                  <c:v>5.1843795999999998E-2</c:v>
                </c:pt>
                <c:pt idx="80">
                  <c:v>5.1790210000000003E-2</c:v>
                </c:pt>
                <c:pt idx="81">
                  <c:v>5.1737286E-2</c:v>
                </c:pt>
                <c:pt idx="82">
                  <c:v>5.1685130000000003E-2</c:v>
                </c:pt>
                <c:pt idx="83">
                  <c:v>5.1633435999999998E-2</c:v>
                </c:pt>
                <c:pt idx="84">
                  <c:v>5.1582597000000001E-2</c:v>
                </c:pt>
                <c:pt idx="85">
                  <c:v>5.1532309999999998E-2</c:v>
                </c:pt>
                <c:pt idx="86">
                  <c:v>5.1482703999999997E-2</c:v>
                </c:pt>
                <c:pt idx="87">
                  <c:v>5.1433697E-2</c:v>
                </c:pt>
                <c:pt idx="88">
                  <c:v>5.1385227999999998E-2</c:v>
                </c:pt>
                <c:pt idx="89">
                  <c:v>5.1337365000000003E-2</c:v>
                </c:pt>
                <c:pt idx="90">
                  <c:v>5.1290219999999997E-2</c:v>
                </c:pt>
                <c:pt idx="91">
                  <c:v>5.1243513999999997E-2</c:v>
                </c:pt>
                <c:pt idx="92">
                  <c:v>5.1197199999999998E-2</c:v>
                </c:pt>
                <c:pt idx="93">
                  <c:v>5.1151589999999997E-2</c:v>
                </c:pt>
                <c:pt idx="94">
                  <c:v>5.1106683999999999E-2</c:v>
                </c:pt>
                <c:pt idx="95">
                  <c:v>5.1062150000000001E-2</c:v>
                </c:pt>
                <c:pt idx="96">
                  <c:v>5.1017970000000003E-2</c:v>
                </c:pt>
                <c:pt idx="97">
                  <c:v>5.0974432E-2</c:v>
                </c:pt>
                <c:pt idx="98">
                  <c:v>5.0931320000000002E-2</c:v>
                </c:pt>
                <c:pt idx="99">
                  <c:v>5.0888761999999997E-2</c:v>
                </c:pt>
                <c:pt idx="100">
                  <c:v>5.0846639999999999E-2</c:v>
                </c:pt>
                <c:pt idx="101">
                  <c:v>5.0804957999999997E-2</c:v>
                </c:pt>
                <c:pt idx="102">
                  <c:v>5.0763820000000001E-2</c:v>
                </c:pt>
                <c:pt idx="103">
                  <c:v>5.0723110000000002E-2</c:v>
                </c:pt>
                <c:pt idx="104">
                  <c:v>5.0682783000000002E-2</c:v>
                </c:pt>
                <c:pt idx="105">
                  <c:v>5.0642936999999999E-2</c:v>
                </c:pt>
                <c:pt idx="106">
                  <c:v>5.0603565000000003E-2</c:v>
                </c:pt>
                <c:pt idx="107">
                  <c:v>5.0564474999999998E-2</c:v>
                </c:pt>
                <c:pt idx="108">
                  <c:v>5.0525836999999997E-2</c:v>
                </c:pt>
                <c:pt idx="109">
                  <c:v>5.0487659999999997E-2</c:v>
                </c:pt>
                <c:pt idx="110">
                  <c:v>5.0449743999999998E-2</c:v>
                </c:pt>
                <c:pt idx="111">
                  <c:v>5.0412367999999999E-2</c:v>
                </c:pt>
                <c:pt idx="112">
                  <c:v>5.0375219999999998E-2</c:v>
                </c:pt>
                <c:pt idx="113">
                  <c:v>5.0338566000000001E-2</c:v>
                </c:pt>
                <c:pt idx="114">
                  <c:v>5.0302266999999998E-2</c:v>
                </c:pt>
                <c:pt idx="115">
                  <c:v>5.0266313999999999E-2</c:v>
                </c:pt>
                <c:pt idx="116">
                  <c:v>5.023068E-2</c:v>
                </c:pt>
                <c:pt idx="117">
                  <c:v>5.0195455999999999E-2</c:v>
                </c:pt>
                <c:pt idx="118">
                  <c:v>5.0160397000000002E-2</c:v>
                </c:pt>
                <c:pt idx="119">
                  <c:v>5.0125863E-2</c:v>
                </c:pt>
                <c:pt idx="120">
                  <c:v>5.0091647000000003E-2</c:v>
                </c:pt>
                <c:pt idx="121">
                  <c:v>5.0057784000000001E-2</c:v>
                </c:pt>
                <c:pt idx="122">
                  <c:v>5.0024085000000003E-2</c:v>
                </c:pt>
                <c:pt idx="123">
                  <c:v>4.9990866000000002E-2</c:v>
                </c:pt>
                <c:pt idx="124">
                  <c:v>4.9957857000000001E-2</c:v>
                </c:pt>
                <c:pt idx="125">
                  <c:v>4.9925283000000001E-2</c:v>
                </c:pt>
                <c:pt idx="126">
                  <c:v>4.9892880000000001E-2</c:v>
                </c:pt>
                <c:pt idx="127">
                  <c:v>4.9860805000000001E-2</c:v>
                </c:pt>
                <c:pt idx="128">
                  <c:v>4.9828989999999997E-2</c:v>
                </c:pt>
                <c:pt idx="129">
                  <c:v>4.9797493999999998E-2</c:v>
                </c:pt>
                <c:pt idx="130">
                  <c:v>4.9766316999999997E-2</c:v>
                </c:pt>
                <c:pt idx="131">
                  <c:v>4.9735374999999998E-2</c:v>
                </c:pt>
                <c:pt idx="132">
                  <c:v>4.9704696999999999E-2</c:v>
                </c:pt>
                <c:pt idx="133">
                  <c:v>4.9674362E-2</c:v>
                </c:pt>
                <c:pt idx="134">
                  <c:v>4.9644269999999997E-2</c:v>
                </c:pt>
                <c:pt idx="135">
                  <c:v>4.9614395999999998E-2</c:v>
                </c:pt>
                <c:pt idx="136">
                  <c:v>4.9584786999999998E-2</c:v>
                </c:pt>
                <c:pt idx="137">
                  <c:v>4.9555547999999998E-2</c:v>
                </c:pt>
                <c:pt idx="138">
                  <c:v>4.9526380000000002E-2</c:v>
                </c:pt>
                <c:pt idx="139">
                  <c:v>4.9497447999999999E-2</c:v>
                </c:pt>
                <c:pt idx="140">
                  <c:v>4.9469027999999998E-2</c:v>
                </c:pt>
                <c:pt idx="141">
                  <c:v>4.9440650000000003E-2</c:v>
                </c:pt>
                <c:pt idx="142">
                  <c:v>4.9412496E-2</c:v>
                </c:pt>
                <c:pt idx="143">
                  <c:v>4.9384706E-2</c:v>
                </c:pt>
                <c:pt idx="144">
                  <c:v>4.9356956E-2</c:v>
                </c:pt>
                <c:pt idx="145">
                  <c:v>4.9329629999999999E-2</c:v>
                </c:pt>
                <c:pt idx="146">
                  <c:v>4.9302473999999999E-2</c:v>
                </c:pt>
                <c:pt idx="147">
                  <c:v>4.92755E-2</c:v>
                </c:pt>
                <c:pt idx="148">
                  <c:v>4.9248689999999998E-2</c:v>
                </c:pt>
                <c:pt idx="149">
                  <c:v>4.9222167999999997E-2</c:v>
                </c:pt>
                <c:pt idx="150">
                  <c:v>4.9195919999999997E-2</c:v>
                </c:pt>
                <c:pt idx="151">
                  <c:v>4.916976E-2</c:v>
                </c:pt>
                <c:pt idx="152">
                  <c:v>4.9143979999999997E-2</c:v>
                </c:pt>
                <c:pt idx="153">
                  <c:v>4.9118219999999997E-2</c:v>
                </c:pt>
                <c:pt idx="154">
                  <c:v>4.9092669999999998E-2</c:v>
                </c:pt>
                <c:pt idx="155">
                  <c:v>4.9067439999999997E-2</c:v>
                </c:pt>
                <c:pt idx="156">
                  <c:v>4.9042272999999997E-2</c:v>
                </c:pt>
                <c:pt idx="157">
                  <c:v>4.9017329999999998E-2</c:v>
                </c:pt>
                <c:pt idx="158">
                  <c:v>4.8992697000000002E-2</c:v>
                </c:pt>
                <c:pt idx="159">
                  <c:v>4.8968262999999998E-2</c:v>
                </c:pt>
                <c:pt idx="160">
                  <c:v>4.8943760000000003E-2</c:v>
                </c:pt>
                <c:pt idx="161">
                  <c:v>4.8919614E-2</c:v>
                </c:pt>
                <c:pt idx="162">
                  <c:v>4.8895683000000002E-2</c:v>
                </c:pt>
                <c:pt idx="163">
                  <c:v>4.8871814999999999E-2</c:v>
                </c:pt>
                <c:pt idx="164">
                  <c:v>4.8848229999999999E-2</c:v>
                </c:pt>
                <c:pt idx="165">
                  <c:v>4.8824828000000001E-2</c:v>
                </c:pt>
                <c:pt idx="166">
                  <c:v>4.8801522999999999E-2</c:v>
                </c:pt>
                <c:pt idx="167">
                  <c:v>4.8778414999999999E-2</c:v>
                </c:pt>
                <c:pt idx="168">
                  <c:v>4.8755425999999998E-2</c:v>
                </c:pt>
                <c:pt idx="169">
                  <c:v>4.8732717000000002E-2</c:v>
                </c:pt>
                <c:pt idx="170">
                  <c:v>4.8710125999999999E-2</c:v>
                </c:pt>
                <c:pt idx="171">
                  <c:v>4.86877E-2</c:v>
                </c:pt>
                <c:pt idx="172">
                  <c:v>4.8665269999999997E-2</c:v>
                </c:pt>
                <c:pt idx="173">
                  <c:v>4.8643169999999999E-2</c:v>
                </c:pt>
                <c:pt idx="174">
                  <c:v>4.8621233999999999E-2</c:v>
                </c:pt>
                <c:pt idx="175">
                  <c:v>4.8599385000000002E-2</c:v>
                </c:pt>
                <c:pt idx="176">
                  <c:v>4.8577703999999999E-2</c:v>
                </c:pt>
                <c:pt idx="177">
                  <c:v>4.8556312999999997E-2</c:v>
                </c:pt>
                <c:pt idx="178">
                  <c:v>4.8534939999999999E-2</c:v>
                </c:pt>
                <c:pt idx="179">
                  <c:v>4.851366E-2</c:v>
                </c:pt>
                <c:pt idx="180">
                  <c:v>4.8492588000000003E-2</c:v>
                </c:pt>
                <c:pt idx="181">
                  <c:v>4.8471536000000003E-2</c:v>
                </c:pt>
                <c:pt idx="182">
                  <c:v>4.8450842000000001E-2</c:v>
                </c:pt>
                <c:pt idx="183">
                  <c:v>4.8430186E-2</c:v>
                </c:pt>
                <c:pt idx="184">
                  <c:v>4.8409692999999997E-2</c:v>
                </c:pt>
                <c:pt idx="185">
                  <c:v>4.8389353000000003E-2</c:v>
                </c:pt>
                <c:pt idx="186">
                  <c:v>4.8369099999999998E-2</c:v>
                </c:pt>
                <c:pt idx="187">
                  <c:v>4.8348952000000001E-2</c:v>
                </c:pt>
                <c:pt idx="188">
                  <c:v>4.8328995999999999E-2</c:v>
                </c:pt>
                <c:pt idx="189">
                  <c:v>4.8309159999999997E-2</c:v>
                </c:pt>
                <c:pt idx="190">
                  <c:v>4.8289433E-2</c:v>
                </c:pt>
                <c:pt idx="191">
                  <c:v>4.8269823000000003E-2</c:v>
                </c:pt>
                <c:pt idx="192">
                  <c:v>4.8250300000000003E-2</c:v>
                </c:pt>
                <c:pt idx="193">
                  <c:v>4.8230953999999999E-2</c:v>
                </c:pt>
                <c:pt idx="194">
                  <c:v>4.8211816999999997E-2</c:v>
                </c:pt>
                <c:pt idx="195">
                  <c:v>4.8192593999999998E-2</c:v>
                </c:pt>
                <c:pt idx="196">
                  <c:v>4.817366E-2</c:v>
                </c:pt>
                <c:pt idx="197">
                  <c:v>4.8154830000000003E-2</c:v>
                </c:pt>
                <c:pt idx="198">
                  <c:v>4.8136007000000001E-2</c:v>
                </c:pt>
                <c:pt idx="199">
                  <c:v>4.8117372999999998E-2</c:v>
                </c:pt>
                <c:pt idx="200">
                  <c:v>4.8098891999999997E-2</c:v>
                </c:pt>
                <c:pt idx="201">
                  <c:v>4.8080545000000002E-2</c:v>
                </c:pt>
                <c:pt idx="202">
                  <c:v>4.8062227999999999E-2</c:v>
                </c:pt>
                <c:pt idx="203">
                  <c:v>4.8044025999999997E-2</c:v>
                </c:pt>
                <c:pt idx="204">
                  <c:v>4.8025989999999998E-2</c:v>
                </c:pt>
                <c:pt idx="205">
                  <c:v>4.800807E-2</c:v>
                </c:pt>
                <c:pt idx="206">
                  <c:v>4.799022E-2</c:v>
                </c:pt>
                <c:pt idx="207">
                  <c:v>4.7972347999999998E-2</c:v>
                </c:pt>
                <c:pt idx="208">
                  <c:v>4.7954696999999998E-2</c:v>
                </c:pt>
                <c:pt idx="209">
                  <c:v>4.7937173E-2</c:v>
                </c:pt>
                <c:pt idx="210">
                  <c:v>4.7919583000000002E-2</c:v>
                </c:pt>
                <c:pt idx="211">
                  <c:v>4.7902380000000001E-2</c:v>
                </c:pt>
                <c:pt idx="212">
                  <c:v>4.7885146000000003E-2</c:v>
                </c:pt>
                <c:pt idx="213">
                  <c:v>4.7868000000000001E-2</c:v>
                </c:pt>
                <c:pt idx="214">
                  <c:v>4.7851020000000001E-2</c:v>
                </c:pt>
                <c:pt idx="215">
                  <c:v>4.783399E-2</c:v>
                </c:pt>
                <c:pt idx="216">
                  <c:v>4.7817180000000001E-2</c:v>
                </c:pt>
                <c:pt idx="217">
                  <c:v>4.7800407000000003E-2</c:v>
                </c:pt>
                <c:pt idx="218">
                  <c:v>4.7783773000000002E-2</c:v>
                </c:pt>
                <c:pt idx="219">
                  <c:v>4.7767240000000002E-2</c:v>
                </c:pt>
                <c:pt idx="220">
                  <c:v>4.7750723000000002E-2</c:v>
                </c:pt>
                <c:pt idx="221">
                  <c:v>4.7734287E-2</c:v>
                </c:pt>
                <c:pt idx="222">
                  <c:v>4.7717974000000003E-2</c:v>
                </c:pt>
                <c:pt idx="223">
                  <c:v>4.7701918000000003E-2</c:v>
                </c:pt>
                <c:pt idx="224">
                  <c:v>4.7685730000000003E-2</c:v>
                </c:pt>
                <c:pt idx="225">
                  <c:v>4.7669690000000001E-2</c:v>
                </c:pt>
                <c:pt idx="226">
                  <c:v>4.7653805E-2</c:v>
                </c:pt>
                <c:pt idx="227">
                  <c:v>4.7637995000000002E-2</c:v>
                </c:pt>
                <c:pt idx="228">
                  <c:v>4.7622225999999997E-2</c:v>
                </c:pt>
                <c:pt idx="229">
                  <c:v>4.7606586999999999E-2</c:v>
                </c:pt>
                <c:pt idx="230">
                  <c:v>4.7590997000000003E-2</c:v>
                </c:pt>
                <c:pt idx="231">
                  <c:v>4.7575395999999999E-2</c:v>
                </c:pt>
                <c:pt idx="232">
                  <c:v>4.7560006000000002E-2</c:v>
                </c:pt>
                <c:pt idx="233">
                  <c:v>4.754477E-2</c:v>
                </c:pt>
                <c:pt idx="234">
                  <c:v>4.7529355000000002E-2</c:v>
                </c:pt>
                <c:pt idx="235">
                  <c:v>4.7514144000000001E-2</c:v>
                </c:pt>
                <c:pt idx="236">
                  <c:v>4.7499046000000003E-2</c:v>
                </c:pt>
                <c:pt idx="237">
                  <c:v>4.7483976999999997E-2</c:v>
                </c:pt>
                <c:pt idx="238">
                  <c:v>4.7469142999999998E-2</c:v>
                </c:pt>
                <c:pt idx="239">
                  <c:v>4.7454204E-2</c:v>
                </c:pt>
                <c:pt idx="240">
                  <c:v>4.7439426E-2</c:v>
                </c:pt>
                <c:pt idx="241">
                  <c:v>4.7424666999999997E-2</c:v>
                </c:pt>
                <c:pt idx="242">
                  <c:v>4.7410096999999998E-2</c:v>
                </c:pt>
                <c:pt idx="243">
                  <c:v>4.7395396999999999E-2</c:v>
                </c:pt>
                <c:pt idx="244">
                  <c:v>4.7380943000000002E-2</c:v>
                </c:pt>
                <c:pt idx="245">
                  <c:v>4.7366522000000001E-2</c:v>
                </c:pt>
                <c:pt idx="246">
                  <c:v>4.735222E-2</c:v>
                </c:pt>
                <c:pt idx="247">
                  <c:v>4.7337875000000001E-2</c:v>
                </c:pt>
                <c:pt idx="248">
                  <c:v>4.7323709999999998E-2</c:v>
                </c:pt>
                <c:pt idx="249">
                  <c:v>4.7309487999999997E-2</c:v>
                </c:pt>
                <c:pt idx="250">
                  <c:v>4.7295507000000001E-2</c:v>
                </c:pt>
                <c:pt idx="251">
                  <c:v>4.7281459999999997E-2</c:v>
                </c:pt>
                <c:pt idx="252">
                  <c:v>4.7267467000000001E-2</c:v>
                </c:pt>
                <c:pt idx="253">
                  <c:v>4.7253620000000003E-2</c:v>
                </c:pt>
                <c:pt idx="254">
                  <c:v>4.7239759999999999E-2</c:v>
                </c:pt>
                <c:pt idx="255">
                  <c:v>4.7226083000000002E-2</c:v>
                </c:pt>
                <c:pt idx="256">
                  <c:v>4.7212339999999998E-2</c:v>
                </c:pt>
                <c:pt idx="257">
                  <c:v>4.7198801999999998E-2</c:v>
                </c:pt>
                <c:pt idx="258">
                  <c:v>4.7185234999999999E-2</c:v>
                </c:pt>
                <c:pt idx="259">
                  <c:v>4.7171726999999997E-2</c:v>
                </c:pt>
                <c:pt idx="260">
                  <c:v>4.7158312000000001E-2</c:v>
                </c:pt>
                <c:pt idx="261">
                  <c:v>4.7144934999999999E-2</c:v>
                </c:pt>
                <c:pt idx="262">
                  <c:v>4.7131600000000003E-2</c:v>
                </c:pt>
                <c:pt idx="263">
                  <c:v>4.711837E-2</c:v>
                </c:pt>
                <c:pt idx="264">
                  <c:v>4.7105203999999998E-2</c:v>
                </c:pt>
                <c:pt idx="265">
                  <c:v>4.7092083999999999E-2</c:v>
                </c:pt>
                <c:pt idx="266">
                  <c:v>4.7079030000000001E-2</c:v>
                </c:pt>
                <c:pt idx="267">
                  <c:v>4.7066030000000002E-2</c:v>
                </c:pt>
                <c:pt idx="268">
                  <c:v>4.7053110000000002E-2</c:v>
                </c:pt>
                <c:pt idx="269">
                  <c:v>4.7040235E-2</c:v>
                </c:pt>
                <c:pt idx="270">
                  <c:v>4.7027382999999999E-2</c:v>
                </c:pt>
                <c:pt idx="271">
                  <c:v>4.7014634999999999E-2</c:v>
                </c:pt>
                <c:pt idx="272">
                  <c:v>4.7001958000000003E-2</c:v>
                </c:pt>
                <c:pt idx="273">
                  <c:v>4.6989202000000001E-2</c:v>
                </c:pt>
                <c:pt idx="274">
                  <c:v>4.6976655999999999E-2</c:v>
                </c:pt>
                <c:pt idx="275">
                  <c:v>4.6964176000000003E-2</c:v>
                </c:pt>
                <c:pt idx="276">
                  <c:v>4.6951703999999997E-2</c:v>
                </c:pt>
                <c:pt idx="277">
                  <c:v>4.6939306E-2</c:v>
                </c:pt>
                <c:pt idx="278">
                  <c:v>4.6926975000000003E-2</c:v>
                </c:pt>
                <c:pt idx="279">
                  <c:v>4.691468E-2</c:v>
                </c:pt>
                <c:pt idx="280">
                  <c:v>4.6902399999999997E-2</c:v>
                </c:pt>
                <c:pt idx="281">
                  <c:v>4.6890143000000002E-2</c:v>
                </c:pt>
                <c:pt idx="282">
                  <c:v>4.6877988000000002E-2</c:v>
                </c:pt>
                <c:pt idx="283">
                  <c:v>4.6865825E-2</c:v>
                </c:pt>
                <c:pt idx="284">
                  <c:v>4.6853893000000001E-2</c:v>
                </c:pt>
                <c:pt idx="285">
                  <c:v>4.6841870000000001E-2</c:v>
                </c:pt>
                <c:pt idx="286">
                  <c:v>4.6829893999999997E-2</c:v>
                </c:pt>
                <c:pt idx="287">
                  <c:v>4.6817980000000002E-2</c:v>
                </c:pt>
                <c:pt idx="288">
                  <c:v>4.6806220000000003E-2</c:v>
                </c:pt>
                <c:pt idx="289">
                  <c:v>4.6794339999999997E-2</c:v>
                </c:pt>
                <c:pt idx="290">
                  <c:v>4.6782539999999997E-2</c:v>
                </c:pt>
                <c:pt idx="291">
                  <c:v>4.6770896999999999E-2</c:v>
                </c:pt>
                <c:pt idx="292">
                  <c:v>4.6759232999999997E-2</c:v>
                </c:pt>
                <c:pt idx="293">
                  <c:v>4.6747647000000003E-2</c:v>
                </c:pt>
                <c:pt idx="294">
                  <c:v>4.6736161999999998E-2</c:v>
                </c:pt>
                <c:pt idx="295">
                  <c:v>4.6724636E-2</c:v>
                </c:pt>
                <c:pt idx="296">
                  <c:v>4.6713230000000001E-2</c:v>
                </c:pt>
                <c:pt idx="297">
                  <c:v>4.6701777999999999E-2</c:v>
                </c:pt>
                <c:pt idx="298">
                  <c:v>4.669044E-2</c:v>
                </c:pt>
                <c:pt idx="299">
                  <c:v>4.6679093999999997E-2</c:v>
                </c:pt>
                <c:pt idx="300">
                  <c:v>4.6667849999999997E-2</c:v>
                </c:pt>
                <c:pt idx="301">
                  <c:v>4.6656549999999998E-2</c:v>
                </c:pt>
                <c:pt idx="302">
                  <c:v>4.6645574000000002E-2</c:v>
                </c:pt>
                <c:pt idx="303">
                  <c:v>4.6634380000000003E-2</c:v>
                </c:pt>
                <c:pt idx="304">
                  <c:v>4.6623251999999997E-2</c:v>
                </c:pt>
                <c:pt idx="305">
                  <c:v>4.6612225E-2</c:v>
                </c:pt>
                <c:pt idx="306">
                  <c:v>4.6601266000000002E-2</c:v>
                </c:pt>
                <c:pt idx="307">
                  <c:v>4.6590310000000003E-2</c:v>
                </c:pt>
                <c:pt idx="308">
                  <c:v>4.657936E-2</c:v>
                </c:pt>
                <c:pt idx="309">
                  <c:v>4.6568480000000002E-2</c:v>
                </c:pt>
                <c:pt idx="310">
                  <c:v>4.6557630000000003E-2</c:v>
                </c:pt>
                <c:pt idx="311">
                  <c:v>4.6546835000000002E-2</c:v>
                </c:pt>
                <c:pt idx="312">
                  <c:v>4.6536202999999998E-2</c:v>
                </c:pt>
                <c:pt idx="313">
                  <c:v>4.6525392999999998E-2</c:v>
                </c:pt>
                <c:pt idx="314">
                  <c:v>4.6514840000000002E-2</c:v>
                </c:pt>
                <c:pt idx="315">
                  <c:v>4.6504160000000003E-2</c:v>
                </c:pt>
                <c:pt idx="316">
                  <c:v>4.6493586000000003E-2</c:v>
                </c:pt>
                <c:pt idx="317">
                  <c:v>4.6482988000000003E-2</c:v>
                </c:pt>
                <c:pt idx="318">
                  <c:v>4.6472579999999999E-2</c:v>
                </c:pt>
                <c:pt idx="319">
                  <c:v>4.6462122000000002E-2</c:v>
                </c:pt>
                <c:pt idx="320">
                  <c:v>4.6451687999999998E-2</c:v>
                </c:pt>
                <c:pt idx="321">
                  <c:v>4.6441327999999997E-2</c:v>
                </c:pt>
                <c:pt idx="322">
                  <c:v>4.6430926999999997E-2</c:v>
                </c:pt>
                <c:pt idx="323">
                  <c:v>4.6420709999999997E-2</c:v>
                </c:pt>
                <c:pt idx="324">
                  <c:v>4.6410439999999997E-2</c:v>
                </c:pt>
                <c:pt idx="325">
                  <c:v>4.6400196999999997E-2</c:v>
                </c:pt>
                <c:pt idx="326">
                  <c:v>4.6389936999999999E-2</c:v>
                </c:pt>
                <c:pt idx="327">
                  <c:v>4.6379919999999998E-2</c:v>
                </c:pt>
                <c:pt idx="328">
                  <c:v>4.6369713E-2</c:v>
                </c:pt>
                <c:pt idx="329">
                  <c:v>4.6359690000000002E-2</c:v>
                </c:pt>
                <c:pt idx="330">
                  <c:v>4.6349614999999997E-2</c:v>
                </c:pt>
                <c:pt idx="331">
                  <c:v>4.6339699999999998E-2</c:v>
                </c:pt>
                <c:pt idx="332">
                  <c:v>4.6329793000000001E-2</c:v>
                </c:pt>
                <c:pt idx="333">
                  <c:v>4.6319816E-2</c:v>
                </c:pt>
                <c:pt idx="334">
                  <c:v>4.6309950000000003E-2</c:v>
                </c:pt>
                <c:pt idx="335">
                  <c:v>4.6300184000000001E-2</c:v>
                </c:pt>
                <c:pt idx="336">
                  <c:v>4.6290304999999997E-2</c:v>
                </c:pt>
                <c:pt idx="337">
                  <c:v>4.6280625999999998E-2</c:v>
                </c:pt>
                <c:pt idx="338">
                  <c:v>4.6270829999999999E-2</c:v>
                </c:pt>
                <c:pt idx="339">
                  <c:v>4.6261070000000001E-2</c:v>
                </c:pt>
                <c:pt idx="340">
                  <c:v>4.6251483000000003E-2</c:v>
                </c:pt>
                <c:pt idx="341">
                  <c:v>4.6241820000000003E-2</c:v>
                </c:pt>
                <c:pt idx="342">
                  <c:v>4.6232250000000003E-2</c:v>
                </c:pt>
                <c:pt idx="343">
                  <c:v>4.6222689999999997E-2</c:v>
                </c:pt>
                <c:pt idx="344">
                  <c:v>4.621314E-2</c:v>
                </c:pt>
                <c:pt idx="345">
                  <c:v>4.6203766E-2</c:v>
                </c:pt>
                <c:pt idx="346">
                  <c:v>4.6194177000000003E-2</c:v>
                </c:pt>
                <c:pt idx="347">
                  <c:v>4.6184814999999997E-2</c:v>
                </c:pt>
                <c:pt idx="348">
                  <c:v>4.617541E-2</c:v>
                </c:pt>
                <c:pt idx="349">
                  <c:v>4.6165946999999999E-2</c:v>
                </c:pt>
                <c:pt idx="350">
                  <c:v>4.6156634000000002E-2</c:v>
                </c:pt>
                <c:pt idx="351">
                  <c:v>4.6147406000000002E-2</c:v>
                </c:pt>
                <c:pt idx="352">
                  <c:v>4.6138123000000003E-2</c:v>
                </c:pt>
                <c:pt idx="353">
                  <c:v>4.6128910000000002E-2</c:v>
                </c:pt>
                <c:pt idx="354">
                  <c:v>4.6119622999999998E-2</c:v>
                </c:pt>
                <c:pt idx="355">
                  <c:v>4.6110476999999997E-2</c:v>
                </c:pt>
                <c:pt idx="356">
                  <c:v>4.6101330000000003E-2</c:v>
                </c:pt>
                <c:pt idx="357">
                  <c:v>4.60922E-2</c:v>
                </c:pt>
                <c:pt idx="358">
                  <c:v>4.6083234000000001E-2</c:v>
                </c:pt>
                <c:pt idx="359">
                  <c:v>4.6074204000000001E-2</c:v>
                </c:pt>
                <c:pt idx="360">
                  <c:v>4.6065136999999999E-2</c:v>
                </c:pt>
                <c:pt idx="361">
                  <c:v>4.605617E-2</c:v>
                </c:pt>
                <c:pt idx="362">
                  <c:v>4.6047230000000001E-2</c:v>
                </c:pt>
                <c:pt idx="363">
                  <c:v>4.6038214000000001E-2</c:v>
                </c:pt>
                <c:pt idx="364">
                  <c:v>4.6029295999999997E-2</c:v>
                </c:pt>
                <c:pt idx="365">
                  <c:v>4.6020575000000001E-2</c:v>
                </c:pt>
                <c:pt idx="366">
                  <c:v>4.6011742000000001E-2</c:v>
                </c:pt>
                <c:pt idx="367">
                  <c:v>4.6002932000000003E-2</c:v>
                </c:pt>
                <c:pt idx="368">
                  <c:v>4.5994133E-2</c:v>
                </c:pt>
                <c:pt idx="369">
                  <c:v>4.5985375000000002E-2</c:v>
                </c:pt>
                <c:pt idx="370">
                  <c:v>4.5976694999999998E-2</c:v>
                </c:pt>
                <c:pt idx="371">
                  <c:v>4.5968050000000003E-2</c:v>
                </c:pt>
                <c:pt idx="372">
                  <c:v>4.5959369999999999E-2</c:v>
                </c:pt>
                <c:pt idx="373">
                  <c:v>4.5950707E-2</c:v>
                </c:pt>
                <c:pt idx="374">
                  <c:v>4.5942142999999998E-2</c:v>
                </c:pt>
                <c:pt idx="375">
                  <c:v>4.5933573999999998E-2</c:v>
                </c:pt>
                <c:pt idx="376">
                  <c:v>4.5925029999999999E-2</c:v>
                </c:pt>
                <c:pt idx="377">
                  <c:v>4.5916541999999998E-2</c:v>
                </c:pt>
                <c:pt idx="378">
                  <c:v>4.5907956E-2</c:v>
                </c:pt>
                <c:pt idx="379">
                  <c:v>4.5899544E-2</c:v>
                </c:pt>
                <c:pt idx="380">
                  <c:v>4.5891076000000003E-2</c:v>
                </c:pt>
                <c:pt idx="381">
                  <c:v>4.5882689999999997E-2</c:v>
                </c:pt>
                <c:pt idx="382">
                  <c:v>4.5874249999999998E-2</c:v>
                </c:pt>
                <c:pt idx="383">
                  <c:v>4.5865953000000001E-2</c:v>
                </c:pt>
                <c:pt idx="384">
                  <c:v>4.5857639999999998E-2</c:v>
                </c:pt>
                <c:pt idx="385">
                  <c:v>4.5849441999999997E-2</c:v>
                </c:pt>
                <c:pt idx="386">
                  <c:v>4.5841154000000002E-2</c:v>
                </c:pt>
                <c:pt idx="387">
                  <c:v>4.5832860000000003E-2</c:v>
                </c:pt>
                <c:pt idx="388">
                  <c:v>4.5824647000000003E-2</c:v>
                </c:pt>
                <c:pt idx="389">
                  <c:v>4.5816395000000003E-2</c:v>
                </c:pt>
                <c:pt idx="390">
                  <c:v>4.5808322999999998E-2</c:v>
                </c:pt>
                <c:pt idx="391">
                  <c:v>4.5800146E-2</c:v>
                </c:pt>
                <c:pt idx="392">
                  <c:v>4.5792065999999999E-2</c:v>
                </c:pt>
                <c:pt idx="393">
                  <c:v>4.5783984999999999E-2</c:v>
                </c:pt>
                <c:pt idx="394">
                  <c:v>4.5775893999999998E-2</c:v>
                </c:pt>
                <c:pt idx="395">
                  <c:v>4.5767879999999997E-2</c:v>
                </c:pt>
                <c:pt idx="396">
                  <c:v>4.5759840000000003E-2</c:v>
                </c:pt>
                <c:pt idx="397">
                  <c:v>4.5751814000000002E-2</c:v>
                </c:pt>
                <c:pt idx="398">
                  <c:v>4.5743905000000001E-2</c:v>
                </c:pt>
                <c:pt idx="399">
                  <c:v>4.5735919999999999E-2</c:v>
                </c:pt>
                <c:pt idx="400">
                  <c:v>4.5728058000000002E-2</c:v>
                </c:pt>
                <c:pt idx="401">
                  <c:v>4.5720212000000003E-2</c:v>
                </c:pt>
                <c:pt idx="402">
                  <c:v>4.5712295999999999E-2</c:v>
                </c:pt>
                <c:pt idx="403">
                  <c:v>4.5704465E-2</c:v>
                </c:pt>
                <c:pt idx="404">
                  <c:v>4.56967E-2</c:v>
                </c:pt>
                <c:pt idx="405">
                  <c:v>4.5688896999999999E-2</c:v>
                </c:pt>
                <c:pt idx="406">
                  <c:v>4.5681167000000002E-2</c:v>
                </c:pt>
                <c:pt idx="407">
                  <c:v>4.5673363000000002E-2</c:v>
                </c:pt>
                <c:pt idx="408">
                  <c:v>4.5665637000000002E-2</c:v>
                </c:pt>
                <c:pt idx="409">
                  <c:v>4.5657870000000003E-2</c:v>
                </c:pt>
                <c:pt idx="410">
                  <c:v>4.5650322E-2</c:v>
                </c:pt>
                <c:pt idx="411">
                  <c:v>4.5642532E-2</c:v>
                </c:pt>
                <c:pt idx="412">
                  <c:v>4.5634969999999997E-2</c:v>
                </c:pt>
                <c:pt idx="413">
                  <c:v>4.5627380000000002E-2</c:v>
                </c:pt>
                <c:pt idx="414">
                  <c:v>4.5619786000000002E-2</c:v>
                </c:pt>
                <c:pt idx="415">
                  <c:v>4.5612239999999998E-2</c:v>
                </c:pt>
                <c:pt idx="416">
                  <c:v>4.5604829999999999E-2</c:v>
                </c:pt>
                <c:pt idx="417">
                  <c:v>4.5597270000000002E-2</c:v>
                </c:pt>
                <c:pt idx="418">
                  <c:v>4.558972E-2</c:v>
                </c:pt>
                <c:pt idx="419">
                  <c:v>4.5582301999999998E-2</c:v>
                </c:pt>
                <c:pt idx="420">
                  <c:v>4.5574818000000003E-2</c:v>
                </c:pt>
                <c:pt idx="421">
                  <c:v>4.5567392999999998E-2</c:v>
                </c:pt>
                <c:pt idx="422">
                  <c:v>4.55599E-2</c:v>
                </c:pt>
                <c:pt idx="423">
                  <c:v>4.5552651999999999E-2</c:v>
                </c:pt>
                <c:pt idx="424">
                  <c:v>4.5545376999999998E-2</c:v>
                </c:pt>
                <c:pt idx="425">
                  <c:v>4.5538022999999997E-2</c:v>
                </c:pt>
                <c:pt idx="426">
                  <c:v>4.5530714E-2</c:v>
                </c:pt>
                <c:pt idx="427">
                  <c:v>4.5523439999999998E-2</c:v>
                </c:pt>
                <c:pt idx="428">
                  <c:v>4.5516220000000003E-2</c:v>
                </c:pt>
                <c:pt idx="429">
                  <c:v>4.5508899999999998E-2</c:v>
                </c:pt>
                <c:pt idx="430">
                  <c:v>4.5501705000000003E-2</c:v>
                </c:pt>
                <c:pt idx="431">
                  <c:v>4.5494462999999999E-2</c:v>
                </c:pt>
                <c:pt idx="432">
                  <c:v>4.5487262000000001E-2</c:v>
                </c:pt>
                <c:pt idx="433">
                  <c:v>4.5480046000000003E-2</c:v>
                </c:pt>
                <c:pt idx="434">
                  <c:v>4.5472989999999998E-2</c:v>
                </c:pt>
                <c:pt idx="435">
                  <c:v>4.5465827E-2</c:v>
                </c:pt>
                <c:pt idx="436">
                  <c:v>4.5458644999999999E-2</c:v>
                </c:pt>
                <c:pt idx="437">
                  <c:v>4.545159E-2</c:v>
                </c:pt>
                <c:pt idx="438">
                  <c:v>4.5444650000000003E-2</c:v>
                </c:pt>
                <c:pt idx="439">
                  <c:v>4.5437529999999997E-2</c:v>
                </c:pt>
                <c:pt idx="440">
                  <c:v>4.5430581999999997E-2</c:v>
                </c:pt>
                <c:pt idx="441">
                  <c:v>4.5423560000000002E-2</c:v>
                </c:pt>
                <c:pt idx="442">
                  <c:v>4.5416570000000003E-2</c:v>
                </c:pt>
                <c:pt idx="443">
                  <c:v>4.5409616E-2</c:v>
                </c:pt>
                <c:pt idx="444">
                  <c:v>4.5402795000000003E-2</c:v>
                </c:pt>
                <c:pt idx="445">
                  <c:v>4.5395758000000001E-2</c:v>
                </c:pt>
                <c:pt idx="446">
                  <c:v>4.5388926000000003E-2</c:v>
                </c:pt>
                <c:pt idx="447">
                  <c:v>4.5382045000000003E-2</c:v>
                </c:pt>
                <c:pt idx="448">
                  <c:v>4.5375159999999998E-2</c:v>
                </c:pt>
                <c:pt idx="449">
                  <c:v>4.5368288E-2</c:v>
                </c:pt>
                <c:pt idx="450">
                  <c:v>4.5361497000000001E-2</c:v>
                </c:pt>
                <c:pt idx="451">
                  <c:v>4.5354739999999998E-2</c:v>
                </c:pt>
                <c:pt idx="452">
                  <c:v>4.5347966000000003E-2</c:v>
                </c:pt>
                <c:pt idx="453">
                  <c:v>4.534113E-2</c:v>
                </c:pt>
                <c:pt idx="454">
                  <c:v>4.5334461999999999E-2</c:v>
                </c:pt>
                <c:pt idx="455">
                  <c:v>4.5327764E-2</c:v>
                </c:pt>
                <c:pt idx="456">
                  <c:v>4.5321002999999999E-2</c:v>
                </c:pt>
                <c:pt idx="457">
                  <c:v>4.5314292999999999E-2</c:v>
                </c:pt>
                <c:pt idx="458">
                  <c:v>4.5307676999999998E-2</c:v>
                </c:pt>
                <c:pt idx="459">
                  <c:v>4.5301080000000001E-2</c:v>
                </c:pt>
                <c:pt idx="460">
                  <c:v>4.5294414999999998E-2</c:v>
                </c:pt>
                <c:pt idx="461">
                  <c:v>4.5287736000000002E-2</c:v>
                </c:pt>
                <c:pt idx="462">
                  <c:v>4.5281170000000003E-2</c:v>
                </c:pt>
                <c:pt idx="463">
                  <c:v>4.5274614999999997E-2</c:v>
                </c:pt>
                <c:pt idx="464">
                  <c:v>4.5268144000000003E-2</c:v>
                </c:pt>
                <c:pt idx="465">
                  <c:v>4.5261576999999997E-2</c:v>
                </c:pt>
                <c:pt idx="466">
                  <c:v>4.5254956999999998E-2</c:v>
                </c:pt>
                <c:pt idx="467">
                  <c:v>4.5248594000000003E-2</c:v>
                </c:pt>
                <c:pt idx="468">
                  <c:v>4.5242119999999997E-2</c:v>
                </c:pt>
                <c:pt idx="469">
                  <c:v>4.5235619999999997E-2</c:v>
                </c:pt>
                <c:pt idx="470">
                  <c:v>4.5229121999999997E-2</c:v>
                </c:pt>
                <c:pt idx="471">
                  <c:v>4.5222699999999998E-2</c:v>
                </c:pt>
                <c:pt idx="472">
                  <c:v>4.5216254999999997E-2</c:v>
                </c:pt>
                <c:pt idx="473">
                  <c:v>4.5209992999999997E-2</c:v>
                </c:pt>
                <c:pt idx="474">
                  <c:v>4.5203569999999998E-2</c:v>
                </c:pt>
                <c:pt idx="475">
                  <c:v>4.5197281999999998E-2</c:v>
                </c:pt>
                <c:pt idx="476">
                  <c:v>4.5190851999999997E-2</c:v>
                </c:pt>
                <c:pt idx="477">
                  <c:v>4.518457E-2</c:v>
                </c:pt>
                <c:pt idx="478">
                  <c:v>4.5178401999999999E-2</c:v>
                </c:pt>
                <c:pt idx="479">
                  <c:v>4.5172084000000001E-2</c:v>
                </c:pt>
                <c:pt idx="480">
                  <c:v>4.5165749999999998E-2</c:v>
                </c:pt>
                <c:pt idx="481">
                  <c:v>4.5159449999999997E-2</c:v>
                </c:pt>
                <c:pt idx="482">
                  <c:v>4.5153260000000001E-2</c:v>
                </c:pt>
                <c:pt idx="483">
                  <c:v>4.5146980000000003E-2</c:v>
                </c:pt>
                <c:pt idx="484">
                  <c:v>4.5140835999999997E-2</c:v>
                </c:pt>
                <c:pt idx="485">
                  <c:v>4.5134670000000002E-2</c:v>
                </c:pt>
                <c:pt idx="486">
                  <c:v>4.5128415999999998E-2</c:v>
                </c:pt>
                <c:pt idx="487">
                  <c:v>4.5122339999999997E-2</c:v>
                </c:pt>
                <c:pt idx="488">
                  <c:v>4.5116268000000001E-2</c:v>
                </c:pt>
                <c:pt idx="489">
                  <c:v>4.5110095000000003E-2</c:v>
                </c:pt>
                <c:pt idx="490">
                  <c:v>4.5104075E-2</c:v>
                </c:pt>
                <c:pt idx="491">
                  <c:v>4.5097940000000003E-2</c:v>
                </c:pt>
                <c:pt idx="492">
                  <c:v>4.5091874999999997E-2</c:v>
                </c:pt>
                <c:pt idx="493">
                  <c:v>4.5085747000000002E-2</c:v>
                </c:pt>
                <c:pt idx="494">
                  <c:v>4.5079727E-2</c:v>
                </c:pt>
                <c:pt idx="495">
                  <c:v>4.5073795999999999E-2</c:v>
                </c:pt>
                <c:pt idx="496">
                  <c:v>4.5067754000000002E-2</c:v>
                </c:pt>
                <c:pt idx="497">
                  <c:v>4.5061751999999997E-2</c:v>
                </c:pt>
                <c:pt idx="498">
                  <c:v>4.5055773E-2</c:v>
                </c:pt>
                <c:pt idx="499">
                  <c:v>4.5049842E-2</c:v>
                </c:pt>
                <c:pt idx="500">
                  <c:v>4.5043970000000003E-2</c:v>
                </c:pt>
                <c:pt idx="501">
                  <c:v>4.5037985000000003E-2</c:v>
                </c:pt>
                <c:pt idx="502">
                  <c:v>4.5032136E-2</c:v>
                </c:pt>
                <c:pt idx="503">
                  <c:v>4.5026176000000001E-2</c:v>
                </c:pt>
                <c:pt idx="504">
                  <c:v>4.5020286E-2</c:v>
                </c:pt>
                <c:pt idx="505">
                  <c:v>4.5014433999999999E-2</c:v>
                </c:pt>
                <c:pt idx="506">
                  <c:v>4.5008640000000003E-2</c:v>
                </c:pt>
                <c:pt idx="507">
                  <c:v>4.5002739999999999E-2</c:v>
                </c:pt>
                <c:pt idx="508">
                  <c:v>4.4996910000000001E-2</c:v>
                </c:pt>
                <c:pt idx="509">
                  <c:v>4.4991132000000003E-2</c:v>
                </c:pt>
                <c:pt idx="510">
                  <c:v>4.4985306000000003E-2</c:v>
                </c:pt>
                <c:pt idx="511">
                  <c:v>4.4979572000000002E-2</c:v>
                </c:pt>
                <c:pt idx="512">
                  <c:v>4.4973730000000003E-2</c:v>
                </c:pt>
                <c:pt idx="513">
                  <c:v>4.4968123999999998E-2</c:v>
                </c:pt>
                <c:pt idx="514">
                  <c:v>4.4962429999999998E-2</c:v>
                </c:pt>
                <c:pt idx="515">
                  <c:v>4.4956629999999997E-2</c:v>
                </c:pt>
                <c:pt idx="516">
                  <c:v>4.4950955000000001E-2</c:v>
                </c:pt>
                <c:pt idx="517">
                  <c:v>4.4945230000000003E-2</c:v>
                </c:pt>
                <c:pt idx="518">
                  <c:v>4.4939595999999998E-2</c:v>
                </c:pt>
                <c:pt idx="519">
                  <c:v>4.493399E-2</c:v>
                </c:pt>
                <c:pt idx="520">
                  <c:v>4.492823E-2</c:v>
                </c:pt>
                <c:pt idx="521">
                  <c:v>4.4922660000000003E-2</c:v>
                </c:pt>
                <c:pt idx="522">
                  <c:v>4.4917070000000003E-2</c:v>
                </c:pt>
                <c:pt idx="523">
                  <c:v>4.4911496000000002E-2</c:v>
                </c:pt>
                <c:pt idx="524">
                  <c:v>4.4905833999999999E-2</c:v>
                </c:pt>
                <c:pt idx="525">
                  <c:v>4.4900286999999997E-2</c:v>
                </c:pt>
                <c:pt idx="526">
                  <c:v>4.4894749999999997E-2</c:v>
                </c:pt>
                <c:pt idx="527">
                  <c:v>4.4889190000000002E-2</c:v>
                </c:pt>
                <c:pt idx="528">
                  <c:v>4.4883689999999997E-2</c:v>
                </c:pt>
                <c:pt idx="529">
                  <c:v>4.4878135999999999E-2</c:v>
                </c:pt>
                <c:pt idx="530">
                  <c:v>4.4872682999999997E-2</c:v>
                </c:pt>
                <c:pt idx="531">
                  <c:v>4.486714E-2</c:v>
                </c:pt>
                <c:pt idx="532">
                  <c:v>4.4861591999999999E-2</c:v>
                </c:pt>
                <c:pt idx="533">
                  <c:v>4.4856229999999997E-2</c:v>
                </c:pt>
                <c:pt idx="534">
                  <c:v>4.4850754999999999E-2</c:v>
                </c:pt>
                <c:pt idx="535">
                  <c:v>4.4845309999999999E-2</c:v>
                </c:pt>
                <c:pt idx="536">
                  <c:v>4.4839878E-2</c:v>
                </c:pt>
                <c:pt idx="537">
                  <c:v>4.4834516999999997E-2</c:v>
                </c:pt>
                <c:pt idx="538">
                  <c:v>4.4829107999999999E-2</c:v>
                </c:pt>
                <c:pt idx="539">
                  <c:v>4.4823777000000002E-2</c:v>
                </c:pt>
                <c:pt idx="540">
                  <c:v>4.481835E-2</c:v>
                </c:pt>
                <c:pt idx="541">
                  <c:v>4.4813085000000003E-2</c:v>
                </c:pt>
                <c:pt idx="542">
                  <c:v>4.4807701999999998E-2</c:v>
                </c:pt>
                <c:pt idx="543">
                  <c:v>4.4802357000000001E-2</c:v>
                </c:pt>
                <c:pt idx="544">
                  <c:v>4.479698E-2</c:v>
                </c:pt>
                <c:pt idx="545">
                  <c:v>4.4791730000000002E-2</c:v>
                </c:pt>
                <c:pt idx="546">
                  <c:v>4.4786411999999998E-2</c:v>
                </c:pt>
                <c:pt idx="547">
                  <c:v>4.4781084999999998E-2</c:v>
                </c:pt>
                <c:pt idx="548">
                  <c:v>4.4775932999999997E-2</c:v>
                </c:pt>
                <c:pt idx="549">
                  <c:v>4.4770642999999999E-2</c:v>
                </c:pt>
                <c:pt idx="550">
                  <c:v>4.4765458000000001E-2</c:v>
                </c:pt>
                <c:pt idx="551">
                  <c:v>4.4760189999999998E-2</c:v>
                </c:pt>
                <c:pt idx="552">
                  <c:v>4.4754963000000002E-2</c:v>
                </c:pt>
                <c:pt idx="553">
                  <c:v>4.474976E-2</c:v>
                </c:pt>
                <c:pt idx="554">
                  <c:v>4.4744606999999999E-2</c:v>
                </c:pt>
                <c:pt idx="555">
                  <c:v>4.4739418000000003E-2</c:v>
                </c:pt>
                <c:pt idx="556">
                  <c:v>4.4734272999999998E-2</c:v>
                </c:pt>
                <c:pt idx="557">
                  <c:v>4.4729116999999999E-2</c:v>
                </c:pt>
                <c:pt idx="558">
                  <c:v>4.4723912999999997E-2</c:v>
                </c:pt>
                <c:pt idx="559">
                  <c:v>4.4718828000000002E-2</c:v>
                </c:pt>
                <c:pt idx="560">
                  <c:v>4.4713759999999998E-2</c:v>
                </c:pt>
                <c:pt idx="561">
                  <c:v>4.4708713999999997E-2</c:v>
                </c:pt>
                <c:pt idx="562">
                  <c:v>4.4703519999999997E-2</c:v>
                </c:pt>
                <c:pt idx="563">
                  <c:v>4.4698460000000002E-2</c:v>
                </c:pt>
                <c:pt idx="564">
                  <c:v>4.4693480000000001E-2</c:v>
                </c:pt>
                <c:pt idx="565">
                  <c:v>4.4688400000000003E-2</c:v>
                </c:pt>
                <c:pt idx="566">
                  <c:v>4.4683292999999999E-2</c:v>
                </c:pt>
                <c:pt idx="567">
                  <c:v>4.4678394000000003E-2</c:v>
                </c:pt>
                <c:pt idx="568">
                  <c:v>4.4673339999999999E-2</c:v>
                </c:pt>
                <c:pt idx="569">
                  <c:v>4.4668354E-2</c:v>
                </c:pt>
                <c:pt idx="570">
                  <c:v>4.4663376999999997E-2</c:v>
                </c:pt>
                <c:pt idx="571">
                  <c:v>4.4658433999999997E-2</c:v>
                </c:pt>
                <c:pt idx="572">
                  <c:v>4.4653449999999997E-2</c:v>
                </c:pt>
                <c:pt idx="573">
                  <c:v>4.4648475999999999E-2</c:v>
                </c:pt>
                <c:pt idx="574">
                  <c:v>4.4643544E-2</c:v>
                </c:pt>
                <c:pt idx="575">
                  <c:v>4.4638644999999998E-2</c:v>
                </c:pt>
                <c:pt idx="576">
                  <c:v>4.463367E-2</c:v>
                </c:pt>
                <c:pt idx="577">
                  <c:v>4.4628783999999998E-2</c:v>
                </c:pt>
                <c:pt idx="578">
                  <c:v>4.462385E-2</c:v>
                </c:pt>
                <c:pt idx="579">
                  <c:v>4.4619015999999997E-2</c:v>
                </c:pt>
                <c:pt idx="580">
                  <c:v>4.4614106000000001E-2</c:v>
                </c:pt>
                <c:pt idx="581">
                  <c:v>4.4609334E-2</c:v>
                </c:pt>
                <c:pt idx="582">
                  <c:v>4.4604446999999998E-2</c:v>
                </c:pt>
                <c:pt idx="583">
                  <c:v>4.4599526E-2</c:v>
                </c:pt>
                <c:pt idx="584">
                  <c:v>4.4594802000000003E-2</c:v>
                </c:pt>
                <c:pt idx="585">
                  <c:v>4.4590030000000003E-2</c:v>
                </c:pt>
                <c:pt idx="586">
                  <c:v>4.4585220000000002E-2</c:v>
                </c:pt>
                <c:pt idx="587">
                  <c:v>4.4580362999999998E-2</c:v>
                </c:pt>
                <c:pt idx="588">
                  <c:v>4.4575635000000002E-2</c:v>
                </c:pt>
                <c:pt idx="589">
                  <c:v>4.4570863000000002E-2</c:v>
                </c:pt>
                <c:pt idx="590">
                  <c:v>4.4566113999999997E-2</c:v>
                </c:pt>
                <c:pt idx="591">
                  <c:v>4.4561280000000002E-2</c:v>
                </c:pt>
                <c:pt idx="592">
                  <c:v>4.4556606999999998E-2</c:v>
                </c:pt>
                <c:pt idx="593">
                  <c:v>4.4551927999999998E-2</c:v>
                </c:pt>
                <c:pt idx="594">
                  <c:v>4.4547150000000001E-2</c:v>
                </c:pt>
                <c:pt idx="595">
                  <c:v>4.4542400000000003E-2</c:v>
                </c:pt>
                <c:pt idx="596">
                  <c:v>4.4537793999999999E-2</c:v>
                </c:pt>
                <c:pt idx="597">
                  <c:v>4.4533077999999997E-2</c:v>
                </c:pt>
                <c:pt idx="598">
                  <c:v>4.4528455000000002E-2</c:v>
                </c:pt>
                <c:pt idx="599">
                  <c:v>4.4523793999999998E-2</c:v>
                </c:pt>
                <c:pt idx="600">
                  <c:v>4.4519103999999997E-2</c:v>
                </c:pt>
                <c:pt idx="601">
                  <c:v>4.4514525999999999E-2</c:v>
                </c:pt>
                <c:pt idx="602">
                  <c:v>4.4509849999999997E-2</c:v>
                </c:pt>
                <c:pt idx="603">
                  <c:v>4.4505219999999998E-2</c:v>
                </c:pt>
                <c:pt idx="604">
                  <c:v>4.4500675000000003E-2</c:v>
                </c:pt>
                <c:pt idx="605">
                  <c:v>4.4496069999999999E-2</c:v>
                </c:pt>
                <c:pt idx="606">
                  <c:v>4.4491419999999997E-2</c:v>
                </c:pt>
                <c:pt idx="607">
                  <c:v>4.4486989999999997E-2</c:v>
                </c:pt>
                <c:pt idx="608">
                  <c:v>4.4482313000000002E-2</c:v>
                </c:pt>
                <c:pt idx="609">
                  <c:v>4.4477843000000003E-2</c:v>
                </c:pt>
                <c:pt idx="610">
                  <c:v>4.4473279999999997E-2</c:v>
                </c:pt>
                <c:pt idx="611">
                  <c:v>4.4468734000000003E-2</c:v>
                </c:pt>
                <c:pt idx="612">
                  <c:v>4.4464181999999998E-2</c:v>
                </c:pt>
                <c:pt idx="613">
                  <c:v>4.4459760000000001E-2</c:v>
                </c:pt>
                <c:pt idx="614">
                  <c:v>4.4455296999999998E-2</c:v>
                </c:pt>
                <c:pt idx="615">
                  <c:v>4.4450679999999999E-2</c:v>
                </c:pt>
                <c:pt idx="616">
                  <c:v>4.4446251999999999E-2</c:v>
                </c:pt>
                <c:pt idx="617">
                  <c:v>4.4441763000000002E-2</c:v>
                </c:pt>
                <c:pt idx="618">
                  <c:v>4.4437293000000003E-2</c:v>
                </c:pt>
                <c:pt idx="619">
                  <c:v>4.4432968000000003E-2</c:v>
                </c:pt>
                <c:pt idx="620">
                  <c:v>4.4428427E-2</c:v>
                </c:pt>
                <c:pt idx="621">
                  <c:v>4.4424005000000003E-2</c:v>
                </c:pt>
                <c:pt idx="622">
                  <c:v>4.4419609999999998E-2</c:v>
                </c:pt>
                <c:pt idx="623">
                  <c:v>4.4415153999999998E-2</c:v>
                </c:pt>
                <c:pt idx="624">
                  <c:v>4.4410805999999997E-2</c:v>
                </c:pt>
                <c:pt idx="625">
                  <c:v>4.4406387999999998E-2</c:v>
                </c:pt>
                <c:pt idx="626">
                  <c:v>4.4401995999999999E-2</c:v>
                </c:pt>
                <c:pt idx="627">
                  <c:v>4.4397667000000002E-2</c:v>
                </c:pt>
                <c:pt idx="628">
                  <c:v>4.439328E-2</c:v>
                </c:pt>
                <c:pt idx="629">
                  <c:v>4.4388950000000003E-2</c:v>
                </c:pt>
                <c:pt idx="630">
                  <c:v>4.4384640000000003E-2</c:v>
                </c:pt>
                <c:pt idx="631">
                  <c:v>4.4380284999999998E-2</c:v>
                </c:pt>
                <c:pt idx="632">
                  <c:v>4.4375952000000003E-2</c:v>
                </c:pt>
                <c:pt idx="633">
                  <c:v>4.4371616000000003E-2</c:v>
                </c:pt>
                <c:pt idx="634">
                  <c:v>4.436735E-2</c:v>
                </c:pt>
                <c:pt idx="635">
                  <c:v>4.4363039999999999E-2</c:v>
                </c:pt>
                <c:pt idx="636">
                  <c:v>4.4358764000000002E-2</c:v>
                </c:pt>
                <c:pt idx="637">
                  <c:v>4.4354517000000003E-2</c:v>
                </c:pt>
                <c:pt idx="638">
                  <c:v>4.4350265999999999E-2</c:v>
                </c:pt>
                <c:pt idx="639">
                  <c:v>4.4346094000000003E-2</c:v>
                </c:pt>
                <c:pt idx="640">
                  <c:v>4.4341805999999998E-2</c:v>
                </c:pt>
                <c:pt idx="641">
                  <c:v>4.4337485000000003E-2</c:v>
                </c:pt>
                <c:pt idx="642">
                  <c:v>4.4333274999999998E-2</c:v>
                </c:pt>
                <c:pt idx="643">
                  <c:v>4.4329133E-2</c:v>
                </c:pt>
                <c:pt idx="644">
                  <c:v>4.4324912000000001E-2</c:v>
                </c:pt>
                <c:pt idx="645">
                  <c:v>4.4320739999999997E-2</c:v>
                </c:pt>
                <c:pt idx="646">
                  <c:v>4.4316445000000003E-2</c:v>
                </c:pt>
                <c:pt idx="647">
                  <c:v>4.4312373000000002E-2</c:v>
                </c:pt>
                <c:pt idx="648">
                  <c:v>4.4308167000000002E-2</c:v>
                </c:pt>
                <c:pt idx="649">
                  <c:v>4.4304023999999997E-2</c:v>
                </c:pt>
                <c:pt idx="650">
                  <c:v>4.4299779999999997E-2</c:v>
                </c:pt>
                <c:pt idx="651">
                  <c:v>4.4295689999999999E-2</c:v>
                </c:pt>
                <c:pt idx="652">
                  <c:v>4.4291496E-2</c:v>
                </c:pt>
                <c:pt idx="653">
                  <c:v>4.4287386999999998E-2</c:v>
                </c:pt>
                <c:pt idx="654">
                  <c:v>4.4283244999999999E-2</c:v>
                </c:pt>
                <c:pt idx="655">
                  <c:v>4.4279199999999998E-2</c:v>
                </c:pt>
                <c:pt idx="656">
                  <c:v>4.4275175999999999E-2</c:v>
                </c:pt>
                <c:pt idx="657">
                  <c:v>4.4271007000000001E-2</c:v>
                </c:pt>
                <c:pt idx="658">
                  <c:v>4.4266960000000001E-2</c:v>
                </c:pt>
                <c:pt idx="659">
                  <c:v>4.4262825999999998E-2</c:v>
                </c:pt>
                <c:pt idx="660">
                  <c:v>4.4258806999999997E-2</c:v>
                </c:pt>
                <c:pt idx="661">
                  <c:v>4.4254750000000002E-2</c:v>
                </c:pt>
                <c:pt idx="662">
                  <c:v>4.4250693000000001E-2</c:v>
                </c:pt>
                <c:pt idx="663">
                  <c:v>4.4246743999999998E-2</c:v>
                </c:pt>
                <c:pt idx="664">
                  <c:v>4.4242598000000001E-2</c:v>
                </c:pt>
                <c:pt idx="665">
                  <c:v>4.4238581999999999E-2</c:v>
                </c:pt>
                <c:pt idx="666">
                  <c:v>4.4234592000000003E-2</c:v>
                </c:pt>
                <c:pt idx="667">
                  <c:v>4.4230584000000003E-2</c:v>
                </c:pt>
                <c:pt idx="668">
                  <c:v>4.4226660000000001E-2</c:v>
                </c:pt>
                <c:pt idx="669">
                  <c:v>4.4222712999999997E-2</c:v>
                </c:pt>
                <c:pt idx="670">
                  <c:v>4.4218651999999997E-2</c:v>
                </c:pt>
                <c:pt idx="671">
                  <c:v>4.4214736999999997E-2</c:v>
                </c:pt>
                <c:pt idx="672">
                  <c:v>4.4210765999999999E-2</c:v>
                </c:pt>
                <c:pt idx="673">
                  <c:v>4.4206797999999999E-2</c:v>
                </c:pt>
                <c:pt idx="674">
                  <c:v>4.4202850000000002E-2</c:v>
                </c:pt>
                <c:pt idx="675">
                  <c:v>4.4198967999999998E-2</c:v>
                </c:pt>
                <c:pt idx="676">
                  <c:v>4.4195056000000003E-2</c:v>
                </c:pt>
                <c:pt idx="677">
                  <c:v>4.419116E-2</c:v>
                </c:pt>
                <c:pt idx="678">
                  <c:v>4.4187249999999997E-2</c:v>
                </c:pt>
                <c:pt idx="679">
                  <c:v>4.4183269999999997E-2</c:v>
                </c:pt>
                <c:pt idx="680">
                  <c:v>4.4179514000000003E-2</c:v>
                </c:pt>
                <c:pt idx="681">
                  <c:v>4.4175550000000001E-2</c:v>
                </c:pt>
                <c:pt idx="682">
                  <c:v>4.4171769999999999E-2</c:v>
                </c:pt>
                <c:pt idx="683">
                  <c:v>4.4167865000000001E-2</c:v>
                </c:pt>
                <c:pt idx="684">
                  <c:v>4.4163953999999998E-2</c:v>
                </c:pt>
                <c:pt idx="685">
                  <c:v>4.4160041999999997E-2</c:v>
                </c:pt>
                <c:pt idx="686">
                  <c:v>4.4156204999999997E-2</c:v>
                </c:pt>
                <c:pt idx="687">
                  <c:v>4.4152404999999999E-2</c:v>
                </c:pt>
                <c:pt idx="688">
                  <c:v>4.4148664999999997E-2</c:v>
                </c:pt>
                <c:pt idx="689">
                  <c:v>4.4144794000000001E-2</c:v>
                </c:pt>
                <c:pt idx="690">
                  <c:v>4.4140942000000002E-2</c:v>
                </c:pt>
                <c:pt idx="691">
                  <c:v>4.4137219999999998E-2</c:v>
                </c:pt>
                <c:pt idx="692">
                  <c:v>4.4133484000000001E-2</c:v>
                </c:pt>
                <c:pt idx="693">
                  <c:v>4.4129649999999999E-2</c:v>
                </c:pt>
                <c:pt idx="694">
                  <c:v>4.4125825E-2</c:v>
                </c:pt>
                <c:pt idx="695">
                  <c:v>4.4122047999999997E-2</c:v>
                </c:pt>
                <c:pt idx="696">
                  <c:v>4.4118303999999997E-2</c:v>
                </c:pt>
                <c:pt idx="697">
                  <c:v>4.4114538000000002E-2</c:v>
                </c:pt>
                <c:pt idx="698">
                  <c:v>4.4110857000000003E-2</c:v>
                </c:pt>
                <c:pt idx="699">
                  <c:v>4.4107100000000003E-2</c:v>
                </c:pt>
                <c:pt idx="700">
                  <c:v>4.4103312999999998E-2</c:v>
                </c:pt>
                <c:pt idx="701">
                  <c:v>4.4099649999999997E-2</c:v>
                </c:pt>
                <c:pt idx="702">
                  <c:v>4.4095891999999998E-2</c:v>
                </c:pt>
                <c:pt idx="703">
                  <c:v>4.4092215999999997E-2</c:v>
                </c:pt>
                <c:pt idx="704">
                  <c:v>4.4088509999999997E-2</c:v>
                </c:pt>
                <c:pt idx="705">
                  <c:v>4.4084810000000002E-2</c:v>
                </c:pt>
                <c:pt idx="706">
                  <c:v>4.4081144000000003E-2</c:v>
                </c:pt>
                <c:pt idx="707">
                  <c:v>4.4077350000000001E-2</c:v>
                </c:pt>
                <c:pt idx="708">
                  <c:v>4.4073727E-2</c:v>
                </c:pt>
                <c:pt idx="709">
                  <c:v>4.407001E-2</c:v>
                </c:pt>
                <c:pt idx="710">
                  <c:v>4.4066479999999998E-2</c:v>
                </c:pt>
                <c:pt idx="711">
                  <c:v>4.4062852999999999E-2</c:v>
                </c:pt>
                <c:pt idx="712">
                  <c:v>4.4059146E-2</c:v>
                </c:pt>
                <c:pt idx="713">
                  <c:v>4.4055535999999999E-2</c:v>
                </c:pt>
                <c:pt idx="714">
                  <c:v>4.4051945000000002E-2</c:v>
                </c:pt>
                <c:pt idx="715">
                  <c:v>4.4048347000000002E-2</c:v>
                </c:pt>
                <c:pt idx="716">
                  <c:v>4.4044750000000001E-2</c:v>
                </c:pt>
                <c:pt idx="717">
                  <c:v>4.4041139999999999E-2</c:v>
                </c:pt>
                <c:pt idx="718">
                  <c:v>4.4037513E-2</c:v>
                </c:pt>
                <c:pt idx="719">
                  <c:v>4.4033929999999999E-2</c:v>
                </c:pt>
                <c:pt idx="720">
                  <c:v>4.4030286000000002E-2</c:v>
                </c:pt>
                <c:pt idx="721">
                  <c:v>4.4026803000000003E-2</c:v>
                </c:pt>
                <c:pt idx="722">
                  <c:v>4.4023189999999997E-2</c:v>
                </c:pt>
                <c:pt idx="723">
                  <c:v>4.4019669999999997E-2</c:v>
                </c:pt>
                <c:pt idx="724">
                  <c:v>4.4016100000000002E-2</c:v>
                </c:pt>
                <c:pt idx="725">
                  <c:v>4.4012490000000001E-2</c:v>
                </c:pt>
                <c:pt idx="726">
                  <c:v>4.4009050000000001E-2</c:v>
                </c:pt>
                <c:pt idx="727">
                  <c:v>4.4005570000000001E-2</c:v>
                </c:pt>
                <c:pt idx="728">
                  <c:v>4.4001970000000001E-2</c:v>
                </c:pt>
                <c:pt idx="729">
                  <c:v>4.3998429999999998E-2</c:v>
                </c:pt>
                <c:pt idx="730">
                  <c:v>4.3994936999999998E-2</c:v>
                </c:pt>
                <c:pt idx="731">
                  <c:v>4.3991357000000002E-2</c:v>
                </c:pt>
                <c:pt idx="732">
                  <c:v>4.3987884999999997E-2</c:v>
                </c:pt>
                <c:pt idx="733">
                  <c:v>4.3984429999999998E-2</c:v>
                </c:pt>
                <c:pt idx="734">
                  <c:v>4.3980895999999998E-2</c:v>
                </c:pt>
                <c:pt idx="735">
                  <c:v>4.3977453999999999E-2</c:v>
                </c:pt>
                <c:pt idx="736">
                  <c:v>4.3973994000000002E-2</c:v>
                </c:pt>
                <c:pt idx="737">
                  <c:v>4.3970549999999997E-2</c:v>
                </c:pt>
                <c:pt idx="738">
                  <c:v>4.3967140000000002E-2</c:v>
                </c:pt>
                <c:pt idx="739">
                  <c:v>4.3963710000000003E-2</c:v>
                </c:pt>
                <c:pt idx="740">
                  <c:v>4.3960220000000001E-2</c:v>
                </c:pt>
                <c:pt idx="741">
                  <c:v>4.3956809999999999E-2</c:v>
                </c:pt>
                <c:pt idx="742">
                  <c:v>4.3953393E-2</c:v>
                </c:pt>
                <c:pt idx="743">
                  <c:v>4.3949947000000003E-2</c:v>
                </c:pt>
                <c:pt idx="744">
                  <c:v>4.3946567999999998E-2</c:v>
                </c:pt>
                <c:pt idx="745">
                  <c:v>4.3943207999999997E-2</c:v>
                </c:pt>
                <c:pt idx="746">
                  <c:v>4.3939732000000002E-2</c:v>
                </c:pt>
                <c:pt idx="747">
                  <c:v>4.3936442999999999E-2</c:v>
                </c:pt>
                <c:pt idx="748">
                  <c:v>4.3932970000000002E-2</c:v>
                </c:pt>
                <c:pt idx="749">
                  <c:v>4.3929643999999997E-2</c:v>
                </c:pt>
                <c:pt idx="750">
                  <c:v>4.3926239999999998E-2</c:v>
                </c:pt>
                <c:pt idx="751">
                  <c:v>4.392298E-2</c:v>
                </c:pt>
                <c:pt idx="752">
                  <c:v>4.3919503999999998E-2</c:v>
                </c:pt>
                <c:pt idx="753">
                  <c:v>4.3916173000000003E-2</c:v>
                </c:pt>
                <c:pt idx="754">
                  <c:v>4.3912824000000003E-2</c:v>
                </c:pt>
                <c:pt idx="755">
                  <c:v>4.3909539999999997E-2</c:v>
                </c:pt>
                <c:pt idx="756">
                  <c:v>4.3906095999999999E-2</c:v>
                </c:pt>
                <c:pt idx="757">
                  <c:v>4.3902900000000002E-2</c:v>
                </c:pt>
                <c:pt idx="758">
                  <c:v>4.3899607E-2</c:v>
                </c:pt>
                <c:pt idx="759">
                  <c:v>4.3896280000000003E-2</c:v>
                </c:pt>
                <c:pt idx="760">
                  <c:v>4.3892926999999998E-2</c:v>
                </c:pt>
                <c:pt idx="761">
                  <c:v>4.3889653000000001E-2</c:v>
                </c:pt>
                <c:pt idx="762">
                  <c:v>4.3886456999999997E-2</c:v>
                </c:pt>
                <c:pt idx="763">
                  <c:v>4.3883123000000003E-2</c:v>
                </c:pt>
                <c:pt idx="764">
                  <c:v>4.3879784999999998E-2</c:v>
                </c:pt>
                <c:pt idx="765">
                  <c:v>4.3876554999999998E-2</c:v>
                </c:pt>
                <c:pt idx="766">
                  <c:v>4.3873277000000002E-2</c:v>
                </c:pt>
                <c:pt idx="767">
                  <c:v>4.3869970000000001E-2</c:v>
                </c:pt>
                <c:pt idx="768">
                  <c:v>4.3866756999999999E-2</c:v>
                </c:pt>
                <c:pt idx="769">
                  <c:v>4.3863510000000001E-2</c:v>
                </c:pt>
                <c:pt idx="770">
                  <c:v>4.3860339999999998E-2</c:v>
                </c:pt>
                <c:pt idx="771">
                  <c:v>4.3857012000000001E-2</c:v>
                </c:pt>
                <c:pt idx="772">
                  <c:v>4.3853875E-2</c:v>
                </c:pt>
                <c:pt idx="773">
                  <c:v>4.3850649999999998E-2</c:v>
                </c:pt>
                <c:pt idx="774">
                  <c:v>4.3847375000000001E-2</c:v>
                </c:pt>
                <c:pt idx="775">
                  <c:v>4.3844229999999998E-2</c:v>
                </c:pt>
                <c:pt idx="776">
                  <c:v>4.3841039999999998E-2</c:v>
                </c:pt>
                <c:pt idx="777">
                  <c:v>4.3837804000000001E-2</c:v>
                </c:pt>
                <c:pt idx="778">
                  <c:v>4.3834690000000003E-2</c:v>
                </c:pt>
                <c:pt idx="779">
                  <c:v>4.3831429999999998E-2</c:v>
                </c:pt>
                <c:pt idx="780">
                  <c:v>4.3828304999999998E-2</c:v>
                </c:pt>
                <c:pt idx="781">
                  <c:v>4.3825099999999999E-2</c:v>
                </c:pt>
                <c:pt idx="782">
                  <c:v>4.3821952999999997E-2</c:v>
                </c:pt>
                <c:pt idx="783">
                  <c:v>4.3818812999999998E-2</c:v>
                </c:pt>
                <c:pt idx="784">
                  <c:v>4.3815613000000003E-2</c:v>
                </c:pt>
                <c:pt idx="785">
                  <c:v>4.3812512999999997E-2</c:v>
                </c:pt>
                <c:pt idx="786">
                  <c:v>4.3809340000000002E-2</c:v>
                </c:pt>
                <c:pt idx="787">
                  <c:v>4.3806266000000003E-2</c:v>
                </c:pt>
                <c:pt idx="788">
                  <c:v>4.3803061999999997E-2</c:v>
                </c:pt>
                <c:pt idx="789">
                  <c:v>4.3800066999999998E-2</c:v>
                </c:pt>
                <c:pt idx="790">
                  <c:v>4.3796889999999998E-2</c:v>
                </c:pt>
                <c:pt idx="791">
                  <c:v>4.3793800000000001E-2</c:v>
                </c:pt>
                <c:pt idx="792">
                  <c:v>4.3790626999999999E-2</c:v>
                </c:pt>
                <c:pt idx="793">
                  <c:v>4.3787550000000001E-2</c:v>
                </c:pt>
                <c:pt idx="794">
                  <c:v>4.3784416999999999E-2</c:v>
                </c:pt>
                <c:pt idx="795">
                  <c:v>4.3781335999999997E-2</c:v>
                </c:pt>
                <c:pt idx="796">
                  <c:v>4.3778297000000001E-2</c:v>
                </c:pt>
                <c:pt idx="797">
                  <c:v>4.3775250000000002E-2</c:v>
                </c:pt>
                <c:pt idx="798">
                  <c:v>4.3772186999999997E-2</c:v>
                </c:pt>
                <c:pt idx="799">
                  <c:v>4.3769058E-2</c:v>
                </c:pt>
                <c:pt idx="800">
                  <c:v>4.3766039999999999E-2</c:v>
                </c:pt>
                <c:pt idx="801">
                  <c:v>4.3762950000000002E-2</c:v>
                </c:pt>
                <c:pt idx="802">
                  <c:v>4.3759939999999997E-2</c:v>
                </c:pt>
                <c:pt idx="803">
                  <c:v>4.3756902E-2</c:v>
                </c:pt>
                <c:pt idx="804">
                  <c:v>4.3753884999999999E-2</c:v>
                </c:pt>
                <c:pt idx="805">
                  <c:v>4.3750834000000002E-2</c:v>
                </c:pt>
                <c:pt idx="806">
                  <c:v>4.3747846E-2</c:v>
                </c:pt>
                <c:pt idx="807">
                  <c:v>4.3744847000000003E-2</c:v>
                </c:pt>
                <c:pt idx="808">
                  <c:v>4.3741784999999998E-2</c:v>
                </c:pt>
                <c:pt idx="809">
                  <c:v>4.3738823000000003E-2</c:v>
                </c:pt>
                <c:pt idx="810">
                  <c:v>4.3735876999999999E-2</c:v>
                </c:pt>
                <c:pt idx="811">
                  <c:v>4.3732862999999997E-2</c:v>
                </c:pt>
                <c:pt idx="812">
                  <c:v>4.3729823000000001E-2</c:v>
                </c:pt>
                <c:pt idx="813">
                  <c:v>4.3726854000000002E-2</c:v>
                </c:pt>
                <c:pt idx="814">
                  <c:v>4.3723854999999999E-2</c:v>
                </c:pt>
                <c:pt idx="815">
                  <c:v>4.3720967999999999E-2</c:v>
                </c:pt>
                <c:pt idx="816">
                  <c:v>4.3717979999999997E-2</c:v>
                </c:pt>
                <c:pt idx="817">
                  <c:v>4.3715074999999999E-2</c:v>
                </c:pt>
                <c:pt idx="818">
                  <c:v>4.3712029999999999E-2</c:v>
                </c:pt>
                <c:pt idx="819">
                  <c:v>4.3709106999999997E-2</c:v>
                </c:pt>
                <c:pt idx="820">
                  <c:v>4.3706123E-2</c:v>
                </c:pt>
                <c:pt idx="821">
                  <c:v>4.3703317999999998E-2</c:v>
                </c:pt>
                <c:pt idx="822">
                  <c:v>4.3700280000000001E-2</c:v>
                </c:pt>
                <c:pt idx="823">
                  <c:v>4.3697430000000002E-2</c:v>
                </c:pt>
                <c:pt idx="824">
                  <c:v>4.369439E-2</c:v>
                </c:pt>
                <c:pt idx="825">
                  <c:v>4.3691510000000003E-2</c:v>
                </c:pt>
                <c:pt idx="826">
                  <c:v>4.3688625000000002E-2</c:v>
                </c:pt>
                <c:pt idx="827">
                  <c:v>4.3685712000000002E-2</c:v>
                </c:pt>
                <c:pt idx="828">
                  <c:v>4.3682825000000002E-2</c:v>
                </c:pt>
                <c:pt idx="829">
                  <c:v>4.367994E-2</c:v>
                </c:pt>
                <c:pt idx="830">
                  <c:v>4.3677106E-2</c:v>
                </c:pt>
                <c:pt idx="831">
                  <c:v>4.3674227000000003E-2</c:v>
                </c:pt>
                <c:pt idx="832">
                  <c:v>4.3671227999999999E-2</c:v>
                </c:pt>
                <c:pt idx="833">
                  <c:v>4.3668381999999999E-2</c:v>
                </c:pt>
                <c:pt idx="834">
                  <c:v>4.3665570000000001E-2</c:v>
                </c:pt>
                <c:pt idx="835">
                  <c:v>4.3662689999999997E-2</c:v>
                </c:pt>
                <c:pt idx="836">
                  <c:v>4.3659806000000002E-2</c:v>
                </c:pt>
                <c:pt idx="837">
                  <c:v>4.3657016E-2</c:v>
                </c:pt>
                <c:pt idx="838">
                  <c:v>4.3654129999999999E-2</c:v>
                </c:pt>
                <c:pt idx="839">
                  <c:v>4.3651245999999998E-2</c:v>
                </c:pt>
                <c:pt idx="840">
                  <c:v>4.3648325000000002E-2</c:v>
                </c:pt>
                <c:pt idx="841">
                  <c:v>4.3645575999999998E-2</c:v>
                </c:pt>
                <c:pt idx="842">
                  <c:v>4.3642737000000001E-2</c:v>
                </c:pt>
                <c:pt idx="843">
                  <c:v>4.3639887000000002E-2</c:v>
                </c:pt>
                <c:pt idx="844">
                  <c:v>4.3637175E-2</c:v>
                </c:pt>
                <c:pt idx="845">
                  <c:v>4.3634332999999997E-2</c:v>
                </c:pt>
                <c:pt idx="846">
                  <c:v>4.3631459999999997E-2</c:v>
                </c:pt>
                <c:pt idx="847">
                  <c:v>4.3628739999999999E-2</c:v>
                </c:pt>
                <c:pt idx="848">
                  <c:v>4.3625883999999997E-2</c:v>
                </c:pt>
                <c:pt idx="849">
                  <c:v>4.3623183000000003E-2</c:v>
                </c:pt>
                <c:pt idx="850">
                  <c:v>4.3620329999999999E-2</c:v>
                </c:pt>
                <c:pt idx="851">
                  <c:v>4.3617549999999998E-2</c:v>
                </c:pt>
                <c:pt idx="852">
                  <c:v>4.3614755999999998E-2</c:v>
                </c:pt>
                <c:pt idx="853">
                  <c:v>4.3611973999999998E-2</c:v>
                </c:pt>
                <c:pt idx="854">
                  <c:v>4.3609187000000001E-2</c:v>
                </c:pt>
                <c:pt idx="855">
                  <c:v>4.360646E-2</c:v>
                </c:pt>
                <c:pt idx="856">
                  <c:v>4.3603706999999998E-2</c:v>
                </c:pt>
                <c:pt idx="857">
                  <c:v>4.3601059999999997E-2</c:v>
                </c:pt>
                <c:pt idx="858">
                  <c:v>4.3598280000000003E-2</c:v>
                </c:pt>
                <c:pt idx="859">
                  <c:v>4.3595567000000002E-2</c:v>
                </c:pt>
                <c:pt idx="860">
                  <c:v>4.3592717000000003E-2</c:v>
                </c:pt>
                <c:pt idx="861">
                  <c:v>4.3589999999999997E-2</c:v>
                </c:pt>
                <c:pt idx="862">
                  <c:v>4.3587250000000001E-2</c:v>
                </c:pt>
                <c:pt idx="863">
                  <c:v>4.3584607999999997E-2</c:v>
                </c:pt>
                <c:pt idx="864">
                  <c:v>4.3581889999999998E-2</c:v>
                </c:pt>
                <c:pt idx="865">
                  <c:v>4.3579097999999997E-2</c:v>
                </c:pt>
                <c:pt idx="866">
                  <c:v>4.3576429999999999E-2</c:v>
                </c:pt>
                <c:pt idx="867">
                  <c:v>4.3573737000000001E-2</c:v>
                </c:pt>
                <c:pt idx="868">
                  <c:v>4.3571044000000003E-2</c:v>
                </c:pt>
                <c:pt idx="869">
                  <c:v>4.3568364999999998E-2</c:v>
                </c:pt>
                <c:pt idx="870">
                  <c:v>4.3565694000000002E-2</c:v>
                </c:pt>
                <c:pt idx="871">
                  <c:v>4.3562944999999999E-2</c:v>
                </c:pt>
                <c:pt idx="872">
                  <c:v>4.3560309999999998E-2</c:v>
                </c:pt>
                <c:pt idx="873">
                  <c:v>4.3557603E-2</c:v>
                </c:pt>
                <c:pt idx="874">
                  <c:v>4.3555006E-2</c:v>
                </c:pt>
                <c:pt idx="875">
                  <c:v>4.3552287000000002E-2</c:v>
                </c:pt>
                <c:pt idx="876">
                  <c:v>4.3549563999999999E-2</c:v>
                </c:pt>
                <c:pt idx="877">
                  <c:v>4.3546903999999997E-2</c:v>
                </c:pt>
                <c:pt idx="878">
                  <c:v>4.3544322000000003E-2</c:v>
                </c:pt>
                <c:pt idx="879">
                  <c:v>4.3541532000000001E-2</c:v>
                </c:pt>
                <c:pt idx="880">
                  <c:v>4.3538964999999999E-2</c:v>
                </c:pt>
                <c:pt idx="881">
                  <c:v>4.3536335000000002E-2</c:v>
                </c:pt>
                <c:pt idx="882">
                  <c:v>4.3533740000000001E-2</c:v>
                </c:pt>
                <c:pt idx="883">
                  <c:v>4.3531116000000002E-2</c:v>
                </c:pt>
                <c:pt idx="884">
                  <c:v>4.3528433999999998E-2</c:v>
                </c:pt>
                <c:pt idx="885">
                  <c:v>4.3525790000000002E-2</c:v>
                </c:pt>
                <c:pt idx="886">
                  <c:v>4.3523256000000003E-2</c:v>
                </c:pt>
                <c:pt idx="887">
                  <c:v>4.3520674000000002E-2</c:v>
                </c:pt>
                <c:pt idx="888">
                  <c:v>4.3518037000000002E-2</c:v>
                </c:pt>
                <c:pt idx="889">
                  <c:v>4.3515522000000001E-2</c:v>
                </c:pt>
                <c:pt idx="890">
                  <c:v>4.3512865999999997E-2</c:v>
                </c:pt>
                <c:pt idx="891">
                  <c:v>4.3510239999999999E-2</c:v>
                </c:pt>
                <c:pt idx="892">
                  <c:v>4.3507619999999997E-2</c:v>
                </c:pt>
                <c:pt idx="893">
                  <c:v>4.3505046999999998E-2</c:v>
                </c:pt>
                <c:pt idx="894">
                  <c:v>4.3502513E-2</c:v>
                </c:pt>
                <c:pt idx="895">
                  <c:v>4.3499900000000001E-2</c:v>
                </c:pt>
                <c:pt idx="896">
                  <c:v>4.3497420000000002E-2</c:v>
                </c:pt>
                <c:pt idx="897">
                  <c:v>4.3494842999999998E-2</c:v>
                </c:pt>
                <c:pt idx="898">
                  <c:v>4.3492204999999999E-2</c:v>
                </c:pt>
                <c:pt idx="899">
                  <c:v>4.3489742999999997E-2</c:v>
                </c:pt>
                <c:pt idx="900">
                  <c:v>4.3487157999999998E-2</c:v>
                </c:pt>
                <c:pt idx="901">
                  <c:v>4.3484583E-2</c:v>
                </c:pt>
                <c:pt idx="902">
                  <c:v>4.3482042999999998E-2</c:v>
                </c:pt>
                <c:pt idx="903">
                  <c:v>4.3479506000000001E-2</c:v>
                </c:pt>
                <c:pt idx="904">
                  <c:v>4.3477000000000002E-2</c:v>
                </c:pt>
                <c:pt idx="905">
                  <c:v>4.3474424999999997E-2</c:v>
                </c:pt>
                <c:pt idx="906">
                  <c:v>4.3471929999999999E-2</c:v>
                </c:pt>
                <c:pt idx="907">
                  <c:v>4.3469387999999998E-2</c:v>
                </c:pt>
                <c:pt idx="908">
                  <c:v>4.3466866E-2</c:v>
                </c:pt>
                <c:pt idx="909">
                  <c:v>4.3464467E-2</c:v>
                </c:pt>
                <c:pt idx="910">
                  <c:v>4.3461925999999998E-2</c:v>
                </c:pt>
                <c:pt idx="911">
                  <c:v>4.3459427000000002E-2</c:v>
                </c:pt>
                <c:pt idx="912">
                  <c:v>4.3456834E-2</c:v>
                </c:pt>
                <c:pt idx="913">
                  <c:v>4.3454439999999997E-2</c:v>
                </c:pt>
                <c:pt idx="914">
                  <c:v>4.3451916E-2</c:v>
                </c:pt>
                <c:pt idx="915">
                  <c:v>4.3449364999999997E-2</c:v>
                </c:pt>
                <c:pt idx="916">
                  <c:v>4.344688E-2</c:v>
                </c:pt>
                <c:pt idx="917">
                  <c:v>4.3444364999999999E-2</c:v>
                </c:pt>
                <c:pt idx="918">
                  <c:v>4.3441985000000002E-2</c:v>
                </c:pt>
                <c:pt idx="919">
                  <c:v>4.3439477999999997E-2</c:v>
                </c:pt>
                <c:pt idx="920">
                  <c:v>4.3437009999999998E-2</c:v>
                </c:pt>
                <c:pt idx="921">
                  <c:v>4.3434451999999998E-2</c:v>
                </c:pt>
                <c:pt idx="922">
                  <c:v>4.3432116999999999E-2</c:v>
                </c:pt>
                <c:pt idx="923">
                  <c:v>4.3429540000000003E-2</c:v>
                </c:pt>
                <c:pt idx="924">
                  <c:v>4.3427180000000003E-2</c:v>
                </c:pt>
                <c:pt idx="925">
                  <c:v>4.3424740000000003E-2</c:v>
                </c:pt>
                <c:pt idx="926">
                  <c:v>4.3422293000000001E-2</c:v>
                </c:pt>
                <c:pt idx="927">
                  <c:v>4.3419800000000001E-2</c:v>
                </c:pt>
                <c:pt idx="928">
                  <c:v>4.3417341999999998E-2</c:v>
                </c:pt>
                <c:pt idx="929">
                  <c:v>4.3414990000000001E-2</c:v>
                </c:pt>
                <c:pt idx="930">
                  <c:v>4.3412566E-2</c:v>
                </c:pt>
                <c:pt idx="931">
                  <c:v>4.3410186000000003E-2</c:v>
                </c:pt>
                <c:pt idx="932">
                  <c:v>4.3407767999999999E-2</c:v>
                </c:pt>
                <c:pt idx="933">
                  <c:v>4.3405289999999999E-2</c:v>
                </c:pt>
                <c:pt idx="934">
                  <c:v>4.3402914000000001E-2</c:v>
                </c:pt>
                <c:pt idx="935">
                  <c:v>4.3400465999999999E-2</c:v>
                </c:pt>
                <c:pt idx="936">
                  <c:v>4.3398060000000002E-2</c:v>
                </c:pt>
                <c:pt idx="937">
                  <c:v>4.3395687000000002E-2</c:v>
                </c:pt>
                <c:pt idx="938">
                  <c:v>4.3393355000000002E-2</c:v>
                </c:pt>
                <c:pt idx="939">
                  <c:v>4.3390884999999997E-2</c:v>
                </c:pt>
                <c:pt idx="940">
                  <c:v>4.3388594000000003E-2</c:v>
                </c:pt>
                <c:pt idx="941">
                  <c:v>4.33862E-2</c:v>
                </c:pt>
                <c:pt idx="942">
                  <c:v>4.3383854999999999E-2</c:v>
                </c:pt>
                <c:pt idx="943">
                  <c:v>4.3381453E-2</c:v>
                </c:pt>
                <c:pt idx="944">
                  <c:v>4.3378998000000002E-2</c:v>
                </c:pt>
                <c:pt idx="945">
                  <c:v>4.3376724999999998E-2</c:v>
                </c:pt>
                <c:pt idx="946">
                  <c:v>4.3374314999999997E-2</c:v>
                </c:pt>
                <c:pt idx="947">
                  <c:v>4.3372050000000002E-2</c:v>
                </c:pt>
                <c:pt idx="948">
                  <c:v>4.3369646999999997E-2</c:v>
                </c:pt>
                <c:pt idx="949">
                  <c:v>4.3367269999999999E-2</c:v>
                </c:pt>
                <c:pt idx="950">
                  <c:v>4.3364970000000003E-2</c:v>
                </c:pt>
                <c:pt idx="951">
                  <c:v>4.3362576999999999E-2</c:v>
                </c:pt>
                <c:pt idx="952">
                  <c:v>4.3360240000000001E-2</c:v>
                </c:pt>
                <c:pt idx="953">
                  <c:v>4.3357987000000001E-2</c:v>
                </c:pt>
                <c:pt idx="954">
                  <c:v>4.3355558000000002E-2</c:v>
                </c:pt>
                <c:pt idx="955">
                  <c:v>4.3353285999999998E-2</c:v>
                </c:pt>
                <c:pt idx="956">
                  <c:v>4.3350868000000001E-2</c:v>
                </c:pt>
                <c:pt idx="957">
                  <c:v>4.3348606999999997E-2</c:v>
                </c:pt>
                <c:pt idx="958">
                  <c:v>4.3346320000000001E-2</c:v>
                </c:pt>
                <c:pt idx="959">
                  <c:v>4.3344069999999998E-2</c:v>
                </c:pt>
                <c:pt idx="960">
                  <c:v>4.3341684999999998E-2</c:v>
                </c:pt>
                <c:pt idx="961">
                  <c:v>4.3339424000000001E-2</c:v>
                </c:pt>
                <c:pt idx="962">
                  <c:v>4.333708E-2</c:v>
                </c:pt>
                <c:pt idx="963">
                  <c:v>4.3334812E-2</c:v>
                </c:pt>
                <c:pt idx="964">
                  <c:v>4.3332602999999997E-2</c:v>
                </c:pt>
                <c:pt idx="965">
                  <c:v>4.3330237000000001E-2</c:v>
                </c:pt>
                <c:pt idx="966">
                  <c:v>4.3327957E-2</c:v>
                </c:pt>
                <c:pt idx="967">
                  <c:v>4.3325613999999998E-2</c:v>
                </c:pt>
                <c:pt idx="968">
                  <c:v>4.3323453999999997E-2</c:v>
                </c:pt>
                <c:pt idx="969">
                  <c:v>4.3321060000000002E-2</c:v>
                </c:pt>
                <c:pt idx="970">
                  <c:v>4.3318852999999997E-2</c:v>
                </c:pt>
                <c:pt idx="971">
                  <c:v>4.3316635999999999E-2</c:v>
                </c:pt>
                <c:pt idx="972">
                  <c:v>4.3314286E-2</c:v>
                </c:pt>
                <c:pt idx="973">
                  <c:v>4.3312075999999998E-2</c:v>
                </c:pt>
                <c:pt idx="974">
                  <c:v>4.3309840000000002E-2</c:v>
                </c:pt>
                <c:pt idx="975">
                  <c:v>4.3307520000000002E-2</c:v>
                </c:pt>
                <c:pt idx="976">
                  <c:v>4.3305356000000003E-2</c:v>
                </c:pt>
                <c:pt idx="977">
                  <c:v>4.3303042999999999E-2</c:v>
                </c:pt>
                <c:pt idx="978">
                  <c:v>4.3300863000000002E-2</c:v>
                </c:pt>
                <c:pt idx="979">
                  <c:v>4.3298629999999998E-2</c:v>
                </c:pt>
                <c:pt idx="980">
                  <c:v>4.3296408000000002E-2</c:v>
                </c:pt>
                <c:pt idx="981">
                  <c:v>4.3294119999999998E-2</c:v>
                </c:pt>
                <c:pt idx="982">
                  <c:v>4.3291975000000003E-2</c:v>
                </c:pt>
                <c:pt idx="983">
                  <c:v>4.32897E-2</c:v>
                </c:pt>
                <c:pt idx="984">
                  <c:v>4.3287436999999998E-2</c:v>
                </c:pt>
                <c:pt idx="985">
                  <c:v>4.3285232E-2</c:v>
                </c:pt>
                <c:pt idx="986">
                  <c:v>4.3283080000000002E-2</c:v>
                </c:pt>
                <c:pt idx="987">
                  <c:v>4.3280880000000001E-2</c:v>
                </c:pt>
                <c:pt idx="988">
                  <c:v>4.3278612000000001E-2</c:v>
                </c:pt>
                <c:pt idx="989">
                  <c:v>4.3276420000000003E-2</c:v>
                </c:pt>
                <c:pt idx="990">
                  <c:v>4.327425E-2</c:v>
                </c:pt>
                <c:pt idx="991">
                  <c:v>4.3272036999999999E-2</c:v>
                </c:pt>
                <c:pt idx="992">
                  <c:v>4.3269835E-2</c:v>
                </c:pt>
                <c:pt idx="993">
                  <c:v>4.3267636999999998E-2</c:v>
                </c:pt>
                <c:pt idx="994">
                  <c:v>4.3265520000000002E-2</c:v>
                </c:pt>
                <c:pt idx="995">
                  <c:v>4.3263309999999999E-2</c:v>
                </c:pt>
                <c:pt idx="996">
                  <c:v>4.3261133E-2</c:v>
                </c:pt>
                <c:pt idx="997">
                  <c:v>4.3258946E-2</c:v>
                </c:pt>
                <c:pt idx="998">
                  <c:v>4.3256808000000001E-2</c:v>
                </c:pt>
                <c:pt idx="999">
                  <c:v>4.3254580000000001E-2</c:v>
                </c:pt>
                <c:pt idx="1000">
                  <c:v>4.3252558000000003E-2</c:v>
                </c:pt>
                <c:pt idx="1001">
                  <c:v>4.3250355999999997E-2</c:v>
                </c:pt>
                <c:pt idx="1002">
                  <c:v>4.3248120000000001E-2</c:v>
                </c:pt>
                <c:pt idx="1003">
                  <c:v>4.3245997000000001E-2</c:v>
                </c:pt>
                <c:pt idx="1004">
                  <c:v>4.3243904E-2</c:v>
                </c:pt>
                <c:pt idx="1005">
                  <c:v>4.3241687000000001E-2</c:v>
                </c:pt>
                <c:pt idx="1006">
                  <c:v>4.3239609999999998E-2</c:v>
                </c:pt>
                <c:pt idx="1007">
                  <c:v>4.3237484999999999E-2</c:v>
                </c:pt>
                <c:pt idx="1008">
                  <c:v>4.3235323999999999E-2</c:v>
                </c:pt>
                <c:pt idx="1009">
                  <c:v>4.3233223000000001E-2</c:v>
                </c:pt>
                <c:pt idx="1010">
                  <c:v>4.3231060000000002E-2</c:v>
                </c:pt>
                <c:pt idx="1011">
                  <c:v>4.3228946999999997E-2</c:v>
                </c:pt>
                <c:pt idx="1012">
                  <c:v>4.3226833999999999E-2</c:v>
                </c:pt>
                <c:pt idx="1013">
                  <c:v>4.3224725999999998E-2</c:v>
                </c:pt>
                <c:pt idx="1014">
                  <c:v>4.3222587999999999E-2</c:v>
                </c:pt>
                <c:pt idx="1015">
                  <c:v>4.3220467999999998E-2</c:v>
                </c:pt>
                <c:pt idx="1016">
                  <c:v>4.3218355999999999E-2</c:v>
                </c:pt>
                <c:pt idx="1017">
                  <c:v>4.3216299999999999E-2</c:v>
                </c:pt>
                <c:pt idx="1018">
                  <c:v>4.3214183000000003E-2</c:v>
                </c:pt>
                <c:pt idx="1019">
                  <c:v>4.3211985000000001E-2</c:v>
                </c:pt>
                <c:pt idx="1020">
                  <c:v>4.3209909999999997E-2</c:v>
                </c:pt>
                <c:pt idx="1021">
                  <c:v>4.3207875999999999E-2</c:v>
                </c:pt>
                <c:pt idx="1022">
                  <c:v>4.3205739999999999E-2</c:v>
                </c:pt>
                <c:pt idx="1023">
                  <c:v>4.320363E-2</c:v>
                </c:pt>
                <c:pt idx="1024">
                  <c:v>4.320156E-2</c:v>
                </c:pt>
                <c:pt idx="1025">
                  <c:v>4.3199316000000001E-2</c:v>
                </c:pt>
                <c:pt idx="1026">
                  <c:v>4.3197409999999999E-2</c:v>
                </c:pt>
                <c:pt idx="1027">
                  <c:v>4.3195337E-2</c:v>
                </c:pt>
                <c:pt idx="1028">
                  <c:v>4.3193160000000001E-2</c:v>
                </c:pt>
                <c:pt idx="1029">
                  <c:v>4.3191195000000002E-2</c:v>
                </c:pt>
                <c:pt idx="1030">
                  <c:v>4.3189116E-2</c:v>
                </c:pt>
                <c:pt idx="1031">
                  <c:v>4.3187051999999997E-2</c:v>
                </c:pt>
                <c:pt idx="1032">
                  <c:v>4.3185073999999997E-2</c:v>
                </c:pt>
                <c:pt idx="1033">
                  <c:v>4.3182999999999999E-2</c:v>
                </c:pt>
                <c:pt idx="1034">
                  <c:v>4.3180924000000002E-2</c:v>
                </c:pt>
                <c:pt idx="1035">
                  <c:v>4.3178833999999999E-2</c:v>
                </c:pt>
                <c:pt idx="1036">
                  <c:v>4.3176863000000003E-2</c:v>
                </c:pt>
                <c:pt idx="1037">
                  <c:v>4.3174866999999999E-2</c:v>
                </c:pt>
                <c:pt idx="1038">
                  <c:v>4.3172790000000003E-2</c:v>
                </c:pt>
                <c:pt idx="1039">
                  <c:v>4.3170642000000002E-2</c:v>
                </c:pt>
                <c:pt idx="1040">
                  <c:v>4.3168607999999997E-2</c:v>
                </c:pt>
                <c:pt idx="1041">
                  <c:v>4.3166620000000003E-2</c:v>
                </c:pt>
                <c:pt idx="1042">
                  <c:v>4.3164644000000002E-2</c:v>
                </c:pt>
                <c:pt idx="1043">
                  <c:v>4.3162619999999999E-2</c:v>
                </c:pt>
                <c:pt idx="1044">
                  <c:v>4.3160564999999998E-2</c:v>
                </c:pt>
                <c:pt idx="1045">
                  <c:v>4.3158505E-2</c:v>
                </c:pt>
                <c:pt idx="1046">
                  <c:v>4.3156482000000003E-2</c:v>
                </c:pt>
                <c:pt idx="1047">
                  <c:v>4.3154504000000003E-2</c:v>
                </c:pt>
                <c:pt idx="1048">
                  <c:v>4.3152495999999999E-2</c:v>
                </c:pt>
                <c:pt idx="1049">
                  <c:v>4.3150567000000001E-2</c:v>
                </c:pt>
                <c:pt idx="1050">
                  <c:v>4.3148489999999998E-2</c:v>
                </c:pt>
                <c:pt idx="1051">
                  <c:v>4.3146471999999998E-2</c:v>
                </c:pt>
                <c:pt idx="1052">
                  <c:v>4.3144519999999999E-2</c:v>
                </c:pt>
                <c:pt idx="1053">
                  <c:v>4.3142489999999999E-2</c:v>
                </c:pt>
                <c:pt idx="1054">
                  <c:v>4.3140474999999998E-2</c:v>
                </c:pt>
                <c:pt idx="1055">
                  <c:v>4.3138490000000002E-2</c:v>
                </c:pt>
                <c:pt idx="1056">
                  <c:v>4.313645E-2</c:v>
                </c:pt>
                <c:pt idx="1057">
                  <c:v>4.3134520000000003E-2</c:v>
                </c:pt>
                <c:pt idx="1058">
                  <c:v>4.3132576999999998E-2</c:v>
                </c:pt>
                <c:pt idx="1059">
                  <c:v>4.3130624999999999E-2</c:v>
                </c:pt>
                <c:pt idx="1060">
                  <c:v>4.3128632E-2</c:v>
                </c:pt>
                <c:pt idx="1061">
                  <c:v>4.3126699999999997E-2</c:v>
                </c:pt>
                <c:pt idx="1062">
                  <c:v>4.3124754000000001E-2</c:v>
                </c:pt>
                <c:pt idx="1063">
                  <c:v>4.3122793999999999E-2</c:v>
                </c:pt>
                <c:pt idx="1064">
                  <c:v>4.3120793999999997E-2</c:v>
                </c:pt>
                <c:pt idx="1065">
                  <c:v>4.3118882999999997E-2</c:v>
                </c:pt>
                <c:pt idx="1066">
                  <c:v>4.3116830000000002E-2</c:v>
                </c:pt>
                <c:pt idx="1067">
                  <c:v>4.3114856E-2</c:v>
                </c:pt>
                <c:pt idx="1068">
                  <c:v>4.3112933999999999E-2</c:v>
                </c:pt>
                <c:pt idx="1069">
                  <c:v>4.3110915E-2</c:v>
                </c:pt>
                <c:pt idx="1070">
                  <c:v>4.3109003E-2</c:v>
                </c:pt>
                <c:pt idx="1071">
                  <c:v>4.3107090000000001E-2</c:v>
                </c:pt>
                <c:pt idx="1072">
                  <c:v>4.3105129999999998E-2</c:v>
                </c:pt>
                <c:pt idx="1073">
                  <c:v>4.3103226000000001E-2</c:v>
                </c:pt>
                <c:pt idx="1074">
                  <c:v>4.3101220000000003E-2</c:v>
                </c:pt>
                <c:pt idx="1075">
                  <c:v>4.309934E-2</c:v>
                </c:pt>
                <c:pt idx="1076">
                  <c:v>4.3097362E-2</c:v>
                </c:pt>
                <c:pt idx="1077">
                  <c:v>4.3095525000000003E-2</c:v>
                </c:pt>
                <c:pt idx="1078">
                  <c:v>4.3093510000000002E-2</c:v>
                </c:pt>
                <c:pt idx="1079">
                  <c:v>4.3091703000000002E-2</c:v>
                </c:pt>
                <c:pt idx="1080">
                  <c:v>4.3089746999999998E-2</c:v>
                </c:pt>
                <c:pt idx="1081">
                  <c:v>4.3087840000000002E-2</c:v>
                </c:pt>
                <c:pt idx="1082">
                  <c:v>4.3085846999999997E-2</c:v>
                </c:pt>
                <c:pt idx="1083">
                  <c:v>4.3083931999999998E-2</c:v>
                </c:pt>
                <c:pt idx="1084">
                  <c:v>4.3082049999999997E-2</c:v>
                </c:pt>
                <c:pt idx="1085">
                  <c:v>4.3080243999999997E-2</c:v>
                </c:pt>
                <c:pt idx="1086">
                  <c:v>4.3078326E-2</c:v>
                </c:pt>
                <c:pt idx="1087">
                  <c:v>4.3076370000000003E-2</c:v>
                </c:pt>
                <c:pt idx="1088">
                  <c:v>4.3074463E-2</c:v>
                </c:pt>
                <c:pt idx="1089">
                  <c:v>4.3072604E-2</c:v>
                </c:pt>
                <c:pt idx="1090">
                  <c:v>4.3070745000000001E-2</c:v>
                </c:pt>
                <c:pt idx="1091">
                  <c:v>4.3068856000000003E-2</c:v>
                </c:pt>
                <c:pt idx="1092">
                  <c:v>4.3066960000000001E-2</c:v>
                </c:pt>
                <c:pt idx="1093">
                  <c:v>4.3065039999999999E-2</c:v>
                </c:pt>
                <c:pt idx="1094">
                  <c:v>4.3063144999999997E-2</c:v>
                </c:pt>
                <c:pt idx="1095">
                  <c:v>4.3061290000000002E-2</c:v>
                </c:pt>
                <c:pt idx="1096">
                  <c:v>4.305937E-2</c:v>
                </c:pt>
                <c:pt idx="1097">
                  <c:v>4.3057511999999999E-2</c:v>
                </c:pt>
                <c:pt idx="1098">
                  <c:v>4.3055635000000002E-2</c:v>
                </c:pt>
                <c:pt idx="1099">
                  <c:v>4.3053790000000002E-2</c:v>
                </c:pt>
                <c:pt idx="1100">
                  <c:v>4.3051987999999999E-2</c:v>
                </c:pt>
                <c:pt idx="1101">
                  <c:v>4.3050155E-2</c:v>
                </c:pt>
                <c:pt idx="1102">
                  <c:v>4.3048296E-2</c:v>
                </c:pt>
                <c:pt idx="1103">
                  <c:v>4.3046378000000003E-2</c:v>
                </c:pt>
                <c:pt idx="1104">
                  <c:v>4.3044544999999997E-2</c:v>
                </c:pt>
                <c:pt idx="1105">
                  <c:v>4.3042745E-2</c:v>
                </c:pt>
                <c:pt idx="1106">
                  <c:v>4.3040834E-2</c:v>
                </c:pt>
                <c:pt idx="1107">
                  <c:v>4.3039010000000003E-2</c:v>
                </c:pt>
                <c:pt idx="1108">
                  <c:v>4.3037217000000003E-2</c:v>
                </c:pt>
                <c:pt idx="1109">
                  <c:v>4.3035316999999997E-2</c:v>
                </c:pt>
                <c:pt idx="1110">
                  <c:v>4.3033525000000003E-2</c:v>
                </c:pt>
                <c:pt idx="1111">
                  <c:v>4.3031696000000001E-2</c:v>
                </c:pt>
                <c:pt idx="1112">
                  <c:v>4.3029837000000001E-2</c:v>
                </c:pt>
                <c:pt idx="1113">
                  <c:v>4.3028011999999997E-2</c:v>
                </c:pt>
                <c:pt idx="1114">
                  <c:v>4.3026198000000002E-2</c:v>
                </c:pt>
                <c:pt idx="1115">
                  <c:v>4.3024354000000001E-2</c:v>
                </c:pt>
                <c:pt idx="1116">
                  <c:v>4.3022617999999999E-2</c:v>
                </c:pt>
                <c:pt idx="1117">
                  <c:v>4.3020688000000001E-2</c:v>
                </c:pt>
                <c:pt idx="1118">
                  <c:v>4.3018892000000003E-2</c:v>
                </c:pt>
                <c:pt idx="1119">
                  <c:v>4.3017138000000003E-2</c:v>
                </c:pt>
                <c:pt idx="1120">
                  <c:v>4.3015304999999997E-2</c:v>
                </c:pt>
                <c:pt idx="1121">
                  <c:v>4.3013500000000003E-2</c:v>
                </c:pt>
                <c:pt idx="1122">
                  <c:v>4.3011762000000002E-2</c:v>
                </c:pt>
                <c:pt idx="1123">
                  <c:v>4.3009925999999997E-2</c:v>
                </c:pt>
                <c:pt idx="1124">
                  <c:v>4.3008056000000003E-2</c:v>
                </c:pt>
                <c:pt idx="1125">
                  <c:v>4.3006267000000001E-2</c:v>
                </c:pt>
                <c:pt idx="1126">
                  <c:v>4.3004504999999998E-2</c:v>
                </c:pt>
                <c:pt idx="1127">
                  <c:v>4.3002770000000003E-2</c:v>
                </c:pt>
                <c:pt idx="1128">
                  <c:v>4.3001014999999997E-2</c:v>
                </c:pt>
                <c:pt idx="1129">
                  <c:v>4.2999238000000002E-2</c:v>
                </c:pt>
                <c:pt idx="1130">
                  <c:v>4.299737E-2</c:v>
                </c:pt>
                <c:pt idx="1131">
                  <c:v>4.2995609999999997E-2</c:v>
                </c:pt>
                <c:pt idx="1132">
                  <c:v>4.2993832000000003E-2</c:v>
                </c:pt>
                <c:pt idx="1133">
                  <c:v>4.2992049999999997E-2</c:v>
                </c:pt>
                <c:pt idx="1134">
                  <c:v>4.2990319999999999E-2</c:v>
                </c:pt>
                <c:pt idx="1135">
                  <c:v>4.2988527999999998E-2</c:v>
                </c:pt>
                <c:pt idx="1136">
                  <c:v>4.2986787999999998E-2</c:v>
                </c:pt>
                <c:pt idx="1137">
                  <c:v>4.2984925E-2</c:v>
                </c:pt>
                <c:pt idx="1138">
                  <c:v>4.2983234000000002E-2</c:v>
                </c:pt>
                <c:pt idx="1139">
                  <c:v>4.2981475999999998E-2</c:v>
                </c:pt>
                <c:pt idx="1140">
                  <c:v>4.2979653999999999E-2</c:v>
                </c:pt>
                <c:pt idx="1141">
                  <c:v>4.2977790000000002E-2</c:v>
                </c:pt>
                <c:pt idx="1142">
                  <c:v>4.2976109999999998E-2</c:v>
                </c:pt>
                <c:pt idx="1143">
                  <c:v>4.2974411999999997E-2</c:v>
                </c:pt>
                <c:pt idx="1144">
                  <c:v>4.2972629999999998E-2</c:v>
                </c:pt>
                <c:pt idx="1145">
                  <c:v>4.2970873E-2</c:v>
                </c:pt>
                <c:pt idx="1146">
                  <c:v>4.2969130000000001E-2</c:v>
                </c:pt>
                <c:pt idx="1147">
                  <c:v>4.2967423999999997E-2</c:v>
                </c:pt>
                <c:pt idx="1148">
                  <c:v>4.2965650000000001E-2</c:v>
                </c:pt>
                <c:pt idx="1149">
                  <c:v>4.2963902999999998E-2</c:v>
                </c:pt>
                <c:pt idx="1150">
                  <c:v>4.2962229999999997E-2</c:v>
                </c:pt>
                <c:pt idx="1151">
                  <c:v>4.2960417000000001E-2</c:v>
                </c:pt>
                <c:pt idx="1152">
                  <c:v>4.295877E-2</c:v>
                </c:pt>
                <c:pt idx="1153">
                  <c:v>4.295715E-2</c:v>
                </c:pt>
                <c:pt idx="1154">
                  <c:v>4.2955300000000002E-2</c:v>
                </c:pt>
                <c:pt idx="1155">
                  <c:v>4.2953560000000002E-2</c:v>
                </c:pt>
                <c:pt idx="1156">
                  <c:v>4.2951837E-2</c:v>
                </c:pt>
                <c:pt idx="1157">
                  <c:v>4.2950126999999998E-2</c:v>
                </c:pt>
                <c:pt idx="1158">
                  <c:v>4.2948439999999997E-2</c:v>
                </c:pt>
                <c:pt idx="1159">
                  <c:v>4.2946770000000002E-2</c:v>
                </c:pt>
                <c:pt idx="1160">
                  <c:v>4.2944980000000001E-2</c:v>
                </c:pt>
                <c:pt idx="1161">
                  <c:v>4.294332E-2</c:v>
                </c:pt>
                <c:pt idx="1162">
                  <c:v>4.2941640000000003E-2</c:v>
                </c:pt>
                <c:pt idx="1163">
                  <c:v>4.2939900000000003E-2</c:v>
                </c:pt>
                <c:pt idx="1164">
                  <c:v>4.2938244E-2</c:v>
                </c:pt>
                <c:pt idx="1165">
                  <c:v>4.2936597E-2</c:v>
                </c:pt>
                <c:pt idx="1166">
                  <c:v>4.2934845999999999E-2</c:v>
                </c:pt>
                <c:pt idx="1167">
                  <c:v>4.2933143999999999E-2</c:v>
                </c:pt>
                <c:pt idx="1168">
                  <c:v>4.2931505000000002E-2</c:v>
                </c:pt>
                <c:pt idx="1169">
                  <c:v>4.292982E-2</c:v>
                </c:pt>
                <c:pt idx="1170">
                  <c:v>4.2928136999999998E-2</c:v>
                </c:pt>
                <c:pt idx="1171">
                  <c:v>4.2926442000000002E-2</c:v>
                </c:pt>
                <c:pt idx="1172">
                  <c:v>4.2924730000000001E-2</c:v>
                </c:pt>
                <c:pt idx="1173">
                  <c:v>4.2922995999999998E-2</c:v>
                </c:pt>
                <c:pt idx="1174">
                  <c:v>4.2921255999999998E-2</c:v>
                </c:pt>
                <c:pt idx="1175">
                  <c:v>4.2919687999999998E-2</c:v>
                </c:pt>
                <c:pt idx="1176">
                  <c:v>4.2917944E-2</c:v>
                </c:pt>
                <c:pt idx="1177">
                  <c:v>4.2916280000000001E-2</c:v>
                </c:pt>
                <c:pt idx="1178">
                  <c:v>4.2914624999999998E-2</c:v>
                </c:pt>
                <c:pt idx="1179">
                  <c:v>4.2913015999999998E-2</c:v>
                </c:pt>
                <c:pt idx="1180">
                  <c:v>4.2911286999999999E-2</c:v>
                </c:pt>
                <c:pt idx="1181">
                  <c:v>4.2909639999999999E-2</c:v>
                </c:pt>
                <c:pt idx="1182">
                  <c:v>4.2907972000000003E-2</c:v>
                </c:pt>
                <c:pt idx="1183">
                  <c:v>4.2906340000000001E-2</c:v>
                </c:pt>
                <c:pt idx="1184">
                  <c:v>4.2904682E-2</c:v>
                </c:pt>
                <c:pt idx="1185">
                  <c:v>4.2903035999999999E-2</c:v>
                </c:pt>
                <c:pt idx="1186">
                  <c:v>4.2901309999999998E-2</c:v>
                </c:pt>
                <c:pt idx="1187">
                  <c:v>4.2899683000000001E-2</c:v>
                </c:pt>
                <c:pt idx="1188">
                  <c:v>4.2898054999999997E-2</c:v>
                </c:pt>
                <c:pt idx="1189">
                  <c:v>4.2896400000000001E-2</c:v>
                </c:pt>
                <c:pt idx="1190">
                  <c:v>4.2894783999999998E-2</c:v>
                </c:pt>
                <c:pt idx="1191">
                  <c:v>4.2893130000000002E-2</c:v>
                </c:pt>
                <c:pt idx="1192">
                  <c:v>4.2891472999999999E-2</c:v>
                </c:pt>
                <c:pt idx="1193">
                  <c:v>4.288989E-2</c:v>
                </c:pt>
                <c:pt idx="1194">
                  <c:v>4.2888299999999997E-2</c:v>
                </c:pt>
                <c:pt idx="1195">
                  <c:v>4.2886580000000001E-2</c:v>
                </c:pt>
                <c:pt idx="1196">
                  <c:v>4.2884994000000003E-2</c:v>
                </c:pt>
                <c:pt idx="1197">
                  <c:v>4.2883289999999998E-2</c:v>
                </c:pt>
                <c:pt idx="1198">
                  <c:v>4.2881669999999997E-2</c:v>
                </c:pt>
                <c:pt idx="1199">
                  <c:v>4.2880095999999999E-2</c:v>
                </c:pt>
                <c:pt idx="1200">
                  <c:v>4.2878399999999997E-2</c:v>
                </c:pt>
                <c:pt idx="1201">
                  <c:v>4.2876860000000003E-2</c:v>
                </c:pt>
                <c:pt idx="1202">
                  <c:v>4.2875215000000001E-2</c:v>
                </c:pt>
                <c:pt idx="1203">
                  <c:v>4.287357E-2</c:v>
                </c:pt>
                <c:pt idx="1204">
                  <c:v>4.2871945000000002E-2</c:v>
                </c:pt>
                <c:pt idx="1205">
                  <c:v>4.2870335000000002E-2</c:v>
                </c:pt>
                <c:pt idx="1206">
                  <c:v>4.2868740000000002E-2</c:v>
                </c:pt>
                <c:pt idx="1207">
                  <c:v>4.2867205999999998E-2</c:v>
                </c:pt>
                <c:pt idx="1208">
                  <c:v>4.2865529999999999E-2</c:v>
                </c:pt>
                <c:pt idx="1209">
                  <c:v>4.2863940000000003E-2</c:v>
                </c:pt>
                <c:pt idx="1210">
                  <c:v>4.2862397000000003E-2</c:v>
                </c:pt>
                <c:pt idx="1211">
                  <c:v>4.2860795E-2</c:v>
                </c:pt>
                <c:pt idx="1212">
                  <c:v>4.2859192999999997E-2</c:v>
                </c:pt>
                <c:pt idx="1213">
                  <c:v>4.285767E-2</c:v>
                </c:pt>
                <c:pt idx="1214">
                  <c:v>4.2856037999999999E-2</c:v>
                </c:pt>
                <c:pt idx="1215">
                  <c:v>4.2854477000000002E-2</c:v>
                </c:pt>
                <c:pt idx="1216">
                  <c:v>4.2852849999999998E-2</c:v>
                </c:pt>
                <c:pt idx="1217">
                  <c:v>4.2851273000000002E-2</c:v>
                </c:pt>
                <c:pt idx="1218">
                  <c:v>4.2849623000000003E-2</c:v>
                </c:pt>
                <c:pt idx="1219">
                  <c:v>4.2848087999999999E-2</c:v>
                </c:pt>
                <c:pt idx="1220">
                  <c:v>4.2846559999999999E-2</c:v>
                </c:pt>
                <c:pt idx="1221">
                  <c:v>4.2844976999999999E-2</c:v>
                </c:pt>
                <c:pt idx="1222">
                  <c:v>4.2843390000000002E-2</c:v>
                </c:pt>
                <c:pt idx="1223">
                  <c:v>4.2841744000000001E-2</c:v>
                </c:pt>
                <c:pt idx="1224">
                  <c:v>4.2840283E-2</c:v>
                </c:pt>
                <c:pt idx="1225">
                  <c:v>4.2838630000000003E-2</c:v>
                </c:pt>
                <c:pt idx="1226">
                  <c:v>4.2837027E-2</c:v>
                </c:pt>
                <c:pt idx="1227">
                  <c:v>4.2835537E-2</c:v>
                </c:pt>
                <c:pt idx="1228">
                  <c:v>4.2833919999999998E-2</c:v>
                </c:pt>
                <c:pt idx="1229">
                  <c:v>4.28324E-2</c:v>
                </c:pt>
                <c:pt idx="1230">
                  <c:v>4.283083E-2</c:v>
                </c:pt>
                <c:pt idx="1231">
                  <c:v>4.2829230000000003E-2</c:v>
                </c:pt>
                <c:pt idx="1232">
                  <c:v>4.2827730000000001E-2</c:v>
                </c:pt>
                <c:pt idx="1233">
                  <c:v>4.282623E-2</c:v>
                </c:pt>
                <c:pt idx="1234">
                  <c:v>4.2824677999999998E-2</c:v>
                </c:pt>
                <c:pt idx="1235">
                  <c:v>4.2823124999999997E-2</c:v>
                </c:pt>
                <c:pt idx="1236">
                  <c:v>4.2821545000000003E-2</c:v>
                </c:pt>
                <c:pt idx="1237">
                  <c:v>4.2820055000000003E-2</c:v>
                </c:pt>
                <c:pt idx="1238">
                  <c:v>4.2818545999999999E-2</c:v>
                </c:pt>
                <c:pt idx="1239">
                  <c:v>4.2816963E-2</c:v>
                </c:pt>
                <c:pt idx="1240">
                  <c:v>4.2815400000000003E-2</c:v>
                </c:pt>
                <c:pt idx="1241">
                  <c:v>4.2813810000000001E-2</c:v>
                </c:pt>
                <c:pt idx="1242">
                  <c:v>4.2812240000000001E-2</c:v>
                </c:pt>
                <c:pt idx="1243">
                  <c:v>4.2810793999999999E-2</c:v>
                </c:pt>
                <c:pt idx="1244">
                  <c:v>4.2809263E-2</c:v>
                </c:pt>
                <c:pt idx="1245">
                  <c:v>4.2807743000000002E-2</c:v>
                </c:pt>
                <c:pt idx="1246">
                  <c:v>4.2806139999999999E-2</c:v>
                </c:pt>
                <c:pt idx="1247">
                  <c:v>4.2804676999999999E-2</c:v>
                </c:pt>
                <c:pt idx="1248">
                  <c:v>4.2803227999999999E-2</c:v>
                </c:pt>
                <c:pt idx="1249">
                  <c:v>4.2801609999999997E-2</c:v>
                </c:pt>
                <c:pt idx="1250">
                  <c:v>4.2800177000000002E-2</c:v>
                </c:pt>
                <c:pt idx="1251">
                  <c:v>4.2798623000000001E-2</c:v>
                </c:pt>
                <c:pt idx="1252">
                  <c:v>4.2797104000000002E-2</c:v>
                </c:pt>
                <c:pt idx="1253">
                  <c:v>4.2795576000000002E-2</c:v>
                </c:pt>
                <c:pt idx="1254">
                  <c:v>4.2794064E-2</c:v>
                </c:pt>
                <c:pt idx="1255">
                  <c:v>4.2792596000000002E-2</c:v>
                </c:pt>
                <c:pt idx="1256">
                  <c:v>4.2791016000000001E-2</c:v>
                </c:pt>
                <c:pt idx="1257">
                  <c:v>4.2789485000000002E-2</c:v>
                </c:pt>
                <c:pt idx="1258">
                  <c:v>4.2787939999999997E-2</c:v>
                </c:pt>
                <c:pt idx="1259">
                  <c:v>4.2786464000000003E-2</c:v>
                </c:pt>
                <c:pt idx="1260">
                  <c:v>4.2784999999999997E-2</c:v>
                </c:pt>
                <c:pt idx="1261">
                  <c:v>4.2783479999999999E-2</c:v>
                </c:pt>
                <c:pt idx="1262">
                  <c:v>4.2782010000000002E-2</c:v>
                </c:pt>
                <c:pt idx="1263">
                  <c:v>4.2780525999999999E-2</c:v>
                </c:pt>
                <c:pt idx="1264">
                  <c:v>4.2779032000000002E-2</c:v>
                </c:pt>
                <c:pt idx="1265">
                  <c:v>4.2777475000000002E-2</c:v>
                </c:pt>
                <c:pt idx="1266">
                  <c:v>4.2776069999999999E-2</c:v>
                </c:pt>
                <c:pt idx="1267">
                  <c:v>4.2774659999999999E-2</c:v>
                </c:pt>
                <c:pt idx="1268">
                  <c:v>4.2773060000000002E-2</c:v>
                </c:pt>
                <c:pt idx="1269">
                  <c:v>4.2771603999999998E-2</c:v>
                </c:pt>
                <c:pt idx="1270">
                  <c:v>4.2770059999999999E-2</c:v>
                </c:pt>
                <c:pt idx="1271">
                  <c:v>4.2768680000000003E-2</c:v>
                </c:pt>
                <c:pt idx="1272">
                  <c:v>4.2767121999999998E-2</c:v>
                </c:pt>
                <c:pt idx="1273">
                  <c:v>4.2765736999999998E-2</c:v>
                </c:pt>
                <c:pt idx="1274">
                  <c:v>4.2764182999999997E-2</c:v>
                </c:pt>
                <c:pt idx="1275">
                  <c:v>4.2762703999999999E-2</c:v>
                </c:pt>
                <c:pt idx="1276">
                  <c:v>4.2761291999999999E-2</c:v>
                </c:pt>
                <c:pt idx="1277">
                  <c:v>4.2759775999999999E-2</c:v>
                </c:pt>
                <c:pt idx="1278">
                  <c:v>4.2758267000000003E-2</c:v>
                </c:pt>
                <c:pt idx="1279">
                  <c:v>4.2756870000000002E-2</c:v>
                </c:pt>
                <c:pt idx="1280">
                  <c:v>4.2755349999999998E-2</c:v>
                </c:pt>
                <c:pt idx="1281">
                  <c:v>4.2753868E-2</c:v>
                </c:pt>
                <c:pt idx="1282">
                  <c:v>4.2752426000000003E-2</c:v>
                </c:pt>
                <c:pt idx="1283">
                  <c:v>4.2750999999999997E-2</c:v>
                </c:pt>
                <c:pt idx="1284">
                  <c:v>4.2749620000000002E-2</c:v>
                </c:pt>
                <c:pt idx="1285">
                  <c:v>4.2748130000000002E-2</c:v>
                </c:pt>
                <c:pt idx="1286">
                  <c:v>4.2746697E-2</c:v>
                </c:pt>
                <c:pt idx="1287">
                  <c:v>4.27453E-2</c:v>
                </c:pt>
                <c:pt idx="1288">
                  <c:v>4.2743817000000003E-2</c:v>
                </c:pt>
                <c:pt idx="1289">
                  <c:v>4.2742339999999997E-2</c:v>
                </c:pt>
                <c:pt idx="1290">
                  <c:v>4.2740904000000003E-2</c:v>
                </c:pt>
                <c:pt idx="1291">
                  <c:v>4.2739489999999998E-2</c:v>
                </c:pt>
                <c:pt idx="1292">
                  <c:v>4.2737975999999997E-2</c:v>
                </c:pt>
                <c:pt idx="1293">
                  <c:v>4.273656E-2</c:v>
                </c:pt>
                <c:pt idx="1294">
                  <c:v>4.2735059999999998E-2</c:v>
                </c:pt>
                <c:pt idx="1295">
                  <c:v>4.2733624999999997E-2</c:v>
                </c:pt>
                <c:pt idx="1296">
                  <c:v>4.2732246000000002E-2</c:v>
                </c:pt>
                <c:pt idx="1297">
                  <c:v>4.2730820000000003E-2</c:v>
                </c:pt>
                <c:pt idx="1298">
                  <c:v>4.2729339999999998E-2</c:v>
                </c:pt>
                <c:pt idx="1299">
                  <c:v>4.2727902999999998E-2</c:v>
                </c:pt>
                <c:pt idx="1300">
                  <c:v>4.2726487E-2</c:v>
                </c:pt>
                <c:pt idx="1301">
                  <c:v>4.2725069999999997E-2</c:v>
                </c:pt>
                <c:pt idx="1302">
                  <c:v>4.272364E-2</c:v>
                </c:pt>
                <c:pt idx="1303">
                  <c:v>4.2722333000000001E-2</c:v>
                </c:pt>
                <c:pt idx="1304">
                  <c:v>4.2720832E-2</c:v>
                </c:pt>
                <c:pt idx="1305">
                  <c:v>4.2719405000000002E-2</c:v>
                </c:pt>
                <c:pt idx="1306">
                  <c:v>4.2717982000000002E-2</c:v>
                </c:pt>
                <c:pt idx="1307">
                  <c:v>4.2716603999999998E-2</c:v>
                </c:pt>
                <c:pt idx="1308">
                  <c:v>4.2715154999999998E-2</c:v>
                </c:pt>
                <c:pt idx="1309">
                  <c:v>4.2713794999999999E-2</c:v>
                </c:pt>
                <c:pt idx="1310">
                  <c:v>4.2712409999999999E-2</c:v>
                </c:pt>
                <c:pt idx="1311">
                  <c:v>4.2710980000000003E-2</c:v>
                </c:pt>
                <c:pt idx="1312">
                  <c:v>4.2709509999999999E-2</c:v>
                </c:pt>
                <c:pt idx="1313">
                  <c:v>4.2708206999999998E-2</c:v>
                </c:pt>
                <c:pt idx="1314">
                  <c:v>4.2706664999999998E-2</c:v>
                </c:pt>
                <c:pt idx="1315">
                  <c:v>4.2705238E-2</c:v>
                </c:pt>
                <c:pt idx="1316">
                  <c:v>4.2703949999999997E-2</c:v>
                </c:pt>
                <c:pt idx="1317">
                  <c:v>4.2702536999999999E-2</c:v>
                </c:pt>
                <c:pt idx="1318">
                  <c:v>4.2701113999999998E-2</c:v>
                </c:pt>
                <c:pt idx="1319">
                  <c:v>4.2699710000000002E-2</c:v>
                </c:pt>
                <c:pt idx="1320">
                  <c:v>4.2698260000000002E-2</c:v>
                </c:pt>
                <c:pt idx="1321">
                  <c:v>4.2696957000000001E-2</c:v>
                </c:pt>
                <c:pt idx="1322">
                  <c:v>4.2695504000000002E-2</c:v>
                </c:pt>
                <c:pt idx="1323">
                  <c:v>4.2694174000000001E-2</c:v>
                </c:pt>
                <c:pt idx="1324">
                  <c:v>4.2692736000000002E-2</c:v>
                </c:pt>
                <c:pt idx="1325">
                  <c:v>4.2691376000000003E-2</c:v>
                </c:pt>
                <c:pt idx="1326">
                  <c:v>4.2689986999999999E-2</c:v>
                </c:pt>
                <c:pt idx="1327">
                  <c:v>4.2688610000000002E-2</c:v>
                </c:pt>
                <c:pt idx="1328">
                  <c:v>4.2687240000000001E-2</c:v>
                </c:pt>
                <c:pt idx="1329">
                  <c:v>4.2685866000000003E-2</c:v>
                </c:pt>
                <c:pt idx="1330">
                  <c:v>4.2684484000000002E-2</c:v>
                </c:pt>
                <c:pt idx="1331">
                  <c:v>4.2683140000000001E-2</c:v>
                </c:pt>
                <c:pt idx="1332">
                  <c:v>4.2681716000000001E-2</c:v>
                </c:pt>
                <c:pt idx="1333">
                  <c:v>4.2680339999999997E-2</c:v>
                </c:pt>
                <c:pt idx="1334">
                  <c:v>4.2678960000000002E-2</c:v>
                </c:pt>
                <c:pt idx="1335">
                  <c:v>4.2677554999999999E-2</c:v>
                </c:pt>
                <c:pt idx="1336">
                  <c:v>4.2676187999999997E-2</c:v>
                </c:pt>
                <c:pt idx="1337">
                  <c:v>4.2674935999999997E-2</c:v>
                </c:pt>
                <c:pt idx="1338">
                  <c:v>4.2673559999999999E-2</c:v>
                </c:pt>
                <c:pt idx="1339">
                  <c:v>4.2672123999999999E-2</c:v>
                </c:pt>
                <c:pt idx="1340">
                  <c:v>4.267079E-2</c:v>
                </c:pt>
                <c:pt idx="1341">
                  <c:v>4.2669369999999998E-2</c:v>
                </c:pt>
                <c:pt idx="1342">
                  <c:v>4.2668062999999999E-2</c:v>
                </c:pt>
                <c:pt idx="1343">
                  <c:v>4.2666674000000002E-2</c:v>
                </c:pt>
                <c:pt idx="1344">
                  <c:v>4.2665385E-2</c:v>
                </c:pt>
                <c:pt idx="1345">
                  <c:v>4.2663970000000002E-2</c:v>
                </c:pt>
                <c:pt idx="1346">
                  <c:v>4.2662605999999999E-2</c:v>
                </c:pt>
                <c:pt idx="1347">
                  <c:v>4.2661283000000001E-2</c:v>
                </c:pt>
                <c:pt idx="1348">
                  <c:v>4.2659950000000002E-2</c:v>
                </c:pt>
                <c:pt idx="1349">
                  <c:v>4.2658567000000001E-2</c:v>
                </c:pt>
                <c:pt idx="1350">
                  <c:v>4.2657229999999997E-2</c:v>
                </c:pt>
                <c:pt idx="1351">
                  <c:v>4.2655832999999997E-2</c:v>
                </c:pt>
                <c:pt idx="1352">
                  <c:v>4.2654480000000002E-2</c:v>
                </c:pt>
                <c:pt idx="1353">
                  <c:v>4.2653165999999999E-2</c:v>
                </c:pt>
                <c:pt idx="1354">
                  <c:v>4.26519E-2</c:v>
                </c:pt>
                <c:pt idx="1355">
                  <c:v>4.2650531999999998E-2</c:v>
                </c:pt>
                <c:pt idx="1356">
                  <c:v>4.2649199999999998E-2</c:v>
                </c:pt>
                <c:pt idx="1357">
                  <c:v>4.2647856999999997E-2</c:v>
                </c:pt>
                <c:pt idx="1358">
                  <c:v>4.2646490000000002E-2</c:v>
                </c:pt>
                <c:pt idx="1359">
                  <c:v>4.2645179999999998E-2</c:v>
                </c:pt>
                <c:pt idx="1360">
                  <c:v>4.2643856000000001E-2</c:v>
                </c:pt>
                <c:pt idx="1361">
                  <c:v>4.2642566999999999E-2</c:v>
                </c:pt>
                <c:pt idx="1362">
                  <c:v>4.2641190000000002E-2</c:v>
                </c:pt>
                <c:pt idx="1363">
                  <c:v>4.2639919999999998E-2</c:v>
                </c:pt>
                <c:pt idx="1364">
                  <c:v>4.2638549999999997E-2</c:v>
                </c:pt>
                <c:pt idx="1365">
                  <c:v>4.263724E-2</c:v>
                </c:pt>
                <c:pt idx="1366">
                  <c:v>4.2635924999999998E-2</c:v>
                </c:pt>
                <c:pt idx="1367">
                  <c:v>4.2634643999999999E-2</c:v>
                </c:pt>
                <c:pt idx="1368">
                  <c:v>4.2633249999999998E-2</c:v>
                </c:pt>
                <c:pt idx="1369">
                  <c:v>4.2632043000000001E-2</c:v>
                </c:pt>
                <c:pt idx="1370">
                  <c:v>4.2630710000000002E-2</c:v>
                </c:pt>
                <c:pt idx="1371">
                  <c:v>4.262937E-2</c:v>
                </c:pt>
                <c:pt idx="1372">
                  <c:v>4.2628053999999999E-2</c:v>
                </c:pt>
                <c:pt idx="1373">
                  <c:v>4.2626734999999999E-2</c:v>
                </c:pt>
                <c:pt idx="1374">
                  <c:v>4.2625363999999999E-2</c:v>
                </c:pt>
                <c:pt idx="1375">
                  <c:v>4.2624068000000001E-2</c:v>
                </c:pt>
                <c:pt idx="1376">
                  <c:v>4.2622796999999997E-2</c:v>
                </c:pt>
                <c:pt idx="1377">
                  <c:v>4.2621539999999999E-2</c:v>
                </c:pt>
                <c:pt idx="1378">
                  <c:v>4.2620239999999997E-2</c:v>
                </c:pt>
                <c:pt idx="1379">
                  <c:v>4.2618807000000002E-2</c:v>
                </c:pt>
                <c:pt idx="1380">
                  <c:v>4.2617504E-2</c:v>
                </c:pt>
                <c:pt idx="1381">
                  <c:v>4.2616243999999998E-2</c:v>
                </c:pt>
                <c:pt idx="1382">
                  <c:v>4.2614933000000001E-2</c:v>
                </c:pt>
                <c:pt idx="1383">
                  <c:v>4.2613650000000003E-2</c:v>
                </c:pt>
                <c:pt idx="1384">
                  <c:v>4.2612365999999999E-2</c:v>
                </c:pt>
                <c:pt idx="1385">
                  <c:v>4.2611047999999999E-2</c:v>
                </c:pt>
                <c:pt idx="1386">
                  <c:v>4.2609795999999998E-2</c:v>
                </c:pt>
                <c:pt idx="1387">
                  <c:v>4.2608574000000003E-2</c:v>
                </c:pt>
                <c:pt idx="1388">
                  <c:v>4.2607274000000001E-2</c:v>
                </c:pt>
                <c:pt idx="1389">
                  <c:v>4.2605895999999997E-2</c:v>
                </c:pt>
                <c:pt idx="1390">
                  <c:v>4.2604636000000001E-2</c:v>
                </c:pt>
                <c:pt idx="1391">
                  <c:v>4.2603318000000001E-2</c:v>
                </c:pt>
                <c:pt idx="1392">
                  <c:v>4.2602069999999999E-2</c:v>
                </c:pt>
                <c:pt idx="1393">
                  <c:v>4.2600665000000003E-2</c:v>
                </c:pt>
                <c:pt idx="1394">
                  <c:v>4.259947E-2</c:v>
                </c:pt>
                <c:pt idx="1395">
                  <c:v>4.2598157999999997E-2</c:v>
                </c:pt>
                <c:pt idx="1396">
                  <c:v>4.2596905999999997E-2</c:v>
                </c:pt>
                <c:pt idx="1397">
                  <c:v>4.2595696000000002E-2</c:v>
                </c:pt>
                <c:pt idx="1398">
                  <c:v>4.2594340000000001E-2</c:v>
                </c:pt>
                <c:pt idx="1399">
                  <c:v>4.2593094999999997E-2</c:v>
                </c:pt>
                <c:pt idx="1400">
                  <c:v>4.2591770000000001E-2</c:v>
                </c:pt>
                <c:pt idx="1401">
                  <c:v>4.2590561999999998E-2</c:v>
                </c:pt>
                <c:pt idx="1402">
                  <c:v>4.2589283999999998E-2</c:v>
                </c:pt>
                <c:pt idx="1403">
                  <c:v>4.2588107E-2</c:v>
                </c:pt>
                <c:pt idx="1404">
                  <c:v>4.2586774000000001E-2</c:v>
                </c:pt>
                <c:pt idx="1405">
                  <c:v>4.2585570000000003E-2</c:v>
                </c:pt>
                <c:pt idx="1406">
                  <c:v>4.2584314999999998E-2</c:v>
                </c:pt>
                <c:pt idx="1407">
                  <c:v>4.2582984999999997E-2</c:v>
                </c:pt>
                <c:pt idx="1408">
                  <c:v>4.2581755999999998E-2</c:v>
                </c:pt>
                <c:pt idx="1409">
                  <c:v>4.2580523000000002E-2</c:v>
                </c:pt>
                <c:pt idx="1410">
                  <c:v>4.2579251999999998E-2</c:v>
                </c:pt>
                <c:pt idx="1411">
                  <c:v>4.2577980000000001E-2</c:v>
                </c:pt>
                <c:pt idx="1412">
                  <c:v>4.2576774999999997E-2</c:v>
                </c:pt>
                <c:pt idx="1413">
                  <c:v>4.2575509999999997E-2</c:v>
                </c:pt>
                <c:pt idx="1414">
                  <c:v>4.2574252999999999E-2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gene14150_mseTra!$C$1</c:f>
              <c:strCache>
                <c:ptCount val="1"/>
                <c:pt idx="0">
                  <c:v>Test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gene14150_mseTra!$A:$A</c:f>
              <c:numCache>
                <c:formatCode>General</c:formatCode>
                <c:ptCount val="1048576"/>
                <c:pt idx="1">
                  <c:v>0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  <c:pt idx="7">
                  <c:v>60</c:v>
                </c:pt>
                <c:pt idx="8">
                  <c:v>70</c:v>
                </c:pt>
                <c:pt idx="9">
                  <c:v>80</c:v>
                </c:pt>
                <c:pt idx="10">
                  <c:v>90</c:v>
                </c:pt>
                <c:pt idx="11">
                  <c:v>100</c:v>
                </c:pt>
                <c:pt idx="12">
                  <c:v>110</c:v>
                </c:pt>
                <c:pt idx="13">
                  <c:v>120</c:v>
                </c:pt>
                <c:pt idx="14">
                  <c:v>130</c:v>
                </c:pt>
                <c:pt idx="15">
                  <c:v>140</c:v>
                </c:pt>
                <c:pt idx="16">
                  <c:v>150</c:v>
                </c:pt>
                <c:pt idx="17">
                  <c:v>160</c:v>
                </c:pt>
                <c:pt idx="18">
                  <c:v>170</c:v>
                </c:pt>
                <c:pt idx="19">
                  <c:v>180</c:v>
                </c:pt>
                <c:pt idx="20">
                  <c:v>190</c:v>
                </c:pt>
                <c:pt idx="21">
                  <c:v>200</c:v>
                </c:pt>
                <c:pt idx="22">
                  <c:v>210</c:v>
                </c:pt>
                <c:pt idx="23">
                  <c:v>220</c:v>
                </c:pt>
                <c:pt idx="24">
                  <c:v>230</c:v>
                </c:pt>
                <c:pt idx="25">
                  <c:v>240</c:v>
                </c:pt>
                <c:pt idx="26">
                  <c:v>250</c:v>
                </c:pt>
                <c:pt idx="27">
                  <c:v>260</c:v>
                </c:pt>
                <c:pt idx="28">
                  <c:v>270</c:v>
                </c:pt>
                <c:pt idx="29">
                  <c:v>280</c:v>
                </c:pt>
                <c:pt idx="30">
                  <c:v>290</c:v>
                </c:pt>
                <c:pt idx="31">
                  <c:v>300</c:v>
                </c:pt>
                <c:pt idx="32">
                  <c:v>310</c:v>
                </c:pt>
                <c:pt idx="33">
                  <c:v>320</c:v>
                </c:pt>
                <c:pt idx="34">
                  <c:v>330</c:v>
                </c:pt>
                <c:pt idx="35">
                  <c:v>340</c:v>
                </c:pt>
                <c:pt idx="36">
                  <c:v>350</c:v>
                </c:pt>
                <c:pt idx="37">
                  <c:v>360</c:v>
                </c:pt>
                <c:pt idx="38">
                  <c:v>370</c:v>
                </c:pt>
                <c:pt idx="39">
                  <c:v>380</c:v>
                </c:pt>
                <c:pt idx="40">
                  <c:v>390</c:v>
                </c:pt>
                <c:pt idx="41">
                  <c:v>400</c:v>
                </c:pt>
                <c:pt idx="42">
                  <c:v>410</c:v>
                </c:pt>
                <c:pt idx="43">
                  <c:v>420</c:v>
                </c:pt>
                <c:pt idx="44">
                  <c:v>430</c:v>
                </c:pt>
                <c:pt idx="45">
                  <c:v>440</c:v>
                </c:pt>
                <c:pt idx="46">
                  <c:v>450</c:v>
                </c:pt>
                <c:pt idx="47">
                  <c:v>460</c:v>
                </c:pt>
                <c:pt idx="48">
                  <c:v>470</c:v>
                </c:pt>
                <c:pt idx="49">
                  <c:v>480</c:v>
                </c:pt>
                <c:pt idx="50">
                  <c:v>490</c:v>
                </c:pt>
                <c:pt idx="51">
                  <c:v>500</c:v>
                </c:pt>
                <c:pt idx="52">
                  <c:v>510</c:v>
                </c:pt>
                <c:pt idx="53">
                  <c:v>520</c:v>
                </c:pt>
                <c:pt idx="54">
                  <c:v>530</c:v>
                </c:pt>
                <c:pt idx="55">
                  <c:v>540</c:v>
                </c:pt>
                <c:pt idx="56">
                  <c:v>550</c:v>
                </c:pt>
                <c:pt idx="57">
                  <c:v>560</c:v>
                </c:pt>
                <c:pt idx="58">
                  <c:v>570</c:v>
                </c:pt>
                <c:pt idx="59">
                  <c:v>580</c:v>
                </c:pt>
                <c:pt idx="60">
                  <c:v>590</c:v>
                </c:pt>
                <c:pt idx="61">
                  <c:v>600</c:v>
                </c:pt>
                <c:pt idx="62">
                  <c:v>610</c:v>
                </c:pt>
                <c:pt idx="63">
                  <c:v>620</c:v>
                </c:pt>
                <c:pt idx="64">
                  <c:v>630</c:v>
                </c:pt>
                <c:pt idx="65">
                  <c:v>640</c:v>
                </c:pt>
                <c:pt idx="66">
                  <c:v>650</c:v>
                </c:pt>
                <c:pt idx="67">
                  <c:v>660</c:v>
                </c:pt>
                <c:pt idx="68">
                  <c:v>670</c:v>
                </c:pt>
                <c:pt idx="69">
                  <c:v>680</c:v>
                </c:pt>
                <c:pt idx="70">
                  <c:v>690</c:v>
                </c:pt>
                <c:pt idx="71">
                  <c:v>700</c:v>
                </c:pt>
                <c:pt idx="72">
                  <c:v>710</c:v>
                </c:pt>
                <c:pt idx="73">
                  <c:v>720</c:v>
                </c:pt>
                <c:pt idx="74">
                  <c:v>730</c:v>
                </c:pt>
                <c:pt idx="75">
                  <c:v>740</c:v>
                </c:pt>
                <c:pt idx="76">
                  <c:v>750</c:v>
                </c:pt>
                <c:pt idx="77">
                  <c:v>760</c:v>
                </c:pt>
                <c:pt idx="78">
                  <c:v>770</c:v>
                </c:pt>
                <c:pt idx="79">
                  <c:v>780</c:v>
                </c:pt>
                <c:pt idx="80">
                  <c:v>790</c:v>
                </c:pt>
                <c:pt idx="81">
                  <c:v>800</c:v>
                </c:pt>
                <c:pt idx="82">
                  <c:v>810</c:v>
                </c:pt>
                <c:pt idx="83">
                  <c:v>820</c:v>
                </c:pt>
                <c:pt idx="84">
                  <c:v>830</c:v>
                </c:pt>
                <c:pt idx="85">
                  <c:v>840</c:v>
                </c:pt>
                <c:pt idx="86">
                  <c:v>850</c:v>
                </c:pt>
                <c:pt idx="87">
                  <c:v>860</c:v>
                </c:pt>
                <c:pt idx="88">
                  <c:v>870</c:v>
                </c:pt>
                <c:pt idx="89">
                  <c:v>880</c:v>
                </c:pt>
                <c:pt idx="90">
                  <c:v>890</c:v>
                </c:pt>
                <c:pt idx="91">
                  <c:v>900</c:v>
                </c:pt>
                <c:pt idx="92">
                  <c:v>910</c:v>
                </c:pt>
                <c:pt idx="93">
                  <c:v>920</c:v>
                </c:pt>
                <c:pt idx="94">
                  <c:v>930</c:v>
                </c:pt>
                <c:pt idx="95">
                  <c:v>940</c:v>
                </c:pt>
                <c:pt idx="96">
                  <c:v>950</c:v>
                </c:pt>
                <c:pt idx="97">
                  <c:v>960</c:v>
                </c:pt>
                <c:pt idx="98">
                  <c:v>970</c:v>
                </c:pt>
                <c:pt idx="99">
                  <c:v>980</c:v>
                </c:pt>
                <c:pt idx="100">
                  <c:v>990</c:v>
                </c:pt>
                <c:pt idx="101">
                  <c:v>1000</c:v>
                </c:pt>
                <c:pt idx="102">
                  <c:v>1010</c:v>
                </c:pt>
                <c:pt idx="103">
                  <c:v>1020</c:v>
                </c:pt>
                <c:pt idx="104">
                  <c:v>1030</c:v>
                </c:pt>
                <c:pt idx="105">
                  <c:v>1040</c:v>
                </c:pt>
                <c:pt idx="106">
                  <c:v>1050</c:v>
                </c:pt>
                <c:pt idx="107">
                  <c:v>1060</c:v>
                </c:pt>
                <c:pt idx="108">
                  <c:v>1070</c:v>
                </c:pt>
                <c:pt idx="109">
                  <c:v>1080</c:v>
                </c:pt>
                <c:pt idx="110">
                  <c:v>1090</c:v>
                </c:pt>
                <c:pt idx="111">
                  <c:v>1100</c:v>
                </c:pt>
                <c:pt idx="112">
                  <c:v>1110</c:v>
                </c:pt>
                <c:pt idx="113">
                  <c:v>1120</c:v>
                </c:pt>
                <c:pt idx="114">
                  <c:v>1130</c:v>
                </c:pt>
                <c:pt idx="115">
                  <c:v>1140</c:v>
                </c:pt>
                <c:pt idx="116">
                  <c:v>1150</c:v>
                </c:pt>
                <c:pt idx="117">
                  <c:v>1160</c:v>
                </c:pt>
                <c:pt idx="118">
                  <c:v>1170</c:v>
                </c:pt>
                <c:pt idx="119">
                  <c:v>1180</c:v>
                </c:pt>
                <c:pt idx="120">
                  <c:v>1190</c:v>
                </c:pt>
                <c:pt idx="121">
                  <c:v>1200</c:v>
                </c:pt>
                <c:pt idx="122">
                  <c:v>1210</c:v>
                </c:pt>
                <c:pt idx="123">
                  <c:v>1220</c:v>
                </c:pt>
                <c:pt idx="124">
                  <c:v>1230</c:v>
                </c:pt>
                <c:pt idx="125">
                  <c:v>1240</c:v>
                </c:pt>
                <c:pt idx="126">
                  <c:v>1250</c:v>
                </c:pt>
                <c:pt idx="127">
                  <c:v>1260</c:v>
                </c:pt>
                <c:pt idx="128">
                  <c:v>1270</c:v>
                </c:pt>
                <c:pt idx="129">
                  <c:v>1280</c:v>
                </c:pt>
                <c:pt idx="130">
                  <c:v>1290</c:v>
                </c:pt>
                <c:pt idx="131">
                  <c:v>1300</c:v>
                </c:pt>
                <c:pt idx="132">
                  <c:v>1310</c:v>
                </c:pt>
                <c:pt idx="133">
                  <c:v>1320</c:v>
                </c:pt>
                <c:pt idx="134">
                  <c:v>1330</c:v>
                </c:pt>
                <c:pt idx="135">
                  <c:v>1340</c:v>
                </c:pt>
                <c:pt idx="136">
                  <c:v>1350</c:v>
                </c:pt>
                <c:pt idx="137">
                  <c:v>1360</c:v>
                </c:pt>
                <c:pt idx="138">
                  <c:v>1370</c:v>
                </c:pt>
                <c:pt idx="139">
                  <c:v>1380</c:v>
                </c:pt>
                <c:pt idx="140">
                  <c:v>1390</c:v>
                </c:pt>
                <c:pt idx="141">
                  <c:v>1400</c:v>
                </c:pt>
                <c:pt idx="142">
                  <c:v>1410</c:v>
                </c:pt>
                <c:pt idx="143">
                  <c:v>1420</c:v>
                </c:pt>
                <c:pt idx="144">
                  <c:v>1430</c:v>
                </c:pt>
                <c:pt idx="145">
                  <c:v>1440</c:v>
                </c:pt>
                <c:pt idx="146">
                  <c:v>1450</c:v>
                </c:pt>
                <c:pt idx="147">
                  <c:v>1460</c:v>
                </c:pt>
                <c:pt idx="148">
                  <c:v>1470</c:v>
                </c:pt>
                <c:pt idx="149">
                  <c:v>1480</c:v>
                </c:pt>
                <c:pt idx="150">
                  <c:v>1490</c:v>
                </c:pt>
                <c:pt idx="151">
                  <c:v>1500</c:v>
                </c:pt>
                <c:pt idx="152">
                  <c:v>1510</c:v>
                </c:pt>
                <c:pt idx="153">
                  <c:v>1520</c:v>
                </c:pt>
                <c:pt idx="154">
                  <c:v>1530</c:v>
                </c:pt>
                <c:pt idx="155">
                  <c:v>1540</c:v>
                </c:pt>
                <c:pt idx="156">
                  <c:v>1550</c:v>
                </c:pt>
                <c:pt idx="157">
                  <c:v>1560</c:v>
                </c:pt>
                <c:pt idx="158">
                  <c:v>1570</c:v>
                </c:pt>
                <c:pt idx="159">
                  <c:v>1580</c:v>
                </c:pt>
                <c:pt idx="160">
                  <c:v>1590</c:v>
                </c:pt>
                <c:pt idx="161">
                  <c:v>1600</c:v>
                </c:pt>
                <c:pt idx="162">
                  <c:v>1610</c:v>
                </c:pt>
                <c:pt idx="163">
                  <c:v>1620</c:v>
                </c:pt>
                <c:pt idx="164">
                  <c:v>1630</c:v>
                </c:pt>
                <c:pt idx="165">
                  <c:v>1640</c:v>
                </c:pt>
                <c:pt idx="166">
                  <c:v>1650</c:v>
                </c:pt>
                <c:pt idx="167">
                  <c:v>1660</c:v>
                </c:pt>
                <c:pt idx="168">
                  <c:v>1670</c:v>
                </c:pt>
                <c:pt idx="169">
                  <c:v>1680</c:v>
                </c:pt>
                <c:pt idx="170">
                  <c:v>1690</c:v>
                </c:pt>
                <c:pt idx="171">
                  <c:v>1700</c:v>
                </c:pt>
                <c:pt idx="172">
                  <c:v>1710</c:v>
                </c:pt>
                <c:pt idx="173">
                  <c:v>1720</c:v>
                </c:pt>
                <c:pt idx="174">
                  <c:v>1730</c:v>
                </c:pt>
                <c:pt idx="175">
                  <c:v>1740</c:v>
                </c:pt>
                <c:pt idx="176">
                  <c:v>1750</c:v>
                </c:pt>
                <c:pt idx="177">
                  <c:v>1760</c:v>
                </c:pt>
                <c:pt idx="178">
                  <c:v>1770</c:v>
                </c:pt>
                <c:pt idx="179">
                  <c:v>1780</c:v>
                </c:pt>
                <c:pt idx="180">
                  <c:v>1790</c:v>
                </c:pt>
                <c:pt idx="181">
                  <c:v>1800</c:v>
                </c:pt>
                <c:pt idx="182">
                  <c:v>1810</c:v>
                </c:pt>
                <c:pt idx="183">
                  <c:v>1820</c:v>
                </c:pt>
                <c:pt idx="184">
                  <c:v>1830</c:v>
                </c:pt>
                <c:pt idx="185">
                  <c:v>1840</c:v>
                </c:pt>
                <c:pt idx="186">
                  <c:v>1850</c:v>
                </c:pt>
                <c:pt idx="187">
                  <c:v>1860</c:v>
                </c:pt>
                <c:pt idx="188">
                  <c:v>1870</c:v>
                </c:pt>
                <c:pt idx="189">
                  <c:v>1880</c:v>
                </c:pt>
                <c:pt idx="190">
                  <c:v>1890</c:v>
                </c:pt>
                <c:pt idx="191">
                  <c:v>1900</c:v>
                </c:pt>
                <c:pt idx="192">
                  <c:v>1910</c:v>
                </c:pt>
                <c:pt idx="193">
                  <c:v>1920</c:v>
                </c:pt>
                <c:pt idx="194">
                  <c:v>1930</c:v>
                </c:pt>
                <c:pt idx="195">
                  <c:v>1940</c:v>
                </c:pt>
                <c:pt idx="196">
                  <c:v>1950</c:v>
                </c:pt>
                <c:pt idx="197">
                  <c:v>1960</c:v>
                </c:pt>
                <c:pt idx="198">
                  <c:v>1970</c:v>
                </c:pt>
                <c:pt idx="199">
                  <c:v>1980</c:v>
                </c:pt>
                <c:pt idx="200">
                  <c:v>1990</c:v>
                </c:pt>
                <c:pt idx="201">
                  <c:v>2000</c:v>
                </c:pt>
                <c:pt idx="202">
                  <c:v>2010</c:v>
                </c:pt>
                <c:pt idx="203">
                  <c:v>2020</c:v>
                </c:pt>
                <c:pt idx="204">
                  <c:v>2030</c:v>
                </c:pt>
                <c:pt idx="205">
                  <c:v>2040</c:v>
                </c:pt>
                <c:pt idx="206">
                  <c:v>2050</c:v>
                </c:pt>
                <c:pt idx="207">
                  <c:v>2060</c:v>
                </c:pt>
                <c:pt idx="208">
                  <c:v>2070</c:v>
                </c:pt>
                <c:pt idx="209">
                  <c:v>2080</c:v>
                </c:pt>
                <c:pt idx="210">
                  <c:v>2090</c:v>
                </c:pt>
                <c:pt idx="211">
                  <c:v>2100</c:v>
                </c:pt>
                <c:pt idx="212">
                  <c:v>2110</c:v>
                </c:pt>
                <c:pt idx="213">
                  <c:v>2120</c:v>
                </c:pt>
                <c:pt idx="214">
                  <c:v>2130</c:v>
                </c:pt>
                <c:pt idx="215">
                  <c:v>2140</c:v>
                </c:pt>
                <c:pt idx="216">
                  <c:v>2150</c:v>
                </c:pt>
                <c:pt idx="217">
                  <c:v>2160</c:v>
                </c:pt>
                <c:pt idx="218">
                  <c:v>2170</c:v>
                </c:pt>
                <c:pt idx="219">
                  <c:v>2180</c:v>
                </c:pt>
                <c:pt idx="220">
                  <c:v>2190</c:v>
                </c:pt>
                <c:pt idx="221">
                  <c:v>2200</c:v>
                </c:pt>
                <c:pt idx="222">
                  <c:v>2210</c:v>
                </c:pt>
                <c:pt idx="223">
                  <c:v>2220</c:v>
                </c:pt>
                <c:pt idx="224">
                  <c:v>2230</c:v>
                </c:pt>
                <c:pt idx="225">
                  <c:v>2240</c:v>
                </c:pt>
                <c:pt idx="226">
                  <c:v>2250</c:v>
                </c:pt>
                <c:pt idx="227">
                  <c:v>2260</c:v>
                </c:pt>
                <c:pt idx="228">
                  <c:v>2270</c:v>
                </c:pt>
                <c:pt idx="229">
                  <c:v>2280</c:v>
                </c:pt>
                <c:pt idx="230">
                  <c:v>2290</c:v>
                </c:pt>
                <c:pt idx="231">
                  <c:v>2300</c:v>
                </c:pt>
                <c:pt idx="232">
                  <c:v>2310</c:v>
                </c:pt>
                <c:pt idx="233">
                  <c:v>2320</c:v>
                </c:pt>
                <c:pt idx="234">
                  <c:v>2330</c:v>
                </c:pt>
                <c:pt idx="235">
                  <c:v>2340</c:v>
                </c:pt>
                <c:pt idx="236">
                  <c:v>2350</c:v>
                </c:pt>
                <c:pt idx="237">
                  <c:v>2360</c:v>
                </c:pt>
                <c:pt idx="238">
                  <c:v>2370</c:v>
                </c:pt>
                <c:pt idx="239">
                  <c:v>2380</c:v>
                </c:pt>
                <c:pt idx="240">
                  <c:v>2390</c:v>
                </c:pt>
                <c:pt idx="241">
                  <c:v>2400</c:v>
                </c:pt>
                <c:pt idx="242">
                  <c:v>2410</c:v>
                </c:pt>
                <c:pt idx="243">
                  <c:v>2420</c:v>
                </c:pt>
                <c:pt idx="244">
                  <c:v>2430</c:v>
                </c:pt>
                <c:pt idx="245">
                  <c:v>2440</c:v>
                </c:pt>
                <c:pt idx="246">
                  <c:v>2450</c:v>
                </c:pt>
                <c:pt idx="247">
                  <c:v>2460</c:v>
                </c:pt>
                <c:pt idx="248">
                  <c:v>2470</c:v>
                </c:pt>
                <c:pt idx="249">
                  <c:v>2480</c:v>
                </c:pt>
                <c:pt idx="250">
                  <c:v>2490</c:v>
                </c:pt>
                <c:pt idx="251">
                  <c:v>2500</c:v>
                </c:pt>
                <c:pt idx="252">
                  <c:v>2510</c:v>
                </c:pt>
                <c:pt idx="253">
                  <c:v>2520</c:v>
                </c:pt>
                <c:pt idx="254">
                  <c:v>2530</c:v>
                </c:pt>
                <c:pt idx="255">
                  <c:v>2540</c:v>
                </c:pt>
                <c:pt idx="256">
                  <c:v>2550</c:v>
                </c:pt>
                <c:pt idx="257">
                  <c:v>2560</c:v>
                </c:pt>
                <c:pt idx="258">
                  <c:v>2570</c:v>
                </c:pt>
                <c:pt idx="259">
                  <c:v>2580</c:v>
                </c:pt>
                <c:pt idx="260">
                  <c:v>2590</c:v>
                </c:pt>
                <c:pt idx="261">
                  <c:v>2600</c:v>
                </c:pt>
                <c:pt idx="262">
                  <c:v>2610</c:v>
                </c:pt>
                <c:pt idx="263">
                  <c:v>2620</c:v>
                </c:pt>
                <c:pt idx="264">
                  <c:v>2630</c:v>
                </c:pt>
                <c:pt idx="265">
                  <c:v>2640</c:v>
                </c:pt>
                <c:pt idx="266">
                  <c:v>2650</c:v>
                </c:pt>
                <c:pt idx="267">
                  <c:v>2660</c:v>
                </c:pt>
                <c:pt idx="268">
                  <c:v>2670</c:v>
                </c:pt>
                <c:pt idx="269">
                  <c:v>2680</c:v>
                </c:pt>
                <c:pt idx="270">
                  <c:v>2690</c:v>
                </c:pt>
                <c:pt idx="271">
                  <c:v>2700</c:v>
                </c:pt>
                <c:pt idx="272">
                  <c:v>2710</c:v>
                </c:pt>
                <c:pt idx="273">
                  <c:v>2720</c:v>
                </c:pt>
                <c:pt idx="274">
                  <c:v>2730</c:v>
                </c:pt>
                <c:pt idx="275">
                  <c:v>2740</c:v>
                </c:pt>
                <c:pt idx="276">
                  <c:v>2750</c:v>
                </c:pt>
                <c:pt idx="277">
                  <c:v>2760</c:v>
                </c:pt>
                <c:pt idx="278">
                  <c:v>2770</c:v>
                </c:pt>
                <c:pt idx="279">
                  <c:v>2780</c:v>
                </c:pt>
                <c:pt idx="280">
                  <c:v>2790</c:v>
                </c:pt>
                <c:pt idx="281">
                  <c:v>2800</c:v>
                </c:pt>
                <c:pt idx="282">
                  <c:v>2810</c:v>
                </c:pt>
                <c:pt idx="283">
                  <c:v>2820</c:v>
                </c:pt>
                <c:pt idx="284">
                  <c:v>2830</c:v>
                </c:pt>
                <c:pt idx="285">
                  <c:v>2840</c:v>
                </c:pt>
                <c:pt idx="286">
                  <c:v>2850</c:v>
                </c:pt>
                <c:pt idx="287">
                  <c:v>2860</c:v>
                </c:pt>
                <c:pt idx="288">
                  <c:v>2870</c:v>
                </c:pt>
                <c:pt idx="289">
                  <c:v>2880</c:v>
                </c:pt>
                <c:pt idx="290">
                  <c:v>2890</c:v>
                </c:pt>
                <c:pt idx="291">
                  <c:v>2900</c:v>
                </c:pt>
                <c:pt idx="292">
                  <c:v>2910</c:v>
                </c:pt>
                <c:pt idx="293">
                  <c:v>2920</c:v>
                </c:pt>
                <c:pt idx="294">
                  <c:v>2930</c:v>
                </c:pt>
                <c:pt idx="295">
                  <c:v>2940</c:v>
                </c:pt>
                <c:pt idx="296">
                  <c:v>2950</c:v>
                </c:pt>
                <c:pt idx="297">
                  <c:v>2960</c:v>
                </c:pt>
                <c:pt idx="298">
                  <c:v>2970</c:v>
                </c:pt>
                <c:pt idx="299">
                  <c:v>2980</c:v>
                </c:pt>
                <c:pt idx="300">
                  <c:v>2990</c:v>
                </c:pt>
                <c:pt idx="301">
                  <c:v>3000</c:v>
                </c:pt>
                <c:pt idx="302">
                  <c:v>3010</c:v>
                </c:pt>
                <c:pt idx="303">
                  <c:v>3020</c:v>
                </c:pt>
                <c:pt idx="304">
                  <c:v>3030</c:v>
                </c:pt>
                <c:pt idx="305">
                  <c:v>3040</c:v>
                </c:pt>
                <c:pt idx="306">
                  <c:v>3050</c:v>
                </c:pt>
                <c:pt idx="307">
                  <c:v>3060</c:v>
                </c:pt>
                <c:pt idx="308">
                  <c:v>3070</c:v>
                </c:pt>
                <c:pt idx="309">
                  <c:v>3080</c:v>
                </c:pt>
                <c:pt idx="310">
                  <c:v>3090</c:v>
                </c:pt>
                <c:pt idx="311">
                  <c:v>3100</c:v>
                </c:pt>
                <c:pt idx="312">
                  <c:v>3110</c:v>
                </c:pt>
                <c:pt idx="313">
                  <c:v>3120</c:v>
                </c:pt>
                <c:pt idx="314">
                  <c:v>3130</c:v>
                </c:pt>
                <c:pt idx="315">
                  <c:v>3140</c:v>
                </c:pt>
                <c:pt idx="316">
                  <c:v>3150</c:v>
                </c:pt>
                <c:pt idx="317">
                  <c:v>3160</c:v>
                </c:pt>
                <c:pt idx="318">
                  <c:v>3170</c:v>
                </c:pt>
                <c:pt idx="319">
                  <c:v>3180</c:v>
                </c:pt>
                <c:pt idx="320">
                  <c:v>3190</c:v>
                </c:pt>
                <c:pt idx="321">
                  <c:v>3200</c:v>
                </c:pt>
                <c:pt idx="322">
                  <c:v>3210</c:v>
                </c:pt>
                <c:pt idx="323">
                  <c:v>3220</c:v>
                </c:pt>
                <c:pt idx="324">
                  <c:v>3230</c:v>
                </c:pt>
                <c:pt idx="325">
                  <c:v>3240</c:v>
                </c:pt>
                <c:pt idx="326">
                  <c:v>3250</c:v>
                </c:pt>
                <c:pt idx="327">
                  <c:v>3260</c:v>
                </c:pt>
                <c:pt idx="328">
                  <c:v>3270</c:v>
                </c:pt>
                <c:pt idx="329">
                  <c:v>3280</c:v>
                </c:pt>
                <c:pt idx="330">
                  <c:v>3290</c:v>
                </c:pt>
                <c:pt idx="331">
                  <c:v>3300</c:v>
                </c:pt>
                <c:pt idx="332">
                  <c:v>3310</c:v>
                </c:pt>
                <c:pt idx="333">
                  <c:v>3320</c:v>
                </c:pt>
                <c:pt idx="334">
                  <c:v>3330</c:v>
                </c:pt>
                <c:pt idx="335">
                  <c:v>3340</c:v>
                </c:pt>
                <c:pt idx="336">
                  <c:v>3350</c:v>
                </c:pt>
                <c:pt idx="337">
                  <c:v>3360</c:v>
                </c:pt>
                <c:pt idx="338">
                  <c:v>3370</c:v>
                </c:pt>
                <c:pt idx="339">
                  <c:v>3380</c:v>
                </c:pt>
                <c:pt idx="340">
                  <c:v>3390</c:v>
                </c:pt>
                <c:pt idx="341">
                  <c:v>3400</c:v>
                </c:pt>
                <c:pt idx="342">
                  <c:v>3410</c:v>
                </c:pt>
                <c:pt idx="343">
                  <c:v>3420</c:v>
                </c:pt>
                <c:pt idx="344">
                  <c:v>3430</c:v>
                </c:pt>
                <c:pt idx="345">
                  <c:v>3440</c:v>
                </c:pt>
                <c:pt idx="346">
                  <c:v>3450</c:v>
                </c:pt>
                <c:pt idx="347">
                  <c:v>3460</c:v>
                </c:pt>
                <c:pt idx="348">
                  <c:v>3470</c:v>
                </c:pt>
                <c:pt idx="349">
                  <c:v>3480</c:v>
                </c:pt>
                <c:pt idx="350">
                  <c:v>3490</c:v>
                </c:pt>
                <c:pt idx="351">
                  <c:v>3500</c:v>
                </c:pt>
                <c:pt idx="352">
                  <c:v>3510</c:v>
                </c:pt>
                <c:pt idx="353">
                  <c:v>3520</c:v>
                </c:pt>
                <c:pt idx="354">
                  <c:v>3530</c:v>
                </c:pt>
                <c:pt idx="355">
                  <c:v>3540</c:v>
                </c:pt>
                <c:pt idx="356">
                  <c:v>3550</c:v>
                </c:pt>
                <c:pt idx="357">
                  <c:v>3560</c:v>
                </c:pt>
                <c:pt idx="358">
                  <c:v>3570</c:v>
                </c:pt>
                <c:pt idx="359">
                  <c:v>3580</c:v>
                </c:pt>
                <c:pt idx="360">
                  <c:v>3590</c:v>
                </c:pt>
                <c:pt idx="361">
                  <c:v>3600</c:v>
                </c:pt>
                <c:pt idx="362">
                  <c:v>3610</c:v>
                </c:pt>
                <c:pt idx="363">
                  <c:v>3620</c:v>
                </c:pt>
                <c:pt idx="364">
                  <c:v>3630</c:v>
                </c:pt>
                <c:pt idx="365">
                  <c:v>3640</c:v>
                </c:pt>
                <c:pt idx="366">
                  <c:v>3650</c:v>
                </c:pt>
                <c:pt idx="367">
                  <c:v>3660</c:v>
                </c:pt>
                <c:pt idx="368">
                  <c:v>3670</c:v>
                </c:pt>
                <c:pt idx="369">
                  <c:v>3680</c:v>
                </c:pt>
                <c:pt idx="370">
                  <c:v>3690</c:v>
                </c:pt>
                <c:pt idx="371">
                  <c:v>3700</c:v>
                </c:pt>
                <c:pt idx="372">
                  <c:v>3710</c:v>
                </c:pt>
                <c:pt idx="373">
                  <c:v>3720</c:v>
                </c:pt>
                <c:pt idx="374">
                  <c:v>3730</c:v>
                </c:pt>
                <c:pt idx="375">
                  <c:v>3740</c:v>
                </c:pt>
                <c:pt idx="376">
                  <c:v>3750</c:v>
                </c:pt>
                <c:pt idx="377">
                  <c:v>3760</c:v>
                </c:pt>
                <c:pt idx="378">
                  <c:v>3770</c:v>
                </c:pt>
                <c:pt idx="379">
                  <c:v>3780</c:v>
                </c:pt>
                <c:pt idx="380">
                  <c:v>3790</c:v>
                </c:pt>
                <c:pt idx="381">
                  <c:v>3800</c:v>
                </c:pt>
                <c:pt idx="382">
                  <c:v>3810</c:v>
                </c:pt>
                <c:pt idx="383">
                  <c:v>3820</c:v>
                </c:pt>
                <c:pt idx="384">
                  <c:v>3830</c:v>
                </c:pt>
                <c:pt idx="385">
                  <c:v>3840</c:v>
                </c:pt>
                <c:pt idx="386">
                  <c:v>3850</c:v>
                </c:pt>
                <c:pt idx="387">
                  <c:v>3860</c:v>
                </c:pt>
                <c:pt idx="388">
                  <c:v>3870</c:v>
                </c:pt>
                <c:pt idx="389">
                  <c:v>3880</c:v>
                </c:pt>
                <c:pt idx="390">
                  <c:v>3890</c:v>
                </c:pt>
                <c:pt idx="391">
                  <c:v>3900</c:v>
                </c:pt>
                <c:pt idx="392">
                  <c:v>3910</c:v>
                </c:pt>
                <c:pt idx="393">
                  <c:v>3920</c:v>
                </c:pt>
                <c:pt idx="394">
                  <c:v>3930</c:v>
                </c:pt>
                <c:pt idx="395">
                  <c:v>3940</c:v>
                </c:pt>
                <c:pt idx="396">
                  <c:v>3950</c:v>
                </c:pt>
                <c:pt idx="397">
                  <c:v>3960</c:v>
                </c:pt>
                <c:pt idx="398">
                  <c:v>3970</c:v>
                </c:pt>
                <c:pt idx="399">
                  <c:v>3980</c:v>
                </c:pt>
                <c:pt idx="400">
                  <c:v>3990</c:v>
                </c:pt>
                <c:pt idx="401">
                  <c:v>4000</c:v>
                </c:pt>
                <c:pt idx="402">
                  <c:v>4010</c:v>
                </c:pt>
                <c:pt idx="403">
                  <c:v>4020</c:v>
                </c:pt>
                <c:pt idx="404">
                  <c:v>4030</c:v>
                </c:pt>
                <c:pt idx="405">
                  <c:v>4040</c:v>
                </c:pt>
                <c:pt idx="406">
                  <c:v>4050</c:v>
                </c:pt>
                <c:pt idx="407">
                  <c:v>4060</c:v>
                </c:pt>
                <c:pt idx="408">
                  <c:v>4070</c:v>
                </c:pt>
                <c:pt idx="409">
                  <c:v>4080</c:v>
                </c:pt>
                <c:pt idx="410">
                  <c:v>4090</c:v>
                </c:pt>
                <c:pt idx="411">
                  <c:v>4100</c:v>
                </c:pt>
                <c:pt idx="412">
                  <c:v>4110</c:v>
                </c:pt>
                <c:pt idx="413">
                  <c:v>4120</c:v>
                </c:pt>
                <c:pt idx="414">
                  <c:v>4130</c:v>
                </c:pt>
                <c:pt idx="415">
                  <c:v>4140</c:v>
                </c:pt>
                <c:pt idx="416">
                  <c:v>4150</c:v>
                </c:pt>
                <c:pt idx="417">
                  <c:v>4160</c:v>
                </c:pt>
                <c:pt idx="418">
                  <c:v>4170</c:v>
                </c:pt>
                <c:pt idx="419">
                  <c:v>4180</c:v>
                </c:pt>
                <c:pt idx="420">
                  <c:v>4190</c:v>
                </c:pt>
                <c:pt idx="421">
                  <c:v>4200</c:v>
                </c:pt>
                <c:pt idx="422">
                  <c:v>4210</c:v>
                </c:pt>
                <c:pt idx="423">
                  <c:v>4220</c:v>
                </c:pt>
                <c:pt idx="424">
                  <c:v>4230</c:v>
                </c:pt>
                <c:pt idx="425">
                  <c:v>4240</c:v>
                </c:pt>
                <c:pt idx="426">
                  <c:v>4250</c:v>
                </c:pt>
                <c:pt idx="427">
                  <c:v>4260</c:v>
                </c:pt>
                <c:pt idx="428">
                  <c:v>4270</c:v>
                </c:pt>
                <c:pt idx="429">
                  <c:v>4280</c:v>
                </c:pt>
                <c:pt idx="430">
                  <c:v>4290</c:v>
                </c:pt>
                <c:pt idx="431">
                  <c:v>4300</c:v>
                </c:pt>
                <c:pt idx="432">
                  <c:v>4310</c:v>
                </c:pt>
                <c:pt idx="433">
                  <c:v>4320</c:v>
                </c:pt>
                <c:pt idx="434">
                  <c:v>4330</c:v>
                </c:pt>
                <c:pt idx="435">
                  <c:v>4340</c:v>
                </c:pt>
                <c:pt idx="436">
                  <c:v>4350</c:v>
                </c:pt>
                <c:pt idx="437">
                  <c:v>4360</c:v>
                </c:pt>
                <c:pt idx="438">
                  <c:v>4370</c:v>
                </c:pt>
                <c:pt idx="439">
                  <c:v>4380</c:v>
                </c:pt>
                <c:pt idx="440">
                  <c:v>4390</c:v>
                </c:pt>
                <c:pt idx="441">
                  <c:v>4400</c:v>
                </c:pt>
                <c:pt idx="442">
                  <c:v>4410</c:v>
                </c:pt>
                <c:pt idx="443">
                  <c:v>4420</c:v>
                </c:pt>
                <c:pt idx="444">
                  <c:v>4430</c:v>
                </c:pt>
                <c:pt idx="445">
                  <c:v>4440</c:v>
                </c:pt>
                <c:pt idx="446">
                  <c:v>4450</c:v>
                </c:pt>
                <c:pt idx="447">
                  <c:v>4460</c:v>
                </c:pt>
                <c:pt idx="448">
                  <c:v>4470</c:v>
                </c:pt>
                <c:pt idx="449">
                  <c:v>4480</c:v>
                </c:pt>
                <c:pt idx="450">
                  <c:v>4490</c:v>
                </c:pt>
                <c:pt idx="451">
                  <c:v>4500</c:v>
                </c:pt>
                <c:pt idx="452">
                  <c:v>4510</c:v>
                </c:pt>
                <c:pt idx="453">
                  <c:v>4520</c:v>
                </c:pt>
                <c:pt idx="454">
                  <c:v>4530</c:v>
                </c:pt>
                <c:pt idx="455">
                  <c:v>4540</c:v>
                </c:pt>
                <c:pt idx="456">
                  <c:v>4550</c:v>
                </c:pt>
                <c:pt idx="457">
                  <c:v>4560</c:v>
                </c:pt>
                <c:pt idx="458">
                  <c:v>4570</c:v>
                </c:pt>
                <c:pt idx="459">
                  <c:v>4580</c:v>
                </c:pt>
                <c:pt idx="460">
                  <c:v>4590</c:v>
                </c:pt>
                <c:pt idx="461">
                  <c:v>4600</c:v>
                </c:pt>
                <c:pt idx="462">
                  <c:v>4610</c:v>
                </c:pt>
                <c:pt idx="463">
                  <c:v>4620</c:v>
                </c:pt>
                <c:pt idx="464">
                  <c:v>4630</c:v>
                </c:pt>
                <c:pt idx="465">
                  <c:v>4640</c:v>
                </c:pt>
                <c:pt idx="466">
                  <c:v>4650</c:v>
                </c:pt>
                <c:pt idx="467">
                  <c:v>4660</c:v>
                </c:pt>
                <c:pt idx="468">
                  <c:v>4670</c:v>
                </c:pt>
                <c:pt idx="469">
                  <c:v>4680</c:v>
                </c:pt>
                <c:pt idx="470">
                  <c:v>4690</c:v>
                </c:pt>
                <c:pt idx="471">
                  <c:v>4700</c:v>
                </c:pt>
                <c:pt idx="472">
                  <c:v>4710</c:v>
                </c:pt>
                <c:pt idx="473">
                  <c:v>4720</c:v>
                </c:pt>
                <c:pt idx="474">
                  <c:v>4730</c:v>
                </c:pt>
                <c:pt idx="475">
                  <c:v>4740</c:v>
                </c:pt>
                <c:pt idx="476">
                  <c:v>4750</c:v>
                </c:pt>
                <c:pt idx="477">
                  <c:v>4760</c:v>
                </c:pt>
                <c:pt idx="478">
                  <c:v>4770</c:v>
                </c:pt>
                <c:pt idx="479">
                  <c:v>4780</c:v>
                </c:pt>
                <c:pt idx="480">
                  <c:v>4790</c:v>
                </c:pt>
                <c:pt idx="481">
                  <c:v>4800</c:v>
                </c:pt>
                <c:pt idx="482">
                  <c:v>4810</c:v>
                </c:pt>
                <c:pt idx="483">
                  <c:v>4820</c:v>
                </c:pt>
                <c:pt idx="484">
                  <c:v>4830</c:v>
                </c:pt>
                <c:pt idx="485">
                  <c:v>4840</c:v>
                </c:pt>
                <c:pt idx="486">
                  <c:v>4850</c:v>
                </c:pt>
                <c:pt idx="487">
                  <c:v>4860</c:v>
                </c:pt>
                <c:pt idx="488">
                  <c:v>4870</c:v>
                </c:pt>
                <c:pt idx="489">
                  <c:v>4880</c:v>
                </c:pt>
                <c:pt idx="490">
                  <c:v>4890</c:v>
                </c:pt>
                <c:pt idx="491">
                  <c:v>4900</c:v>
                </c:pt>
                <c:pt idx="492">
                  <c:v>4910</c:v>
                </c:pt>
                <c:pt idx="493">
                  <c:v>4920</c:v>
                </c:pt>
                <c:pt idx="494">
                  <c:v>4930</c:v>
                </c:pt>
                <c:pt idx="495">
                  <c:v>4940</c:v>
                </c:pt>
                <c:pt idx="496">
                  <c:v>4950</c:v>
                </c:pt>
                <c:pt idx="497">
                  <c:v>4960</c:v>
                </c:pt>
                <c:pt idx="498">
                  <c:v>4970</c:v>
                </c:pt>
                <c:pt idx="499">
                  <c:v>4980</c:v>
                </c:pt>
                <c:pt idx="500">
                  <c:v>4990</c:v>
                </c:pt>
                <c:pt idx="501">
                  <c:v>5000</c:v>
                </c:pt>
                <c:pt idx="502">
                  <c:v>5010</c:v>
                </c:pt>
                <c:pt idx="503">
                  <c:v>5020</c:v>
                </c:pt>
                <c:pt idx="504">
                  <c:v>5030</c:v>
                </c:pt>
                <c:pt idx="505">
                  <c:v>5040</c:v>
                </c:pt>
                <c:pt idx="506">
                  <c:v>5050</c:v>
                </c:pt>
                <c:pt idx="507">
                  <c:v>5060</c:v>
                </c:pt>
                <c:pt idx="508">
                  <c:v>5070</c:v>
                </c:pt>
                <c:pt idx="509">
                  <c:v>5080</c:v>
                </c:pt>
                <c:pt idx="510">
                  <c:v>5090</c:v>
                </c:pt>
                <c:pt idx="511">
                  <c:v>5100</c:v>
                </c:pt>
                <c:pt idx="512">
                  <c:v>5110</c:v>
                </c:pt>
                <c:pt idx="513">
                  <c:v>5120</c:v>
                </c:pt>
                <c:pt idx="514">
                  <c:v>5130</c:v>
                </c:pt>
                <c:pt idx="515">
                  <c:v>5140</c:v>
                </c:pt>
                <c:pt idx="516">
                  <c:v>5150</c:v>
                </c:pt>
                <c:pt idx="517">
                  <c:v>5160</c:v>
                </c:pt>
                <c:pt idx="518">
                  <c:v>5170</c:v>
                </c:pt>
                <c:pt idx="519">
                  <c:v>5180</c:v>
                </c:pt>
                <c:pt idx="520">
                  <c:v>5190</c:v>
                </c:pt>
                <c:pt idx="521">
                  <c:v>5200</c:v>
                </c:pt>
                <c:pt idx="522">
                  <c:v>5210</c:v>
                </c:pt>
                <c:pt idx="523">
                  <c:v>5220</c:v>
                </c:pt>
                <c:pt idx="524">
                  <c:v>5230</c:v>
                </c:pt>
                <c:pt idx="525">
                  <c:v>5240</c:v>
                </c:pt>
                <c:pt idx="526">
                  <c:v>5250</c:v>
                </c:pt>
                <c:pt idx="527">
                  <c:v>5260</c:v>
                </c:pt>
                <c:pt idx="528">
                  <c:v>5270</c:v>
                </c:pt>
                <c:pt idx="529">
                  <c:v>5280</c:v>
                </c:pt>
                <c:pt idx="530">
                  <c:v>5290</c:v>
                </c:pt>
                <c:pt idx="531">
                  <c:v>5300</c:v>
                </c:pt>
                <c:pt idx="532">
                  <c:v>5310</c:v>
                </c:pt>
                <c:pt idx="533">
                  <c:v>5320</c:v>
                </c:pt>
                <c:pt idx="534">
                  <c:v>5330</c:v>
                </c:pt>
                <c:pt idx="535">
                  <c:v>5340</c:v>
                </c:pt>
                <c:pt idx="536">
                  <c:v>5350</c:v>
                </c:pt>
                <c:pt idx="537">
                  <c:v>5360</c:v>
                </c:pt>
                <c:pt idx="538">
                  <c:v>5370</c:v>
                </c:pt>
                <c:pt idx="539">
                  <c:v>5380</c:v>
                </c:pt>
                <c:pt idx="540">
                  <c:v>5390</c:v>
                </c:pt>
                <c:pt idx="541">
                  <c:v>5400</c:v>
                </c:pt>
                <c:pt idx="542">
                  <c:v>5410</c:v>
                </c:pt>
                <c:pt idx="543">
                  <c:v>5420</c:v>
                </c:pt>
                <c:pt idx="544">
                  <c:v>5430</c:v>
                </c:pt>
                <c:pt idx="545">
                  <c:v>5440</c:v>
                </c:pt>
                <c:pt idx="546">
                  <c:v>5450</c:v>
                </c:pt>
                <c:pt idx="547">
                  <c:v>5460</c:v>
                </c:pt>
                <c:pt idx="548">
                  <c:v>5470</c:v>
                </c:pt>
                <c:pt idx="549">
                  <c:v>5480</c:v>
                </c:pt>
                <c:pt idx="550">
                  <c:v>5490</c:v>
                </c:pt>
                <c:pt idx="551">
                  <c:v>5500</c:v>
                </c:pt>
                <c:pt idx="552">
                  <c:v>5510</c:v>
                </c:pt>
                <c:pt idx="553">
                  <c:v>5520</c:v>
                </c:pt>
                <c:pt idx="554">
                  <c:v>5530</c:v>
                </c:pt>
                <c:pt idx="555">
                  <c:v>5540</c:v>
                </c:pt>
                <c:pt idx="556">
                  <c:v>5550</c:v>
                </c:pt>
                <c:pt idx="557">
                  <c:v>5560</c:v>
                </c:pt>
                <c:pt idx="558">
                  <c:v>5570</c:v>
                </c:pt>
                <c:pt idx="559">
                  <c:v>5580</c:v>
                </c:pt>
                <c:pt idx="560">
                  <c:v>5590</c:v>
                </c:pt>
                <c:pt idx="561">
                  <c:v>5600</c:v>
                </c:pt>
                <c:pt idx="562">
                  <c:v>5610</c:v>
                </c:pt>
                <c:pt idx="563">
                  <c:v>5620</c:v>
                </c:pt>
                <c:pt idx="564">
                  <c:v>5630</c:v>
                </c:pt>
                <c:pt idx="565">
                  <c:v>5640</c:v>
                </c:pt>
                <c:pt idx="566">
                  <c:v>5650</c:v>
                </c:pt>
                <c:pt idx="567">
                  <c:v>5660</c:v>
                </c:pt>
                <c:pt idx="568">
                  <c:v>5670</c:v>
                </c:pt>
                <c:pt idx="569">
                  <c:v>5680</c:v>
                </c:pt>
                <c:pt idx="570">
                  <c:v>5690</c:v>
                </c:pt>
                <c:pt idx="571">
                  <c:v>5700</c:v>
                </c:pt>
                <c:pt idx="572">
                  <c:v>5710</c:v>
                </c:pt>
                <c:pt idx="573">
                  <c:v>5720</c:v>
                </c:pt>
                <c:pt idx="574">
                  <c:v>5730</c:v>
                </c:pt>
                <c:pt idx="575">
                  <c:v>5740</c:v>
                </c:pt>
                <c:pt idx="576">
                  <c:v>5750</c:v>
                </c:pt>
                <c:pt idx="577">
                  <c:v>5760</c:v>
                </c:pt>
                <c:pt idx="578">
                  <c:v>5770</c:v>
                </c:pt>
                <c:pt idx="579">
                  <c:v>5780</c:v>
                </c:pt>
                <c:pt idx="580">
                  <c:v>5790</c:v>
                </c:pt>
                <c:pt idx="581">
                  <c:v>5800</c:v>
                </c:pt>
                <c:pt idx="582">
                  <c:v>5810</c:v>
                </c:pt>
                <c:pt idx="583">
                  <c:v>5820</c:v>
                </c:pt>
                <c:pt idx="584">
                  <c:v>5830</c:v>
                </c:pt>
                <c:pt idx="585">
                  <c:v>5840</c:v>
                </c:pt>
                <c:pt idx="586">
                  <c:v>5850</c:v>
                </c:pt>
                <c:pt idx="587">
                  <c:v>5860</c:v>
                </c:pt>
                <c:pt idx="588">
                  <c:v>5870</c:v>
                </c:pt>
                <c:pt idx="589">
                  <c:v>5880</c:v>
                </c:pt>
                <c:pt idx="590">
                  <c:v>5890</c:v>
                </c:pt>
                <c:pt idx="591">
                  <c:v>5900</c:v>
                </c:pt>
                <c:pt idx="592">
                  <c:v>5910</c:v>
                </c:pt>
                <c:pt idx="593">
                  <c:v>5920</c:v>
                </c:pt>
                <c:pt idx="594">
                  <c:v>5930</c:v>
                </c:pt>
                <c:pt idx="595">
                  <c:v>5940</c:v>
                </c:pt>
                <c:pt idx="596">
                  <c:v>5950</c:v>
                </c:pt>
                <c:pt idx="597">
                  <c:v>5960</c:v>
                </c:pt>
                <c:pt idx="598">
                  <c:v>5970</c:v>
                </c:pt>
                <c:pt idx="599">
                  <c:v>5980</c:v>
                </c:pt>
                <c:pt idx="600">
                  <c:v>5990</c:v>
                </c:pt>
                <c:pt idx="601">
                  <c:v>6000</c:v>
                </c:pt>
                <c:pt idx="602">
                  <c:v>6010</c:v>
                </c:pt>
                <c:pt idx="603">
                  <c:v>6020</c:v>
                </c:pt>
                <c:pt idx="604">
                  <c:v>6030</c:v>
                </c:pt>
                <c:pt idx="605">
                  <c:v>6040</c:v>
                </c:pt>
                <c:pt idx="606">
                  <c:v>6050</c:v>
                </c:pt>
                <c:pt idx="607">
                  <c:v>6060</c:v>
                </c:pt>
                <c:pt idx="608">
                  <c:v>6070</c:v>
                </c:pt>
                <c:pt idx="609">
                  <c:v>6080</c:v>
                </c:pt>
                <c:pt idx="610">
                  <c:v>6090</c:v>
                </c:pt>
                <c:pt idx="611">
                  <c:v>6100</c:v>
                </c:pt>
                <c:pt idx="612">
                  <c:v>6110</c:v>
                </c:pt>
                <c:pt idx="613">
                  <c:v>6120</c:v>
                </c:pt>
                <c:pt idx="614">
                  <c:v>6130</c:v>
                </c:pt>
                <c:pt idx="615">
                  <c:v>6140</c:v>
                </c:pt>
                <c:pt idx="616">
                  <c:v>6150</c:v>
                </c:pt>
                <c:pt idx="617">
                  <c:v>6160</c:v>
                </c:pt>
                <c:pt idx="618">
                  <c:v>6170</c:v>
                </c:pt>
                <c:pt idx="619">
                  <c:v>6180</c:v>
                </c:pt>
                <c:pt idx="620">
                  <c:v>6190</c:v>
                </c:pt>
                <c:pt idx="621">
                  <c:v>6200</c:v>
                </c:pt>
                <c:pt idx="622">
                  <c:v>6210</c:v>
                </c:pt>
                <c:pt idx="623">
                  <c:v>6220</c:v>
                </c:pt>
                <c:pt idx="624">
                  <c:v>6230</c:v>
                </c:pt>
                <c:pt idx="625">
                  <c:v>6240</c:v>
                </c:pt>
                <c:pt idx="626">
                  <c:v>6250</c:v>
                </c:pt>
                <c:pt idx="627">
                  <c:v>6260</c:v>
                </c:pt>
                <c:pt idx="628">
                  <c:v>6270</c:v>
                </c:pt>
                <c:pt idx="629">
                  <c:v>6280</c:v>
                </c:pt>
                <c:pt idx="630">
                  <c:v>6290</c:v>
                </c:pt>
                <c:pt idx="631">
                  <c:v>6300</c:v>
                </c:pt>
                <c:pt idx="632">
                  <c:v>6310</c:v>
                </c:pt>
                <c:pt idx="633">
                  <c:v>6320</c:v>
                </c:pt>
                <c:pt idx="634">
                  <c:v>6330</c:v>
                </c:pt>
                <c:pt idx="635">
                  <c:v>6340</c:v>
                </c:pt>
                <c:pt idx="636">
                  <c:v>6350</c:v>
                </c:pt>
                <c:pt idx="637">
                  <c:v>6360</c:v>
                </c:pt>
                <c:pt idx="638">
                  <c:v>6370</c:v>
                </c:pt>
                <c:pt idx="639">
                  <c:v>6380</c:v>
                </c:pt>
                <c:pt idx="640">
                  <c:v>6390</c:v>
                </c:pt>
                <c:pt idx="641">
                  <c:v>6400</c:v>
                </c:pt>
                <c:pt idx="642">
                  <c:v>6410</c:v>
                </c:pt>
                <c:pt idx="643">
                  <c:v>6420</c:v>
                </c:pt>
                <c:pt idx="644">
                  <c:v>6430</c:v>
                </c:pt>
                <c:pt idx="645">
                  <c:v>6440</c:v>
                </c:pt>
                <c:pt idx="646">
                  <c:v>6450</c:v>
                </c:pt>
                <c:pt idx="647">
                  <c:v>6460</c:v>
                </c:pt>
                <c:pt idx="648">
                  <c:v>6470</c:v>
                </c:pt>
                <c:pt idx="649">
                  <c:v>6480</c:v>
                </c:pt>
                <c:pt idx="650">
                  <c:v>6490</c:v>
                </c:pt>
                <c:pt idx="651">
                  <c:v>6500</c:v>
                </c:pt>
                <c:pt idx="652">
                  <c:v>6510</c:v>
                </c:pt>
                <c:pt idx="653">
                  <c:v>6520</c:v>
                </c:pt>
                <c:pt idx="654">
                  <c:v>6530</c:v>
                </c:pt>
                <c:pt idx="655">
                  <c:v>6540</c:v>
                </c:pt>
                <c:pt idx="656">
                  <c:v>6550</c:v>
                </c:pt>
                <c:pt idx="657">
                  <c:v>6560</c:v>
                </c:pt>
                <c:pt idx="658">
                  <c:v>6570</c:v>
                </c:pt>
                <c:pt idx="659">
                  <c:v>6580</c:v>
                </c:pt>
                <c:pt idx="660">
                  <c:v>6590</c:v>
                </c:pt>
                <c:pt idx="661">
                  <c:v>6600</c:v>
                </c:pt>
                <c:pt idx="662">
                  <c:v>6610</c:v>
                </c:pt>
                <c:pt idx="663">
                  <c:v>6620</c:v>
                </c:pt>
                <c:pt idx="664">
                  <c:v>6630</c:v>
                </c:pt>
                <c:pt idx="665">
                  <c:v>6640</c:v>
                </c:pt>
                <c:pt idx="666">
                  <c:v>6650</c:v>
                </c:pt>
                <c:pt idx="667">
                  <c:v>6660</c:v>
                </c:pt>
                <c:pt idx="668">
                  <c:v>6670</c:v>
                </c:pt>
                <c:pt idx="669">
                  <c:v>6680</c:v>
                </c:pt>
                <c:pt idx="670">
                  <c:v>6690</c:v>
                </c:pt>
                <c:pt idx="671">
                  <c:v>6700</c:v>
                </c:pt>
                <c:pt idx="672">
                  <c:v>6710</c:v>
                </c:pt>
                <c:pt idx="673">
                  <c:v>6720</c:v>
                </c:pt>
                <c:pt idx="674">
                  <c:v>6730</c:v>
                </c:pt>
                <c:pt idx="675">
                  <c:v>6740</c:v>
                </c:pt>
                <c:pt idx="676">
                  <c:v>6750</c:v>
                </c:pt>
                <c:pt idx="677">
                  <c:v>6760</c:v>
                </c:pt>
                <c:pt idx="678">
                  <c:v>6770</c:v>
                </c:pt>
                <c:pt idx="679">
                  <c:v>6780</c:v>
                </c:pt>
                <c:pt idx="680">
                  <c:v>6790</c:v>
                </c:pt>
                <c:pt idx="681">
                  <c:v>6800</c:v>
                </c:pt>
                <c:pt idx="682">
                  <c:v>6810</c:v>
                </c:pt>
                <c:pt idx="683">
                  <c:v>6820</c:v>
                </c:pt>
                <c:pt idx="684">
                  <c:v>6830</c:v>
                </c:pt>
                <c:pt idx="685">
                  <c:v>6840</c:v>
                </c:pt>
                <c:pt idx="686">
                  <c:v>6850</c:v>
                </c:pt>
                <c:pt idx="687">
                  <c:v>6860</c:v>
                </c:pt>
                <c:pt idx="688">
                  <c:v>6870</c:v>
                </c:pt>
                <c:pt idx="689">
                  <c:v>6880</c:v>
                </c:pt>
                <c:pt idx="690">
                  <c:v>6890</c:v>
                </c:pt>
                <c:pt idx="691">
                  <c:v>6900</c:v>
                </c:pt>
                <c:pt idx="692">
                  <c:v>6910</c:v>
                </c:pt>
                <c:pt idx="693">
                  <c:v>6920</c:v>
                </c:pt>
                <c:pt idx="694">
                  <c:v>6930</c:v>
                </c:pt>
                <c:pt idx="695">
                  <c:v>6940</c:v>
                </c:pt>
                <c:pt idx="696">
                  <c:v>6950</c:v>
                </c:pt>
                <c:pt idx="697">
                  <c:v>6960</c:v>
                </c:pt>
                <c:pt idx="698">
                  <c:v>6970</c:v>
                </c:pt>
                <c:pt idx="699">
                  <c:v>6980</c:v>
                </c:pt>
                <c:pt idx="700">
                  <c:v>6990</c:v>
                </c:pt>
                <c:pt idx="701">
                  <c:v>7000</c:v>
                </c:pt>
                <c:pt idx="702">
                  <c:v>7010</c:v>
                </c:pt>
                <c:pt idx="703">
                  <c:v>7020</c:v>
                </c:pt>
                <c:pt idx="704">
                  <c:v>7030</c:v>
                </c:pt>
                <c:pt idx="705">
                  <c:v>7040</c:v>
                </c:pt>
                <c:pt idx="706">
                  <c:v>7050</c:v>
                </c:pt>
                <c:pt idx="707">
                  <c:v>7060</c:v>
                </c:pt>
                <c:pt idx="708">
                  <c:v>7070</c:v>
                </c:pt>
                <c:pt idx="709">
                  <c:v>7080</c:v>
                </c:pt>
                <c:pt idx="710">
                  <c:v>7090</c:v>
                </c:pt>
                <c:pt idx="711">
                  <c:v>7100</c:v>
                </c:pt>
                <c:pt idx="712">
                  <c:v>7110</c:v>
                </c:pt>
                <c:pt idx="713">
                  <c:v>7120</c:v>
                </c:pt>
                <c:pt idx="714">
                  <c:v>7130</c:v>
                </c:pt>
                <c:pt idx="715">
                  <c:v>7140</c:v>
                </c:pt>
                <c:pt idx="716">
                  <c:v>7150</c:v>
                </c:pt>
                <c:pt idx="717">
                  <c:v>7160</c:v>
                </c:pt>
                <c:pt idx="718">
                  <c:v>7170</c:v>
                </c:pt>
                <c:pt idx="719">
                  <c:v>7180</c:v>
                </c:pt>
                <c:pt idx="720">
                  <c:v>7190</c:v>
                </c:pt>
                <c:pt idx="721">
                  <c:v>7200</c:v>
                </c:pt>
                <c:pt idx="722">
                  <c:v>7210</c:v>
                </c:pt>
                <c:pt idx="723">
                  <c:v>7220</c:v>
                </c:pt>
                <c:pt idx="724">
                  <c:v>7230</c:v>
                </c:pt>
                <c:pt idx="725">
                  <c:v>7240</c:v>
                </c:pt>
                <c:pt idx="726">
                  <c:v>7250</c:v>
                </c:pt>
                <c:pt idx="727">
                  <c:v>7260</c:v>
                </c:pt>
                <c:pt idx="728">
                  <c:v>7270</c:v>
                </c:pt>
                <c:pt idx="729">
                  <c:v>7280</c:v>
                </c:pt>
                <c:pt idx="730">
                  <c:v>7290</c:v>
                </c:pt>
                <c:pt idx="731">
                  <c:v>7300</c:v>
                </c:pt>
                <c:pt idx="732">
                  <c:v>7310</c:v>
                </c:pt>
                <c:pt idx="733">
                  <c:v>7320</c:v>
                </c:pt>
                <c:pt idx="734">
                  <c:v>7330</c:v>
                </c:pt>
                <c:pt idx="735">
                  <c:v>7340</c:v>
                </c:pt>
                <c:pt idx="736">
                  <c:v>7350</c:v>
                </c:pt>
                <c:pt idx="737">
                  <c:v>7360</c:v>
                </c:pt>
                <c:pt idx="738">
                  <c:v>7370</c:v>
                </c:pt>
                <c:pt idx="739">
                  <c:v>7380</c:v>
                </c:pt>
                <c:pt idx="740">
                  <c:v>7390</c:v>
                </c:pt>
                <c:pt idx="741">
                  <c:v>7400</c:v>
                </c:pt>
                <c:pt idx="742">
                  <c:v>7410</c:v>
                </c:pt>
                <c:pt idx="743">
                  <c:v>7420</c:v>
                </c:pt>
                <c:pt idx="744">
                  <c:v>7430</c:v>
                </c:pt>
                <c:pt idx="745">
                  <c:v>7440</c:v>
                </c:pt>
                <c:pt idx="746">
                  <c:v>7450</c:v>
                </c:pt>
                <c:pt idx="747">
                  <c:v>7460</c:v>
                </c:pt>
                <c:pt idx="748">
                  <c:v>7470</c:v>
                </c:pt>
                <c:pt idx="749">
                  <c:v>7480</c:v>
                </c:pt>
                <c:pt idx="750">
                  <c:v>7490</c:v>
                </c:pt>
                <c:pt idx="751">
                  <c:v>7500</c:v>
                </c:pt>
                <c:pt idx="752">
                  <c:v>7510</c:v>
                </c:pt>
                <c:pt idx="753">
                  <c:v>7520</c:v>
                </c:pt>
                <c:pt idx="754">
                  <c:v>7530</c:v>
                </c:pt>
                <c:pt idx="755">
                  <c:v>7540</c:v>
                </c:pt>
                <c:pt idx="756">
                  <c:v>7550</c:v>
                </c:pt>
                <c:pt idx="757">
                  <c:v>7560</c:v>
                </c:pt>
                <c:pt idx="758">
                  <c:v>7570</c:v>
                </c:pt>
                <c:pt idx="759">
                  <c:v>7580</c:v>
                </c:pt>
                <c:pt idx="760">
                  <c:v>7590</c:v>
                </c:pt>
                <c:pt idx="761">
                  <c:v>7600</c:v>
                </c:pt>
                <c:pt idx="762">
                  <c:v>7610</c:v>
                </c:pt>
                <c:pt idx="763">
                  <c:v>7620</c:v>
                </c:pt>
                <c:pt idx="764">
                  <c:v>7630</c:v>
                </c:pt>
                <c:pt idx="765">
                  <c:v>7640</c:v>
                </c:pt>
                <c:pt idx="766">
                  <c:v>7650</c:v>
                </c:pt>
                <c:pt idx="767">
                  <c:v>7660</c:v>
                </c:pt>
                <c:pt idx="768">
                  <c:v>7670</c:v>
                </c:pt>
                <c:pt idx="769">
                  <c:v>7680</c:v>
                </c:pt>
                <c:pt idx="770">
                  <c:v>7690</c:v>
                </c:pt>
                <c:pt idx="771">
                  <c:v>7700</c:v>
                </c:pt>
                <c:pt idx="772">
                  <c:v>7710</c:v>
                </c:pt>
                <c:pt idx="773">
                  <c:v>7720</c:v>
                </c:pt>
                <c:pt idx="774">
                  <c:v>7730</c:v>
                </c:pt>
                <c:pt idx="775">
                  <c:v>7740</c:v>
                </c:pt>
                <c:pt idx="776">
                  <c:v>7750</c:v>
                </c:pt>
                <c:pt idx="777">
                  <c:v>7760</c:v>
                </c:pt>
                <c:pt idx="778">
                  <c:v>7770</c:v>
                </c:pt>
                <c:pt idx="779">
                  <c:v>7780</c:v>
                </c:pt>
                <c:pt idx="780">
                  <c:v>7790</c:v>
                </c:pt>
                <c:pt idx="781">
                  <c:v>7800</c:v>
                </c:pt>
                <c:pt idx="782">
                  <c:v>7810</c:v>
                </c:pt>
                <c:pt idx="783">
                  <c:v>7820</c:v>
                </c:pt>
                <c:pt idx="784">
                  <c:v>7830</c:v>
                </c:pt>
                <c:pt idx="785">
                  <c:v>7840</c:v>
                </c:pt>
                <c:pt idx="786">
                  <c:v>7850</c:v>
                </c:pt>
                <c:pt idx="787">
                  <c:v>7860</c:v>
                </c:pt>
                <c:pt idx="788">
                  <c:v>7870</c:v>
                </c:pt>
                <c:pt idx="789">
                  <c:v>7880</c:v>
                </c:pt>
                <c:pt idx="790">
                  <c:v>7890</c:v>
                </c:pt>
                <c:pt idx="791">
                  <c:v>7900</c:v>
                </c:pt>
                <c:pt idx="792">
                  <c:v>7910</c:v>
                </c:pt>
                <c:pt idx="793">
                  <c:v>7920</c:v>
                </c:pt>
                <c:pt idx="794">
                  <c:v>7930</c:v>
                </c:pt>
                <c:pt idx="795">
                  <c:v>7940</c:v>
                </c:pt>
                <c:pt idx="796">
                  <c:v>7950</c:v>
                </c:pt>
                <c:pt idx="797">
                  <c:v>7960</c:v>
                </c:pt>
                <c:pt idx="798">
                  <c:v>7970</c:v>
                </c:pt>
                <c:pt idx="799">
                  <c:v>7980</c:v>
                </c:pt>
                <c:pt idx="800">
                  <c:v>7990</c:v>
                </c:pt>
                <c:pt idx="801">
                  <c:v>8000</c:v>
                </c:pt>
                <c:pt idx="802">
                  <c:v>8010</c:v>
                </c:pt>
                <c:pt idx="803">
                  <c:v>8020</c:v>
                </c:pt>
                <c:pt idx="804">
                  <c:v>8030</c:v>
                </c:pt>
                <c:pt idx="805">
                  <c:v>8040</c:v>
                </c:pt>
                <c:pt idx="806">
                  <c:v>8050</c:v>
                </c:pt>
                <c:pt idx="807">
                  <c:v>8060</c:v>
                </c:pt>
                <c:pt idx="808">
                  <c:v>8070</c:v>
                </c:pt>
                <c:pt idx="809">
                  <c:v>8080</c:v>
                </c:pt>
                <c:pt idx="810">
                  <c:v>8090</c:v>
                </c:pt>
                <c:pt idx="811">
                  <c:v>8100</c:v>
                </c:pt>
                <c:pt idx="812">
                  <c:v>8110</c:v>
                </c:pt>
                <c:pt idx="813">
                  <c:v>8120</c:v>
                </c:pt>
                <c:pt idx="814">
                  <c:v>8130</c:v>
                </c:pt>
                <c:pt idx="815">
                  <c:v>8140</c:v>
                </c:pt>
                <c:pt idx="816">
                  <c:v>8150</c:v>
                </c:pt>
                <c:pt idx="817">
                  <c:v>8160</c:v>
                </c:pt>
                <c:pt idx="818">
                  <c:v>8170</c:v>
                </c:pt>
                <c:pt idx="819">
                  <c:v>8180</c:v>
                </c:pt>
                <c:pt idx="820">
                  <c:v>8190</c:v>
                </c:pt>
                <c:pt idx="821">
                  <c:v>8200</c:v>
                </c:pt>
                <c:pt idx="822">
                  <c:v>8210</c:v>
                </c:pt>
                <c:pt idx="823">
                  <c:v>8220</c:v>
                </c:pt>
                <c:pt idx="824">
                  <c:v>8230</c:v>
                </c:pt>
                <c:pt idx="825">
                  <c:v>8240</c:v>
                </c:pt>
                <c:pt idx="826">
                  <c:v>8250</c:v>
                </c:pt>
                <c:pt idx="827">
                  <c:v>8260</c:v>
                </c:pt>
                <c:pt idx="828">
                  <c:v>8270</c:v>
                </c:pt>
                <c:pt idx="829">
                  <c:v>8280</c:v>
                </c:pt>
                <c:pt idx="830">
                  <c:v>8290</c:v>
                </c:pt>
                <c:pt idx="831">
                  <c:v>8300</c:v>
                </c:pt>
                <c:pt idx="832">
                  <c:v>8310</c:v>
                </c:pt>
                <c:pt idx="833">
                  <c:v>8320</c:v>
                </c:pt>
                <c:pt idx="834">
                  <c:v>8330</c:v>
                </c:pt>
                <c:pt idx="835">
                  <c:v>8340</c:v>
                </c:pt>
                <c:pt idx="836">
                  <c:v>8350</c:v>
                </c:pt>
                <c:pt idx="837">
                  <c:v>8360</c:v>
                </c:pt>
                <c:pt idx="838">
                  <c:v>8370</c:v>
                </c:pt>
                <c:pt idx="839">
                  <c:v>8380</c:v>
                </c:pt>
                <c:pt idx="840">
                  <c:v>8390</c:v>
                </c:pt>
                <c:pt idx="841">
                  <c:v>8400</c:v>
                </c:pt>
                <c:pt idx="842">
                  <c:v>8410</c:v>
                </c:pt>
                <c:pt idx="843">
                  <c:v>8420</c:v>
                </c:pt>
                <c:pt idx="844">
                  <c:v>8430</c:v>
                </c:pt>
                <c:pt idx="845">
                  <c:v>8440</c:v>
                </c:pt>
                <c:pt idx="846">
                  <c:v>8450</c:v>
                </c:pt>
                <c:pt idx="847">
                  <c:v>8460</c:v>
                </c:pt>
                <c:pt idx="848">
                  <c:v>8470</c:v>
                </c:pt>
                <c:pt idx="849">
                  <c:v>8480</c:v>
                </c:pt>
                <c:pt idx="850">
                  <c:v>8490</c:v>
                </c:pt>
                <c:pt idx="851">
                  <c:v>8500</c:v>
                </c:pt>
                <c:pt idx="852">
                  <c:v>8510</c:v>
                </c:pt>
                <c:pt idx="853">
                  <c:v>8520</c:v>
                </c:pt>
                <c:pt idx="854">
                  <c:v>8530</c:v>
                </c:pt>
                <c:pt idx="855">
                  <c:v>8540</c:v>
                </c:pt>
                <c:pt idx="856">
                  <c:v>8550</c:v>
                </c:pt>
                <c:pt idx="857">
                  <c:v>8560</c:v>
                </c:pt>
                <c:pt idx="858">
                  <c:v>8570</c:v>
                </c:pt>
                <c:pt idx="859">
                  <c:v>8580</c:v>
                </c:pt>
                <c:pt idx="860">
                  <c:v>8590</c:v>
                </c:pt>
                <c:pt idx="861">
                  <c:v>8600</c:v>
                </c:pt>
                <c:pt idx="862">
                  <c:v>8610</c:v>
                </c:pt>
                <c:pt idx="863">
                  <c:v>8620</c:v>
                </c:pt>
                <c:pt idx="864">
                  <c:v>8630</c:v>
                </c:pt>
                <c:pt idx="865">
                  <c:v>8640</c:v>
                </c:pt>
                <c:pt idx="866">
                  <c:v>8650</c:v>
                </c:pt>
                <c:pt idx="867">
                  <c:v>8660</c:v>
                </c:pt>
                <c:pt idx="868">
                  <c:v>8670</c:v>
                </c:pt>
                <c:pt idx="869">
                  <c:v>8680</c:v>
                </c:pt>
                <c:pt idx="870">
                  <c:v>8690</c:v>
                </c:pt>
                <c:pt idx="871">
                  <c:v>8700</c:v>
                </c:pt>
                <c:pt idx="872">
                  <c:v>8710</c:v>
                </c:pt>
                <c:pt idx="873">
                  <c:v>8720</c:v>
                </c:pt>
                <c:pt idx="874">
                  <c:v>8730</c:v>
                </c:pt>
                <c:pt idx="875">
                  <c:v>8740</c:v>
                </c:pt>
                <c:pt idx="876">
                  <c:v>8750</c:v>
                </c:pt>
                <c:pt idx="877">
                  <c:v>8760</c:v>
                </c:pt>
                <c:pt idx="878">
                  <c:v>8770</c:v>
                </c:pt>
                <c:pt idx="879">
                  <c:v>8780</c:v>
                </c:pt>
                <c:pt idx="880">
                  <c:v>8790</c:v>
                </c:pt>
                <c:pt idx="881">
                  <c:v>8800</c:v>
                </c:pt>
                <c:pt idx="882">
                  <c:v>8810</c:v>
                </c:pt>
                <c:pt idx="883">
                  <c:v>8820</c:v>
                </c:pt>
                <c:pt idx="884">
                  <c:v>8830</c:v>
                </c:pt>
                <c:pt idx="885">
                  <c:v>8840</c:v>
                </c:pt>
                <c:pt idx="886">
                  <c:v>8850</c:v>
                </c:pt>
                <c:pt idx="887">
                  <c:v>8860</c:v>
                </c:pt>
                <c:pt idx="888">
                  <c:v>8870</c:v>
                </c:pt>
                <c:pt idx="889">
                  <c:v>8880</c:v>
                </c:pt>
                <c:pt idx="890">
                  <c:v>8890</c:v>
                </c:pt>
                <c:pt idx="891">
                  <c:v>8900</c:v>
                </c:pt>
                <c:pt idx="892">
                  <c:v>8910</c:v>
                </c:pt>
                <c:pt idx="893">
                  <c:v>8920</c:v>
                </c:pt>
                <c:pt idx="894">
                  <c:v>8930</c:v>
                </c:pt>
                <c:pt idx="895">
                  <c:v>8940</c:v>
                </c:pt>
                <c:pt idx="896">
                  <c:v>8950</c:v>
                </c:pt>
                <c:pt idx="897">
                  <c:v>8960</c:v>
                </c:pt>
                <c:pt idx="898">
                  <c:v>8970</c:v>
                </c:pt>
                <c:pt idx="899">
                  <c:v>8980</c:v>
                </c:pt>
                <c:pt idx="900">
                  <c:v>8990</c:v>
                </c:pt>
                <c:pt idx="901">
                  <c:v>9000</c:v>
                </c:pt>
                <c:pt idx="902">
                  <c:v>9010</c:v>
                </c:pt>
                <c:pt idx="903">
                  <c:v>9020</c:v>
                </c:pt>
                <c:pt idx="904">
                  <c:v>9030</c:v>
                </c:pt>
                <c:pt idx="905">
                  <c:v>9040</c:v>
                </c:pt>
                <c:pt idx="906">
                  <c:v>9050</c:v>
                </c:pt>
                <c:pt idx="907">
                  <c:v>9060</c:v>
                </c:pt>
                <c:pt idx="908">
                  <c:v>9070</c:v>
                </c:pt>
                <c:pt idx="909">
                  <c:v>9080</c:v>
                </c:pt>
                <c:pt idx="910">
                  <c:v>9090</c:v>
                </c:pt>
                <c:pt idx="911">
                  <c:v>9100</c:v>
                </c:pt>
                <c:pt idx="912">
                  <c:v>9110</c:v>
                </c:pt>
                <c:pt idx="913">
                  <c:v>9120</c:v>
                </c:pt>
                <c:pt idx="914">
                  <c:v>9130</c:v>
                </c:pt>
                <c:pt idx="915">
                  <c:v>9140</c:v>
                </c:pt>
                <c:pt idx="916">
                  <c:v>9150</c:v>
                </c:pt>
                <c:pt idx="917">
                  <c:v>9160</c:v>
                </c:pt>
                <c:pt idx="918">
                  <c:v>9170</c:v>
                </c:pt>
                <c:pt idx="919">
                  <c:v>9180</c:v>
                </c:pt>
                <c:pt idx="920">
                  <c:v>9190</c:v>
                </c:pt>
                <c:pt idx="921">
                  <c:v>9200</c:v>
                </c:pt>
                <c:pt idx="922">
                  <c:v>9210</c:v>
                </c:pt>
                <c:pt idx="923">
                  <c:v>9220</c:v>
                </c:pt>
                <c:pt idx="924">
                  <c:v>9230</c:v>
                </c:pt>
                <c:pt idx="925">
                  <c:v>9240</c:v>
                </c:pt>
                <c:pt idx="926">
                  <c:v>9250</c:v>
                </c:pt>
                <c:pt idx="927">
                  <c:v>9260</c:v>
                </c:pt>
                <c:pt idx="928">
                  <c:v>9270</c:v>
                </c:pt>
                <c:pt idx="929">
                  <c:v>9280</c:v>
                </c:pt>
                <c:pt idx="930">
                  <c:v>9290</c:v>
                </c:pt>
                <c:pt idx="931">
                  <c:v>9300</c:v>
                </c:pt>
                <c:pt idx="932">
                  <c:v>9310</c:v>
                </c:pt>
                <c:pt idx="933">
                  <c:v>9320</c:v>
                </c:pt>
                <c:pt idx="934">
                  <c:v>9330</c:v>
                </c:pt>
                <c:pt idx="935">
                  <c:v>9340</c:v>
                </c:pt>
                <c:pt idx="936">
                  <c:v>9350</c:v>
                </c:pt>
                <c:pt idx="937">
                  <c:v>9360</c:v>
                </c:pt>
                <c:pt idx="938">
                  <c:v>9370</c:v>
                </c:pt>
                <c:pt idx="939">
                  <c:v>9380</c:v>
                </c:pt>
                <c:pt idx="940">
                  <c:v>9390</c:v>
                </c:pt>
                <c:pt idx="941">
                  <c:v>9400</c:v>
                </c:pt>
                <c:pt idx="942">
                  <c:v>9410</c:v>
                </c:pt>
                <c:pt idx="943">
                  <c:v>9420</c:v>
                </c:pt>
                <c:pt idx="944">
                  <c:v>9430</c:v>
                </c:pt>
                <c:pt idx="945">
                  <c:v>9440</c:v>
                </c:pt>
                <c:pt idx="946">
                  <c:v>9450</c:v>
                </c:pt>
                <c:pt idx="947">
                  <c:v>9460</c:v>
                </c:pt>
                <c:pt idx="948">
                  <c:v>9470</c:v>
                </c:pt>
                <c:pt idx="949">
                  <c:v>9480</c:v>
                </c:pt>
                <c:pt idx="950">
                  <c:v>9490</c:v>
                </c:pt>
                <c:pt idx="951">
                  <c:v>9500</c:v>
                </c:pt>
                <c:pt idx="952">
                  <c:v>9510</c:v>
                </c:pt>
                <c:pt idx="953">
                  <c:v>9520</c:v>
                </c:pt>
                <c:pt idx="954">
                  <c:v>9530</c:v>
                </c:pt>
                <c:pt idx="955">
                  <c:v>9540</c:v>
                </c:pt>
                <c:pt idx="956">
                  <c:v>9550</c:v>
                </c:pt>
                <c:pt idx="957">
                  <c:v>9560</c:v>
                </c:pt>
                <c:pt idx="958">
                  <c:v>9570</c:v>
                </c:pt>
                <c:pt idx="959">
                  <c:v>9580</c:v>
                </c:pt>
                <c:pt idx="960">
                  <c:v>9590</c:v>
                </c:pt>
                <c:pt idx="961">
                  <c:v>9600</c:v>
                </c:pt>
                <c:pt idx="962">
                  <c:v>9610</c:v>
                </c:pt>
                <c:pt idx="963">
                  <c:v>9620</c:v>
                </c:pt>
                <c:pt idx="964">
                  <c:v>9630</c:v>
                </c:pt>
                <c:pt idx="965">
                  <c:v>9640</c:v>
                </c:pt>
                <c:pt idx="966">
                  <c:v>9650</c:v>
                </c:pt>
                <c:pt idx="967">
                  <c:v>9660</c:v>
                </c:pt>
                <c:pt idx="968">
                  <c:v>9670</c:v>
                </c:pt>
                <c:pt idx="969">
                  <c:v>9680</c:v>
                </c:pt>
                <c:pt idx="970">
                  <c:v>9690</c:v>
                </c:pt>
                <c:pt idx="971">
                  <c:v>9700</c:v>
                </c:pt>
                <c:pt idx="972">
                  <c:v>9710</c:v>
                </c:pt>
                <c:pt idx="973">
                  <c:v>9720</c:v>
                </c:pt>
                <c:pt idx="974">
                  <c:v>9730</c:v>
                </c:pt>
                <c:pt idx="975">
                  <c:v>9740</c:v>
                </c:pt>
                <c:pt idx="976">
                  <c:v>9750</c:v>
                </c:pt>
                <c:pt idx="977">
                  <c:v>9760</c:v>
                </c:pt>
                <c:pt idx="978">
                  <c:v>9770</c:v>
                </c:pt>
                <c:pt idx="979">
                  <c:v>9780</c:v>
                </c:pt>
                <c:pt idx="980">
                  <c:v>9790</c:v>
                </c:pt>
                <c:pt idx="981">
                  <c:v>9800</c:v>
                </c:pt>
                <c:pt idx="982">
                  <c:v>9810</c:v>
                </c:pt>
                <c:pt idx="983">
                  <c:v>9820</c:v>
                </c:pt>
                <c:pt idx="984">
                  <c:v>9830</c:v>
                </c:pt>
                <c:pt idx="985">
                  <c:v>9840</c:v>
                </c:pt>
                <c:pt idx="986">
                  <c:v>9850</c:v>
                </c:pt>
                <c:pt idx="987">
                  <c:v>9860</c:v>
                </c:pt>
                <c:pt idx="988">
                  <c:v>9870</c:v>
                </c:pt>
                <c:pt idx="989">
                  <c:v>9880</c:v>
                </c:pt>
                <c:pt idx="990">
                  <c:v>9890</c:v>
                </c:pt>
                <c:pt idx="991">
                  <c:v>9900</c:v>
                </c:pt>
                <c:pt idx="992">
                  <c:v>9910</c:v>
                </c:pt>
                <c:pt idx="993">
                  <c:v>9920</c:v>
                </c:pt>
                <c:pt idx="994">
                  <c:v>9930</c:v>
                </c:pt>
                <c:pt idx="995">
                  <c:v>9940</c:v>
                </c:pt>
                <c:pt idx="996">
                  <c:v>9950</c:v>
                </c:pt>
                <c:pt idx="997">
                  <c:v>9960</c:v>
                </c:pt>
                <c:pt idx="998">
                  <c:v>9970</c:v>
                </c:pt>
                <c:pt idx="999">
                  <c:v>9980</c:v>
                </c:pt>
                <c:pt idx="1000">
                  <c:v>9990</c:v>
                </c:pt>
                <c:pt idx="1001">
                  <c:v>10000</c:v>
                </c:pt>
                <c:pt idx="1002">
                  <c:v>10010</c:v>
                </c:pt>
                <c:pt idx="1003">
                  <c:v>10020</c:v>
                </c:pt>
                <c:pt idx="1004">
                  <c:v>10030</c:v>
                </c:pt>
                <c:pt idx="1005">
                  <c:v>10040</c:v>
                </c:pt>
                <c:pt idx="1006">
                  <c:v>10050</c:v>
                </c:pt>
                <c:pt idx="1007">
                  <c:v>10060</c:v>
                </c:pt>
                <c:pt idx="1008">
                  <c:v>10070</c:v>
                </c:pt>
                <c:pt idx="1009">
                  <c:v>10080</c:v>
                </c:pt>
                <c:pt idx="1010">
                  <c:v>10090</c:v>
                </c:pt>
                <c:pt idx="1011">
                  <c:v>10100</c:v>
                </c:pt>
                <c:pt idx="1012">
                  <c:v>10110</c:v>
                </c:pt>
                <c:pt idx="1013">
                  <c:v>10120</c:v>
                </c:pt>
                <c:pt idx="1014">
                  <c:v>10130</c:v>
                </c:pt>
                <c:pt idx="1015">
                  <c:v>10140</c:v>
                </c:pt>
                <c:pt idx="1016">
                  <c:v>10150</c:v>
                </c:pt>
                <c:pt idx="1017">
                  <c:v>10160</c:v>
                </c:pt>
                <c:pt idx="1018">
                  <c:v>10170</c:v>
                </c:pt>
                <c:pt idx="1019">
                  <c:v>10180</c:v>
                </c:pt>
                <c:pt idx="1020">
                  <c:v>10190</c:v>
                </c:pt>
                <c:pt idx="1021">
                  <c:v>10200</c:v>
                </c:pt>
                <c:pt idx="1022">
                  <c:v>10210</c:v>
                </c:pt>
                <c:pt idx="1023">
                  <c:v>10220</c:v>
                </c:pt>
                <c:pt idx="1024">
                  <c:v>10230</c:v>
                </c:pt>
                <c:pt idx="1025">
                  <c:v>10240</c:v>
                </c:pt>
                <c:pt idx="1026">
                  <c:v>10250</c:v>
                </c:pt>
                <c:pt idx="1027">
                  <c:v>10260</c:v>
                </c:pt>
                <c:pt idx="1028">
                  <c:v>10270</c:v>
                </c:pt>
                <c:pt idx="1029">
                  <c:v>10280</c:v>
                </c:pt>
                <c:pt idx="1030">
                  <c:v>10290</c:v>
                </c:pt>
                <c:pt idx="1031">
                  <c:v>10300</c:v>
                </c:pt>
                <c:pt idx="1032">
                  <c:v>10310</c:v>
                </c:pt>
                <c:pt idx="1033">
                  <c:v>10320</c:v>
                </c:pt>
                <c:pt idx="1034">
                  <c:v>10330</c:v>
                </c:pt>
                <c:pt idx="1035">
                  <c:v>10340</c:v>
                </c:pt>
                <c:pt idx="1036">
                  <c:v>10350</c:v>
                </c:pt>
                <c:pt idx="1037">
                  <c:v>10360</c:v>
                </c:pt>
                <c:pt idx="1038">
                  <c:v>10370</c:v>
                </c:pt>
                <c:pt idx="1039">
                  <c:v>10380</c:v>
                </c:pt>
                <c:pt idx="1040">
                  <c:v>10390</c:v>
                </c:pt>
                <c:pt idx="1041">
                  <c:v>10400</c:v>
                </c:pt>
                <c:pt idx="1042">
                  <c:v>10410</c:v>
                </c:pt>
                <c:pt idx="1043">
                  <c:v>10420</c:v>
                </c:pt>
                <c:pt idx="1044">
                  <c:v>10430</c:v>
                </c:pt>
                <c:pt idx="1045">
                  <c:v>10440</c:v>
                </c:pt>
                <c:pt idx="1046">
                  <c:v>10450</c:v>
                </c:pt>
                <c:pt idx="1047">
                  <c:v>10460</c:v>
                </c:pt>
                <c:pt idx="1048">
                  <c:v>10470</c:v>
                </c:pt>
                <c:pt idx="1049">
                  <c:v>10480</c:v>
                </c:pt>
                <c:pt idx="1050">
                  <c:v>10490</c:v>
                </c:pt>
                <c:pt idx="1051">
                  <c:v>10500</c:v>
                </c:pt>
                <c:pt idx="1052">
                  <c:v>10510</c:v>
                </c:pt>
                <c:pt idx="1053">
                  <c:v>10520</c:v>
                </c:pt>
                <c:pt idx="1054">
                  <c:v>10530</c:v>
                </c:pt>
                <c:pt idx="1055">
                  <c:v>10540</c:v>
                </c:pt>
                <c:pt idx="1056">
                  <c:v>10550</c:v>
                </c:pt>
                <c:pt idx="1057">
                  <c:v>10560</c:v>
                </c:pt>
                <c:pt idx="1058">
                  <c:v>10570</c:v>
                </c:pt>
                <c:pt idx="1059">
                  <c:v>10580</c:v>
                </c:pt>
                <c:pt idx="1060">
                  <c:v>10590</c:v>
                </c:pt>
                <c:pt idx="1061">
                  <c:v>10600</c:v>
                </c:pt>
                <c:pt idx="1062">
                  <c:v>10610</c:v>
                </c:pt>
                <c:pt idx="1063">
                  <c:v>10620</c:v>
                </c:pt>
                <c:pt idx="1064">
                  <c:v>10630</c:v>
                </c:pt>
                <c:pt idx="1065">
                  <c:v>10640</c:v>
                </c:pt>
                <c:pt idx="1066">
                  <c:v>10650</c:v>
                </c:pt>
                <c:pt idx="1067">
                  <c:v>10660</c:v>
                </c:pt>
                <c:pt idx="1068">
                  <c:v>10670</c:v>
                </c:pt>
                <c:pt idx="1069">
                  <c:v>10680</c:v>
                </c:pt>
                <c:pt idx="1070">
                  <c:v>10690</c:v>
                </c:pt>
                <c:pt idx="1071">
                  <c:v>10700</c:v>
                </c:pt>
                <c:pt idx="1072">
                  <c:v>10710</c:v>
                </c:pt>
                <c:pt idx="1073">
                  <c:v>10720</c:v>
                </c:pt>
                <c:pt idx="1074">
                  <c:v>10730</c:v>
                </c:pt>
                <c:pt idx="1075">
                  <c:v>10740</c:v>
                </c:pt>
                <c:pt idx="1076">
                  <c:v>10750</c:v>
                </c:pt>
                <c:pt idx="1077">
                  <c:v>10760</c:v>
                </c:pt>
                <c:pt idx="1078">
                  <c:v>10770</c:v>
                </c:pt>
                <c:pt idx="1079">
                  <c:v>10780</c:v>
                </c:pt>
                <c:pt idx="1080">
                  <c:v>10790</c:v>
                </c:pt>
                <c:pt idx="1081">
                  <c:v>10800</c:v>
                </c:pt>
                <c:pt idx="1082">
                  <c:v>10810</c:v>
                </c:pt>
                <c:pt idx="1083">
                  <c:v>10820</c:v>
                </c:pt>
                <c:pt idx="1084">
                  <c:v>10830</c:v>
                </c:pt>
                <c:pt idx="1085">
                  <c:v>10840</c:v>
                </c:pt>
                <c:pt idx="1086">
                  <c:v>10850</c:v>
                </c:pt>
                <c:pt idx="1087">
                  <c:v>10860</c:v>
                </c:pt>
                <c:pt idx="1088">
                  <c:v>10870</c:v>
                </c:pt>
                <c:pt idx="1089">
                  <c:v>10880</c:v>
                </c:pt>
                <c:pt idx="1090">
                  <c:v>10890</c:v>
                </c:pt>
                <c:pt idx="1091">
                  <c:v>10900</c:v>
                </c:pt>
                <c:pt idx="1092">
                  <c:v>10910</c:v>
                </c:pt>
                <c:pt idx="1093">
                  <c:v>10920</c:v>
                </c:pt>
                <c:pt idx="1094">
                  <c:v>10930</c:v>
                </c:pt>
                <c:pt idx="1095">
                  <c:v>10940</c:v>
                </c:pt>
                <c:pt idx="1096">
                  <c:v>10950</c:v>
                </c:pt>
                <c:pt idx="1097">
                  <c:v>10960</c:v>
                </c:pt>
                <c:pt idx="1098">
                  <c:v>10970</c:v>
                </c:pt>
                <c:pt idx="1099">
                  <c:v>10980</c:v>
                </c:pt>
                <c:pt idx="1100">
                  <c:v>10990</c:v>
                </c:pt>
                <c:pt idx="1101">
                  <c:v>11000</c:v>
                </c:pt>
                <c:pt idx="1102">
                  <c:v>11010</c:v>
                </c:pt>
                <c:pt idx="1103">
                  <c:v>11020</c:v>
                </c:pt>
                <c:pt idx="1104">
                  <c:v>11030</c:v>
                </c:pt>
                <c:pt idx="1105">
                  <c:v>11040</c:v>
                </c:pt>
                <c:pt idx="1106">
                  <c:v>11050</c:v>
                </c:pt>
                <c:pt idx="1107">
                  <c:v>11060</c:v>
                </c:pt>
                <c:pt idx="1108">
                  <c:v>11070</c:v>
                </c:pt>
                <c:pt idx="1109">
                  <c:v>11080</c:v>
                </c:pt>
                <c:pt idx="1110">
                  <c:v>11090</c:v>
                </c:pt>
                <c:pt idx="1111">
                  <c:v>11100</c:v>
                </c:pt>
                <c:pt idx="1112">
                  <c:v>11110</c:v>
                </c:pt>
                <c:pt idx="1113">
                  <c:v>11120</c:v>
                </c:pt>
                <c:pt idx="1114">
                  <c:v>11130</c:v>
                </c:pt>
                <c:pt idx="1115">
                  <c:v>11140</c:v>
                </c:pt>
                <c:pt idx="1116">
                  <c:v>11150</c:v>
                </c:pt>
                <c:pt idx="1117">
                  <c:v>11160</c:v>
                </c:pt>
                <c:pt idx="1118">
                  <c:v>11170</c:v>
                </c:pt>
                <c:pt idx="1119">
                  <c:v>11180</c:v>
                </c:pt>
                <c:pt idx="1120">
                  <c:v>11190</c:v>
                </c:pt>
                <c:pt idx="1121">
                  <c:v>11200</c:v>
                </c:pt>
                <c:pt idx="1122">
                  <c:v>11210</c:v>
                </c:pt>
                <c:pt idx="1123">
                  <c:v>11220</c:v>
                </c:pt>
                <c:pt idx="1124">
                  <c:v>11230</c:v>
                </c:pt>
                <c:pt idx="1125">
                  <c:v>11240</c:v>
                </c:pt>
                <c:pt idx="1126">
                  <c:v>11250</c:v>
                </c:pt>
                <c:pt idx="1127">
                  <c:v>11260</c:v>
                </c:pt>
                <c:pt idx="1128">
                  <c:v>11270</c:v>
                </c:pt>
                <c:pt idx="1129">
                  <c:v>11280</c:v>
                </c:pt>
                <c:pt idx="1130">
                  <c:v>11290</c:v>
                </c:pt>
                <c:pt idx="1131">
                  <c:v>11300</c:v>
                </c:pt>
                <c:pt idx="1132">
                  <c:v>11310</c:v>
                </c:pt>
                <c:pt idx="1133">
                  <c:v>11320</c:v>
                </c:pt>
                <c:pt idx="1134">
                  <c:v>11330</c:v>
                </c:pt>
                <c:pt idx="1135">
                  <c:v>11340</c:v>
                </c:pt>
                <c:pt idx="1136">
                  <c:v>11350</c:v>
                </c:pt>
                <c:pt idx="1137">
                  <c:v>11360</c:v>
                </c:pt>
                <c:pt idx="1138">
                  <c:v>11370</c:v>
                </c:pt>
                <c:pt idx="1139">
                  <c:v>11380</c:v>
                </c:pt>
                <c:pt idx="1140">
                  <c:v>11390</c:v>
                </c:pt>
                <c:pt idx="1141">
                  <c:v>11400</c:v>
                </c:pt>
                <c:pt idx="1142">
                  <c:v>11410</c:v>
                </c:pt>
                <c:pt idx="1143">
                  <c:v>11420</c:v>
                </c:pt>
                <c:pt idx="1144">
                  <c:v>11430</c:v>
                </c:pt>
                <c:pt idx="1145">
                  <c:v>11440</c:v>
                </c:pt>
                <c:pt idx="1146">
                  <c:v>11450</c:v>
                </c:pt>
                <c:pt idx="1147">
                  <c:v>11460</c:v>
                </c:pt>
                <c:pt idx="1148">
                  <c:v>11470</c:v>
                </c:pt>
                <c:pt idx="1149">
                  <c:v>11480</c:v>
                </c:pt>
                <c:pt idx="1150">
                  <c:v>11490</c:v>
                </c:pt>
                <c:pt idx="1151">
                  <c:v>11500</c:v>
                </c:pt>
                <c:pt idx="1152">
                  <c:v>11510</c:v>
                </c:pt>
                <c:pt idx="1153">
                  <c:v>11520</c:v>
                </c:pt>
                <c:pt idx="1154">
                  <c:v>11530</c:v>
                </c:pt>
                <c:pt idx="1155">
                  <c:v>11540</c:v>
                </c:pt>
                <c:pt idx="1156">
                  <c:v>11550</c:v>
                </c:pt>
                <c:pt idx="1157">
                  <c:v>11560</c:v>
                </c:pt>
                <c:pt idx="1158">
                  <c:v>11570</c:v>
                </c:pt>
                <c:pt idx="1159">
                  <c:v>11580</c:v>
                </c:pt>
                <c:pt idx="1160">
                  <c:v>11590</c:v>
                </c:pt>
                <c:pt idx="1161">
                  <c:v>11600</c:v>
                </c:pt>
                <c:pt idx="1162">
                  <c:v>11610</c:v>
                </c:pt>
                <c:pt idx="1163">
                  <c:v>11620</c:v>
                </c:pt>
                <c:pt idx="1164">
                  <c:v>11630</c:v>
                </c:pt>
                <c:pt idx="1165">
                  <c:v>11640</c:v>
                </c:pt>
                <c:pt idx="1166">
                  <c:v>11650</c:v>
                </c:pt>
                <c:pt idx="1167">
                  <c:v>11660</c:v>
                </c:pt>
                <c:pt idx="1168">
                  <c:v>11670</c:v>
                </c:pt>
                <c:pt idx="1169">
                  <c:v>11680</c:v>
                </c:pt>
                <c:pt idx="1170">
                  <c:v>11690</c:v>
                </c:pt>
                <c:pt idx="1171">
                  <c:v>11700</c:v>
                </c:pt>
                <c:pt idx="1172">
                  <c:v>11710</c:v>
                </c:pt>
                <c:pt idx="1173">
                  <c:v>11720</c:v>
                </c:pt>
                <c:pt idx="1174">
                  <c:v>11730</c:v>
                </c:pt>
                <c:pt idx="1175">
                  <c:v>11740</c:v>
                </c:pt>
                <c:pt idx="1176">
                  <c:v>11750</c:v>
                </c:pt>
                <c:pt idx="1177">
                  <c:v>11760</c:v>
                </c:pt>
                <c:pt idx="1178">
                  <c:v>11770</c:v>
                </c:pt>
                <c:pt idx="1179">
                  <c:v>11780</c:v>
                </c:pt>
                <c:pt idx="1180">
                  <c:v>11790</c:v>
                </c:pt>
                <c:pt idx="1181">
                  <c:v>11800</c:v>
                </c:pt>
                <c:pt idx="1182">
                  <c:v>11810</c:v>
                </c:pt>
                <c:pt idx="1183">
                  <c:v>11820</c:v>
                </c:pt>
                <c:pt idx="1184">
                  <c:v>11830</c:v>
                </c:pt>
                <c:pt idx="1185">
                  <c:v>11840</c:v>
                </c:pt>
                <c:pt idx="1186">
                  <c:v>11850</c:v>
                </c:pt>
                <c:pt idx="1187">
                  <c:v>11860</c:v>
                </c:pt>
                <c:pt idx="1188">
                  <c:v>11870</c:v>
                </c:pt>
                <c:pt idx="1189">
                  <c:v>11880</c:v>
                </c:pt>
                <c:pt idx="1190">
                  <c:v>11890</c:v>
                </c:pt>
                <c:pt idx="1191">
                  <c:v>11900</c:v>
                </c:pt>
                <c:pt idx="1192">
                  <c:v>11910</c:v>
                </c:pt>
                <c:pt idx="1193">
                  <c:v>11920</c:v>
                </c:pt>
                <c:pt idx="1194">
                  <c:v>11930</c:v>
                </c:pt>
                <c:pt idx="1195">
                  <c:v>11940</c:v>
                </c:pt>
                <c:pt idx="1196">
                  <c:v>11950</c:v>
                </c:pt>
                <c:pt idx="1197">
                  <c:v>11960</c:v>
                </c:pt>
                <c:pt idx="1198">
                  <c:v>11970</c:v>
                </c:pt>
                <c:pt idx="1199">
                  <c:v>11980</c:v>
                </c:pt>
                <c:pt idx="1200">
                  <c:v>11990</c:v>
                </c:pt>
                <c:pt idx="1201">
                  <c:v>12000</c:v>
                </c:pt>
                <c:pt idx="1202">
                  <c:v>12010</c:v>
                </c:pt>
                <c:pt idx="1203">
                  <c:v>12020</c:v>
                </c:pt>
                <c:pt idx="1204">
                  <c:v>12030</c:v>
                </c:pt>
                <c:pt idx="1205">
                  <c:v>12040</c:v>
                </c:pt>
                <c:pt idx="1206">
                  <c:v>12050</c:v>
                </c:pt>
                <c:pt idx="1207">
                  <c:v>12060</c:v>
                </c:pt>
                <c:pt idx="1208">
                  <c:v>12070</c:v>
                </c:pt>
                <c:pt idx="1209">
                  <c:v>12080</c:v>
                </c:pt>
                <c:pt idx="1210">
                  <c:v>12090</c:v>
                </c:pt>
                <c:pt idx="1211">
                  <c:v>12100</c:v>
                </c:pt>
                <c:pt idx="1212">
                  <c:v>12110</c:v>
                </c:pt>
                <c:pt idx="1213">
                  <c:v>12120</c:v>
                </c:pt>
                <c:pt idx="1214">
                  <c:v>12130</c:v>
                </c:pt>
                <c:pt idx="1215">
                  <c:v>12140</c:v>
                </c:pt>
                <c:pt idx="1216">
                  <c:v>12150</c:v>
                </c:pt>
                <c:pt idx="1217">
                  <c:v>12160</c:v>
                </c:pt>
                <c:pt idx="1218">
                  <c:v>12170</c:v>
                </c:pt>
                <c:pt idx="1219">
                  <c:v>12180</c:v>
                </c:pt>
                <c:pt idx="1220">
                  <c:v>12190</c:v>
                </c:pt>
                <c:pt idx="1221">
                  <c:v>12200</c:v>
                </c:pt>
                <c:pt idx="1222">
                  <c:v>12210</c:v>
                </c:pt>
                <c:pt idx="1223">
                  <c:v>12220</c:v>
                </c:pt>
                <c:pt idx="1224">
                  <c:v>12230</c:v>
                </c:pt>
                <c:pt idx="1225">
                  <c:v>12240</c:v>
                </c:pt>
                <c:pt idx="1226">
                  <c:v>12250</c:v>
                </c:pt>
                <c:pt idx="1227">
                  <c:v>12260</c:v>
                </c:pt>
                <c:pt idx="1228">
                  <c:v>12270</c:v>
                </c:pt>
                <c:pt idx="1229">
                  <c:v>12280</c:v>
                </c:pt>
                <c:pt idx="1230">
                  <c:v>12290</c:v>
                </c:pt>
                <c:pt idx="1231">
                  <c:v>12300</c:v>
                </c:pt>
                <c:pt idx="1232">
                  <c:v>12310</c:v>
                </c:pt>
                <c:pt idx="1233">
                  <c:v>12320</c:v>
                </c:pt>
                <c:pt idx="1234">
                  <c:v>12330</c:v>
                </c:pt>
                <c:pt idx="1235">
                  <c:v>12340</c:v>
                </c:pt>
                <c:pt idx="1236">
                  <c:v>12350</c:v>
                </c:pt>
                <c:pt idx="1237">
                  <c:v>12360</c:v>
                </c:pt>
                <c:pt idx="1238">
                  <c:v>12370</c:v>
                </c:pt>
                <c:pt idx="1239">
                  <c:v>12380</c:v>
                </c:pt>
                <c:pt idx="1240">
                  <c:v>12390</c:v>
                </c:pt>
                <c:pt idx="1241">
                  <c:v>12400</c:v>
                </c:pt>
                <c:pt idx="1242">
                  <c:v>12410</c:v>
                </c:pt>
                <c:pt idx="1243">
                  <c:v>12420</c:v>
                </c:pt>
                <c:pt idx="1244">
                  <c:v>12430</c:v>
                </c:pt>
                <c:pt idx="1245">
                  <c:v>12440</c:v>
                </c:pt>
                <c:pt idx="1246">
                  <c:v>12450</c:v>
                </c:pt>
                <c:pt idx="1247">
                  <c:v>12460</c:v>
                </c:pt>
                <c:pt idx="1248">
                  <c:v>12470</c:v>
                </c:pt>
                <c:pt idx="1249">
                  <c:v>12480</c:v>
                </c:pt>
                <c:pt idx="1250">
                  <c:v>12490</c:v>
                </c:pt>
                <c:pt idx="1251">
                  <c:v>12500</c:v>
                </c:pt>
                <c:pt idx="1252">
                  <c:v>12510</c:v>
                </c:pt>
                <c:pt idx="1253">
                  <c:v>12520</c:v>
                </c:pt>
                <c:pt idx="1254">
                  <c:v>12530</c:v>
                </c:pt>
                <c:pt idx="1255">
                  <c:v>12540</c:v>
                </c:pt>
                <c:pt idx="1256">
                  <c:v>12550</c:v>
                </c:pt>
                <c:pt idx="1257">
                  <c:v>12560</c:v>
                </c:pt>
                <c:pt idx="1258">
                  <c:v>12570</c:v>
                </c:pt>
                <c:pt idx="1259">
                  <c:v>12580</c:v>
                </c:pt>
                <c:pt idx="1260">
                  <c:v>12590</c:v>
                </c:pt>
                <c:pt idx="1261">
                  <c:v>12600</c:v>
                </c:pt>
                <c:pt idx="1262">
                  <c:v>12610</c:v>
                </c:pt>
                <c:pt idx="1263">
                  <c:v>12620</c:v>
                </c:pt>
                <c:pt idx="1264">
                  <c:v>12630</c:v>
                </c:pt>
                <c:pt idx="1265">
                  <c:v>12640</c:v>
                </c:pt>
                <c:pt idx="1266">
                  <c:v>12650</c:v>
                </c:pt>
                <c:pt idx="1267">
                  <c:v>12660</c:v>
                </c:pt>
                <c:pt idx="1268">
                  <c:v>12670</c:v>
                </c:pt>
                <c:pt idx="1269">
                  <c:v>12680</c:v>
                </c:pt>
                <c:pt idx="1270">
                  <c:v>12690</c:v>
                </c:pt>
                <c:pt idx="1271">
                  <c:v>12700</c:v>
                </c:pt>
                <c:pt idx="1272">
                  <c:v>12710</c:v>
                </c:pt>
                <c:pt idx="1273">
                  <c:v>12720</c:v>
                </c:pt>
                <c:pt idx="1274">
                  <c:v>12730</c:v>
                </c:pt>
                <c:pt idx="1275">
                  <c:v>12740</c:v>
                </c:pt>
                <c:pt idx="1276">
                  <c:v>12750</c:v>
                </c:pt>
                <c:pt idx="1277">
                  <c:v>12760</c:v>
                </c:pt>
                <c:pt idx="1278">
                  <c:v>12770</c:v>
                </c:pt>
                <c:pt idx="1279">
                  <c:v>12780</c:v>
                </c:pt>
                <c:pt idx="1280">
                  <c:v>12790</c:v>
                </c:pt>
                <c:pt idx="1281">
                  <c:v>12800</c:v>
                </c:pt>
                <c:pt idx="1282">
                  <c:v>12810</c:v>
                </c:pt>
                <c:pt idx="1283">
                  <c:v>12820</c:v>
                </c:pt>
                <c:pt idx="1284">
                  <c:v>12830</c:v>
                </c:pt>
                <c:pt idx="1285">
                  <c:v>12840</c:v>
                </c:pt>
                <c:pt idx="1286">
                  <c:v>12850</c:v>
                </c:pt>
                <c:pt idx="1287">
                  <c:v>12860</c:v>
                </c:pt>
                <c:pt idx="1288">
                  <c:v>12870</c:v>
                </c:pt>
                <c:pt idx="1289">
                  <c:v>12880</c:v>
                </c:pt>
                <c:pt idx="1290">
                  <c:v>12890</c:v>
                </c:pt>
                <c:pt idx="1291">
                  <c:v>12900</c:v>
                </c:pt>
                <c:pt idx="1292">
                  <c:v>12910</c:v>
                </c:pt>
                <c:pt idx="1293">
                  <c:v>12920</c:v>
                </c:pt>
                <c:pt idx="1294">
                  <c:v>12930</c:v>
                </c:pt>
                <c:pt idx="1295">
                  <c:v>12940</c:v>
                </c:pt>
                <c:pt idx="1296">
                  <c:v>12950</c:v>
                </c:pt>
                <c:pt idx="1297">
                  <c:v>12960</c:v>
                </c:pt>
                <c:pt idx="1298">
                  <c:v>12970</c:v>
                </c:pt>
                <c:pt idx="1299">
                  <c:v>12980</c:v>
                </c:pt>
                <c:pt idx="1300">
                  <c:v>12990</c:v>
                </c:pt>
                <c:pt idx="1301">
                  <c:v>13000</c:v>
                </c:pt>
                <c:pt idx="1302">
                  <c:v>13010</c:v>
                </c:pt>
                <c:pt idx="1303">
                  <c:v>13020</c:v>
                </c:pt>
                <c:pt idx="1304">
                  <c:v>13030</c:v>
                </c:pt>
                <c:pt idx="1305">
                  <c:v>13040</c:v>
                </c:pt>
                <c:pt idx="1306">
                  <c:v>13050</c:v>
                </c:pt>
                <c:pt idx="1307">
                  <c:v>13060</c:v>
                </c:pt>
                <c:pt idx="1308">
                  <c:v>13070</c:v>
                </c:pt>
                <c:pt idx="1309">
                  <c:v>13080</c:v>
                </c:pt>
                <c:pt idx="1310">
                  <c:v>13090</c:v>
                </c:pt>
                <c:pt idx="1311">
                  <c:v>13100</c:v>
                </c:pt>
                <c:pt idx="1312">
                  <c:v>13110</c:v>
                </c:pt>
                <c:pt idx="1313">
                  <c:v>13120</c:v>
                </c:pt>
                <c:pt idx="1314">
                  <c:v>13130</c:v>
                </c:pt>
                <c:pt idx="1315">
                  <c:v>13140</c:v>
                </c:pt>
                <c:pt idx="1316">
                  <c:v>13150</c:v>
                </c:pt>
                <c:pt idx="1317">
                  <c:v>13160</c:v>
                </c:pt>
                <c:pt idx="1318">
                  <c:v>13170</c:v>
                </c:pt>
                <c:pt idx="1319">
                  <c:v>13180</c:v>
                </c:pt>
                <c:pt idx="1320">
                  <c:v>13190</c:v>
                </c:pt>
                <c:pt idx="1321">
                  <c:v>13200</c:v>
                </c:pt>
                <c:pt idx="1322">
                  <c:v>13210</c:v>
                </c:pt>
                <c:pt idx="1323">
                  <c:v>13220</c:v>
                </c:pt>
                <c:pt idx="1324">
                  <c:v>13230</c:v>
                </c:pt>
                <c:pt idx="1325">
                  <c:v>13240</c:v>
                </c:pt>
                <c:pt idx="1326">
                  <c:v>13250</c:v>
                </c:pt>
                <c:pt idx="1327">
                  <c:v>13260</c:v>
                </c:pt>
                <c:pt idx="1328">
                  <c:v>13270</c:v>
                </c:pt>
                <c:pt idx="1329">
                  <c:v>13280</c:v>
                </c:pt>
                <c:pt idx="1330">
                  <c:v>13290</c:v>
                </c:pt>
                <c:pt idx="1331">
                  <c:v>13300</c:v>
                </c:pt>
                <c:pt idx="1332">
                  <c:v>13310</c:v>
                </c:pt>
                <c:pt idx="1333">
                  <c:v>13320</c:v>
                </c:pt>
                <c:pt idx="1334">
                  <c:v>13330</c:v>
                </c:pt>
                <c:pt idx="1335">
                  <c:v>13340</c:v>
                </c:pt>
                <c:pt idx="1336">
                  <c:v>13350</c:v>
                </c:pt>
                <c:pt idx="1337">
                  <c:v>13360</c:v>
                </c:pt>
                <c:pt idx="1338">
                  <c:v>13370</c:v>
                </c:pt>
                <c:pt idx="1339">
                  <c:v>13380</c:v>
                </c:pt>
                <c:pt idx="1340">
                  <c:v>13390</c:v>
                </c:pt>
                <c:pt idx="1341">
                  <c:v>13400</c:v>
                </c:pt>
                <c:pt idx="1342">
                  <c:v>13410</c:v>
                </c:pt>
                <c:pt idx="1343">
                  <c:v>13420</c:v>
                </c:pt>
                <c:pt idx="1344">
                  <c:v>13430</c:v>
                </c:pt>
                <c:pt idx="1345">
                  <c:v>13440</c:v>
                </c:pt>
                <c:pt idx="1346">
                  <c:v>13450</c:v>
                </c:pt>
                <c:pt idx="1347">
                  <c:v>13460</c:v>
                </c:pt>
                <c:pt idx="1348">
                  <c:v>13470</c:v>
                </c:pt>
                <c:pt idx="1349">
                  <c:v>13480</c:v>
                </c:pt>
                <c:pt idx="1350">
                  <c:v>13490</c:v>
                </c:pt>
                <c:pt idx="1351">
                  <c:v>13500</c:v>
                </c:pt>
                <c:pt idx="1352">
                  <c:v>13510</c:v>
                </c:pt>
                <c:pt idx="1353">
                  <c:v>13520</c:v>
                </c:pt>
                <c:pt idx="1354">
                  <c:v>13530</c:v>
                </c:pt>
                <c:pt idx="1355">
                  <c:v>13540</c:v>
                </c:pt>
                <c:pt idx="1356">
                  <c:v>13550</c:v>
                </c:pt>
                <c:pt idx="1357">
                  <c:v>13560</c:v>
                </c:pt>
                <c:pt idx="1358">
                  <c:v>13570</c:v>
                </c:pt>
                <c:pt idx="1359">
                  <c:v>13580</c:v>
                </c:pt>
                <c:pt idx="1360">
                  <c:v>13590</c:v>
                </c:pt>
                <c:pt idx="1361">
                  <c:v>13600</c:v>
                </c:pt>
                <c:pt idx="1362">
                  <c:v>13610</c:v>
                </c:pt>
                <c:pt idx="1363">
                  <c:v>13620</c:v>
                </c:pt>
                <c:pt idx="1364">
                  <c:v>13630</c:v>
                </c:pt>
                <c:pt idx="1365">
                  <c:v>13640</c:v>
                </c:pt>
                <c:pt idx="1366">
                  <c:v>13650</c:v>
                </c:pt>
                <c:pt idx="1367">
                  <c:v>13660</c:v>
                </c:pt>
                <c:pt idx="1368">
                  <c:v>13670</c:v>
                </c:pt>
                <c:pt idx="1369">
                  <c:v>13680</c:v>
                </c:pt>
                <c:pt idx="1370">
                  <c:v>13690</c:v>
                </c:pt>
                <c:pt idx="1371">
                  <c:v>13700</c:v>
                </c:pt>
                <c:pt idx="1372">
                  <c:v>13710</c:v>
                </c:pt>
                <c:pt idx="1373">
                  <c:v>13720</c:v>
                </c:pt>
                <c:pt idx="1374">
                  <c:v>13730</c:v>
                </c:pt>
                <c:pt idx="1375">
                  <c:v>13740</c:v>
                </c:pt>
                <c:pt idx="1376">
                  <c:v>13750</c:v>
                </c:pt>
                <c:pt idx="1377">
                  <c:v>13760</c:v>
                </c:pt>
                <c:pt idx="1378">
                  <c:v>13770</c:v>
                </c:pt>
                <c:pt idx="1379">
                  <c:v>13780</c:v>
                </c:pt>
                <c:pt idx="1380">
                  <c:v>13790</c:v>
                </c:pt>
                <c:pt idx="1381">
                  <c:v>13800</c:v>
                </c:pt>
                <c:pt idx="1382">
                  <c:v>13810</c:v>
                </c:pt>
                <c:pt idx="1383">
                  <c:v>13820</c:v>
                </c:pt>
                <c:pt idx="1384">
                  <c:v>13830</c:v>
                </c:pt>
                <c:pt idx="1385">
                  <c:v>13840</c:v>
                </c:pt>
                <c:pt idx="1386">
                  <c:v>13850</c:v>
                </c:pt>
                <c:pt idx="1387">
                  <c:v>13860</c:v>
                </c:pt>
                <c:pt idx="1388">
                  <c:v>13870</c:v>
                </c:pt>
                <c:pt idx="1389">
                  <c:v>13880</c:v>
                </c:pt>
                <c:pt idx="1390">
                  <c:v>13890</c:v>
                </c:pt>
                <c:pt idx="1391">
                  <c:v>13900</c:v>
                </c:pt>
                <c:pt idx="1392">
                  <c:v>13910</c:v>
                </c:pt>
                <c:pt idx="1393">
                  <c:v>13920</c:v>
                </c:pt>
                <c:pt idx="1394">
                  <c:v>13930</c:v>
                </c:pt>
                <c:pt idx="1395">
                  <c:v>13940</c:v>
                </c:pt>
                <c:pt idx="1396">
                  <c:v>13950</c:v>
                </c:pt>
                <c:pt idx="1397">
                  <c:v>13960</c:v>
                </c:pt>
                <c:pt idx="1398">
                  <c:v>13970</c:v>
                </c:pt>
                <c:pt idx="1399">
                  <c:v>13980</c:v>
                </c:pt>
                <c:pt idx="1400">
                  <c:v>13990</c:v>
                </c:pt>
                <c:pt idx="1401">
                  <c:v>14000</c:v>
                </c:pt>
                <c:pt idx="1402">
                  <c:v>14010</c:v>
                </c:pt>
                <c:pt idx="1403">
                  <c:v>14020</c:v>
                </c:pt>
                <c:pt idx="1404">
                  <c:v>14030</c:v>
                </c:pt>
                <c:pt idx="1405">
                  <c:v>14040</c:v>
                </c:pt>
                <c:pt idx="1406">
                  <c:v>14050</c:v>
                </c:pt>
                <c:pt idx="1407">
                  <c:v>14060</c:v>
                </c:pt>
                <c:pt idx="1408">
                  <c:v>14070</c:v>
                </c:pt>
                <c:pt idx="1409">
                  <c:v>14080</c:v>
                </c:pt>
                <c:pt idx="1410">
                  <c:v>14090</c:v>
                </c:pt>
                <c:pt idx="1411">
                  <c:v>14100</c:v>
                </c:pt>
                <c:pt idx="1412">
                  <c:v>14110</c:v>
                </c:pt>
                <c:pt idx="1413">
                  <c:v>14120</c:v>
                </c:pt>
                <c:pt idx="1414">
                  <c:v>14130</c:v>
                </c:pt>
                <c:pt idx="1415">
                  <c:v>14140</c:v>
                </c:pt>
              </c:numCache>
            </c:numRef>
          </c:xVal>
          <c:yVal>
            <c:numRef>
              <c:f>gene14150_mseTra!$C$2:$C$1416</c:f>
              <c:numCache>
                <c:formatCode>General</c:formatCode>
                <c:ptCount val="1415"/>
                <c:pt idx="0">
                  <c:v>0.13551398000000001</c:v>
                </c:pt>
                <c:pt idx="1">
                  <c:v>0.124696046</c:v>
                </c:pt>
                <c:pt idx="2">
                  <c:v>0.12325635</c:v>
                </c:pt>
                <c:pt idx="3">
                  <c:v>0.12402744</c:v>
                </c:pt>
                <c:pt idx="4">
                  <c:v>0.12505458</c:v>
                </c:pt>
                <c:pt idx="5">
                  <c:v>0.12589405000000001</c:v>
                </c:pt>
                <c:pt idx="6">
                  <c:v>0.12650701</c:v>
                </c:pt>
                <c:pt idx="7">
                  <c:v>0.12694096999999999</c:v>
                </c:pt>
                <c:pt idx="8">
                  <c:v>0.12724808000000001</c:v>
                </c:pt>
                <c:pt idx="9">
                  <c:v>0.12746785999999999</c:v>
                </c:pt>
                <c:pt idx="10">
                  <c:v>0.1276275</c:v>
                </c:pt>
                <c:pt idx="11">
                  <c:v>0.1277452</c:v>
                </c:pt>
                <c:pt idx="12">
                  <c:v>0.12783298000000001</c:v>
                </c:pt>
                <c:pt idx="13">
                  <c:v>0.12789900000000001</c:v>
                </c:pt>
                <c:pt idx="14">
                  <c:v>0.12794871999999999</c:v>
                </c:pt>
                <c:pt idx="15">
                  <c:v>0.12798556999999999</c:v>
                </c:pt>
                <c:pt idx="16">
                  <c:v>0.12801266</c:v>
                </c:pt>
                <c:pt idx="17">
                  <c:v>0.12803191</c:v>
                </c:pt>
                <c:pt idx="18">
                  <c:v>0.12804444000000001</c:v>
                </c:pt>
                <c:pt idx="19">
                  <c:v>0.12805168</c:v>
                </c:pt>
                <c:pt idx="20">
                  <c:v>0.12805393000000001</c:v>
                </c:pt>
                <c:pt idx="21">
                  <c:v>0.12805215</c:v>
                </c:pt>
                <c:pt idx="22">
                  <c:v>0.12804673999999999</c:v>
                </c:pt>
                <c:pt idx="23">
                  <c:v>0.12803787999999999</c:v>
                </c:pt>
                <c:pt idx="24">
                  <c:v>0.12802604000000001</c:v>
                </c:pt>
                <c:pt idx="25">
                  <c:v>0.12801151999999999</c:v>
                </c:pt>
                <c:pt idx="26">
                  <c:v>0.12799479</c:v>
                </c:pt>
                <c:pt idx="27">
                  <c:v>0.1279758</c:v>
                </c:pt>
                <c:pt idx="28">
                  <c:v>0.12795444</c:v>
                </c:pt>
                <c:pt idx="29">
                  <c:v>0.12793128000000001</c:v>
                </c:pt>
                <c:pt idx="30">
                  <c:v>0.1279062</c:v>
                </c:pt>
                <c:pt idx="31">
                  <c:v>0.12787946</c:v>
                </c:pt>
                <c:pt idx="32">
                  <c:v>0.12785113000000001</c:v>
                </c:pt>
                <c:pt idx="33">
                  <c:v>0.1278213</c:v>
                </c:pt>
                <c:pt idx="34">
                  <c:v>0.12779004999999999</c:v>
                </c:pt>
                <c:pt idx="35">
                  <c:v>0.12775718</c:v>
                </c:pt>
                <c:pt idx="36">
                  <c:v>0.12772320000000001</c:v>
                </c:pt>
                <c:pt idx="37">
                  <c:v>0.12768794999999999</c:v>
                </c:pt>
                <c:pt idx="38">
                  <c:v>0.12765166</c:v>
                </c:pt>
                <c:pt idx="39">
                  <c:v>0.12761400000000001</c:v>
                </c:pt>
                <c:pt idx="40">
                  <c:v>0.12757525</c:v>
                </c:pt>
                <c:pt idx="41">
                  <c:v>0.12753576</c:v>
                </c:pt>
                <c:pt idx="42">
                  <c:v>0.12749543999999999</c:v>
                </c:pt>
                <c:pt idx="43">
                  <c:v>0.12745409999999999</c:v>
                </c:pt>
                <c:pt idx="44">
                  <c:v>0.12741189999999999</c:v>
                </c:pt>
                <c:pt idx="45">
                  <c:v>0.12736902</c:v>
                </c:pt>
                <c:pt idx="46">
                  <c:v>0.12732521999999999</c:v>
                </c:pt>
                <c:pt idx="47">
                  <c:v>0.12728058</c:v>
                </c:pt>
                <c:pt idx="48">
                  <c:v>0.12723555</c:v>
                </c:pt>
                <c:pt idx="49">
                  <c:v>0.12718973</c:v>
                </c:pt>
                <c:pt idx="50">
                  <c:v>0.12714318999999999</c:v>
                </c:pt>
                <c:pt idx="51">
                  <c:v>0.12709599999999999</c:v>
                </c:pt>
                <c:pt idx="52">
                  <c:v>0.12704878</c:v>
                </c:pt>
                <c:pt idx="53">
                  <c:v>0.12700088000000001</c:v>
                </c:pt>
                <c:pt idx="54">
                  <c:v>0.12695224999999999</c:v>
                </c:pt>
                <c:pt idx="55">
                  <c:v>0.1269034</c:v>
                </c:pt>
                <c:pt idx="56">
                  <c:v>0.12685402000000001</c:v>
                </c:pt>
                <c:pt idx="57">
                  <c:v>0.12680435000000001</c:v>
                </c:pt>
                <c:pt idx="58">
                  <c:v>0.12675436000000001</c:v>
                </c:pt>
                <c:pt idx="59">
                  <c:v>0.12670395000000001</c:v>
                </c:pt>
                <c:pt idx="60">
                  <c:v>0.12665306000000001</c:v>
                </c:pt>
                <c:pt idx="61">
                  <c:v>0.12660176000000001</c:v>
                </c:pt>
                <c:pt idx="62">
                  <c:v>0.12655021</c:v>
                </c:pt>
                <c:pt idx="63">
                  <c:v>0.12649864</c:v>
                </c:pt>
                <c:pt idx="64">
                  <c:v>0.1264468</c:v>
                </c:pt>
                <c:pt idx="65">
                  <c:v>0.12639439</c:v>
                </c:pt>
                <c:pt idx="66">
                  <c:v>0.12634200000000001</c:v>
                </c:pt>
                <c:pt idx="67">
                  <c:v>0.1262894</c:v>
                </c:pt>
                <c:pt idx="68">
                  <c:v>0.12623677</c:v>
                </c:pt>
                <c:pt idx="69">
                  <c:v>0.12618396000000001</c:v>
                </c:pt>
                <c:pt idx="70">
                  <c:v>0.12613094999999999</c:v>
                </c:pt>
                <c:pt idx="71">
                  <c:v>0.12607789999999999</c:v>
                </c:pt>
                <c:pt idx="72">
                  <c:v>0.12602466000000001</c:v>
                </c:pt>
                <c:pt idx="73">
                  <c:v>0.12597148</c:v>
                </c:pt>
                <c:pt idx="74">
                  <c:v>0.12591794000000001</c:v>
                </c:pt>
                <c:pt idx="75">
                  <c:v>0.12586459999999999</c:v>
                </c:pt>
                <c:pt idx="76">
                  <c:v>0.12581129999999999</c:v>
                </c:pt>
                <c:pt idx="77">
                  <c:v>0.12575752000000001</c:v>
                </c:pt>
                <c:pt idx="78">
                  <c:v>0.12570400000000001</c:v>
                </c:pt>
                <c:pt idx="79">
                  <c:v>0.12565054000000001</c:v>
                </c:pt>
                <c:pt idx="80">
                  <c:v>0.12559714999999999</c:v>
                </c:pt>
                <c:pt idx="81">
                  <c:v>0.12554370000000001</c:v>
                </c:pt>
                <c:pt idx="82">
                  <c:v>0.12548978999999999</c:v>
                </c:pt>
                <c:pt idx="83">
                  <c:v>0.12543636999999999</c:v>
                </c:pt>
                <c:pt idx="84">
                  <c:v>0.12538286000000001</c:v>
                </c:pt>
                <c:pt idx="85">
                  <c:v>0.12532914000000001</c:v>
                </c:pt>
                <c:pt idx="86">
                  <c:v>0.12527557</c:v>
                </c:pt>
                <c:pt idx="87">
                  <c:v>0.12522206</c:v>
                </c:pt>
                <c:pt idx="88">
                  <c:v>0.12516847</c:v>
                </c:pt>
                <c:pt idx="89">
                  <c:v>0.12511520000000001</c:v>
                </c:pt>
                <c:pt idx="90">
                  <c:v>0.12506186999999999</c:v>
                </c:pt>
                <c:pt idx="91">
                  <c:v>0.12500831000000001</c:v>
                </c:pt>
                <c:pt idx="92">
                  <c:v>0.12495537</c:v>
                </c:pt>
                <c:pt idx="93">
                  <c:v>0.12490211</c:v>
                </c:pt>
                <c:pt idx="94">
                  <c:v>0.12484908</c:v>
                </c:pt>
                <c:pt idx="95">
                  <c:v>0.12479614</c:v>
                </c:pt>
                <c:pt idx="96">
                  <c:v>0.12474323</c:v>
                </c:pt>
                <c:pt idx="97">
                  <c:v>0.12469051</c:v>
                </c:pt>
                <c:pt idx="98">
                  <c:v>0.12463771999999999</c:v>
                </c:pt>
                <c:pt idx="99">
                  <c:v>0.12458532999999999</c:v>
                </c:pt>
                <c:pt idx="100">
                  <c:v>0.12453271</c:v>
                </c:pt>
                <c:pt idx="101">
                  <c:v>0.12448033999999999</c:v>
                </c:pt>
                <c:pt idx="102">
                  <c:v>0.12442797999999999</c:v>
                </c:pt>
                <c:pt idx="103">
                  <c:v>0.124375924</c:v>
                </c:pt>
                <c:pt idx="104">
                  <c:v>0.12432398</c:v>
                </c:pt>
                <c:pt idx="105">
                  <c:v>0.12427228999999999</c:v>
                </c:pt>
                <c:pt idx="106">
                  <c:v>0.12422050499999999</c:v>
                </c:pt>
                <c:pt idx="107">
                  <c:v>0.12416894000000001</c:v>
                </c:pt>
                <c:pt idx="108">
                  <c:v>0.12411756</c:v>
                </c:pt>
                <c:pt idx="109">
                  <c:v>0.12406590000000001</c:v>
                </c:pt>
                <c:pt idx="110">
                  <c:v>0.12401468</c:v>
                </c:pt>
                <c:pt idx="111">
                  <c:v>0.12396338</c:v>
                </c:pt>
                <c:pt idx="112">
                  <c:v>0.12391254</c:v>
                </c:pt>
                <c:pt idx="113">
                  <c:v>0.12386152</c:v>
                </c:pt>
                <c:pt idx="114">
                  <c:v>0.12381061</c:v>
                </c:pt>
                <c:pt idx="115">
                  <c:v>0.12376004</c:v>
                </c:pt>
                <c:pt idx="116">
                  <c:v>0.12370919399999999</c:v>
                </c:pt>
                <c:pt idx="117">
                  <c:v>0.1236589</c:v>
                </c:pt>
                <c:pt idx="118">
                  <c:v>0.12360878</c:v>
                </c:pt>
                <c:pt idx="119">
                  <c:v>0.12355865000000001</c:v>
                </c:pt>
                <c:pt idx="120">
                  <c:v>0.12350867</c:v>
                </c:pt>
                <c:pt idx="121">
                  <c:v>0.12345869</c:v>
                </c:pt>
                <c:pt idx="122">
                  <c:v>0.12340923400000001</c:v>
                </c:pt>
                <c:pt idx="123">
                  <c:v>0.12335972000000001</c:v>
                </c:pt>
                <c:pt idx="124">
                  <c:v>0.12331026</c:v>
                </c:pt>
                <c:pt idx="125">
                  <c:v>0.12326119000000001</c:v>
                </c:pt>
                <c:pt idx="126">
                  <c:v>0.123212</c:v>
                </c:pt>
                <c:pt idx="127">
                  <c:v>0.12316290000000001</c:v>
                </c:pt>
                <c:pt idx="128">
                  <c:v>0.12311395999999999</c:v>
                </c:pt>
                <c:pt idx="129">
                  <c:v>0.12306526</c:v>
                </c:pt>
                <c:pt idx="130">
                  <c:v>0.12301708</c:v>
                </c:pt>
                <c:pt idx="131">
                  <c:v>0.12296884</c:v>
                </c:pt>
                <c:pt idx="132">
                  <c:v>0.122920506</c:v>
                </c:pt>
                <c:pt idx="133">
                  <c:v>0.12287244999999999</c:v>
                </c:pt>
                <c:pt idx="134">
                  <c:v>0.12282451</c:v>
                </c:pt>
                <c:pt idx="135">
                  <c:v>0.122777045</c:v>
                </c:pt>
                <c:pt idx="136">
                  <c:v>0.122729406</c:v>
                </c:pt>
                <c:pt idx="137">
                  <c:v>0.12268221</c:v>
                </c:pt>
                <c:pt idx="138">
                  <c:v>0.12263501</c:v>
                </c:pt>
                <c:pt idx="139">
                  <c:v>0.12258786000000001</c:v>
                </c:pt>
                <c:pt idx="140">
                  <c:v>0.12254092</c:v>
                </c:pt>
                <c:pt idx="141">
                  <c:v>0.12249409999999999</c:v>
                </c:pt>
                <c:pt idx="142">
                  <c:v>0.122447245</c:v>
                </c:pt>
                <c:pt idx="143">
                  <c:v>0.12240095400000001</c:v>
                </c:pt>
                <c:pt idx="144">
                  <c:v>0.1223545</c:v>
                </c:pt>
                <c:pt idx="145">
                  <c:v>0.12230837999999999</c:v>
                </c:pt>
                <c:pt idx="146">
                  <c:v>0.122262284</c:v>
                </c:pt>
                <c:pt idx="147">
                  <c:v>0.1222164</c:v>
                </c:pt>
                <c:pt idx="148">
                  <c:v>0.12217048599999999</c:v>
                </c:pt>
                <c:pt idx="149">
                  <c:v>0.12212488000000001</c:v>
                </c:pt>
                <c:pt idx="150">
                  <c:v>0.12207947</c:v>
                </c:pt>
                <c:pt idx="151">
                  <c:v>0.12203424</c:v>
                </c:pt>
                <c:pt idx="152">
                  <c:v>0.12198884</c:v>
                </c:pt>
                <c:pt idx="153">
                  <c:v>0.121943854</c:v>
                </c:pt>
                <c:pt idx="154">
                  <c:v>0.12189917</c:v>
                </c:pt>
                <c:pt idx="155">
                  <c:v>0.12185451999999999</c:v>
                </c:pt>
                <c:pt idx="156">
                  <c:v>0.12180974</c:v>
                </c:pt>
                <c:pt idx="157">
                  <c:v>0.12176541</c:v>
                </c:pt>
                <c:pt idx="158">
                  <c:v>0.12172131999999999</c:v>
                </c:pt>
                <c:pt idx="159">
                  <c:v>0.12167709</c:v>
                </c:pt>
                <c:pt idx="160">
                  <c:v>0.12163304</c:v>
                </c:pt>
                <c:pt idx="161">
                  <c:v>0.12158908</c:v>
                </c:pt>
                <c:pt idx="162">
                  <c:v>0.12154527</c:v>
                </c:pt>
                <c:pt idx="163">
                  <c:v>0.12150168</c:v>
                </c:pt>
                <c:pt idx="164">
                  <c:v>0.12145834</c:v>
                </c:pt>
                <c:pt idx="165">
                  <c:v>0.12141499</c:v>
                </c:pt>
                <c:pt idx="166">
                  <c:v>0.12137191999999999</c:v>
                </c:pt>
                <c:pt idx="167">
                  <c:v>0.121328875</c:v>
                </c:pt>
                <c:pt idx="168">
                  <c:v>0.12128598</c:v>
                </c:pt>
                <c:pt idx="169">
                  <c:v>0.12124327999999999</c:v>
                </c:pt>
                <c:pt idx="170">
                  <c:v>0.12120068000000001</c:v>
                </c:pt>
                <c:pt idx="171">
                  <c:v>0.12115822</c:v>
                </c:pt>
                <c:pt idx="172">
                  <c:v>0.12111581</c:v>
                </c:pt>
                <c:pt idx="173">
                  <c:v>0.12107358999999999</c:v>
                </c:pt>
                <c:pt idx="174">
                  <c:v>0.12103165</c:v>
                </c:pt>
                <c:pt idx="175">
                  <c:v>0.12098972500000001</c:v>
                </c:pt>
                <c:pt idx="176">
                  <c:v>0.12094799000000001</c:v>
                </c:pt>
                <c:pt idx="177">
                  <c:v>0.12090612000000001</c:v>
                </c:pt>
                <c:pt idx="178">
                  <c:v>0.12086452</c:v>
                </c:pt>
                <c:pt idx="179">
                  <c:v>0.12082311</c:v>
                </c:pt>
                <c:pt idx="180">
                  <c:v>0.12078220000000001</c:v>
                </c:pt>
                <c:pt idx="181">
                  <c:v>0.12074113</c:v>
                </c:pt>
                <c:pt idx="182">
                  <c:v>0.12070013</c:v>
                </c:pt>
                <c:pt idx="183">
                  <c:v>0.12065916</c:v>
                </c:pt>
                <c:pt idx="184">
                  <c:v>0.12061834</c:v>
                </c:pt>
                <c:pt idx="185">
                  <c:v>0.12057813000000001</c:v>
                </c:pt>
                <c:pt idx="186">
                  <c:v>0.12053779000000001</c:v>
                </c:pt>
                <c:pt idx="187">
                  <c:v>0.12049768</c:v>
                </c:pt>
                <c:pt idx="188">
                  <c:v>0.12045761000000001</c:v>
                </c:pt>
                <c:pt idx="189">
                  <c:v>0.120417856</c:v>
                </c:pt>
                <c:pt idx="190">
                  <c:v>0.12037791</c:v>
                </c:pt>
                <c:pt idx="191">
                  <c:v>0.1203381</c:v>
                </c:pt>
                <c:pt idx="192">
                  <c:v>0.120298445</c:v>
                </c:pt>
                <c:pt idx="193">
                  <c:v>0.12025901999999999</c:v>
                </c:pt>
                <c:pt idx="194">
                  <c:v>0.120219834</c:v>
                </c:pt>
                <c:pt idx="195">
                  <c:v>0.12018076</c:v>
                </c:pt>
                <c:pt idx="196">
                  <c:v>0.12014155</c:v>
                </c:pt>
                <c:pt idx="197">
                  <c:v>0.120102756</c:v>
                </c:pt>
                <c:pt idx="198">
                  <c:v>0.120063975</c:v>
                </c:pt>
                <c:pt idx="199">
                  <c:v>0.12002529000000001</c:v>
                </c:pt>
                <c:pt idx="200">
                  <c:v>0.11998679499999999</c:v>
                </c:pt>
                <c:pt idx="201">
                  <c:v>0.11994849</c:v>
                </c:pt>
                <c:pt idx="202">
                  <c:v>0.119909905</c:v>
                </c:pt>
                <c:pt idx="203">
                  <c:v>0.11987188</c:v>
                </c:pt>
                <c:pt idx="204">
                  <c:v>0.11983374500000001</c:v>
                </c:pt>
                <c:pt idx="205">
                  <c:v>0.11979571</c:v>
                </c:pt>
                <c:pt idx="206">
                  <c:v>0.11975809</c:v>
                </c:pt>
                <c:pt idx="207">
                  <c:v>0.119720355</c:v>
                </c:pt>
                <c:pt idx="208">
                  <c:v>0.119683005</c:v>
                </c:pt>
                <c:pt idx="209">
                  <c:v>0.11964559</c:v>
                </c:pt>
                <c:pt idx="210">
                  <c:v>0.11960800000000001</c:v>
                </c:pt>
                <c:pt idx="211">
                  <c:v>0.11957068</c:v>
                </c:pt>
                <c:pt idx="212">
                  <c:v>0.11953352</c:v>
                </c:pt>
                <c:pt idx="213">
                  <c:v>0.11949641</c:v>
                </c:pt>
                <c:pt idx="214">
                  <c:v>0.119459495</c:v>
                </c:pt>
                <c:pt idx="215">
                  <c:v>0.11942266</c:v>
                </c:pt>
                <c:pt idx="216">
                  <c:v>0.11938591</c:v>
                </c:pt>
                <c:pt idx="217">
                  <c:v>0.11934954</c:v>
                </c:pt>
                <c:pt idx="218">
                  <c:v>0.119313054</c:v>
                </c:pt>
                <c:pt idx="219">
                  <c:v>0.11927689</c:v>
                </c:pt>
                <c:pt idx="220">
                  <c:v>0.119240575</c:v>
                </c:pt>
                <c:pt idx="221">
                  <c:v>0.11920458</c:v>
                </c:pt>
                <c:pt idx="222">
                  <c:v>0.11916855</c:v>
                </c:pt>
                <c:pt idx="223">
                  <c:v>0.119132765</c:v>
                </c:pt>
                <c:pt idx="224">
                  <c:v>0.11909714</c:v>
                </c:pt>
                <c:pt idx="225">
                  <c:v>0.11906139</c:v>
                </c:pt>
                <c:pt idx="226">
                  <c:v>0.11902562</c:v>
                </c:pt>
                <c:pt idx="227">
                  <c:v>0.11899048</c:v>
                </c:pt>
                <c:pt idx="228">
                  <c:v>0.11895504</c:v>
                </c:pt>
                <c:pt idx="229">
                  <c:v>0.118919805</c:v>
                </c:pt>
                <c:pt idx="230">
                  <c:v>0.118884765</c:v>
                </c:pt>
                <c:pt idx="231">
                  <c:v>0.11884957</c:v>
                </c:pt>
                <c:pt idx="232">
                  <c:v>0.11881482</c:v>
                </c:pt>
                <c:pt idx="233">
                  <c:v>0.11878021</c:v>
                </c:pt>
                <c:pt idx="234">
                  <c:v>0.11874589000000001</c:v>
                </c:pt>
                <c:pt idx="235">
                  <c:v>0.11871154</c:v>
                </c:pt>
                <c:pt idx="236">
                  <c:v>0.11867721000000001</c:v>
                </c:pt>
                <c:pt idx="237">
                  <c:v>0.11864311</c:v>
                </c:pt>
                <c:pt idx="238">
                  <c:v>0.11860912999999999</c:v>
                </c:pt>
                <c:pt idx="239">
                  <c:v>0.11857522</c:v>
                </c:pt>
                <c:pt idx="240">
                  <c:v>0.11854136999999999</c:v>
                </c:pt>
                <c:pt idx="241">
                  <c:v>0.118507564</c:v>
                </c:pt>
                <c:pt idx="242">
                  <c:v>0.1184736</c:v>
                </c:pt>
                <c:pt idx="243">
                  <c:v>0.118440166</c:v>
                </c:pt>
                <c:pt idx="244">
                  <c:v>0.11840621</c:v>
                </c:pt>
                <c:pt idx="245">
                  <c:v>0.11837273</c:v>
                </c:pt>
                <c:pt idx="246">
                  <c:v>0.11833945</c:v>
                </c:pt>
                <c:pt idx="247">
                  <c:v>0.11830657</c:v>
                </c:pt>
                <c:pt idx="248">
                  <c:v>0.118273534</c:v>
                </c:pt>
                <c:pt idx="249">
                  <c:v>0.11824075000000001</c:v>
                </c:pt>
                <c:pt idx="250">
                  <c:v>0.11820778999999999</c:v>
                </c:pt>
                <c:pt idx="251">
                  <c:v>0.11817492</c:v>
                </c:pt>
                <c:pt idx="252">
                  <c:v>0.11814234999999999</c:v>
                </c:pt>
                <c:pt idx="253">
                  <c:v>0.11810983</c:v>
                </c:pt>
                <c:pt idx="254">
                  <c:v>0.11807742</c:v>
                </c:pt>
                <c:pt idx="255">
                  <c:v>0.11804525</c:v>
                </c:pt>
                <c:pt idx="256">
                  <c:v>0.11801299</c:v>
                </c:pt>
                <c:pt idx="257">
                  <c:v>0.11798090999999999</c:v>
                </c:pt>
                <c:pt idx="258">
                  <c:v>0.11794895</c:v>
                </c:pt>
                <c:pt idx="259">
                  <c:v>0.11791711000000001</c:v>
                </c:pt>
                <c:pt idx="260">
                  <c:v>0.117885165</c:v>
                </c:pt>
                <c:pt idx="261">
                  <c:v>0.11785297</c:v>
                </c:pt>
                <c:pt idx="262">
                  <c:v>0.11782175</c:v>
                </c:pt>
                <c:pt idx="263">
                  <c:v>0.11778979000000001</c:v>
                </c:pt>
                <c:pt idx="264">
                  <c:v>0.11775864</c:v>
                </c:pt>
                <c:pt idx="265">
                  <c:v>0.11772732399999999</c:v>
                </c:pt>
                <c:pt idx="266">
                  <c:v>0.11769623999999999</c:v>
                </c:pt>
                <c:pt idx="267">
                  <c:v>0.11766484000000001</c:v>
                </c:pt>
                <c:pt idx="268">
                  <c:v>0.117633894</c:v>
                </c:pt>
                <c:pt idx="269">
                  <c:v>0.11760278</c:v>
                </c:pt>
                <c:pt idx="270">
                  <c:v>0.117571816</c:v>
                </c:pt>
                <c:pt idx="271">
                  <c:v>0.11754099</c:v>
                </c:pt>
                <c:pt idx="272">
                  <c:v>0.11751070600000001</c:v>
                </c:pt>
                <c:pt idx="273">
                  <c:v>0.11748023</c:v>
                </c:pt>
                <c:pt idx="274">
                  <c:v>0.11744958</c:v>
                </c:pt>
                <c:pt idx="275">
                  <c:v>0.117419064</c:v>
                </c:pt>
                <c:pt idx="276">
                  <c:v>0.117388636</c:v>
                </c:pt>
                <c:pt idx="277">
                  <c:v>0.11735864</c:v>
                </c:pt>
                <c:pt idx="278">
                  <c:v>0.11732866</c:v>
                </c:pt>
                <c:pt idx="279">
                  <c:v>0.11729856600000001</c:v>
                </c:pt>
                <c:pt idx="280">
                  <c:v>0.11726883</c:v>
                </c:pt>
                <c:pt idx="281">
                  <c:v>0.11723923</c:v>
                </c:pt>
                <c:pt idx="282">
                  <c:v>0.11720965999999999</c:v>
                </c:pt>
                <c:pt idx="283">
                  <c:v>0.117180325</c:v>
                </c:pt>
                <c:pt idx="284">
                  <c:v>0.11715104</c:v>
                </c:pt>
                <c:pt idx="285">
                  <c:v>0.11712191</c:v>
                </c:pt>
                <c:pt idx="286">
                  <c:v>0.11709273000000001</c:v>
                </c:pt>
                <c:pt idx="287">
                  <c:v>0.11706361</c:v>
                </c:pt>
                <c:pt idx="288">
                  <c:v>0.11703469599999999</c:v>
                </c:pt>
                <c:pt idx="289">
                  <c:v>0.11700579</c:v>
                </c:pt>
                <c:pt idx="290">
                  <c:v>0.116977066</c:v>
                </c:pt>
                <c:pt idx="291">
                  <c:v>0.11694854</c:v>
                </c:pt>
                <c:pt idx="292">
                  <c:v>0.11691973</c:v>
                </c:pt>
                <c:pt idx="293">
                  <c:v>0.11689111000000001</c:v>
                </c:pt>
                <c:pt idx="294">
                  <c:v>0.11686246</c:v>
                </c:pt>
                <c:pt idx="295">
                  <c:v>0.11683412999999999</c:v>
                </c:pt>
                <c:pt idx="296">
                  <c:v>0.1168057</c:v>
                </c:pt>
                <c:pt idx="297">
                  <c:v>0.11677758000000001</c:v>
                </c:pt>
                <c:pt idx="298">
                  <c:v>0.11674944</c:v>
                </c:pt>
                <c:pt idx="299">
                  <c:v>0.11672167</c:v>
                </c:pt>
                <c:pt idx="300">
                  <c:v>0.11669396</c:v>
                </c:pt>
                <c:pt idx="301">
                  <c:v>0.116665885</c:v>
                </c:pt>
                <c:pt idx="302">
                  <c:v>0.11663815399999999</c:v>
                </c:pt>
                <c:pt idx="303">
                  <c:v>0.11661046</c:v>
                </c:pt>
                <c:pt idx="304">
                  <c:v>0.1165827</c:v>
                </c:pt>
                <c:pt idx="305">
                  <c:v>0.116555326</c:v>
                </c:pt>
                <c:pt idx="306">
                  <c:v>0.116527766</c:v>
                </c:pt>
                <c:pt idx="307">
                  <c:v>0.11650053</c:v>
                </c:pt>
                <c:pt idx="308">
                  <c:v>0.11647327</c:v>
                </c:pt>
                <c:pt idx="309">
                  <c:v>0.116446145</c:v>
                </c:pt>
                <c:pt idx="310">
                  <c:v>0.11641903000000001</c:v>
                </c:pt>
                <c:pt idx="311">
                  <c:v>0.116392255</c:v>
                </c:pt>
                <c:pt idx="312">
                  <c:v>0.116365395</c:v>
                </c:pt>
                <c:pt idx="313">
                  <c:v>0.11633874</c:v>
                </c:pt>
                <c:pt idx="314">
                  <c:v>0.11631182</c:v>
                </c:pt>
                <c:pt idx="315">
                  <c:v>0.11628535</c:v>
                </c:pt>
                <c:pt idx="316">
                  <c:v>0.11625868</c:v>
                </c:pt>
                <c:pt idx="317">
                  <c:v>0.11623219999999999</c:v>
                </c:pt>
                <c:pt idx="318">
                  <c:v>0.116205804</c:v>
                </c:pt>
                <c:pt idx="319">
                  <c:v>0.11617958</c:v>
                </c:pt>
                <c:pt idx="320">
                  <c:v>0.11615351</c:v>
                </c:pt>
                <c:pt idx="321">
                  <c:v>0.11612749</c:v>
                </c:pt>
                <c:pt idx="322">
                  <c:v>0.11610126</c:v>
                </c:pt>
                <c:pt idx="323">
                  <c:v>0.11607575000000001</c:v>
                </c:pt>
                <c:pt idx="324">
                  <c:v>0.116049744</c:v>
                </c:pt>
                <c:pt idx="325">
                  <c:v>0.1160239</c:v>
                </c:pt>
                <c:pt idx="326">
                  <c:v>0.11599821</c:v>
                </c:pt>
                <c:pt idx="327">
                  <c:v>0.115972966</c:v>
                </c:pt>
                <c:pt idx="328">
                  <c:v>0.11594773999999999</c:v>
                </c:pt>
                <c:pt idx="329">
                  <c:v>0.11592231</c:v>
                </c:pt>
                <c:pt idx="330">
                  <c:v>0.11589692</c:v>
                </c:pt>
                <c:pt idx="331">
                  <c:v>0.11587177999999999</c:v>
                </c:pt>
                <c:pt idx="332">
                  <c:v>0.11584680999999999</c:v>
                </c:pt>
                <c:pt idx="333">
                  <c:v>0.11582186999999999</c:v>
                </c:pt>
                <c:pt idx="334">
                  <c:v>0.115796976</c:v>
                </c:pt>
                <c:pt idx="335">
                  <c:v>0.11577208999999999</c:v>
                </c:pt>
                <c:pt idx="336">
                  <c:v>0.115747295</c:v>
                </c:pt>
                <c:pt idx="337">
                  <c:v>0.11572291</c:v>
                </c:pt>
                <c:pt idx="338">
                  <c:v>0.115698315</c:v>
                </c:pt>
                <c:pt idx="339">
                  <c:v>0.11567397</c:v>
                </c:pt>
                <c:pt idx="340">
                  <c:v>0.11564955</c:v>
                </c:pt>
                <c:pt idx="341">
                  <c:v>0.11562519</c:v>
                </c:pt>
                <c:pt idx="342">
                  <c:v>0.11560098000000001</c:v>
                </c:pt>
                <c:pt idx="343">
                  <c:v>0.11557659000000001</c:v>
                </c:pt>
                <c:pt idx="344">
                  <c:v>0.115552396</c:v>
                </c:pt>
                <c:pt idx="345">
                  <c:v>0.115528345</c:v>
                </c:pt>
                <c:pt idx="346">
                  <c:v>0.115504235</c:v>
                </c:pt>
                <c:pt idx="347">
                  <c:v>0.11548045</c:v>
                </c:pt>
                <c:pt idx="348">
                  <c:v>0.11545683399999999</c:v>
                </c:pt>
                <c:pt idx="349">
                  <c:v>0.115433045</c:v>
                </c:pt>
                <c:pt idx="350">
                  <c:v>0.11540945</c:v>
                </c:pt>
                <c:pt idx="351">
                  <c:v>0.115385786</c:v>
                </c:pt>
                <c:pt idx="352">
                  <c:v>0.1153621</c:v>
                </c:pt>
                <c:pt idx="353">
                  <c:v>0.1153386</c:v>
                </c:pt>
                <c:pt idx="354">
                  <c:v>0.115315296</c:v>
                </c:pt>
                <c:pt idx="355">
                  <c:v>0.11529202</c:v>
                </c:pt>
                <c:pt idx="356">
                  <c:v>0.115268975</c:v>
                </c:pt>
                <c:pt idx="357">
                  <c:v>0.11524582</c:v>
                </c:pt>
                <c:pt idx="358">
                  <c:v>0.1152227</c:v>
                </c:pt>
                <c:pt idx="359">
                  <c:v>0.115200125</c:v>
                </c:pt>
                <c:pt idx="360">
                  <c:v>0.11517688</c:v>
                </c:pt>
                <c:pt idx="361">
                  <c:v>0.11515412</c:v>
                </c:pt>
                <c:pt idx="362">
                  <c:v>0.11513149</c:v>
                </c:pt>
                <c:pt idx="363">
                  <c:v>0.115108825</c:v>
                </c:pt>
                <c:pt idx="364">
                  <c:v>0.11508632000000001</c:v>
                </c:pt>
                <c:pt idx="365">
                  <c:v>0.11506377</c:v>
                </c:pt>
                <c:pt idx="366">
                  <c:v>0.11504127</c:v>
                </c:pt>
                <c:pt idx="367">
                  <c:v>0.11501902999999999</c:v>
                </c:pt>
                <c:pt idx="368">
                  <c:v>0.11499681</c:v>
                </c:pt>
                <c:pt idx="369">
                  <c:v>0.11497454999999999</c:v>
                </c:pt>
                <c:pt idx="370">
                  <c:v>0.11495232</c:v>
                </c:pt>
                <c:pt idx="371">
                  <c:v>0.1149302</c:v>
                </c:pt>
                <c:pt idx="372">
                  <c:v>0.114908144</c:v>
                </c:pt>
                <c:pt idx="373">
                  <c:v>0.114885904</c:v>
                </c:pt>
                <c:pt idx="374">
                  <c:v>0.11486399999999999</c:v>
                </c:pt>
                <c:pt idx="375">
                  <c:v>0.11484237</c:v>
                </c:pt>
                <c:pt idx="376">
                  <c:v>0.11482049</c:v>
                </c:pt>
                <c:pt idx="377">
                  <c:v>0.11479862</c:v>
                </c:pt>
                <c:pt idx="378">
                  <c:v>0.11477728</c:v>
                </c:pt>
                <c:pt idx="379">
                  <c:v>0.11475585000000001</c:v>
                </c:pt>
                <c:pt idx="380">
                  <c:v>0.11473427999999999</c:v>
                </c:pt>
                <c:pt idx="381">
                  <c:v>0.11471294</c:v>
                </c:pt>
                <c:pt idx="382">
                  <c:v>0.11469164</c:v>
                </c:pt>
                <c:pt idx="383">
                  <c:v>0.114670314</c:v>
                </c:pt>
                <c:pt idx="384">
                  <c:v>0.11464897</c:v>
                </c:pt>
                <c:pt idx="385">
                  <c:v>0.11462768</c:v>
                </c:pt>
                <c:pt idx="386">
                  <c:v>0.114606746</c:v>
                </c:pt>
                <c:pt idx="387">
                  <c:v>0.11458586</c:v>
                </c:pt>
                <c:pt idx="388">
                  <c:v>0.114565134</c:v>
                </c:pt>
                <c:pt idx="389">
                  <c:v>0.11454444</c:v>
                </c:pt>
                <c:pt idx="390">
                  <c:v>0.11452380600000001</c:v>
                </c:pt>
                <c:pt idx="391">
                  <c:v>0.11450324000000001</c:v>
                </c:pt>
                <c:pt idx="392">
                  <c:v>0.11448283500000001</c:v>
                </c:pt>
                <c:pt idx="393">
                  <c:v>0.11446255</c:v>
                </c:pt>
                <c:pt idx="394">
                  <c:v>0.11444227</c:v>
                </c:pt>
                <c:pt idx="395">
                  <c:v>0.11442197</c:v>
                </c:pt>
                <c:pt idx="396">
                  <c:v>0.114401884</c:v>
                </c:pt>
                <c:pt idx="397">
                  <c:v>0.11438151000000001</c:v>
                </c:pt>
                <c:pt idx="398">
                  <c:v>0.11436149</c:v>
                </c:pt>
                <c:pt idx="399">
                  <c:v>0.11434147</c:v>
                </c:pt>
                <c:pt idx="400">
                  <c:v>0.11432108000000001</c:v>
                </c:pt>
                <c:pt idx="401">
                  <c:v>0.114301294</c:v>
                </c:pt>
                <c:pt idx="402">
                  <c:v>0.11428157999999999</c:v>
                </c:pt>
                <c:pt idx="403">
                  <c:v>0.11426195</c:v>
                </c:pt>
                <c:pt idx="404">
                  <c:v>0.114242285</c:v>
                </c:pt>
                <c:pt idx="405">
                  <c:v>0.11422286</c:v>
                </c:pt>
                <c:pt idx="406">
                  <c:v>0.11420307</c:v>
                </c:pt>
                <c:pt idx="407">
                  <c:v>0.11418372</c:v>
                </c:pt>
                <c:pt idx="408">
                  <c:v>0.11416424999999999</c:v>
                </c:pt>
                <c:pt idx="409">
                  <c:v>0.114144646</c:v>
                </c:pt>
                <c:pt idx="410">
                  <c:v>0.11412517</c:v>
                </c:pt>
                <c:pt idx="411">
                  <c:v>0.11410582</c:v>
                </c:pt>
                <c:pt idx="412">
                  <c:v>0.114086725</c:v>
                </c:pt>
                <c:pt idx="413">
                  <c:v>0.11406772</c:v>
                </c:pt>
                <c:pt idx="414">
                  <c:v>0.11404874</c:v>
                </c:pt>
                <c:pt idx="415">
                  <c:v>0.114029504</c:v>
                </c:pt>
                <c:pt idx="416">
                  <c:v>0.11401053</c:v>
                </c:pt>
                <c:pt idx="417">
                  <c:v>0.113991596</c:v>
                </c:pt>
                <c:pt idx="418">
                  <c:v>0.113972776</c:v>
                </c:pt>
                <c:pt idx="419">
                  <c:v>0.11395405</c:v>
                </c:pt>
                <c:pt idx="420">
                  <c:v>0.113935456</c:v>
                </c:pt>
                <c:pt idx="421">
                  <c:v>0.11391682</c:v>
                </c:pt>
                <c:pt idx="422">
                  <c:v>0.11389837</c:v>
                </c:pt>
                <c:pt idx="423">
                  <c:v>0.11388007999999999</c:v>
                </c:pt>
                <c:pt idx="424">
                  <c:v>0.11386180999999999</c:v>
                </c:pt>
                <c:pt idx="425">
                  <c:v>0.11384366</c:v>
                </c:pt>
                <c:pt idx="426">
                  <c:v>0.11382549</c:v>
                </c:pt>
                <c:pt idx="427">
                  <c:v>0.11380717</c:v>
                </c:pt>
                <c:pt idx="428">
                  <c:v>0.11378892</c:v>
                </c:pt>
                <c:pt idx="429">
                  <c:v>0.11377097</c:v>
                </c:pt>
                <c:pt idx="430">
                  <c:v>0.113752805</c:v>
                </c:pt>
                <c:pt idx="431">
                  <c:v>0.11373476</c:v>
                </c:pt>
                <c:pt idx="432">
                  <c:v>0.11371695</c:v>
                </c:pt>
                <c:pt idx="433">
                  <c:v>0.11369891</c:v>
                </c:pt>
                <c:pt idx="434">
                  <c:v>0.11368123400000001</c:v>
                </c:pt>
                <c:pt idx="435">
                  <c:v>0.11366373</c:v>
                </c:pt>
                <c:pt idx="436">
                  <c:v>0.11364604</c:v>
                </c:pt>
                <c:pt idx="437">
                  <c:v>0.11362841999999999</c:v>
                </c:pt>
                <c:pt idx="438">
                  <c:v>0.1136107</c:v>
                </c:pt>
                <c:pt idx="439">
                  <c:v>0.11359337</c:v>
                </c:pt>
                <c:pt idx="440">
                  <c:v>0.11357585000000001</c:v>
                </c:pt>
                <c:pt idx="441">
                  <c:v>0.11355824</c:v>
                </c:pt>
                <c:pt idx="442">
                  <c:v>0.11354107400000001</c:v>
                </c:pt>
                <c:pt idx="443">
                  <c:v>0.11352371999999999</c:v>
                </c:pt>
                <c:pt idx="444">
                  <c:v>0.113506205</c:v>
                </c:pt>
                <c:pt idx="445">
                  <c:v>0.11348915</c:v>
                </c:pt>
                <c:pt idx="446">
                  <c:v>0.113472216</c:v>
                </c:pt>
                <c:pt idx="447">
                  <c:v>0.11345524</c:v>
                </c:pt>
                <c:pt idx="448">
                  <c:v>0.11343836</c:v>
                </c:pt>
                <c:pt idx="449">
                  <c:v>0.1134216</c:v>
                </c:pt>
                <c:pt idx="450">
                  <c:v>0.113404766</c:v>
                </c:pt>
                <c:pt idx="451">
                  <c:v>0.11338802000000001</c:v>
                </c:pt>
                <c:pt idx="452">
                  <c:v>0.11337139</c:v>
                </c:pt>
                <c:pt idx="453">
                  <c:v>0.11335466</c:v>
                </c:pt>
                <c:pt idx="454">
                  <c:v>0.113337986</c:v>
                </c:pt>
                <c:pt idx="455">
                  <c:v>0.11332141</c:v>
                </c:pt>
                <c:pt idx="456">
                  <c:v>0.1133049</c:v>
                </c:pt>
                <c:pt idx="457">
                  <c:v>0.11328835</c:v>
                </c:pt>
                <c:pt idx="458">
                  <c:v>0.11327194</c:v>
                </c:pt>
                <c:pt idx="459">
                  <c:v>0.11325555</c:v>
                </c:pt>
                <c:pt idx="460">
                  <c:v>0.1132392</c:v>
                </c:pt>
                <c:pt idx="461">
                  <c:v>0.11322312</c:v>
                </c:pt>
                <c:pt idx="462">
                  <c:v>0.11320705</c:v>
                </c:pt>
                <c:pt idx="463">
                  <c:v>0.11319071999999999</c:v>
                </c:pt>
                <c:pt idx="464">
                  <c:v>0.11317451000000001</c:v>
                </c:pt>
                <c:pt idx="465">
                  <c:v>0.113158286</c:v>
                </c:pt>
                <c:pt idx="466">
                  <c:v>0.11314237000000001</c:v>
                </c:pt>
                <c:pt idx="467">
                  <c:v>0.11312648</c:v>
                </c:pt>
                <c:pt idx="468">
                  <c:v>0.11311069</c:v>
                </c:pt>
                <c:pt idx="469">
                  <c:v>0.113095</c:v>
                </c:pt>
                <c:pt idx="470">
                  <c:v>0.11307937</c:v>
                </c:pt>
                <c:pt idx="471">
                  <c:v>0.11306381</c:v>
                </c:pt>
                <c:pt idx="472">
                  <c:v>0.11304834</c:v>
                </c:pt>
                <c:pt idx="473">
                  <c:v>0.11303277</c:v>
                </c:pt>
                <c:pt idx="474">
                  <c:v>0.11301737000000001</c:v>
                </c:pt>
                <c:pt idx="475">
                  <c:v>0.11300198</c:v>
                </c:pt>
                <c:pt idx="476">
                  <c:v>0.11298662399999999</c:v>
                </c:pt>
                <c:pt idx="477">
                  <c:v>0.11297117</c:v>
                </c:pt>
                <c:pt idx="478">
                  <c:v>0.112955794</c:v>
                </c:pt>
                <c:pt idx="479">
                  <c:v>0.11294042999999999</c:v>
                </c:pt>
                <c:pt idx="480">
                  <c:v>0.11292513</c:v>
                </c:pt>
                <c:pt idx="481">
                  <c:v>0.112910055</c:v>
                </c:pt>
                <c:pt idx="482">
                  <c:v>0.11289502</c:v>
                </c:pt>
                <c:pt idx="483">
                  <c:v>0.112879865</c:v>
                </c:pt>
                <c:pt idx="484">
                  <c:v>0.11286491</c:v>
                </c:pt>
                <c:pt idx="485">
                  <c:v>0.11284974</c:v>
                </c:pt>
                <c:pt idx="486">
                  <c:v>0.11283463000000001</c:v>
                </c:pt>
                <c:pt idx="487">
                  <c:v>0.11281983</c:v>
                </c:pt>
                <c:pt idx="488">
                  <c:v>0.11280522</c:v>
                </c:pt>
                <c:pt idx="489">
                  <c:v>0.112790525</c:v>
                </c:pt>
                <c:pt idx="490">
                  <c:v>0.112775765</c:v>
                </c:pt>
                <c:pt idx="491">
                  <c:v>0.112761125</c:v>
                </c:pt>
                <c:pt idx="492">
                  <c:v>0.11274666</c:v>
                </c:pt>
                <c:pt idx="493">
                  <c:v>0.11273213</c:v>
                </c:pt>
                <c:pt idx="494">
                  <c:v>0.11271769</c:v>
                </c:pt>
                <c:pt idx="495">
                  <c:v>0.11270338000000001</c:v>
                </c:pt>
                <c:pt idx="496">
                  <c:v>0.112688944</c:v>
                </c:pt>
                <c:pt idx="497">
                  <c:v>0.112674564</c:v>
                </c:pt>
                <c:pt idx="498">
                  <c:v>0.11266025</c:v>
                </c:pt>
                <c:pt idx="499">
                  <c:v>0.112646036</c:v>
                </c:pt>
                <c:pt idx="500">
                  <c:v>0.112631865</c:v>
                </c:pt>
                <c:pt idx="501">
                  <c:v>0.11261798000000001</c:v>
                </c:pt>
                <c:pt idx="502">
                  <c:v>0.112603895</c:v>
                </c:pt>
                <c:pt idx="503">
                  <c:v>0.11259001</c:v>
                </c:pt>
                <c:pt idx="504">
                  <c:v>0.112575956</c:v>
                </c:pt>
                <c:pt idx="505">
                  <c:v>0.11256198000000001</c:v>
                </c:pt>
                <c:pt idx="506">
                  <c:v>0.112548105</c:v>
                </c:pt>
                <c:pt idx="507">
                  <c:v>0.11253460999999999</c:v>
                </c:pt>
                <c:pt idx="508">
                  <c:v>0.11252077000000001</c:v>
                </c:pt>
                <c:pt idx="509">
                  <c:v>0.11250698000000001</c:v>
                </c:pt>
                <c:pt idx="510">
                  <c:v>0.11249317</c:v>
                </c:pt>
                <c:pt idx="511">
                  <c:v>0.11247973</c:v>
                </c:pt>
                <c:pt idx="512">
                  <c:v>0.11246610999999999</c:v>
                </c:pt>
                <c:pt idx="513">
                  <c:v>0.11245279</c:v>
                </c:pt>
                <c:pt idx="514">
                  <c:v>0.11243946</c:v>
                </c:pt>
                <c:pt idx="515">
                  <c:v>0.11242604</c:v>
                </c:pt>
                <c:pt idx="516">
                  <c:v>0.112412766</c:v>
                </c:pt>
                <c:pt idx="517">
                  <c:v>0.11239933000000001</c:v>
                </c:pt>
                <c:pt idx="518">
                  <c:v>0.11238608999999999</c:v>
                </c:pt>
                <c:pt idx="519">
                  <c:v>0.11237308999999999</c:v>
                </c:pt>
                <c:pt idx="520">
                  <c:v>0.11235982</c:v>
                </c:pt>
                <c:pt idx="521">
                  <c:v>0.11234666</c:v>
                </c:pt>
                <c:pt idx="522">
                  <c:v>0.112333745</c:v>
                </c:pt>
                <c:pt idx="523">
                  <c:v>0.11232094500000001</c:v>
                </c:pt>
                <c:pt idx="524">
                  <c:v>0.11230767999999999</c:v>
                </c:pt>
                <c:pt idx="525">
                  <c:v>0.11229486</c:v>
                </c:pt>
                <c:pt idx="526">
                  <c:v>0.11228188</c:v>
                </c:pt>
                <c:pt idx="527">
                  <c:v>0.11226918499999999</c:v>
                </c:pt>
                <c:pt idx="528">
                  <c:v>0.112256326</c:v>
                </c:pt>
                <c:pt idx="529">
                  <c:v>0.11224342</c:v>
                </c:pt>
                <c:pt idx="530">
                  <c:v>0.112230554</c:v>
                </c:pt>
                <c:pt idx="531">
                  <c:v>0.11221791</c:v>
                </c:pt>
                <c:pt idx="532">
                  <c:v>0.112205125</c:v>
                </c:pt>
                <c:pt idx="533">
                  <c:v>0.11219252</c:v>
                </c:pt>
                <c:pt idx="534">
                  <c:v>0.11217985</c:v>
                </c:pt>
                <c:pt idx="535">
                  <c:v>0.11216730599999999</c:v>
                </c:pt>
                <c:pt idx="536">
                  <c:v>0.11215472999999999</c:v>
                </c:pt>
                <c:pt idx="537">
                  <c:v>0.11214229000000001</c:v>
                </c:pt>
                <c:pt idx="538">
                  <c:v>0.11212984500000001</c:v>
                </c:pt>
                <c:pt idx="539">
                  <c:v>0.11211762</c:v>
                </c:pt>
                <c:pt idx="540">
                  <c:v>0.112105474</c:v>
                </c:pt>
                <c:pt idx="541">
                  <c:v>0.11209321</c:v>
                </c:pt>
                <c:pt idx="542">
                  <c:v>0.11208081</c:v>
                </c:pt>
                <c:pt idx="543">
                  <c:v>0.11206876</c:v>
                </c:pt>
                <c:pt idx="544">
                  <c:v>0.112056606</c:v>
                </c:pt>
                <c:pt idx="545">
                  <c:v>0.11204434000000001</c:v>
                </c:pt>
                <c:pt idx="546">
                  <c:v>0.112032324</c:v>
                </c:pt>
                <c:pt idx="547">
                  <c:v>0.11202044</c:v>
                </c:pt>
                <c:pt idx="548">
                  <c:v>0.1120086</c:v>
                </c:pt>
                <c:pt idx="549">
                  <c:v>0.111996606</c:v>
                </c:pt>
                <c:pt idx="550">
                  <c:v>0.11198465000000001</c:v>
                </c:pt>
                <c:pt idx="551">
                  <c:v>0.111972824</c:v>
                </c:pt>
                <c:pt idx="552">
                  <c:v>0.11196101999999999</c:v>
                </c:pt>
                <c:pt idx="553">
                  <c:v>0.11194923</c:v>
                </c:pt>
                <c:pt idx="554">
                  <c:v>0.11193761000000001</c:v>
                </c:pt>
                <c:pt idx="555">
                  <c:v>0.11192599</c:v>
                </c:pt>
                <c:pt idx="556">
                  <c:v>0.11191448</c:v>
                </c:pt>
                <c:pt idx="557">
                  <c:v>0.111902855</c:v>
                </c:pt>
                <c:pt idx="558">
                  <c:v>0.11189135</c:v>
                </c:pt>
                <c:pt idx="559">
                  <c:v>0.11187971400000001</c:v>
                </c:pt>
                <c:pt idx="560">
                  <c:v>0.11186821</c:v>
                </c:pt>
                <c:pt idx="561">
                  <c:v>0.11185686</c:v>
                </c:pt>
                <c:pt idx="562">
                  <c:v>0.11184524999999999</c:v>
                </c:pt>
                <c:pt idx="563">
                  <c:v>0.11183388499999999</c:v>
                </c:pt>
                <c:pt idx="564">
                  <c:v>0.11182254</c:v>
                </c:pt>
                <c:pt idx="565">
                  <c:v>0.111811146</c:v>
                </c:pt>
                <c:pt idx="566">
                  <c:v>0.11179981</c:v>
                </c:pt>
                <c:pt idx="567">
                  <c:v>0.111788474</c:v>
                </c:pt>
                <c:pt idx="568">
                  <c:v>0.1117774</c:v>
                </c:pt>
                <c:pt idx="569">
                  <c:v>0.11176629</c:v>
                </c:pt>
                <c:pt idx="570">
                  <c:v>0.111755006</c:v>
                </c:pt>
                <c:pt idx="571">
                  <c:v>0.11174387</c:v>
                </c:pt>
                <c:pt idx="572">
                  <c:v>0.111732915</c:v>
                </c:pt>
                <c:pt idx="573">
                  <c:v>0.111721985</c:v>
                </c:pt>
                <c:pt idx="574">
                  <c:v>0.11171107</c:v>
                </c:pt>
                <c:pt idx="575">
                  <c:v>0.11169998</c:v>
                </c:pt>
                <c:pt idx="576">
                  <c:v>0.11168909</c:v>
                </c:pt>
                <c:pt idx="577">
                  <c:v>0.1116781</c:v>
                </c:pt>
                <c:pt idx="578">
                  <c:v>0.111667186</c:v>
                </c:pt>
                <c:pt idx="579">
                  <c:v>0.11165653</c:v>
                </c:pt>
                <c:pt idx="580">
                  <c:v>0.11164553000000001</c:v>
                </c:pt>
                <c:pt idx="581">
                  <c:v>0.11163479</c:v>
                </c:pt>
                <c:pt idx="582">
                  <c:v>0.11162417400000001</c:v>
                </c:pt>
                <c:pt idx="583">
                  <c:v>0.11161367</c:v>
                </c:pt>
                <c:pt idx="584">
                  <c:v>0.11160339</c:v>
                </c:pt>
                <c:pt idx="585">
                  <c:v>0.11159281</c:v>
                </c:pt>
                <c:pt idx="586">
                  <c:v>0.11158213</c:v>
                </c:pt>
                <c:pt idx="587">
                  <c:v>0.11157154</c:v>
                </c:pt>
                <c:pt idx="588">
                  <c:v>0.1115611</c:v>
                </c:pt>
                <c:pt idx="589">
                  <c:v>0.11155063</c:v>
                </c:pt>
                <c:pt idx="590">
                  <c:v>0.11154011</c:v>
                </c:pt>
                <c:pt idx="591">
                  <c:v>0.111529924</c:v>
                </c:pt>
                <c:pt idx="592">
                  <c:v>0.11151949999999999</c:v>
                </c:pt>
                <c:pt idx="593">
                  <c:v>0.111509345</c:v>
                </c:pt>
                <c:pt idx="594">
                  <c:v>0.11149923</c:v>
                </c:pt>
                <c:pt idx="595">
                  <c:v>0.11148907</c:v>
                </c:pt>
                <c:pt idx="596">
                  <c:v>0.11147902</c:v>
                </c:pt>
                <c:pt idx="597">
                  <c:v>0.11146879</c:v>
                </c:pt>
                <c:pt idx="598">
                  <c:v>0.111458786</c:v>
                </c:pt>
                <c:pt idx="599">
                  <c:v>0.11144859999999999</c:v>
                </c:pt>
                <c:pt idx="600">
                  <c:v>0.111438446</c:v>
                </c:pt>
                <c:pt idx="601">
                  <c:v>0.11142857</c:v>
                </c:pt>
                <c:pt idx="602">
                  <c:v>0.11141880999999999</c:v>
                </c:pt>
                <c:pt idx="603">
                  <c:v>0.11140903000000001</c:v>
                </c:pt>
                <c:pt idx="604">
                  <c:v>0.11139926</c:v>
                </c:pt>
                <c:pt idx="605">
                  <c:v>0.11138934</c:v>
                </c:pt>
                <c:pt idx="606">
                  <c:v>0.11137972</c:v>
                </c:pt>
                <c:pt idx="607">
                  <c:v>0.11137005</c:v>
                </c:pt>
                <c:pt idx="608">
                  <c:v>0.111360215</c:v>
                </c:pt>
                <c:pt idx="609">
                  <c:v>0.11135035</c:v>
                </c:pt>
                <c:pt idx="610">
                  <c:v>0.11134066400000001</c:v>
                </c:pt>
                <c:pt idx="611">
                  <c:v>0.11133126</c:v>
                </c:pt>
                <c:pt idx="612">
                  <c:v>0.11132163</c:v>
                </c:pt>
                <c:pt idx="613">
                  <c:v>0.11131222</c:v>
                </c:pt>
                <c:pt idx="614">
                  <c:v>0.11130266</c:v>
                </c:pt>
                <c:pt idx="615">
                  <c:v>0.11129345</c:v>
                </c:pt>
                <c:pt idx="616">
                  <c:v>0.11128378999999999</c:v>
                </c:pt>
                <c:pt idx="617">
                  <c:v>0.11127450999999999</c:v>
                </c:pt>
                <c:pt idx="618">
                  <c:v>0.11126523000000001</c:v>
                </c:pt>
                <c:pt idx="619">
                  <c:v>0.11125591</c:v>
                </c:pt>
                <c:pt idx="620">
                  <c:v>0.11124665</c:v>
                </c:pt>
                <c:pt idx="621">
                  <c:v>0.111237265</c:v>
                </c:pt>
                <c:pt idx="622">
                  <c:v>0.111228175</c:v>
                </c:pt>
                <c:pt idx="623">
                  <c:v>0.11121917000000001</c:v>
                </c:pt>
                <c:pt idx="624">
                  <c:v>0.11121006</c:v>
                </c:pt>
                <c:pt idx="625">
                  <c:v>0.11120095000000001</c:v>
                </c:pt>
                <c:pt idx="626">
                  <c:v>0.11119192</c:v>
                </c:pt>
                <c:pt idx="627">
                  <c:v>0.111182906</c:v>
                </c:pt>
                <c:pt idx="628">
                  <c:v>0.111174114</c:v>
                </c:pt>
                <c:pt idx="629">
                  <c:v>0.11116485</c:v>
                </c:pt>
                <c:pt idx="630">
                  <c:v>0.11115577</c:v>
                </c:pt>
                <c:pt idx="631">
                  <c:v>0.111146934</c:v>
                </c:pt>
                <c:pt idx="632">
                  <c:v>0.11113797</c:v>
                </c:pt>
                <c:pt idx="633">
                  <c:v>0.11112925999999999</c:v>
                </c:pt>
                <c:pt idx="634">
                  <c:v>0.11112019400000001</c:v>
                </c:pt>
                <c:pt idx="635">
                  <c:v>0.11111151</c:v>
                </c:pt>
                <c:pt idx="636">
                  <c:v>0.11110246</c:v>
                </c:pt>
                <c:pt idx="637">
                  <c:v>0.11109389</c:v>
                </c:pt>
                <c:pt idx="638">
                  <c:v>0.11108526000000001</c:v>
                </c:pt>
                <c:pt idx="639">
                  <c:v>0.111076586</c:v>
                </c:pt>
                <c:pt idx="640">
                  <c:v>0.1110679</c:v>
                </c:pt>
                <c:pt idx="641">
                  <c:v>0.11105952400000001</c:v>
                </c:pt>
                <c:pt idx="642">
                  <c:v>0.11105081</c:v>
                </c:pt>
                <c:pt idx="643">
                  <c:v>0.11104245</c:v>
                </c:pt>
                <c:pt idx="644">
                  <c:v>0.11103385</c:v>
                </c:pt>
                <c:pt idx="645">
                  <c:v>0.111025244</c:v>
                </c:pt>
                <c:pt idx="646">
                  <c:v>0.11101695</c:v>
                </c:pt>
                <c:pt idx="647">
                  <c:v>0.11100864000000001</c:v>
                </c:pt>
                <c:pt idx="648">
                  <c:v>0.11100024</c:v>
                </c:pt>
                <c:pt idx="649">
                  <c:v>0.11099215599999999</c:v>
                </c:pt>
                <c:pt idx="650">
                  <c:v>0.11098366</c:v>
                </c:pt>
                <c:pt idx="651">
                  <c:v>0.11097530999999999</c:v>
                </c:pt>
                <c:pt idx="652">
                  <c:v>0.11096711500000001</c:v>
                </c:pt>
                <c:pt idx="653">
                  <c:v>0.11095875500000001</c:v>
                </c:pt>
                <c:pt idx="654">
                  <c:v>0.11095052</c:v>
                </c:pt>
                <c:pt idx="655">
                  <c:v>0.11094228</c:v>
                </c:pt>
                <c:pt idx="656">
                  <c:v>0.1109338</c:v>
                </c:pt>
                <c:pt idx="657">
                  <c:v>0.11092562</c:v>
                </c:pt>
                <c:pt idx="658">
                  <c:v>0.11091760000000001</c:v>
                </c:pt>
                <c:pt idx="659">
                  <c:v>0.11090957</c:v>
                </c:pt>
                <c:pt idx="660">
                  <c:v>0.11090142</c:v>
                </c:pt>
                <c:pt idx="661">
                  <c:v>0.11089338</c:v>
                </c:pt>
                <c:pt idx="662">
                  <c:v>0.11088544</c:v>
                </c:pt>
                <c:pt idx="663">
                  <c:v>0.11087751</c:v>
                </c:pt>
                <c:pt idx="664">
                  <c:v>0.11086968</c:v>
                </c:pt>
                <c:pt idx="665">
                  <c:v>0.11086175</c:v>
                </c:pt>
                <c:pt idx="666">
                  <c:v>0.11085404</c:v>
                </c:pt>
                <c:pt idx="667">
                  <c:v>0.11084633000000001</c:v>
                </c:pt>
                <c:pt idx="668">
                  <c:v>0.11083862999999999</c:v>
                </c:pt>
                <c:pt idx="669">
                  <c:v>0.11083092999999999</c:v>
                </c:pt>
                <c:pt idx="670">
                  <c:v>0.11082312499999999</c:v>
                </c:pt>
                <c:pt idx="671">
                  <c:v>0.11081552</c:v>
                </c:pt>
                <c:pt idx="672">
                  <c:v>0.11080771</c:v>
                </c:pt>
                <c:pt idx="673">
                  <c:v>0.11080021399999999</c:v>
                </c:pt>
                <c:pt idx="674">
                  <c:v>0.11079243</c:v>
                </c:pt>
                <c:pt idx="675">
                  <c:v>0.110784516</c:v>
                </c:pt>
                <c:pt idx="676">
                  <c:v>0.110776946</c:v>
                </c:pt>
                <c:pt idx="677">
                  <c:v>0.110769406</c:v>
                </c:pt>
                <c:pt idx="678">
                  <c:v>0.11076187</c:v>
                </c:pt>
                <c:pt idx="679">
                  <c:v>0.11075444500000001</c:v>
                </c:pt>
                <c:pt idx="680">
                  <c:v>0.11074697</c:v>
                </c:pt>
                <c:pt idx="681">
                  <c:v>0.11073926000000001</c:v>
                </c:pt>
                <c:pt idx="682">
                  <c:v>0.11073197999999999</c:v>
                </c:pt>
                <c:pt idx="683">
                  <c:v>0.11072446399999999</c:v>
                </c:pt>
                <c:pt idx="684">
                  <c:v>0.1107171</c:v>
                </c:pt>
                <c:pt idx="685">
                  <c:v>0.11070974</c:v>
                </c:pt>
                <c:pt idx="686">
                  <c:v>0.11070243</c:v>
                </c:pt>
                <c:pt idx="687">
                  <c:v>0.11069492</c:v>
                </c:pt>
                <c:pt idx="688">
                  <c:v>0.11068765999999999</c:v>
                </c:pt>
                <c:pt idx="689">
                  <c:v>0.11068026</c:v>
                </c:pt>
                <c:pt idx="690">
                  <c:v>0.110673174</c:v>
                </c:pt>
                <c:pt idx="691">
                  <c:v>0.110665925</c:v>
                </c:pt>
                <c:pt idx="692">
                  <c:v>0.110658824</c:v>
                </c:pt>
                <c:pt idx="693">
                  <c:v>0.11065169</c:v>
                </c:pt>
                <c:pt idx="694">
                  <c:v>0.11064449</c:v>
                </c:pt>
                <c:pt idx="695">
                  <c:v>0.11063713</c:v>
                </c:pt>
                <c:pt idx="696">
                  <c:v>0.110630125</c:v>
                </c:pt>
                <c:pt idx="697">
                  <c:v>0.11062283000000001</c:v>
                </c:pt>
                <c:pt idx="698">
                  <c:v>0.11061566</c:v>
                </c:pt>
                <c:pt idx="699">
                  <c:v>0.11060857</c:v>
                </c:pt>
                <c:pt idx="700">
                  <c:v>0.110601746</c:v>
                </c:pt>
                <c:pt idx="701">
                  <c:v>0.11059455999999999</c:v>
                </c:pt>
                <c:pt idx="702">
                  <c:v>0.11058789500000001</c:v>
                </c:pt>
                <c:pt idx="703">
                  <c:v>0.1105809</c:v>
                </c:pt>
                <c:pt idx="704">
                  <c:v>0.11057425</c:v>
                </c:pt>
                <c:pt idx="705">
                  <c:v>0.1105676</c:v>
                </c:pt>
                <c:pt idx="706">
                  <c:v>0.110560775</c:v>
                </c:pt>
                <c:pt idx="707">
                  <c:v>0.11055418</c:v>
                </c:pt>
                <c:pt idx="708">
                  <c:v>0.110547535</c:v>
                </c:pt>
                <c:pt idx="709">
                  <c:v>0.11054087</c:v>
                </c:pt>
                <c:pt idx="710">
                  <c:v>0.11053403000000001</c:v>
                </c:pt>
                <c:pt idx="711">
                  <c:v>0.11052737999999999</c:v>
                </c:pt>
                <c:pt idx="712">
                  <c:v>0.11052073</c:v>
                </c:pt>
                <c:pt idx="713">
                  <c:v>0.110514075</c:v>
                </c:pt>
                <c:pt idx="714">
                  <c:v>0.11050743</c:v>
                </c:pt>
                <c:pt idx="715">
                  <c:v>0.11050109</c:v>
                </c:pt>
                <c:pt idx="716">
                  <c:v>0.11049437500000001</c:v>
                </c:pt>
                <c:pt idx="717">
                  <c:v>0.11048804</c:v>
                </c:pt>
                <c:pt idx="718">
                  <c:v>0.11048135000000001</c:v>
                </c:pt>
                <c:pt idx="719">
                  <c:v>0.11047476000000001</c:v>
                </c:pt>
                <c:pt idx="720">
                  <c:v>0.11046839999999999</c:v>
                </c:pt>
                <c:pt idx="721">
                  <c:v>0.11046184000000001</c:v>
                </c:pt>
                <c:pt idx="722">
                  <c:v>0.11045512</c:v>
                </c:pt>
                <c:pt idx="723">
                  <c:v>0.11044864</c:v>
                </c:pt>
                <c:pt idx="724">
                  <c:v>0.11044224</c:v>
                </c:pt>
                <c:pt idx="725">
                  <c:v>0.11043587000000001</c:v>
                </c:pt>
                <c:pt idx="726">
                  <c:v>0.11042937999999999</c:v>
                </c:pt>
                <c:pt idx="727">
                  <c:v>0.11042332000000001</c:v>
                </c:pt>
                <c:pt idx="728">
                  <c:v>0.110417105</c:v>
                </c:pt>
                <c:pt idx="729">
                  <c:v>0.11041075</c:v>
                </c:pt>
                <c:pt idx="730">
                  <c:v>0.110404685</c:v>
                </c:pt>
                <c:pt idx="731">
                  <c:v>0.11039868999999999</c:v>
                </c:pt>
                <c:pt idx="732">
                  <c:v>0.11039235999999999</c:v>
                </c:pt>
                <c:pt idx="733">
                  <c:v>0.11038598400000001</c:v>
                </c:pt>
                <c:pt idx="734">
                  <c:v>0.11037986</c:v>
                </c:pt>
                <c:pt idx="735">
                  <c:v>0.1103734</c:v>
                </c:pt>
                <c:pt idx="736">
                  <c:v>0.11036712999999999</c:v>
                </c:pt>
                <c:pt idx="737">
                  <c:v>0.11036089</c:v>
                </c:pt>
                <c:pt idx="738">
                  <c:v>0.11035476600000001</c:v>
                </c:pt>
                <c:pt idx="739">
                  <c:v>0.110348746</c:v>
                </c:pt>
                <c:pt idx="740">
                  <c:v>0.11034262</c:v>
                </c:pt>
                <c:pt idx="741">
                  <c:v>0.11033648</c:v>
                </c:pt>
                <c:pt idx="742">
                  <c:v>0.1103307</c:v>
                </c:pt>
                <c:pt idx="743">
                  <c:v>0.11032463000000001</c:v>
                </c:pt>
                <c:pt idx="744">
                  <c:v>0.11031850999999999</c:v>
                </c:pt>
                <c:pt idx="745">
                  <c:v>0.11031239</c:v>
                </c:pt>
                <c:pt idx="746">
                  <c:v>0.1103065</c:v>
                </c:pt>
                <c:pt idx="747">
                  <c:v>0.11030052999999999</c:v>
                </c:pt>
                <c:pt idx="748">
                  <c:v>0.11029443</c:v>
                </c:pt>
                <c:pt idx="749">
                  <c:v>0.11028866499999999</c:v>
                </c:pt>
                <c:pt idx="750">
                  <c:v>0.110282935</c:v>
                </c:pt>
                <c:pt idx="751">
                  <c:v>0.11027719</c:v>
                </c:pt>
                <c:pt idx="752">
                  <c:v>0.11027134</c:v>
                </c:pt>
                <c:pt idx="753">
                  <c:v>0.11026555</c:v>
                </c:pt>
                <c:pt idx="754">
                  <c:v>0.11025972000000001</c:v>
                </c:pt>
                <c:pt idx="755">
                  <c:v>0.110254005</c:v>
                </c:pt>
                <c:pt idx="756">
                  <c:v>0.11024844</c:v>
                </c:pt>
                <c:pt idx="757">
                  <c:v>0.11024268</c:v>
                </c:pt>
                <c:pt idx="758">
                  <c:v>0.11023702000000001</c:v>
                </c:pt>
                <c:pt idx="759">
                  <c:v>0.11023117</c:v>
                </c:pt>
                <c:pt idx="760">
                  <c:v>0.11022539000000001</c:v>
                </c:pt>
                <c:pt idx="761">
                  <c:v>0.11021973</c:v>
                </c:pt>
                <c:pt idx="762">
                  <c:v>0.11021423</c:v>
                </c:pt>
                <c:pt idx="763">
                  <c:v>0.11020873</c:v>
                </c:pt>
                <c:pt idx="764">
                  <c:v>0.11020315999999999</c:v>
                </c:pt>
                <c:pt idx="765">
                  <c:v>0.11019753</c:v>
                </c:pt>
                <c:pt idx="766">
                  <c:v>0.11019175</c:v>
                </c:pt>
                <c:pt idx="767">
                  <c:v>0.11018664</c:v>
                </c:pt>
                <c:pt idx="768">
                  <c:v>0.1101808</c:v>
                </c:pt>
                <c:pt idx="769">
                  <c:v>0.11017547499999999</c:v>
                </c:pt>
                <c:pt idx="770">
                  <c:v>0.11017004399999999</c:v>
                </c:pt>
                <c:pt idx="771">
                  <c:v>0.11016478</c:v>
                </c:pt>
                <c:pt idx="772">
                  <c:v>0.11015933</c:v>
                </c:pt>
                <c:pt idx="773">
                  <c:v>0.11015369</c:v>
                </c:pt>
                <c:pt idx="774">
                  <c:v>0.1101482</c:v>
                </c:pt>
                <c:pt idx="775">
                  <c:v>0.11014287</c:v>
                </c:pt>
                <c:pt idx="776">
                  <c:v>0.11013747</c:v>
                </c:pt>
                <c:pt idx="777">
                  <c:v>0.11013223</c:v>
                </c:pt>
                <c:pt idx="778">
                  <c:v>0.11012703</c:v>
                </c:pt>
                <c:pt idx="779">
                  <c:v>0.11012182</c:v>
                </c:pt>
                <c:pt idx="780">
                  <c:v>0.110116564</c:v>
                </c:pt>
                <c:pt idx="781">
                  <c:v>0.11011142</c:v>
                </c:pt>
                <c:pt idx="782">
                  <c:v>0.110106274</c:v>
                </c:pt>
                <c:pt idx="783">
                  <c:v>0.11010088</c:v>
                </c:pt>
                <c:pt idx="784">
                  <c:v>0.110095665</c:v>
                </c:pt>
                <c:pt idx="785">
                  <c:v>0.110090464</c:v>
                </c:pt>
                <c:pt idx="786">
                  <c:v>0.110084996</c:v>
                </c:pt>
                <c:pt idx="787">
                  <c:v>0.110079974</c:v>
                </c:pt>
                <c:pt idx="788">
                  <c:v>0.11007486</c:v>
                </c:pt>
                <c:pt idx="789">
                  <c:v>0.11006991000000001</c:v>
                </c:pt>
                <c:pt idx="790">
                  <c:v>0.11006473</c:v>
                </c:pt>
                <c:pt idx="791">
                  <c:v>0.11005958</c:v>
                </c:pt>
                <c:pt idx="792">
                  <c:v>0.1100545</c:v>
                </c:pt>
                <c:pt idx="793">
                  <c:v>0.11004934500000001</c:v>
                </c:pt>
                <c:pt idx="794">
                  <c:v>0.11004434</c:v>
                </c:pt>
                <c:pt idx="795">
                  <c:v>0.110039234</c:v>
                </c:pt>
                <c:pt idx="796">
                  <c:v>0.110034294</c:v>
                </c:pt>
                <c:pt idx="797">
                  <c:v>0.11002921</c:v>
                </c:pt>
                <c:pt idx="798">
                  <c:v>0.11002430000000001</c:v>
                </c:pt>
                <c:pt idx="799">
                  <c:v>0.11001948</c:v>
                </c:pt>
                <c:pt idx="800">
                  <c:v>0.11001472</c:v>
                </c:pt>
                <c:pt idx="801">
                  <c:v>0.11000994</c:v>
                </c:pt>
                <c:pt idx="802">
                  <c:v>0.11000527</c:v>
                </c:pt>
                <c:pt idx="803">
                  <c:v>0.11000059</c:v>
                </c:pt>
                <c:pt idx="804">
                  <c:v>0.10999589</c:v>
                </c:pt>
                <c:pt idx="805">
                  <c:v>0.10999115600000001</c:v>
                </c:pt>
                <c:pt idx="806">
                  <c:v>0.10998656599999999</c:v>
                </c:pt>
                <c:pt idx="807">
                  <c:v>0.10998192</c:v>
                </c:pt>
                <c:pt idx="808">
                  <c:v>0.10997716</c:v>
                </c:pt>
                <c:pt idx="809">
                  <c:v>0.109972484</c:v>
                </c:pt>
                <c:pt idx="810">
                  <c:v>0.10996748000000001</c:v>
                </c:pt>
                <c:pt idx="811">
                  <c:v>0.10996251</c:v>
                </c:pt>
                <c:pt idx="812">
                  <c:v>0.10995789</c:v>
                </c:pt>
                <c:pt idx="813">
                  <c:v>0.10995325</c:v>
                </c:pt>
                <c:pt idx="814">
                  <c:v>0.10994866</c:v>
                </c:pt>
                <c:pt idx="815">
                  <c:v>0.10994395</c:v>
                </c:pt>
                <c:pt idx="816">
                  <c:v>0.10993938</c:v>
                </c:pt>
                <c:pt idx="817">
                  <c:v>0.10993479</c:v>
                </c:pt>
                <c:pt idx="818">
                  <c:v>0.10993019499999999</c:v>
                </c:pt>
                <c:pt idx="819">
                  <c:v>0.10992534499999999</c:v>
                </c:pt>
                <c:pt idx="820">
                  <c:v>0.10992080999999999</c:v>
                </c:pt>
                <c:pt idx="821">
                  <c:v>0.109916456</c:v>
                </c:pt>
                <c:pt idx="822">
                  <c:v>0.10991204</c:v>
                </c:pt>
                <c:pt idx="823">
                  <c:v>0.10990767</c:v>
                </c:pt>
                <c:pt idx="824">
                  <c:v>0.10990329</c:v>
                </c:pt>
                <c:pt idx="825">
                  <c:v>0.10989895</c:v>
                </c:pt>
                <c:pt idx="826">
                  <c:v>0.10989465</c:v>
                </c:pt>
                <c:pt idx="827">
                  <c:v>0.10989011999999999</c:v>
                </c:pt>
                <c:pt idx="828">
                  <c:v>0.10988568999999999</c:v>
                </c:pt>
                <c:pt idx="829">
                  <c:v>0.10988115499999999</c:v>
                </c:pt>
                <c:pt idx="830">
                  <c:v>0.109876744</c:v>
                </c:pt>
                <c:pt idx="831">
                  <c:v>0.10987237</c:v>
                </c:pt>
                <c:pt idx="832">
                  <c:v>0.10986808000000001</c:v>
                </c:pt>
                <c:pt idx="833">
                  <c:v>0.10986393</c:v>
                </c:pt>
                <c:pt idx="834">
                  <c:v>0.109859765</c:v>
                </c:pt>
                <c:pt idx="835">
                  <c:v>0.10985569000000001</c:v>
                </c:pt>
                <c:pt idx="836">
                  <c:v>0.109851636</c:v>
                </c:pt>
                <c:pt idx="837">
                  <c:v>0.1098476</c:v>
                </c:pt>
                <c:pt idx="838">
                  <c:v>0.10984346</c:v>
                </c:pt>
                <c:pt idx="839">
                  <c:v>0.10983927</c:v>
                </c:pt>
                <c:pt idx="840">
                  <c:v>0.10983507000000001</c:v>
                </c:pt>
                <c:pt idx="841">
                  <c:v>0.10983095</c:v>
                </c:pt>
                <c:pt idx="842">
                  <c:v>0.10982686</c:v>
                </c:pt>
                <c:pt idx="843">
                  <c:v>0.10982251</c:v>
                </c:pt>
                <c:pt idx="844">
                  <c:v>0.109818526</c:v>
                </c:pt>
                <c:pt idx="845">
                  <c:v>0.10981415</c:v>
                </c:pt>
                <c:pt idx="846">
                  <c:v>0.10980999499999999</c:v>
                </c:pt>
                <c:pt idx="847">
                  <c:v>0.10980613</c:v>
                </c:pt>
                <c:pt idx="848">
                  <c:v>0.10980178</c:v>
                </c:pt>
                <c:pt idx="849">
                  <c:v>0.1097978</c:v>
                </c:pt>
                <c:pt idx="850">
                  <c:v>0.10979385</c:v>
                </c:pt>
                <c:pt idx="851">
                  <c:v>0.109789975</c:v>
                </c:pt>
                <c:pt idx="852">
                  <c:v>0.10978586999999999</c:v>
                </c:pt>
                <c:pt idx="853">
                  <c:v>0.1097818</c:v>
                </c:pt>
                <c:pt idx="854">
                  <c:v>0.10977786</c:v>
                </c:pt>
                <c:pt idx="855">
                  <c:v>0.10977394</c:v>
                </c:pt>
                <c:pt idx="856">
                  <c:v>0.10977016000000001</c:v>
                </c:pt>
                <c:pt idx="857">
                  <c:v>0.10976615000000001</c:v>
                </c:pt>
                <c:pt idx="858">
                  <c:v>0.109762095</c:v>
                </c:pt>
                <c:pt idx="859">
                  <c:v>0.10975843</c:v>
                </c:pt>
                <c:pt idx="860">
                  <c:v>0.1097544</c:v>
                </c:pt>
                <c:pt idx="861">
                  <c:v>0.10975063</c:v>
                </c:pt>
                <c:pt idx="862">
                  <c:v>0.109746784</c:v>
                </c:pt>
                <c:pt idx="863">
                  <c:v>0.10974275999999999</c:v>
                </c:pt>
                <c:pt idx="864">
                  <c:v>0.10973883</c:v>
                </c:pt>
                <c:pt idx="865">
                  <c:v>0.10973498</c:v>
                </c:pt>
                <c:pt idx="866">
                  <c:v>0.109731175</c:v>
                </c:pt>
                <c:pt idx="867">
                  <c:v>0.10972759</c:v>
                </c:pt>
                <c:pt idx="868">
                  <c:v>0.109723665</c:v>
                </c:pt>
                <c:pt idx="869">
                  <c:v>0.10971997999999999</c:v>
                </c:pt>
                <c:pt idx="870">
                  <c:v>0.10971599999999999</c:v>
                </c:pt>
                <c:pt idx="871">
                  <c:v>0.10971220600000001</c:v>
                </c:pt>
                <c:pt idx="872">
                  <c:v>0.10970842</c:v>
                </c:pt>
                <c:pt idx="873">
                  <c:v>0.10970474</c:v>
                </c:pt>
                <c:pt idx="874">
                  <c:v>0.10970086599999999</c:v>
                </c:pt>
                <c:pt idx="875">
                  <c:v>0.10969718000000001</c:v>
                </c:pt>
                <c:pt idx="876">
                  <c:v>0.10969384</c:v>
                </c:pt>
                <c:pt idx="877">
                  <c:v>0.109690174</c:v>
                </c:pt>
                <c:pt idx="878">
                  <c:v>0.10968632</c:v>
                </c:pt>
                <c:pt idx="879">
                  <c:v>0.10968284</c:v>
                </c:pt>
                <c:pt idx="880">
                  <c:v>0.109679185</c:v>
                </c:pt>
                <c:pt idx="881">
                  <c:v>0.1096758</c:v>
                </c:pt>
                <c:pt idx="882">
                  <c:v>0.10967236</c:v>
                </c:pt>
                <c:pt idx="883">
                  <c:v>0.10966857000000001</c:v>
                </c:pt>
                <c:pt idx="884">
                  <c:v>0.10966497</c:v>
                </c:pt>
                <c:pt idx="885">
                  <c:v>0.10966149</c:v>
                </c:pt>
                <c:pt idx="886">
                  <c:v>0.109658055</c:v>
                </c:pt>
                <c:pt idx="887">
                  <c:v>0.10965453</c:v>
                </c:pt>
                <c:pt idx="888">
                  <c:v>0.109651044</c:v>
                </c:pt>
                <c:pt idx="889">
                  <c:v>0.109647594</c:v>
                </c:pt>
                <c:pt idx="890">
                  <c:v>0.109644175</c:v>
                </c:pt>
                <c:pt idx="891">
                  <c:v>0.109640844</c:v>
                </c:pt>
                <c:pt idx="892">
                  <c:v>0.109637365</c:v>
                </c:pt>
                <c:pt idx="893">
                  <c:v>0.10963385</c:v>
                </c:pt>
                <c:pt idx="894">
                  <c:v>0.10963042000000001</c:v>
                </c:pt>
                <c:pt idx="895">
                  <c:v>0.10962690999999999</c:v>
                </c:pt>
                <c:pt idx="896">
                  <c:v>0.10962345499999999</c:v>
                </c:pt>
                <c:pt idx="897">
                  <c:v>0.109620206</c:v>
                </c:pt>
                <c:pt idx="898">
                  <c:v>0.1096171</c:v>
                </c:pt>
                <c:pt idx="899">
                  <c:v>0.10961374</c:v>
                </c:pt>
                <c:pt idx="900">
                  <c:v>0.10961055</c:v>
                </c:pt>
                <c:pt idx="901">
                  <c:v>0.109607264</c:v>
                </c:pt>
                <c:pt idx="902">
                  <c:v>0.10960411</c:v>
                </c:pt>
                <c:pt idx="903">
                  <c:v>0.109601</c:v>
                </c:pt>
                <c:pt idx="904">
                  <c:v>0.10959789</c:v>
                </c:pt>
                <c:pt idx="905">
                  <c:v>0.1095945</c:v>
                </c:pt>
                <c:pt idx="906">
                  <c:v>0.10959139</c:v>
                </c:pt>
                <c:pt idx="907">
                  <c:v>0.1095883</c:v>
                </c:pt>
                <c:pt idx="908">
                  <c:v>0.10958505</c:v>
                </c:pt>
                <c:pt idx="909">
                  <c:v>0.10958195499999999</c:v>
                </c:pt>
                <c:pt idx="910">
                  <c:v>0.10957886</c:v>
                </c:pt>
                <c:pt idx="911">
                  <c:v>0.10957573</c:v>
                </c:pt>
                <c:pt idx="912">
                  <c:v>0.1095728</c:v>
                </c:pt>
                <c:pt idx="913">
                  <c:v>0.10956932599999999</c:v>
                </c:pt>
                <c:pt idx="914">
                  <c:v>0.10956621</c:v>
                </c:pt>
                <c:pt idx="915">
                  <c:v>0.10956324000000001</c:v>
                </c:pt>
                <c:pt idx="916">
                  <c:v>0.10956012</c:v>
                </c:pt>
                <c:pt idx="917">
                  <c:v>0.10955714</c:v>
                </c:pt>
                <c:pt idx="918">
                  <c:v>0.10955397</c:v>
                </c:pt>
                <c:pt idx="919">
                  <c:v>0.109551206</c:v>
                </c:pt>
                <c:pt idx="920">
                  <c:v>0.109548144</c:v>
                </c:pt>
                <c:pt idx="921">
                  <c:v>0.10954503</c:v>
                </c:pt>
                <c:pt idx="922">
                  <c:v>0.109541796</c:v>
                </c:pt>
                <c:pt idx="923">
                  <c:v>0.10953876999999999</c:v>
                </c:pt>
                <c:pt idx="924">
                  <c:v>0.10953573</c:v>
                </c:pt>
                <c:pt idx="925">
                  <c:v>0.1095325</c:v>
                </c:pt>
                <c:pt idx="926">
                  <c:v>0.10952958</c:v>
                </c:pt>
                <c:pt idx="927">
                  <c:v>0.10952658999999999</c:v>
                </c:pt>
                <c:pt idx="928">
                  <c:v>0.10952376</c:v>
                </c:pt>
                <c:pt idx="929">
                  <c:v>0.10952064</c:v>
                </c:pt>
                <c:pt idx="930">
                  <c:v>0.10951756</c:v>
                </c:pt>
                <c:pt idx="931">
                  <c:v>0.10951471</c:v>
                </c:pt>
                <c:pt idx="932">
                  <c:v>0.10951183</c:v>
                </c:pt>
                <c:pt idx="933">
                  <c:v>0.10950883</c:v>
                </c:pt>
                <c:pt idx="934">
                  <c:v>0.1095061</c:v>
                </c:pt>
                <c:pt idx="935">
                  <c:v>0.109503314</c:v>
                </c:pt>
                <c:pt idx="936">
                  <c:v>0.10950058</c:v>
                </c:pt>
                <c:pt idx="937">
                  <c:v>0.10949765</c:v>
                </c:pt>
                <c:pt idx="938">
                  <c:v>0.109495126</c:v>
                </c:pt>
                <c:pt idx="939">
                  <c:v>0.10949244</c:v>
                </c:pt>
                <c:pt idx="940">
                  <c:v>0.10948968000000001</c:v>
                </c:pt>
                <c:pt idx="941">
                  <c:v>0.10948709399999999</c:v>
                </c:pt>
                <c:pt idx="942">
                  <c:v>0.10948425000000001</c:v>
                </c:pt>
                <c:pt idx="943">
                  <c:v>0.10948128</c:v>
                </c:pt>
                <c:pt idx="944">
                  <c:v>0.109478705</c:v>
                </c:pt>
                <c:pt idx="945">
                  <c:v>0.10947593</c:v>
                </c:pt>
                <c:pt idx="946">
                  <c:v>0.10947332</c:v>
                </c:pt>
                <c:pt idx="947">
                  <c:v>0.10947063</c:v>
                </c:pt>
                <c:pt idx="948">
                  <c:v>0.109467946</c:v>
                </c:pt>
                <c:pt idx="949">
                  <c:v>0.109465376</c:v>
                </c:pt>
                <c:pt idx="950">
                  <c:v>0.10946269</c:v>
                </c:pt>
                <c:pt idx="951">
                  <c:v>0.10946016</c:v>
                </c:pt>
                <c:pt idx="952">
                  <c:v>0.109457284</c:v>
                </c:pt>
                <c:pt idx="953">
                  <c:v>0.10945448000000001</c:v>
                </c:pt>
                <c:pt idx="954">
                  <c:v>0.10945187000000001</c:v>
                </c:pt>
                <c:pt idx="955">
                  <c:v>0.10944935</c:v>
                </c:pt>
                <c:pt idx="956">
                  <c:v>0.10944672</c:v>
                </c:pt>
                <c:pt idx="957">
                  <c:v>0.1094439</c:v>
                </c:pt>
                <c:pt idx="958">
                  <c:v>0.10944154</c:v>
                </c:pt>
                <c:pt idx="959">
                  <c:v>0.10943889599999999</c:v>
                </c:pt>
                <c:pt idx="960">
                  <c:v>0.10943633999999999</c:v>
                </c:pt>
                <c:pt idx="961">
                  <c:v>0.10943376</c:v>
                </c:pt>
                <c:pt idx="962">
                  <c:v>0.10943114</c:v>
                </c:pt>
                <c:pt idx="963">
                  <c:v>0.10942852</c:v>
                </c:pt>
                <c:pt idx="964">
                  <c:v>0.10942586999999999</c:v>
                </c:pt>
                <c:pt idx="965">
                  <c:v>0.10942309</c:v>
                </c:pt>
                <c:pt idx="966">
                  <c:v>0.10942047000000001</c:v>
                </c:pt>
                <c:pt idx="967">
                  <c:v>0.10941784</c:v>
                </c:pt>
                <c:pt idx="968">
                  <c:v>0.109415345</c:v>
                </c:pt>
                <c:pt idx="969">
                  <c:v>0.109412916</c:v>
                </c:pt>
                <c:pt idx="970">
                  <c:v>0.10941041</c:v>
                </c:pt>
                <c:pt idx="971">
                  <c:v>0.10940794</c:v>
                </c:pt>
                <c:pt idx="972">
                  <c:v>0.109405264</c:v>
                </c:pt>
                <c:pt idx="973">
                  <c:v>0.10940271</c:v>
                </c:pt>
                <c:pt idx="974">
                  <c:v>0.10940034999999999</c:v>
                </c:pt>
                <c:pt idx="975">
                  <c:v>0.10939792499999999</c:v>
                </c:pt>
                <c:pt idx="976">
                  <c:v>0.109395705</c:v>
                </c:pt>
                <c:pt idx="977">
                  <c:v>0.109393165</c:v>
                </c:pt>
                <c:pt idx="978">
                  <c:v>0.10939067600000001</c:v>
                </c:pt>
                <c:pt idx="979">
                  <c:v>0.109388165</c:v>
                </c:pt>
                <c:pt idx="980">
                  <c:v>0.10938585000000001</c:v>
                </c:pt>
                <c:pt idx="981">
                  <c:v>0.10938338</c:v>
                </c:pt>
                <c:pt idx="982">
                  <c:v>0.10938094600000001</c:v>
                </c:pt>
                <c:pt idx="983">
                  <c:v>0.10937843999999999</c:v>
                </c:pt>
                <c:pt idx="984">
                  <c:v>0.10937603999999999</c:v>
                </c:pt>
                <c:pt idx="985">
                  <c:v>0.10937378</c:v>
                </c:pt>
                <c:pt idx="986">
                  <c:v>0.10937142</c:v>
                </c:pt>
                <c:pt idx="987">
                  <c:v>0.10936912</c:v>
                </c:pt>
                <c:pt idx="988">
                  <c:v>0.109366804</c:v>
                </c:pt>
                <c:pt idx="989">
                  <c:v>0.10936460000000001</c:v>
                </c:pt>
                <c:pt idx="990">
                  <c:v>0.109362505</c:v>
                </c:pt>
                <c:pt idx="991">
                  <c:v>0.10936046000000001</c:v>
                </c:pt>
                <c:pt idx="992">
                  <c:v>0.10935821</c:v>
                </c:pt>
                <c:pt idx="993">
                  <c:v>0.109356225</c:v>
                </c:pt>
                <c:pt idx="994">
                  <c:v>0.109353915</c:v>
                </c:pt>
                <c:pt idx="995">
                  <c:v>0.10935172999999999</c:v>
                </c:pt>
                <c:pt idx="996">
                  <c:v>0.109349556</c:v>
                </c:pt>
                <c:pt idx="997">
                  <c:v>0.10934748</c:v>
                </c:pt>
                <c:pt idx="998">
                  <c:v>0.109345384</c:v>
                </c:pt>
                <c:pt idx="999">
                  <c:v>0.10934329</c:v>
                </c:pt>
                <c:pt idx="1000">
                  <c:v>0.10934099999999999</c:v>
                </c:pt>
                <c:pt idx="1001">
                  <c:v>0.10933896</c:v>
                </c:pt>
                <c:pt idx="1002">
                  <c:v>0.109336816</c:v>
                </c:pt>
                <c:pt idx="1003">
                  <c:v>0.10933484</c:v>
                </c:pt>
                <c:pt idx="1004">
                  <c:v>0.10933278</c:v>
                </c:pt>
                <c:pt idx="1005">
                  <c:v>0.10933064000000001</c:v>
                </c:pt>
                <c:pt idx="1006">
                  <c:v>0.10932852999999999</c:v>
                </c:pt>
                <c:pt idx="1007">
                  <c:v>0.10932639</c:v>
                </c:pt>
                <c:pt idx="1008">
                  <c:v>0.10932436600000001</c:v>
                </c:pt>
                <c:pt idx="1009">
                  <c:v>0.10932238399999999</c:v>
                </c:pt>
                <c:pt idx="1010">
                  <c:v>0.10932039</c:v>
                </c:pt>
                <c:pt idx="1011">
                  <c:v>0.10931842999999999</c:v>
                </c:pt>
                <c:pt idx="1012">
                  <c:v>0.10931665</c:v>
                </c:pt>
                <c:pt idx="1013">
                  <c:v>0.10931457</c:v>
                </c:pt>
                <c:pt idx="1014">
                  <c:v>0.109312795</c:v>
                </c:pt>
                <c:pt idx="1015">
                  <c:v>0.10931071000000001</c:v>
                </c:pt>
                <c:pt idx="1016">
                  <c:v>0.10930869</c:v>
                </c:pt>
                <c:pt idx="1017">
                  <c:v>0.109306745</c:v>
                </c:pt>
                <c:pt idx="1018">
                  <c:v>0.109304674</c:v>
                </c:pt>
                <c:pt idx="1019">
                  <c:v>0.109302886</c:v>
                </c:pt>
                <c:pt idx="1020">
                  <c:v>0.109301</c:v>
                </c:pt>
                <c:pt idx="1021">
                  <c:v>0.10929904999999999</c:v>
                </c:pt>
                <c:pt idx="1022">
                  <c:v>0.109297246</c:v>
                </c:pt>
                <c:pt idx="1023">
                  <c:v>0.10929529</c:v>
                </c:pt>
                <c:pt idx="1024">
                  <c:v>0.10929331</c:v>
                </c:pt>
                <c:pt idx="1025">
                  <c:v>0.10929150999999999</c:v>
                </c:pt>
                <c:pt idx="1026">
                  <c:v>0.109289594</c:v>
                </c:pt>
                <c:pt idx="1027">
                  <c:v>0.109287836</c:v>
                </c:pt>
                <c:pt idx="1028">
                  <c:v>0.109285906</c:v>
                </c:pt>
                <c:pt idx="1029">
                  <c:v>0.10928402</c:v>
                </c:pt>
                <c:pt idx="1030">
                  <c:v>0.10928228500000001</c:v>
                </c:pt>
                <c:pt idx="1031">
                  <c:v>0.10928048999999999</c:v>
                </c:pt>
                <c:pt idx="1032">
                  <c:v>0.10927864</c:v>
                </c:pt>
                <c:pt idx="1033">
                  <c:v>0.10927697</c:v>
                </c:pt>
                <c:pt idx="1034">
                  <c:v>0.10927516</c:v>
                </c:pt>
                <c:pt idx="1035">
                  <c:v>0.10927322</c:v>
                </c:pt>
                <c:pt idx="1036">
                  <c:v>0.10927152</c:v>
                </c:pt>
                <c:pt idx="1037">
                  <c:v>0.10926957399999999</c:v>
                </c:pt>
                <c:pt idx="1038">
                  <c:v>0.10926761</c:v>
                </c:pt>
                <c:pt idx="1039">
                  <c:v>0.10926558</c:v>
                </c:pt>
                <c:pt idx="1040">
                  <c:v>0.10926372600000001</c:v>
                </c:pt>
                <c:pt idx="1041">
                  <c:v>0.10926183</c:v>
                </c:pt>
                <c:pt idx="1042">
                  <c:v>0.10926002</c:v>
                </c:pt>
                <c:pt idx="1043">
                  <c:v>0.109257914</c:v>
                </c:pt>
                <c:pt idx="1044">
                  <c:v>0.10925609</c:v>
                </c:pt>
                <c:pt idx="1045">
                  <c:v>0.109254226</c:v>
                </c:pt>
                <c:pt idx="1046">
                  <c:v>0.10925224</c:v>
                </c:pt>
                <c:pt idx="1047">
                  <c:v>0.10925049000000001</c:v>
                </c:pt>
                <c:pt idx="1048">
                  <c:v>0.10924874</c:v>
                </c:pt>
                <c:pt idx="1049">
                  <c:v>0.10924671</c:v>
                </c:pt>
                <c:pt idx="1050">
                  <c:v>0.10924484</c:v>
                </c:pt>
                <c:pt idx="1051">
                  <c:v>0.10924297600000001</c:v>
                </c:pt>
                <c:pt idx="1052">
                  <c:v>0.10924101999999999</c:v>
                </c:pt>
                <c:pt idx="1053">
                  <c:v>0.10923935999999999</c:v>
                </c:pt>
                <c:pt idx="1054">
                  <c:v>0.1092375</c:v>
                </c:pt>
                <c:pt idx="1055">
                  <c:v>0.10923546000000001</c:v>
                </c:pt>
                <c:pt idx="1056">
                  <c:v>0.109233655</c:v>
                </c:pt>
                <c:pt idx="1057">
                  <c:v>0.10923155399999999</c:v>
                </c:pt>
                <c:pt idx="1058">
                  <c:v>0.10922986</c:v>
                </c:pt>
                <c:pt idx="1059">
                  <c:v>0.10922806</c:v>
                </c:pt>
                <c:pt idx="1060">
                  <c:v>0.10922655000000001</c:v>
                </c:pt>
                <c:pt idx="1061">
                  <c:v>0.10922468</c:v>
                </c:pt>
                <c:pt idx="1062">
                  <c:v>0.10922289</c:v>
                </c:pt>
                <c:pt idx="1063">
                  <c:v>0.1092209</c:v>
                </c:pt>
                <c:pt idx="1064">
                  <c:v>0.10921918</c:v>
                </c:pt>
                <c:pt idx="1065">
                  <c:v>0.10921744999999999</c:v>
                </c:pt>
                <c:pt idx="1066">
                  <c:v>0.10921571400000001</c:v>
                </c:pt>
                <c:pt idx="1067">
                  <c:v>0.109214194</c:v>
                </c:pt>
                <c:pt idx="1068">
                  <c:v>0.109212555</c:v>
                </c:pt>
                <c:pt idx="1069">
                  <c:v>0.10921083400000001</c:v>
                </c:pt>
                <c:pt idx="1070">
                  <c:v>0.10920937</c:v>
                </c:pt>
                <c:pt idx="1071">
                  <c:v>0.109207824</c:v>
                </c:pt>
                <c:pt idx="1072">
                  <c:v>0.109206356</c:v>
                </c:pt>
                <c:pt idx="1073">
                  <c:v>0.10920492</c:v>
                </c:pt>
                <c:pt idx="1074">
                  <c:v>0.10920332000000001</c:v>
                </c:pt>
                <c:pt idx="1075">
                  <c:v>0.1092018</c:v>
                </c:pt>
                <c:pt idx="1076">
                  <c:v>0.10920021000000001</c:v>
                </c:pt>
                <c:pt idx="1077">
                  <c:v>0.10919866</c:v>
                </c:pt>
                <c:pt idx="1078">
                  <c:v>0.10919693</c:v>
                </c:pt>
                <c:pt idx="1079">
                  <c:v>0.109195456</c:v>
                </c:pt>
                <c:pt idx="1080">
                  <c:v>0.10919392999999999</c:v>
                </c:pt>
                <c:pt idx="1081">
                  <c:v>0.10919239</c:v>
                </c:pt>
                <c:pt idx="1082">
                  <c:v>0.1091911</c:v>
                </c:pt>
                <c:pt idx="1083">
                  <c:v>0.109189786</c:v>
                </c:pt>
                <c:pt idx="1084">
                  <c:v>0.10918833</c:v>
                </c:pt>
                <c:pt idx="1085">
                  <c:v>0.10918674</c:v>
                </c:pt>
                <c:pt idx="1086">
                  <c:v>0.10918529</c:v>
                </c:pt>
                <c:pt idx="1087">
                  <c:v>0.10918366</c:v>
                </c:pt>
                <c:pt idx="1088">
                  <c:v>0.109182104</c:v>
                </c:pt>
                <c:pt idx="1089">
                  <c:v>0.10918052</c:v>
                </c:pt>
                <c:pt idx="1090">
                  <c:v>0.109178975</c:v>
                </c:pt>
                <c:pt idx="1091">
                  <c:v>0.10917733</c:v>
                </c:pt>
                <c:pt idx="1092">
                  <c:v>0.10917599</c:v>
                </c:pt>
                <c:pt idx="1093">
                  <c:v>0.10917451</c:v>
                </c:pt>
                <c:pt idx="1094">
                  <c:v>0.10917304999999999</c:v>
                </c:pt>
                <c:pt idx="1095">
                  <c:v>0.10917188999999999</c:v>
                </c:pt>
                <c:pt idx="1096">
                  <c:v>0.10917051999999999</c:v>
                </c:pt>
                <c:pt idx="1097">
                  <c:v>0.10916926</c:v>
                </c:pt>
                <c:pt idx="1098">
                  <c:v>0.10916778000000001</c:v>
                </c:pt>
                <c:pt idx="1099">
                  <c:v>0.10916648</c:v>
                </c:pt>
                <c:pt idx="1100">
                  <c:v>0.10916512</c:v>
                </c:pt>
                <c:pt idx="1101">
                  <c:v>0.109163836</c:v>
                </c:pt>
                <c:pt idx="1102">
                  <c:v>0.10916255</c:v>
                </c:pt>
                <c:pt idx="1103">
                  <c:v>0.10916111000000001</c:v>
                </c:pt>
                <c:pt idx="1104">
                  <c:v>0.109159805</c:v>
                </c:pt>
                <c:pt idx="1105">
                  <c:v>0.109158196</c:v>
                </c:pt>
                <c:pt idx="1106">
                  <c:v>0.10915692</c:v>
                </c:pt>
                <c:pt idx="1107">
                  <c:v>0.10915569999999999</c:v>
                </c:pt>
                <c:pt idx="1108">
                  <c:v>0.10915439</c:v>
                </c:pt>
                <c:pt idx="1109">
                  <c:v>0.10915304000000001</c:v>
                </c:pt>
                <c:pt idx="1110">
                  <c:v>0.109151766</c:v>
                </c:pt>
                <c:pt idx="1111">
                  <c:v>0.109150566</c:v>
                </c:pt>
                <c:pt idx="1112">
                  <c:v>0.10914918999999999</c:v>
                </c:pt>
                <c:pt idx="1113">
                  <c:v>0.10914791</c:v>
                </c:pt>
                <c:pt idx="1114">
                  <c:v>0.10914668399999999</c:v>
                </c:pt>
                <c:pt idx="1115">
                  <c:v>0.109145425</c:v>
                </c:pt>
                <c:pt idx="1116">
                  <c:v>0.109144226</c:v>
                </c:pt>
                <c:pt idx="1117">
                  <c:v>0.109143086</c:v>
                </c:pt>
                <c:pt idx="1118">
                  <c:v>0.10914171</c:v>
                </c:pt>
                <c:pt idx="1119">
                  <c:v>0.10914040999999999</c:v>
                </c:pt>
                <c:pt idx="1120">
                  <c:v>0.109139256</c:v>
                </c:pt>
                <c:pt idx="1121">
                  <c:v>0.10913805</c:v>
                </c:pt>
                <c:pt idx="1122">
                  <c:v>0.1091369</c:v>
                </c:pt>
                <c:pt idx="1123">
                  <c:v>0.10913566500000001</c:v>
                </c:pt>
                <c:pt idx="1124">
                  <c:v>0.109134465</c:v>
                </c:pt>
                <c:pt idx="1125">
                  <c:v>0.10913300500000001</c:v>
                </c:pt>
                <c:pt idx="1126">
                  <c:v>0.10913200000000001</c:v>
                </c:pt>
                <c:pt idx="1127">
                  <c:v>0.10913080999999999</c:v>
                </c:pt>
                <c:pt idx="1128">
                  <c:v>0.10912956</c:v>
                </c:pt>
                <c:pt idx="1129">
                  <c:v>0.109128155</c:v>
                </c:pt>
                <c:pt idx="1130">
                  <c:v>0.10912687</c:v>
                </c:pt>
                <c:pt idx="1131">
                  <c:v>0.109125614</c:v>
                </c:pt>
                <c:pt idx="1132">
                  <c:v>0.10912428</c:v>
                </c:pt>
                <c:pt idx="1133">
                  <c:v>0.10912289</c:v>
                </c:pt>
                <c:pt idx="1134">
                  <c:v>0.1091216</c:v>
                </c:pt>
                <c:pt idx="1135">
                  <c:v>0.10912035</c:v>
                </c:pt>
                <c:pt idx="1136">
                  <c:v>0.109119385</c:v>
                </c:pt>
                <c:pt idx="1137">
                  <c:v>0.10911811</c:v>
                </c:pt>
                <c:pt idx="1138">
                  <c:v>0.10911681500000001</c:v>
                </c:pt>
                <c:pt idx="1139">
                  <c:v>0.109115526</c:v>
                </c:pt>
                <c:pt idx="1140">
                  <c:v>0.10911435</c:v>
                </c:pt>
                <c:pt idx="1141">
                  <c:v>0.10911309</c:v>
                </c:pt>
                <c:pt idx="1142">
                  <c:v>0.109112024</c:v>
                </c:pt>
                <c:pt idx="1143">
                  <c:v>0.1091109</c:v>
                </c:pt>
                <c:pt idx="1144">
                  <c:v>0.10910958</c:v>
                </c:pt>
                <c:pt idx="1145">
                  <c:v>0.10910838</c:v>
                </c:pt>
                <c:pt idx="1146">
                  <c:v>0.10910723999999999</c:v>
                </c:pt>
                <c:pt idx="1147">
                  <c:v>0.10910626499999999</c:v>
                </c:pt>
                <c:pt idx="1148">
                  <c:v>0.10910514</c:v>
                </c:pt>
                <c:pt idx="1149">
                  <c:v>0.10910404999999999</c:v>
                </c:pt>
                <c:pt idx="1150">
                  <c:v>0.10910293</c:v>
                </c:pt>
                <c:pt idx="1151">
                  <c:v>0.10910191</c:v>
                </c:pt>
                <c:pt idx="1152">
                  <c:v>0.109100945</c:v>
                </c:pt>
                <c:pt idx="1153">
                  <c:v>0.109100014</c:v>
                </c:pt>
                <c:pt idx="1154">
                  <c:v>0.10909901599999999</c:v>
                </c:pt>
                <c:pt idx="1155">
                  <c:v>0.109098054</c:v>
                </c:pt>
                <c:pt idx="1156">
                  <c:v>0.10909695</c:v>
                </c:pt>
                <c:pt idx="1157">
                  <c:v>0.109095916</c:v>
                </c:pt>
                <c:pt idx="1158">
                  <c:v>0.10909474</c:v>
                </c:pt>
                <c:pt idx="1159">
                  <c:v>0.10909381999999999</c:v>
                </c:pt>
                <c:pt idx="1160">
                  <c:v>0.10909286999999999</c:v>
                </c:pt>
                <c:pt idx="1161">
                  <c:v>0.10909181</c:v>
                </c:pt>
                <c:pt idx="1162">
                  <c:v>0.10909075999999999</c:v>
                </c:pt>
                <c:pt idx="1163">
                  <c:v>0.109089956</c:v>
                </c:pt>
                <c:pt idx="1164">
                  <c:v>0.10908884000000001</c:v>
                </c:pt>
                <c:pt idx="1165">
                  <c:v>0.10908784000000001</c:v>
                </c:pt>
                <c:pt idx="1166">
                  <c:v>0.109086744</c:v>
                </c:pt>
                <c:pt idx="1167">
                  <c:v>0.10908565000000001</c:v>
                </c:pt>
                <c:pt idx="1168">
                  <c:v>0.10908446500000001</c:v>
                </c:pt>
                <c:pt idx="1169">
                  <c:v>0.10908354000000001</c:v>
                </c:pt>
                <c:pt idx="1170">
                  <c:v>0.10908256500000001</c:v>
                </c:pt>
                <c:pt idx="1171">
                  <c:v>0.10908176999999999</c:v>
                </c:pt>
                <c:pt idx="1172">
                  <c:v>0.109080724</c:v>
                </c:pt>
                <c:pt idx="1173">
                  <c:v>0.10907991</c:v>
                </c:pt>
                <c:pt idx="1174">
                  <c:v>0.10907883</c:v>
                </c:pt>
                <c:pt idx="1175">
                  <c:v>0.10907783</c:v>
                </c:pt>
                <c:pt idx="1176">
                  <c:v>0.109076865</c:v>
                </c:pt>
                <c:pt idx="1177">
                  <c:v>0.1090761</c:v>
                </c:pt>
                <c:pt idx="1178">
                  <c:v>0.10907512</c:v>
                </c:pt>
                <c:pt idx="1179">
                  <c:v>0.10907430999999999</c:v>
                </c:pt>
                <c:pt idx="1180">
                  <c:v>0.10907321</c:v>
                </c:pt>
                <c:pt idx="1181">
                  <c:v>0.10907246</c:v>
                </c:pt>
                <c:pt idx="1182">
                  <c:v>0.10907175</c:v>
                </c:pt>
                <c:pt idx="1183">
                  <c:v>0.10907095</c:v>
                </c:pt>
                <c:pt idx="1184">
                  <c:v>0.10907024</c:v>
                </c:pt>
                <c:pt idx="1185">
                  <c:v>0.10906915</c:v>
                </c:pt>
                <c:pt idx="1186">
                  <c:v>0.10906826</c:v>
                </c:pt>
                <c:pt idx="1187">
                  <c:v>0.10906755999999999</c:v>
                </c:pt>
                <c:pt idx="1188">
                  <c:v>0.10906692</c:v>
                </c:pt>
                <c:pt idx="1189">
                  <c:v>0.109065995</c:v>
                </c:pt>
                <c:pt idx="1190">
                  <c:v>0.10906512</c:v>
                </c:pt>
                <c:pt idx="1191">
                  <c:v>0.109064326</c:v>
                </c:pt>
                <c:pt idx="1192">
                  <c:v>0.10906345000000001</c:v>
                </c:pt>
                <c:pt idx="1193">
                  <c:v>0.10906261</c:v>
                </c:pt>
                <c:pt idx="1194">
                  <c:v>0.10906169</c:v>
                </c:pt>
                <c:pt idx="1195">
                  <c:v>0.10906082</c:v>
                </c:pt>
                <c:pt idx="1196">
                  <c:v>0.109059975</c:v>
                </c:pt>
                <c:pt idx="1197">
                  <c:v>0.10905910000000001</c:v>
                </c:pt>
                <c:pt idx="1198">
                  <c:v>0.109058194</c:v>
                </c:pt>
                <c:pt idx="1199">
                  <c:v>0.10905721</c:v>
                </c:pt>
                <c:pt idx="1200">
                  <c:v>0.10905636</c:v>
                </c:pt>
                <c:pt idx="1201">
                  <c:v>0.109055415</c:v>
                </c:pt>
                <c:pt idx="1202">
                  <c:v>0.10905462</c:v>
                </c:pt>
                <c:pt idx="1203">
                  <c:v>0.109053925</c:v>
                </c:pt>
                <c:pt idx="1204">
                  <c:v>0.109053105</c:v>
                </c:pt>
                <c:pt idx="1205">
                  <c:v>0.109052576</c:v>
                </c:pt>
                <c:pt idx="1206">
                  <c:v>0.10905181999999999</c:v>
                </c:pt>
                <c:pt idx="1207">
                  <c:v>0.10905106000000001</c:v>
                </c:pt>
                <c:pt idx="1208">
                  <c:v>0.10905014</c:v>
                </c:pt>
                <c:pt idx="1209">
                  <c:v>0.10904917</c:v>
                </c:pt>
                <c:pt idx="1210">
                  <c:v>0.10904846999999999</c:v>
                </c:pt>
                <c:pt idx="1211">
                  <c:v>0.10904765</c:v>
                </c:pt>
                <c:pt idx="1212">
                  <c:v>0.10904675</c:v>
                </c:pt>
                <c:pt idx="1213">
                  <c:v>0.10904595</c:v>
                </c:pt>
                <c:pt idx="1214">
                  <c:v>0.10904523000000001</c:v>
                </c:pt>
                <c:pt idx="1215">
                  <c:v>0.10904451499999999</c:v>
                </c:pt>
                <c:pt idx="1216">
                  <c:v>0.10904353999999999</c:v>
                </c:pt>
                <c:pt idx="1217">
                  <c:v>0.10904297</c:v>
                </c:pt>
                <c:pt idx="1218">
                  <c:v>0.10904200999999999</c:v>
                </c:pt>
                <c:pt idx="1219">
                  <c:v>0.10904107</c:v>
                </c:pt>
                <c:pt idx="1220">
                  <c:v>0.10904026</c:v>
                </c:pt>
                <c:pt idx="1221">
                  <c:v>0.1090395</c:v>
                </c:pt>
                <c:pt idx="1222">
                  <c:v>0.10903887</c:v>
                </c:pt>
                <c:pt idx="1223">
                  <c:v>0.10903809</c:v>
                </c:pt>
                <c:pt idx="1224">
                  <c:v>0.10903756000000001</c:v>
                </c:pt>
                <c:pt idx="1225">
                  <c:v>0.10903696</c:v>
                </c:pt>
                <c:pt idx="1226">
                  <c:v>0.1090362</c:v>
                </c:pt>
                <c:pt idx="1227">
                  <c:v>0.10903562</c:v>
                </c:pt>
                <c:pt idx="1228">
                  <c:v>0.10903487000000001</c:v>
                </c:pt>
                <c:pt idx="1229">
                  <c:v>0.109034434</c:v>
                </c:pt>
                <c:pt idx="1230">
                  <c:v>0.10903359999999999</c:v>
                </c:pt>
                <c:pt idx="1231">
                  <c:v>0.10903299</c:v>
                </c:pt>
                <c:pt idx="1232">
                  <c:v>0.10903251</c:v>
                </c:pt>
                <c:pt idx="1233">
                  <c:v>0.10903187</c:v>
                </c:pt>
                <c:pt idx="1234">
                  <c:v>0.10903126</c:v>
                </c:pt>
                <c:pt idx="1235">
                  <c:v>0.10903060000000001</c:v>
                </c:pt>
                <c:pt idx="1236">
                  <c:v>0.10902998999999999</c:v>
                </c:pt>
                <c:pt idx="1237">
                  <c:v>0.1090295</c:v>
                </c:pt>
                <c:pt idx="1238">
                  <c:v>0.109028995</c:v>
                </c:pt>
                <c:pt idx="1239">
                  <c:v>0.109028496</c:v>
                </c:pt>
                <c:pt idx="1240">
                  <c:v>0.10902786</c:v>
                </c:pt>
                <c:pt idx="1241">
                  <c:v>0.10902727</c:v>
                </c:pt>
                <c:pt idx="1242">
                  <c:v>0.10902673</c:v>
                </c:pt>
                <c:pt idx="1243">
                  <c:v>0.109026395</c:v>
                </c:pt>
                <c:pt idx="1244">
                  <c:v>0.109025866</c:v>
                </c:pt>
                <c:pt idx="1245">
                  <c:v>0.10902529</c:v>
                </c:pt>
                <c:pt idx="1246">
                  <c:v>0.10902459</c:v>
                </c:pt>
                <c:pt idx="1247">
                  <c:v>0.10902398000000001</c:v>
                </c:pt>
                <c:pt idx="1248">
                  <c:v>0.10902352999999999</c:v>
                </c:pt>
                <c:pt idx="1249">
                  <c:v>0.10902288</c:v>
                </c:pt>
                <c:pt idx="1250">
                  <c:v>0.109022334</c:v>
                </c:pt>
                <c:pt idx="1251">
                  <c:v>0.10902174000000001</c:v>
                </c:pt>
                <c:pt idx="1252">
                  <c:v>0.10902133</c:v>
                </c:pt>
                <c:pt idx="1253">
                  <c:v>0.10902072</c:v>
                </c:pt>
                <c:pt idx="1254">
                  <c:v>0.10902038</c:v>
                </c:pt>
                <c:pt idx="1255">
                  <c:v>0.10901986</c:v>
                </c:pt>
                <c:pt idx="1256">
                  <c:v>0.10901937</c:v>
                </c:pt>
                <c:pt idx="1257">
                  <c:v>0.10901901</c:v>
                </c:pt>
                <c:pt idx="1258">
                  <c:v>0.10901858</c:v>
                </c:pt>
                <c:pt idx="1259">
                  <c:v>0.10901803</c:v>
                </c:pt>
                <c:pt idx="1260">
                  <c:v>0.10901743</c:v>
                </c:pt>
                <c:pt idx="1261">
                  <c:v>0.109016895</c:v>
                </c:pt>
                <c:pt idx="1262">
                  <c:v>0.10901619999999999</c:v>
                </c:pt>
                <c:pt idx="1263">
                  <c:v>0.10901573000000001</c:v>
                </c:pt>
                <c:pt idx="1264">
                  <c:v>0.10901490599999999</c:v>
                </c:pt>
                <c:pt idx="1265">
                  <c:v>0.10901452</c:v>
                </c:pt>
                <c:pt idx="1266">
                  <c:v>0.10901394</c:v>
                </c:pt>
                <c:pt idx="1267">
                  <c:v>0.10901350999999999</c:v>
                </c:pt>
                <c:pt idx="1268">
                  <c:v>0.10901294</c:v>
                </c:pt>
                <c:pt idx="1269">
                  <c:v>0.10901247999999999</c:v>
                </c:pt>
                <c:pt idx="1270">
                  <c:v>0.10901195</c:v>
                </c:pt>
                <c:pt idx="1271">
                  <c:v>0.10901155</c:v>
                </c:pt>
                <c:pt idx="1272">
                  <c:v>0.109011054</c:v>
                </c:pt>
                <c:pt idx="1273">
                  <c:v>0.109010786</c:v>
                </c:pt>
                <c:pt idx="1274">
                  <c:v>0.10901052999999999</c:v>
                </c:pt>
                <c:pt idx="1275">
                  <c:v>0.10901028</c:v>
                </c:pt>
                <c:pt idx="1276">
                  <c:v>0.109009966</c:v>
                </c:pt>
                <c:pt idx="1277">
                  <c:v>0.109009735</c:v>
                </c:pt>
                <c:pt idx="1278">
                  <c:v>0.10900921</c:v>
                </c:pt>
                <c:pt idx="1279">
                  <c:v>0.109008886</c:v>
                </c:pt>
                <c:pt idx="1280">
                  <c:v>0.109008536</c:v>
                </c:pt>
                <c:pt idx="1281">
                  <c:v>0.10900806</c:v>
                </c:pt>
                <c:pt idx="1282">
                  <c:v>0.109007746</c:v>
                </c:pt>
                <c:pt idx="1283">
                  <c:v>0.1090074</c:v>
                </c:pt>
                <c:pt idx="1284">
                  <c:v>0.10900689</c:v>
                </c:pt>
                <c:pt idx="1285">
                  <c:v>0.1090063</c:v>
                </c:pt>
                <c:pt idx="1286">
                  <c:v>0.10900595</c:v>
                </c:pt>
                <c:pt idx="1287">
                  <c:v>0.10900567999999999</c:v>
                </c:pt>
                <c:pt idx="1288">
                  <c:v>0.10900520499999999</c:v>
                </c:pt>
                <c:pt idx="1289">
                  <c:v>0.1090048</c:v>
                </c:pt>
                <c:pt idx="1290">
                  <c:v>0.10900446</c:v>
                </c:pt>
                <c:pt idx="1291">
                  <c:v>0.10900414</c:v>
                </c:pt>
                <c:pt idx="1292">
                  <c:v>0.10900393</c:v>
                </c:pt>
                <c:pt idx="1293">
                  <c:v>0.109003566</c:v>
                </c:pt>
                <c:pt idx="1294">
                  <c:v>0.10900334</c:v>
                </c:pt>
                <c:pt idx="1295">
                  <c:v>0.10900304500000001</c:v>
                </c:pt>
                <c:pt idx="1296">
                  <c:v>0.10900273000000001</c:v>
                </c:pt>
                <c:pt idx="1297">
                  <c:v>0.10900252000000001</c:v>
                </c:pt>
                <c:pt idx="1298">
                  <c:v>0.109002024</c:v>
                </c:pt>
                <c:pt idx="1299">
                  <c:v>0.10900178000000001</c:v>
                </c:pt>
                <c:pt idx="1300">
                  <c:v>0.10900137</c:v>
                </c:pt>
                <c:pt idx="1301">
                  <c:v>0.109001055</c:v>
                </c:pt>
                <c:pt idx="1302">
                  <c:v>0.10900068</c:v>
                </c:pt>
                <c:pt idx="1303">
                  <c:v>0.109000295</c:v>
                </c:pt>
                <c:pt idx="1304">
                  <c:v>0.10899982599999999</c:v>
                </c:pt>
                <c:pt idx="1305">
                  <c:v>0.10899942999999999</c:v>
                </c:pt>
                <c:pt idx="1306">
                  <c:v>0.10899908</c:v>
                </c:pt>
                <c:pt idx="1307">
                  <c:v>0.10899866</c:v>
                </c:pt>
                <c:pt idx="1308">
                  <c:v>0.10899841</c:v>
                </c:pt>
                <c:pt idx="1309">
                  <c:v>0.10899804</c:v>
                </c:pt>
                <c:pt idx="1310">
                  <c:v>0.10899769500000001</c:v>
                </c:pt>
                <c:pt idx="1311">
                  <c:v>0.10899739999999999</c:v>
                </c:pt>
                <c:pt idx="1312">
                  <c:v>0.10899716600000001</c:v>
                </c:pt>
                <c:pt idx="1313">
                  <c:v>0.108996995</c:v>
                </c:pt>
                <c:pt idx="1314">
                  <c:v>0.10899664000000001</c:v>
                </c:pt>
                <c:pt idx="1315">
                  <c:v>0.108996466</c:v>
                </c:pt>
                <c:pt idx="1316">
                  <c:v>0.10899622</c:v>
                </c:pt>
                <c:pt idx="1317">
                  <c:v>0.10899577000000001</c:v>
                </c:pt>
                <c:pt idx="1318">
                  <c:v>0.10899547</c:v>
                </c:pt>
                <c:pt idx="1319">
                  <c:v>0.10899505</c:v>
                </c:pt>
                <c:pt idx="1320">
                  <c:v>0.10899454</c:v>
                </c:pt>
                <c:pt idx="1321">
                  <c:v>0.10899425</c:v>
                </c:pt>
                <c:pt idx="1322">
                  <c:v>0.10899410399999999</c:v>
                </c:pt>
                <c:pt idx="1323">
                  <c:v>0.1089937</c:v>
                </c:pt>
                <c:pt idx="1324">
                  <c:v>0.10899335</c:v>
                </c:pt>
                <c:pt idx="1325">
                  <c:v>0.10899319</c:v>
                </c:pt>
                <c:pt idx="1326">
                  <c:v>0.10899283</c:v>
                </c:pt>
                <c:pt idx="1327">
                  <c:v>0.10899248</c:v>
                </c:pt>
                <c:pt idx="1328">
                  <c:v>0.10899233999999999</c:v>
                </c:pt>
                <c:pt idx="1329">
                  <c:v>0.10899196</c:v>
                </c:pt>
                <c:pt idx="1330">
                  <c:v>0.10899167999999999</c:v>
                </c:pt>
                <c:pt idx="1331">
                  <c:v>0.10899149</c:v>
                </c:pt>
                <c:pt idx="1332">
                  <c:v>0.108991265</c:v>
                </c:pt>
                <c:pt idx="1333">
                  <c:v>0.108991094</c:v>
                </c:pt>
                <c:pt idx="1334">
                  <c:v>0.10899074</c:v>
                </c:pt>
                <c:pt idx="1335">
                  <c:v>0.108990565</c:v>
                </c:pt>
                <c:pt idx="1336">
                  <c:v>0.10899041600000001</c:v>
                </c:pt>
                <c:pt idx="1337">
                  <c:v>0.10899027</c:v>
                </c:pt>
                <c:pt idx="1338">
                  <c:v>0.1089899</c:v>
                </c:pt>
                <c:pt idx="1339">
                  <c:v>0.10898964999999999</c:v>
                </c:pt>
                <c:pt idx="1340">
                  <c:v>0.10898944000000001</c:v>
                </c:pt>
                <c:pt idx="1341">
                  <c:v>0.10898916</c:v>
                </c:pt>
                <c:pt idx="1342">
                  <c:v>0.108988844</c:v>
                </c:pt>
                <c:pt idx="1343">
                  <c:v>0.10898878400000001</c:v>
                </c:pt>
                <c:pt idx="1344">
                  <c:v>0.108988695</c:v>
                </c:pt>
                <c:pt idx="1345">
                  <c:v>0.10898836000000001</c:v>
                </c:pt>
                <c:pt idx="1346">
                  <c:v>0.10898813</c:v>
                </c:pt>
                <c:pt idx="1347">
                  <c:v>0.10898790999999999</c:v>
                </c:pt>
                <c:pt idx="1348">
                  <c:v>0.10898771</c:v>
                </c:pt>
                <c:pt idx="1349">
                  <c:v>0.10898745999999999</c:v>
                </c:pt>
                <c:pt idx="1350">
                  <c:v>0.10898716</c:v>
                </c:pt>
                <c:pt idx="1351">
                  <c:v>0.10898695999999999</c:v>
                </c:pt>
                <c:pt idx="1352">
                  <c:v>0.10898689</c:v>
                </c:pt>
                <c:pt idx="1353">
                  <c:v>0.10898668</c:v>
                </c:pt>
                <c:pt idx="1354">
                  <c:v>0.10898635499999999</c:v>
                </c:pt>
                <c:pt idx="1355">
                  <c:v>0.108986214</c:v>
                </c:pt>
                <c:pt idx="1356">
                  <c:v>0.10898586</c:v>
                </c:pt>
                <c:pt idx="1357">
                  <c:v>0.10898563</c:v>
                </c:pt>
                <c:pt idx="1358">
                  <c:v>0.10898552</c:v>
                </c:pt>
                <c:pt idx="1359">
                  <c:v>0.10898515</c:v>
                </c:pt>
                <c:pt idx="1360">
                  <c:v>0.10898502</c:v>
                </c:pt>
                <c:pt idx="1361">
                  <c:v>0.10898498399999999</c:v>
                </c:pt>
                <c:pt idx="1362">
                  <c:v>0.10898482</c:v>
                </c:pt>
                <c:pt idx="1363">
                  <c:v>0.1089845</c:v>
                </c:pt>
                <c:pt idx="1364">
                  <c:v>0.10898437</c:v>
                </c:pt>
                <c:pt idx="1365">
                  <c:v>0.108983964</c:v>
                </c:pt>
                <c:pt idx="1366">
                  <c:v>0.10898389999999999</c:v>
                </c:pt>
                <c:pt idx="1367">
                  <c:v>0.10898379</c:v>
                </c:pt>
                <c:pt idx="1368">
                  <c:v>0.10898380000000001</c:v>
                </c:pt>
                <c:pt idx="1369">
                  <c:v>0.108983554</c:v>
                </c:pt>
                <c:pt idx="1370">
                  <c:v>0.108983554</c:v>
                </c:pt>
                <c:pt idx="1371">
                  <c:v>0.10898338</c:v>
                </c:pt>
                <c:pt idx="1372">
                  <c:v>0.10898323</c:v>
                </c:pt>
                <c:pt idx="1373">
                  <c:v>0.10898322000000001</c:v>
                </c:pt>
                <c:pt idx="1374">
                  <c:v>0.108983174</c:v>
                </c:pt>
                <c:pt idx="1375">
                  <c:v>0.10898330000000001</c:v>
                </c:pt>
                <c:pt idx="1376">
                  <c:v>0.10898318</c:v>
                </c:pt>
                <c:pt idx="1377">
                  <c:v>0.108983226</c:v>
                </c:pt>
                <c:pt idx="1378">
                  <c:v>0.108983256</c:v>
                </c:pt>
                <c:pt idx="1379">
                  <c:v>0.108983226</c:v>
                </c:pt>
                <c:pt idx="1380">
                  <c:v>0.108983174</c:v>
                </c:pt>
                <c:pt idx="1381">
                  <c:v>0.10898318</c:v>
                </c:pt>
                <c:pt idx="1382">
                  <c:v>0.10898322000000001</c:v>
                </c:pt>
                <c:pt idx="1383">
                  <c:v>0.10898315</c:v>
                </c:pt>
                <c:pt idx="1384">
                  <c:v>0.10898328</c:v>
                </c:pt>
                <c:pt idx="1385">
                  <c:v>0.1089831</c:v>
                </c:pt>
                <c:pt idx="1386">
                  <c:v>0.108982995</c:v>
                </c:pt>
                <c:pt idx="1387">
                  <c:v>0.10898276</c:v>
                </c:pt>
                <c:pt idx="1388">
                  <c:v>0.10898272000000001</c:v>
                </c:pt>
                <c:pt idx="1389">
                  <c:v>0.10898265</c:v>
                </c:pt>
                <c:pt idx="1390">
                  <c:v>0.10898255599999999</c:v>
                </c:pt>
                <c:pt idx="1391">
                  <c:v>0.10898263</c:v>
                </c:pt>
                <c:pt idx="1392">
                  <c:v>0.10898260999999999</c:v>
                </c:pt>
                <c:pt idx="1393">
                  <c:v>0.10898241</c:v>
                </c:pt>
                <c:pt idx="1394">
                  <c:v>0.10898238</c:v>
                </c:pt>
                <c:pt idx="1395">
                  <c:v>0.10898244</c:v>
                </c:pt>
                <c:pt idx="1396">
                  <c:v>0.10898251</c:v>
                </c:pt>
                <c:pt idx="1397">
                  <c:v>0.10898243000000001</c:v>
                </c:pt>
                <c:pt idx="1398">
                  <c:v>0.10898242</c:v>
                </c:pt>
                <c:pt idx="1399">
                  <c:v>0.108982384</c:v>
                </c:pt>
                <c:pt idx="1400">
                  <c:v>0.10898215999999999</c:v>
                </c:pt>
                <c:pt idx="1401">
                  <c:v>0.10898218</c:v>
                </c:pt>
                <c:pt idx="1402">
                  <c:v>0.10898215</c:v>
                </c:pt>
                <c:pt idx="1403">
                  <c:v>0.10898226</c:v>
                </c:pt>
                <c:pt idx="1404">
                  <c:v>0.1089822</c:v>
                </c:pt>
                <c:pt idx="1405">
                  <c:v>0.108982384</c:v>
                </c:pt>
                <c:pt idx="1406">
                  <c:v>0.108982354</c:v>
                </c:pt>
                <c:pt idx="1407">
                  <c:v>0.10898221</c:v>
                </c:pt>
                <c:pt idx="1408">
                  <c:v>0.10898221</c:v>
                </c:pt>
                <c:pt idx="1409">
                  <c:v>0.10898215</c:v>
                </c:pt>
                <c:pt idx="1410">
                  <c:v>0.108982176</c:v>
                </c:pt>
                <c:pt idx="1411">
                  <c:v>0.108981974</c:v>
                </c:pt>
                <c:pt idx="1412">
                  <c:v>0.1089821</c:v>
                </c:pt>
                <c:pt idx="1413">
                  <c:v>0.1089821</c:v>
                </c:pt>
                <c:pt idx="1414">
                  <c:v>0.10898194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4493304"/>
        <c:axId val="514497616"/>
      </c:scatterChart>
      <c:valAx>
        <c:axId val="514493304"/>
        <c:scaling>
          <c:orientation val="minMax"/>
          <c:max val="1450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800"/>
                  <a:t>Total Iterations </a:t>
                </a:r>
                <a:endParaRPr lang="ja-JP" sz="28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#,##0_);[Red]\(#,##0\)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14497616"/>
        <c:crosses val="autoZero"/>
        <c:crossBetween val="midCat"/>
        <c:majorUnit val="2500"/>
      </c:valAx>
      <c:valAx>
        <c:axId val="514497616"/>
        <c:scaling>
          <c:orientation val="minMax"/>
          <c:min val="3.0000000000000006E-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800"/>
                  <a:t>MSE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1449330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032185039370078"/>
          <c:y val="8.8541137082274166E-2"/>
          <c:w val="0.18613993013197294"/>
          <c:h val="0.15625109361329836"/>
        </c:manualLayout>
      </c:layout>
      <c:overlay val="1"/>
      <c:spPr>
        <a:noFill/>
        <a:ln w="1905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3" r:id="rId4"/>
    <p:sldLayoutId id="2147483670" r:id="rId5"/>
    <p:sldLayoutId id="2147483671" r:id="rId6"/>
    <p:sldLayoutId id="2147483672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7586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Our Strategy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dirty="0" smtClean="0"/>
              <a:t>We use simplified fuzzy models.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dirty="0" smtClean="0"/>
              <a:t>We adopted five types of Gaussian Shape fuzzy sets.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dirty="0" smtClean="0"/>
              <a:t>We use all fuzzy sets f</a:t>
            </a:r>
            <a:r>
              <a:rPr kumimoji="1" lang="en-US" altLang="ja-JP" dirty="0" smtClean="0"/>
              <a:t>or each attribute.  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78084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Fuzzy Sets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  <p:graphicFrame>
        <p:nvGraphicFramePr>
          <p:cNvPr id="6" name="グラフ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8865984"/>
              </p:ext>
            </p:extLst>
          </p:nvPr>
        </p:nvGraphicFramePr>
        <p:xfrm>
          <a:off x="286043" y="1620053"/>
          <a:ext cx="8226083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テキスト ボックス 6"/>
          <p:cNvSpPr txBox="1"/>
          <p:nvPr/>
        </p:nvSpPr>
        <p:spPr>
          <a:xfrm>
            <a:off x="7267133" y="2154624"/>
            <a:ext cx="1765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 smtClean="0">
                <a:latin typeface="Symbol" panose="05050102010706020507" pitchFamily="18" charset="2"/>
              </a:rPr>
              <a:t>s</a:t>
            </a:r>
            <a:r>
              <a:rPr lang="en-US" altLang="ja-JP" sz="2800" dirty="0" smtClean="0"/>
              <a:t> = 0.105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078516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Results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Learning Curve </a:t>
            </a:r>
            <a:endParaRPr kumimoji="1" lang="ja-JP" altLang="en-US" dirty="0"/>
          </a:p>
        </p:txBody>
      </p:sp>
      <p:graphicFrame>
        <p:nvGraphicFramePr>
          <p:cNvPr id="11" name="グラフ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7669332"/>
              </p:ext>
            </p:extLst>
          </p:nvPr>
        </p:nvGraphicFramePr>
        <p:xfrm>
          <a:off x="635000" y="1325852"/>
          <a:ext cx="7213600" cy="4838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テキスト ボックス 14"/>
          <p:cNvSpPr txBox="1"/>
          <p:nvPr/>
        </p:nvSpPr>
        <p:spPr>
          <a:xfrm>
            <a:off x="2012950" y="5950879"/>
            <a:ext cx="51181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/>
              <a:t>L</a:t>
            </a:r>
            <a:r>
              <a:rPr kumimoji="1" lang="en-US" altLang="ja-JP" sz="2800" dirty="0" smtClean="0"/>
              <a:t>ast MSE</a:t>
            </a:r>
          </a:p>
          <a:p>
            <a:pPr algn="ctr"/>
            <a:r>
              <a:rPr lang="en-US" altLang="ja-JP" sz="2800" dirty="0" smtClean="0"/>
              <a:t>Train:0.0426  Test:0.1090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24726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_Meiryo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5">
      <a:majorFont>
        <a:latin typeface="Arial"/>
        <a:ea typeface="MeiryoKe_Gothic"/>
        <a:cs typeface=""/>
      </a:majorFont>
      <a:minorFont>
        <a:latin typeface="Arial"/>
        <a:ea typeface="MeiryoKe_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_Meiryo" id="{7D642844-7729-411D-8325-58B6C4B8D203}" vid="{50D3BAC5-7159-4E37-9CBF-9487F996062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Theme_Lab_Meiryo</Template>
  <TotalTime>124</TotalTime>
  <Words>47</Words>
  <Application>Microsoft Office PowerPoint</Application>
  <PresentationFormat>画面に合わせる (4:3)</PresentationFormat>
  <Paragraphs>17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MeiryoKe_Gothic</vt:lpstr>
      <vt:lpstr>ＭＳ Ｐゴシック</vt:lpstr>
      <vt:lpstr>Arial</vt:lpstr>
      <vt:lpstr>Symbol</vt:lpstr>
      <vt:lpstr>Times New Roman</vt:lpstr>
      <vt:lpstr>Theme_Lab_Meiryo</vt:lpstr>
      <vt:lpstr>PowerPoint プレゼンテーション</vt:lpstr>
      <vt:lpstr>Our Strategy</vt:lpstr>
      <vt:lpstr>Fuzzy Sets</vt:lpstr>
      <vt:lpstr>Results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瓜田 俊貴</cp:lastModifiedBy>
  <cp:revision>9</cp:revision>
  <dcterms:created xsi:type="dcterms:W3CDTF">2019-05-07T15:09:32Z</dcterms:created>
  <dcterms:modified xsi:type="dcterms:W3CDTF">2019-05-07T17:14:08Z</dcterms:modified>
</cp:coreProperties>
</file>