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  <p:sldMasterId id="2147483675" r:id="rId2"/>
  </p:sldMasterIdLst>
  <p:notesMasterIdLst>
    <p:notesMasterId r:id="rId10"/>
  </p:notesMasterIdLst>
  <p:sldIdLst>
    <p:sldId id="256" r:id="rId3"/>
    <p:sldId id="258" r:id="rId4"/>
    <p:sldId id="261" r:id="rId5"/>
    <p:sldId id="259" r:id="rId6"/>
    <p:sldId id="260" r:id="rId7"/>
    <p:sldId id="257" r:id="rId8"/>
    <p:sldId id="262" r:id="rId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86716-2A95-4A3B-A9ED-79BE695E7B46}" type="datetimeFigureOut">
              <a:rPr kumimoji="1" lang="ja-JP" altLang="en-US" smtClean="0"/>
              <a:t>2019/9/30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A667D-B62A-4282-8065-AF90615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04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2929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273385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5422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4935537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133599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3286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758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157239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6216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710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173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265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31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85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48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5659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ppt/theme/theme2.xml><?xml version="1.0" encoding="utf-8"?>
<a:theme xmlns:a="http://schemas.openxmlformats.org/drawingml/2006/main" name="Theme_lab_print">
  <a:themeElements>
    <a:clrScheme name="ユーザー定義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_print" id="{2F87EB5A-B1E3-47F6-875A-D57E4EAE0036}" vid="{95719935-9901-4FDD-8BC5-3E37A2EBB270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</TotalTime>
  <Words>4</Words>
  <Application>Microsoft Office PowerPoint</Application>
  <PresentationFormat>画面に合わせる (4:3)</PresentationFormat>
  <Paragraphs>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ＭＳ P ゴシック</vt:lpstr>
      <vt:lpstr>ＭＳ Ｐゴシック</vt:lpstr>
      <vt:lpstr>游ゴシック</vt:lpstr>
      <vt:lpstr>Arial</vt:lpstr>
      <vt:lpstr>Times New Roman</vt:lpstr>
      <vt:lpstr>Theme_Lab</vt:lpstr>
      <vt:lpstr>Theme_lab_print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3</cp:revision>
  <dcterms:created xsi:type="dcterms:W3CDTF">2019-07-02T20:42:27Z</dcterms:created>
  <dcterms:modified xsi:type="dcterms:W3CDTF">2019-09-30T07:11:11Z</dcterms:modified>
</cp:coreProperties>
</file>