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5" r:id="rId2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77637"/>
            <a:ext cx="103632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85344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04800" y="1365255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68796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5064" y="191543"/>
            <a:ext cx="4655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267200"/>
            <a:ext cx="85344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668526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04800" y="1323978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23978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8526748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4992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923876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932668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8347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5637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743208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7603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020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591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9347200" y="333375"/>
            <a:ext cx="28448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595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ppt/theme/theme2.xml><?xml version="1.0" encoding="utf-8"?>
<a:theme xmlns:a="http://schemas.openxmlformats.org/drawingml/2006/main" name="Theme_lab_print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print" id="{2F87EB5A-B1E3-47F6-875A-D57E4EAE0036}" vid="{95719935-9901-4FDD-8BC5-3E37A2EBB27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3</TotalTime>
  <Words>2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ＭＳ P ゴシック</vt:lpstr>
      <vt:lpstr>ＭＳ Ｐゴシック</vt:lpstr>
      <vt:lpstr>Arial</vt:lpstr>
      <vt:lpstr>Times New Roman</vt:lpstr>
      <vt:lpstr>Theme_Lab</vt:lpstr>
      <vt:lpstr>Theme_lab_print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2</cp:revision>
  <dcterms:created xsi:type="dcterms:W3CDTF">2020-12-21T08:39:30Z</dcterms:created>
  <dcterms:modified xsi:type="dcterms:W3CDTF">2020-12-21T08:42:46Z</dcterms:modified>
</cp:coreProperties>
</file>