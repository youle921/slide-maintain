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9"/>
  </p:notesMasterIdLst>
  <p:sldIdLst>
    <p:sldId id="256" r:id="rId2"/>
    <p:sldId id="258" r:id="rId3"/>
    <p:sldId id="261" r:id="rId4"/>
    <p:sldId id="259" r:id="rId5"/>
    <p:sldId id="260" r:id="rId6"/>
    <p:sldId id="257" r:id="rId7"/>
    <p:sldId id="262" r:id="rId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86716-2A95-4A3B-A9ED-79BE695E7B46}" type="datetimeFigureOut">
              <a:rPr kumimoji="1" lang="ja-JP" altLang="en-US" smtClean="0"/>
              <a:t>2019/9/30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A667D-B62A-4282-8065-AF90615AF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04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7105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173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265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931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850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85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5659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240EDE69-6004-490A-8851-241177012245}" vid="{3655978B-9A6C-48D2-A3CA-A8F52A96FD4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</TotalTime>
  <Words>4</Words>
  <Application>Microsoft Office PowerPoint</Application>
  <PresentationFormat>画面に合わせる (4:3)</PresentationFormat>
  <Paragraphs>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ＭＳ P ゴシック</vt:lpstr>
      <vt:lpstr>ＭＳ Ｐゴシック</vt:lpstr>
      <vt:lpstr>游ゴシック</vt:lpstr>
      <vt:lpstr>Arial</vt:lpstr>
      <vt:lpstr>Times New Roman</vt:lpstr>
      <vt:lpstr>Theme_Lab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2</cp:revision>
  <dcterms:created xsi:type="dcterms:W3CDTF">2019-07-02T20:42:27Z</dcterms:created>
  <dcterms:modified xsi:type="dcterms:W3CDTF">2019-09-30T07:10:29Z</dcterms:modified>
</cp:coreProperties>
</file>