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200" d="100"/>
          <a:sy n="200" d="100"/>
        </p:scale>
        <p:origin x="-4440" y="-2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9441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6591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1657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862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2340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3455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9361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321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906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402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10E1C-68E9-4BE4-82D9-1962D95C2236}" type="datetimeFigureOut">
              <a:rPr kumimoji="1" lang="ja-JP" altLang="en-US" smtClean="0"/>
              <a:t>2020/2/7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256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10E1C-68E9-4BE4-82D9-1962D95C2236}" type="datetimeFigureOut">
              <a:rPr kumimoji="1" lang="ja-JP" altLang="en-US" smtClean="0"/>
              <a:t>2020/2/7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49709-58EF-41A6-AB56-AE5A6BE6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7051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/>
          <p:cNvGrpSpPr/>
          <p:nvPr/>
        </p:nvGrpSpPr>
        <p:grpSpPr>
          <a:xfrm>
            <a:off x="5775128" y="2989625"/>
            <a:ext cx="2462212" cy="583071"/>
            <a:chOff x="5775128" y="2989625"/>
            <a:chExt cx="2462212" cy="583071"/>
          </a:xfrm>
        </p:grpSpPr>
        <p:sp>
          <p:nvSpPr>
            <p:cNvPr id="60" name="円弧 59"/>
            <p:cNvSpPr/>
            <p:nvPr/>
          </p:nvSpPr>
          <p:spPr>
            <a:xfrm>
              <a:off x="6556175" y="2989625"/>
              <a:ext cx="895549" cy="476319"/>
            </a:xfrm>
            <a:prstGeom prst="arc">
              <a:avLst>
                <a:gd name="adj1" fmla="val 11052140"/>
                <a:gd name="adj2" fmla="val 21112851"/>
              </a:avLst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0" name="グループ化 9"/>
            <p:cNvGrpSpPr/>
            <p:nvPr/>
          </p:nvGrpSpPr>
          <p:grpSpPr>
            <a:xfrm>
              <a:off x="5775128" y="3174415"/>
              <a:ext cx="2462212" cy="398281"/>
              <a:chOff x="5775128" y="3174415"/>
              <a:chExt cx="2462212" cy="398281"/>
            </a:xfrm>
          </p:grpSpPr>
          <p:cxnSp>
            <p:nvCxnSpPr>
              <p:cNvPr id="7" name="直線矢印コネクタ 6"/>
              <p:cNvCxnSpPr/>
              <p:nvPr/>
            </p:nvCxnSpPr>
            <p:spPr>
              <a:xfrm>
                <a:off x="5775128" y="3293269"/>
                <a:ext cx="2462212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グループ化 7"/>
              <p:cNvGrpSpPr/>
              <p:nvPr/>
            </p:nvGrpSpPr>
            <p:grpSpPr>
              <a:xfrm>
                <a:off x="5821364" y="3174415"/>
                <a:ext cx="363536" cy="398281"/>
                <a:chOff x="5821364" y="3174415"/>
                <a:chExt cx="363536" cy="398281"/>
              </a:xfrm>
            </p:grpSpPr>
            <p:sp>
              <p:nvSpPr>
                <p:cNvPr id="16" name="テキスト ボックス 15"/>
                <p:cNvSpPr txBox="1"/>
                <p:nvPr/>
              </p:nvSpPr>
              <p:spPr>
                <a:xfrm>
                  <a:off x="5821364" y="3349558"/>
                  <a:ext cx="363536" cy="2231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ja-JP" sz="850" i="1" dirty="0" err="1" smtClean="0">
                      <a:latin typeface="Times" panose="02020603050405020304" pitchFamily="18" charset="0"/>
                      <a:cs typeface="Times" panose="02020603050405020304" pitchFamily="18" charset="0"/>
                    </a:rPr>
                    <a:t>p</a:t>
                  </a:r>
                  <a:r>
                    <a:rPr kumimoji="1" lang="en-US" altLang="ja-JP" sz="850" i="1" baseline="-25000" dirty="0" err="1" smtClean="0">
                      <a:latin typeface="Times" panose="02020603050405020304" pitchFamily="18" charset="0"/>
                      <a:cs typeface="Times" panose="02020603050405020304" pitchFamily="18" charset="0"/>
                    </a:rPr>
                    <a:t>min</a:t>
                  </a:r>
                  <a:endParaRPr kumimoji="1" lang="ja-JP" altLang="en-US" sz="850" i="1" baseline="-25000" dirty="0">
                    <a:latin typeface="Times" panose="02020603050405020304" pitchFamily="18" charset="0"/>
                    <a:cs typeface="Times" panose="02020603050405020304" pitchFamily="18" charset="0"/>
                  </a:endParaRPr>
                </a:p>
              </p:txBody>
            </p:sp>
            <p:cxnSp>
              <p:nvCxnSpPr>
                <p:cNvPr id="11" name="直線コネクタ 10"/>
                <p:cNvCxnSpPr/>
                <p:nvPr/>
              </p:nvCxnSpPr>
              <p:spPr>
                <a:xfrm>
                  <a:off x="6003132" y="3174415"/>
                  <a:ext cx="0" cy="2377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グループ化 8"/>
              <p:cNvGrpSpPr/>
              <p:nvPr/>
            </p:nvGrpSpPr>
            <p:grpSpPr>
              <a:xfrm>
                <a:off x="7827568" y="3174415"/>
                <a:ext cx="363536" cy="398281"/>
                <a:chOff x="7827568" y="3174415"/>
                <a:chExt cx="363536" cy="398281"/>
              </a:xfrm>
            </p:grpSpPr>
            <p:sp>
              <p:nvSpPr>
                <p:cNvPr id="17" name="テキスト ボックス 16"/>
                <p:cNvSpPr txBox="1"/>
                <p:nvPr/>
              </p:nvSpPr>
              <p:spPr>
                <a:xfrm>
                  <a:off x="7827568" y="3349558"/>
                  <a:ext cx="363536" cy="2231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ja-JP" sz="850" i="1" dirty="0" err="1" smtClean="0">
                      <a:latin typeface="Times" panose="02020603050405020304" pitchFamily="18" charset="0"/>
                      <a:cs typeface="Times" panose="02020603050405020304" pitchFamily="18" charset="0"/>
                    </a:rPr>
                    <a:t>p</a:t>
                  </a:r>
                  <a:r>
                    <a:rPr kumimoji="1" lang="en-US" altLang="ja-JP" sz="850" i="1" baseline="-25000" dirty="0" err="1" smtClean="0">
                      <a:latin typeface="Times" panose="02020603050405020304" pitchFamily="18" charset="0"/>
                      <a:cs typeface="Times" panose="02020603050405020304" pitchFamily="18" charset="0"/>
                    </a:rPr>
                    <a:t>max</a:t>
                  </a:r>
                  <a:endParaRPr kumimoji="1" lang="ja-JP" altLang="en-US" sz="850" i="1" baseline="-25000" dirty="0">
                    <a:latin typeface="Times" panose="02020603050405020304" pitchFamily="18" charset="0"/>
                    <a:cs typeface="Times" panose="02020603050405020304" pitchFamily="18" charset="0"/>
                  </a:endParaRPr>
                </a:p>
              </p:txBody>
            </p:sp>
            <p:cxnSp>
              <p:nvCxnSpPr>
                <p:cNvPr id="15" name="直線コネクタ 14"/>
                <p:cNvCxnSpPr/>
                <p:nvPr/>
              </p:nvCxnSpPr>
              <p:spPr>
                <a:xfrm>
                  <a:off x="8009336" y="3174415"/>
                  <a:ext cx="0" cy="2377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グループ化 33"/>
              <p:cNvGrpSpPr/>
              <p:nvPr/>
            </p:nvGrpSpPr>
            <p:grpSpPr>
              <a:xfrm>
                <a:off x="6229213" y="3242863"/>
                <a:ext cx="34010" cy="100812"/>
                <a:chOff x="6866141" y="3233338"/>
                <a:chExt cx="22001" cy="100812"/>
              </a:xfrm>
            </p:grpSpPr>
            <p:cxnSp>
              <p:nvCxnSpPr>
                <p:cNvPr id="32" name="直線コネクタ 31"/>
                <p:cNvCxnSpPr/>
                <p:nvPr/>
              </p:nvCxnSpPr>
              <p:spPr>
                <a:xfrm>
                  <a:off x="6866141" y="3233338"/>
                  <a:ext cx="0" cy="10081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線コネクタ 32"/>
                <p:cNvCxnSpPr/>
                <p:nvPr/>
              </p:nvCxnSpPr>
              <p:spPr>
                <a:xfrm>
                  <a:off x="6888142" y="3233338"/>
                  <a:ext cx="0" cy="10081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グループ化 30"/>
              <p:cNvGrpSpPr/>
              <p:nvPr/>
            </p:nvGrpSpPr>
            <p:grpSpPr>
              <a:xfrm>
                <a:off x="7749245" y="3242863"/>
                <a:ext cx="34010" cy="100812"/>
                <a:chOff x="6866141" y="3233338"/>
                <a:chExt cx="22001" cy="100812"/>
              </a:xfrm>
            </p:grpSpPr>
            <p:cxnSp>
              <p:nvCxnSpPr>
                <p:cNvPr id="37" name="直線コネクタ 36"/>
                <p:cNvCxnSpPr/>
                <p:nvPr/>
              </p:nvCxnSpPr>
              <p:spPr>
                <a:xfrm>
                  <a:off x="6866141" y="3233338"/>
                  <a:ext cx="0" cy="10081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線コネクタ 37"/>
                <p:cNvCxnSpPr/>
                <p:nvPr/>
              </p:nvCxnSpPr>
              <p:spPr>
                <a:xfrm>
                  <a:off x="6888142" y="3233338"/>
                  <a:ext cx="0" cy="10081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" name="グループ化 4"/>
            <p:cNvGrpSpPr/>
            <p:nvPr/>
          </p:nvGrpSpPr>
          <p:grpSpPr>
            <a:xfrm>
              <a:off x="7277241" y="3227785"/>
              <a:ext cx="363536" cy="344911"/>
              <a:chOff x="7277241" y="3227785"/>
              <a:chExt cx="363536" cy="344911"/>
            </a:xfrm>
          </p:grpSpPr>
          <p:sp>
            <p:nvSpPr>
              <p:cNvPr id="18" name="円/楕円 17"/>
              <p:cNvSpPr/>
              <p:nvPr/>
            </p:nvSpPr>
            <p:spPr>
              <a:xfrm>
                <a:off x="7392195" y="3227785"/>
                <a:ext cx="130969" cy="130969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テキスト ボックス 20"/>
              <p:cNvSpPr txBox="1"/>
              <p:nvPr/>
            </p:nvSpPr>
            <p:spPr>
              <a:xfrm>
                <a:off x="7277241" y="3349558"/>
                <a:ext cx="363536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850" i="1" dirty="0" err="1" smtClean="0">
                    <a:latin typeface="Times" panose="02020603050405020304" pitchFamily="18" charset="0"/>
                    <a:cs typeface="Times" panose="02020603050405020304" pitchFamily="18" charset="0"/>
                  </a:rPr>
                  <a:t>p</a:t>
                </a:r>
                <a:r>
                  <a:rPr lang="en-US" altLang="ja-JP" sz="850" baseline="30000" dirty="0" err="1" smtClean="0">
                    <a:latin typeface="Times" panose="02020603050405020304" pitchFamily="18" charset="0"/>
                    <a:cs typeface="Times" panose="02020603050405020304" pitchFamily="18" charset="0"/>
                  </a:rPr>
                  <a:t>old</a:t>
                </a:r>
                <a:endParaRPr kumimoji="1" lang="ja-JP" altLang="en-US" sz="850" i="1" baseline="300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p:grpSp>
        <p:grpSp>
          <p:nvGrpSpPr>
            <p:cNvPr id="4" name="グループ化 3"/>
            <p:cNvGrpSpPr/>
            <p:nvPr/>
          </p:nvGrpSpPr>
          <p:grpSpPr>
            <a:xfrm>
              <a:off x="6373020" y="3227785"/>
              <a:ext cx="363536" cy="344911"/>
              <a:chOff x="6373020" y="3227785"/>
              <a:chExt cx="363536" cy="344911"/>
            </a:xfrm>
          </p:grpSpPr>
          <p:sp>
            <p:nvSpPr>
              <p:cNvPr id="22" name="テキスト ボックス 21"/>
              <p:cNvSpPr txBox="1"/>
              <p:nvPr/>
            </p:nvSpPr>
            <p:spPr>
              <a:xfrm>
                <a:off x="6373020" y="3349558"/>
                <a:ext cx="363536" cy="22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850" i="1" dirty="0" err="1" smtClean="0">
                    <a:latin typeface="Times" panose="02020603050405020304" pitchFamily="18" charset="0"/>
                    <a:cs typeface="Times" panose="02020603050405020304" pitchFamily="18" charset="0"/>
                  </a:rPr>
                  <a:t>p</a:t>
                </a:r>
                <a:r>
                  <a:rPr lang="en-US" altLang="ja-JP" sz="850" baseline="30000" dirty="0" err="1" smtClean="0">
                    <a:latin typeface="Times" panose="02020603050405020304" pitchFamily="18" charset="0"/>
                    <a:cs typeface="Times" panose="02020603050405020304" pitchFamily="18" charset="0"/>
                  </a:rPr>
                  <a:t>new</a:t>
                </a:r>
                <a:endParaRPr kumimoji="1" lang="ja-JP" altLang="en-US" sz="850" i="1" baseline="300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19" name="円/楕円 18"/>
              <p:cNvSpPr/>
              <p:nvPr/>
            </p:nvSpPr>
            <p:spPr>
              <a:xfrm>
                <a:off x="6489304" y="3227785"/>
                <a:ext cx="130969" cy="13096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4199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</Words>
  <Application>Microsoft Office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ＭＳ Ｐゴシック</vt:lpstr>
      <vt:lpstr>Arial</vt:lpstr>
      <vt:lpstr>Calibri</vt:lpstr>
      <vt:lpstr>Calibri Light</vt:lpstr>
      <vt:lpstr>Times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瓜田 俊貴</cp:lastModifiedBy>
  <cp:revision>8</cp:revision>
  <dcterms:created xsi:type="dcterms:W3CDTF">2020-02-07T00:48:35Z</dcterms:created>
  <dcterms:modified xsi:type="dcterms:W3CDTF">2020-02-07T13:47:49Z</dcterms:modified>
</cp:coreProperties>
</file>