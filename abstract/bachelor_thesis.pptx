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sldIdLst>
    <p:sldId id="256" r:id="rId2"/>
    <p:sldId id="258" r:id="rId3"/>
    <p:sldId id="257" r:id="rId4"/>
    <p:sldId id="264" r:id="rId5"/>
    <p:sldId id="266" r:id="rId6"/>
    <p:sldId id="260" r:id="rId7"/>
    <p:sldId id="261" r:id="rId8"/>
    <p:sldId id="262" r:id="rId9"/>
    <p:sldId id="263" r:id="rId10"/>
    <p:sldId id="265" r:id="rId11"/>
    <p:sldId id="259" r:id="rId1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14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4" name="Rectangle 7"/>
          <p:cNvSpPr>
            <a:spLocks noChangeArrowheads="1"/>
          </p:cNvSpPr>
          <p:nvPr/>
        </p:nvSpPr>
        <p:spPr bwMode="auto">
          <a:xfrm>
            <a:off x="0" y="0"/>
            <a:ext cx="9144000" cy="4114800"/>
          </a:xfrm>
          <a:prstGeom prst="rect">
            <a:avLst/>
          </a:prstGeom>
          <a:solidFill>
            <a:schemeClr val="accent2"/>
          </a:solidFill>
          <a:ln w="9525">
            <a:solidFill>
              <a:schemeClr val="accent2"/>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dirty="0"/>
          </a:p>
        </p:txBody>
      </p:sp>
      <p:sp>
        <p:nvSpPr>
          <p:cNvPr id="9218" name="Rectangle 2"/>
          <p:cNvSpPr>
            <a:spLocks noGrp="1" noChangeArrowheads="1"/>
          </p:cNvSpPr>
          <p:nvPr>
            <p:ph type="ctrTitle"/>
          </p:nvPr>
        </p:nvSpPr>
        <p:spPr>
          <a:xfrm>
            <a:off x="685800" y="2130431"/>
            <a:ext cx="7772400" cy="1470025"/>
          </a:xfrm>
        </p:spPr>
        <p:txBody>
          <a:bodyPr/>
          <a:lstStyle>
            <a:lvl1pPr algn="ctr">
              <a:defRPr sz="4400"/>
            </a:lvl1pPr>
          </a:lstStyle>
          <a:p>
            <a:r>
              <a:rPr lang="ja-JP" altLang="en-US" smtClean="0"/>
              <a:t>マスター タイトルの書式設定</a:t>
            </a:r>
            <a:endParaRPr lang="ja-JP" altLang="en-US" dirty="0"/>
          </a:p>
        </p:txBody>
      </p:sp>
      <p:sp>
        <p:nvSpPr>
          <p:cNvPr id="9219" name="Rectangle 3"/>
          <p:cNvSpPr>
            <a:spLocks noGrp="1" noChangeArrowheads="1"/>
          </p:cNvSpPr>
          <p:nvPr>
            <p:ph type="subTitle" idx="1"/>
          </p:nvPr>
        </p:nvSpPr>
        <p:spPr>
          <a:xfrm>
            <a:off x="1371600" y="4267200"/>
            <a:ext cx="6400800" cy="1371600"/>
          </a:xfrm>
        </p:spPr>
        <p:txBody>
          <a:bodyPr anchor="ctr"/>
          <a:lstStyle>
            <a:lvl1pPr marL="0" indent="0" algn="ctr">
              <a:buFontTx/>
              <a:buNone/>
              <a:defRPr sz="3200"/>
            </a:lvl1pPr>
          </a:lstStyle>
          <a:p>
            <a:r>
              <a:rPr lang="ja-JP" altLang="en-US" smtClean="0"/>
              <a:t>マスター サブタイトルの書式設定</a:t>
            </a:r>
            <a:endParaRPr lang="ja-JP" altLang="en-US" dirty="0"/>
          </a:p>
        </p:txBody>
      </p:sp>
    </p:spTree>
    <p:extLst>
      <p:ext uri="{BB962C8B-B14F-4D97-AF65-F5344CB8AC3E}">
        <p14:creationId xmlns:p14="http://schemas.microsoft.com/office/powerpoint/2010/main" val="8916319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3" name="テキスト ボックス 2"/>
          <p:cNvSpPr txBox="1"/>
          <p:nvPr/>
        </p:nvSpPr>
        <p:spPr>
          <a:xfrm>
            <a:off x="228600" y="1365254"/>
            <a:ext cx="1466850" cy="584775"/>
          </a:xfrm>
          <a:prstGeom prst="rect">
            <a:avLst/>
          </a:prstGeom>
          <a:noFill/>
          <a:ln w="28575">
            <a:solidFill>
              <a:schemeClr val="accent2"/>
            </a:solidFill>
          </a:ln>
        </p:spPr>
        <p:txBody>
          <a:bodyPr wrap="square" rtlCol="0">
            <a:spAutoFit/>
          </a:bodyPr>
          <a:lstStyle/>
          <a:p>
            <a:pPr algn="ctr"/>
            <a:r>
              <a:rPr kumimoji="1" lang="ja-JP" altLang="en-US" sz="3200" dirty="0" smtClean="0"/>
              <a:t>論文名</a:t>
            </a:r>
          </a:p>
        </p:txBody>
      </p:sp>
      <p:sp>
        <p:nvSpPr>
          <p:cNvPr id="4" name="テキスト ボックス 3"/>
          <p:cNvSpPr txBox="1"/>
          <p:nvPr/>
        </p:nvSpPr>
        <p:spPr>
          <a:xfrm>
            <a:off x="228600" y="3125440"/>
            <a:ext cx="1466850" cy="584775"/>
          </a:xfrm>
          <a:prstGeom prst="rect">
            <a:avLst/>
          </a:prstGeom>
          <a:noFill/>
          <a:ln w="28575">
            <a:solidFill>
              <a:schemeClr val="accent2"/>
            </a:solidFill>
          </a:ln>
        </p:spPr>
        <p:txBody>
          <a:bodyPr wrap="square" rtlCol="0">
            <a:spAutoFit/>
          </a:bodyPr>
          <a:lstStyle/>
          <a:p>
            <a:pPr algn="ctr"/>
            <a:r>
              <a:rPr kumimoji="1" lang="ja-JP" altLang="en-US" sz="3200" dirty="0" smtClean="0"/>
              <a:t>著者名</a:t>
            </a:r>
          </a:p>
        </p:txBody>
      </p:sp>
      <p:sp>
        <p:nvSpPr>
          <p:cNvPr id="5" name="テキスト ボックス 4"/>
          <p:cNvSpPr txBox="1"/>
          <p:nvPr/>
        </p:nvSpPr>
        <p:spPr>
          <a:xfrm>
            <a:off x="228600" y="4724400"/>
            <a:ext cx="1466850" cy="584775"/>
          </a:xfrm>
          <a:prstGeom prst="rect">
            <a:avLst/>
          </a:prstGeom>
          <a:noFill/>
          <a:ln w="28575">
            <a:solidFill>
              <a:schemeClr val="accent2"/>
            </a:solidFill>
          </a:ln>
        </p:spPr>
        <p:txBody>
          <a:bodyPr wrap="square" rtlCol="0">
            <a:spAutoFit/>
          </a:bodyPr>
          <a:lstStyle/>
          <a:p>
            <a:pPr algn="ctr"/>
            <a:r>
              <a:rPr lang="ja-JP" altLang="en-US" sz="3200" dirty="0"/>
              <a:t>出典</a:t>
            </a:r>
            <a:endParaRPr kumimoji="1" lang="ja-JP" altLang="en-US" sz="3200" dirty="0" smtClean="0"/>
          </a:p>
        </p:txBody>
      </p:sp>
      <p:sp>
        <p:nvSpPr>
          <p:cNvPr id="6" name="コンテンツ プレースホルダ 2"/>
          <p:cNvSpPr>
            <a:spLocks noGrp="1"/>
          </p:cNvSpPr>
          <p:nvPr>
            <p:ph idx="1" hasCustomPrompt="1"/>
          </p:nvPr>
        </p:nvSpPr>
        <p:spPr>
          <a:xfrm>
            <a:off x="1828800" y="1368795"/>
            <a:ext cx="7086600" cy="1551337"/>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smtClean="0"/>
              <a:t>論文名</a:t>
            </a:r>
          </a:p>
        </p:txBody>
      </p:sp>
      <p:sp>
        <p:nvSpPr>
          <p:cNvPr id="7" name="コンテンツ プレースホルダ 2"/>
          <p:cNvSpPr>
            <a:spLocks noGrp="1"/>
          </p:cNvSpPr>
          <p:nvPr>
            <p:ph idx="10" hasCustomPrompt="1"/>
          </p:nvPr>
        </p:nvSpPr>
        <p:spPr>
          <a:xfrm>
            <a:off x="1828800" y="3125441"/>
            <a:ext cx="7086600" cy="1391142"/>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smtClean="0"/>
              <a:t>著者名</a:t>
            </a:r>
          </a:p>
        </p:txBody>
      </p:sp>
      <p:sp>
        <p:nvSpPr>
          <p:cNvPr id="8" name="コンテンツ プレースホルダ 2"/>
          <p:cNvSpPr>
            <a:spLocks noGrp="1"/>
          </p:cNvSpPr>
          <p:nvPr>
            <p:ph idx="11" hasCustomPrompt="1"/>
          </p:nvPr>
        </p:nvSpPr>
        <p:spPr>
          <a:xfrm>
            <a:off x="1828800" y="4724400"/>
            <a:ext cx="7086600" cy="1551337"/>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smtClean="0"/>
              <a:t>出典</a:t>
            </a:r>
          </a:p>
        </p:txBody>
      </p:sp>
      <p:sp>
        <p:nvSpPr>
          <p:cNvPr id="9" name="テキスト ボックス 8"/>
          <p:cNvSpPr txBox="1"/>
          <p:nvPr/>
        </p:nvSpPr>
        <p:spPr>
          <a:xfrm>
            <a:off x="78798" y="191542"/>
            <a:ext cx="3491346" cy="769441"/>
          </a:xfrm>
          <a:prstGeom prst="rect">
            <a:avLst/>
          </a:prstGeom>
          <a:noFill/>
        </p:spPr>
        <p:txBody>
          <a:bodyPr wrap="square" rtlCol="0">
            <a:spAutoFit/>
          </a:bodyPr>
          <a:lstStyle/>
          <a:p>
            <a:pPr algn="l"/>
            <a:r>
              <a:rPr kumimoji="1" lang="ja-JP" altLang="en-US" sz="4400" b="1" dirty="0" smtClean="0">
                <a:solidFill>
                  <a:schemeClr val="bg1"/>
                </a:solidFill>
              </a:rPr>
              <a:t>論文情報</a:t>
            </a:r>
          </a:p>
        </p:txBody>
      </p:sp>
      <p:sp>
        <p:nvSpPr>
          <p:cNvPr id="10"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Tree>
    <p:extLst>
      <p:ext uri="{BB962C8B-B14F-4D97-AF65-F5344CB8AC3E}">
        <p14:creationId xmlns:p14="http://schemas.microsoft.com/office/powerpoint/2010/main" val="3941812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gn="l">
              <a:defRPr sz="4400"/>
            </a:lvl1pPr>
          </a:lstStyle>
          <a:p>
            <a:r>
              <a:rPr lang="ja-JP" altLang="en-US" smtClean="0"/>
              <a:t>マスター タイトルの書式設定</a:t>
            </a:r>
            <a:endParaRPr lang="ja-JP" altLang="en-US" dirty="0"/>
          </a:p>
        </p:txBody>
      </p:sp>
      <p:sp>
        <p:nvSpPr>
          <p:cNvPr id="3" name="コンテンツ プレースホルダ 2"/>
          <p:cNvSpPr>
            <a:spLocks noGrp="1"/>
          </p:cNvSpPr>
          <p:nvPr>
            <p:ph idx="1"/>
          </p:nvPr>
        </p:nvSpPr>
        <p:spPr/>
        <p:txBody>
          <a:bodyPr/>
          <a:lstStyle>
            <a:lvl1pPr marL="0" indent="0" algn="just">
              <a:buNone/>
              <a:defRPr sz="32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Tree>
    <p:extLst>
      <p:ext uri="{BB962C8B-B14F-4D97-AF65-F5344CB8AC3E}">
        <p14:creationId xmlns:p14="http://schemas.microsoft.com/office/powerpoint/2010/main" val="117669418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タイトル+サブタイトル">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6200" y="0"/>
            <a:ext cx="9067800" cy="609600"/>
          </a:xfrm>
        </p:spPr>
        <p:txBody>
          <a:bodyPr/>
          <a:lstStyle>
            <a:lvl1pPr algn="l">
              <a:defRPr sz="4400"/>
            </a:lvl1pPr>
          </a:lstStyle>
          <a:p>
            <a:r>
              <a:rPr lang="ja-JP" altLang="en-US" dirty="0" smtClean="0"/>
              <a:t>メインタイトル</a:t>
            </a:r>
            <a:endParaRPr lang="ja-JP" altLang="en-US" dirty="0"/>
          </a:p>
        </p:txBody>
      </p:sp>
      <p:sp>
        <p:nvSpPr>
          <p:cNvPr id="3" name="コンテンツ プレースホルダ 2"/>
          <p:cNvSpPr>
            <a:spLocks noGrp="1"/>
          </p:cNvSpPr>
          <p:nvPr>
            <p:ph idx="1"/>
          </p:nvPr>
        </p:nvSpPr>
        <p:spPr/>
        <p:txBody>
          <a:bodyPr/>
          <a:lstStyle>
            <a:lvl1pPr marL="0" indent="0" algn="just">
              <a:buNone/>
              <a:defRPr sz="32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
        <p:nvSpPr>
          <p:cNvPr id="14" name="テキスト プレースホルダー 13"/>
          <p:cNvSpPr>
            <a:spLocks noGrp="1"/>
          </p:cNvSpPr>
          <p:nvPr>
            <p:ph type="body" sz="quarter" idx="13" hasCustomPrompt="1"/>
          </p:nvPr>
        </p:nvSpPr>
        <p:spPr>
          <a:xfrm>
            <a:off x="76200" y="570780"/>
            <a:ext cx="9067800" cy="573087"/>
          </a:xfrm>
        </p:spPr>
        <p:txBody>
          <a:bodyPr anchor="ctr"/>
          <a:lstStyle>
            <a:lvl1pPr marL="0" indent="0">
              <a:buNone/>
              <a:defRPr sz="3600" b="1" baseline="0">
                <a:solidFill>
                  <a:schemeClr val="accent4"/>
                </a:solidFill>
                <a:latin typeface="+mj-lt"/>
                <a:ea typeface="+mj-ea"/>
              </a:defRPr>
            </a:lvl1pPr>
          </a:lstStyle>
          <a:p>
            <a:pPr lvl="0"/>
            <a:r>
              <a:rPr kumimoji="1" lang="ja-JP" altLang="en-US" dirty="0" smtClean="0"/>
              <a:t>サブタイトル</a:t>
            </a:r>
          </a:p>
        </p:txBody>
      </p:sp>
    </p:spTree>
    <p:extLst>
      <p:ext uri="{BB962C8B-B14F-4D97-AF65-F5344CB8AC3E}">
        <p14:creationId xmlns:p14="http://schemas.microsoft.com/office/powerpoint/2010/main" val="108042690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サブタイトルのみ">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6200" y="0"/>
            <a:ext cx="9067800" cy="609600"/>
          </a:xfrm>
        </p:spPr>
        <p:txBody>
          <a:bodyPr/>
          <a:lstStyle>
            <a:lvl1pPr algn="l">
              <a:defRPr sz="4400"/>
            </a:lvl1pPr>
          </a:lstStyle>
          <a:p>
            <a:r>
              <a:rPr lang="ja-JP" altLang="en-US" dirty="0" smtClean="0"/>
              <a:t>メインタイトル</a:t>
            </a:r>
            <a:endParaRPr lang="ja-JP" altLang="en-US" dirty="0"/>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
        <p:nvSpPr>
          <p:cNvPr id="14" name="テキスト プレースホルダー 13"/>
          <p:cNvSpPr>
            <a:spLocks noGrp="1"/>
          </p:cNvSpPr>
          <p:nvPr>
            <p:ph type="body" sz="quarter" idx="13" hasCustomPrompt="1"/>
          </p:nvPr>
        </p:nvSpPr>
        <p:spPr>
          <a:xfrm>
            <a:off x="76200" y="570780"/>
            <a:ext cx="9067800" cy="573087"/>
          </a:xfrm>
        </p:spPr>
        <p:txBody>
          <a:bodyPr anchor="ctr"/>
          <a:lstStyle>
            <a:lvl1pPr marL="0" indent="0">
              <a:buNone/>
              <a:defRPr sz="3600" b="1" baseline="0">
                <a:solidFill>
                  <a:schemeClr val="accent4"/>
                </a:solidFill>
                <a:latin typeface="+mj-lt"/>
                <a:ea typeface="+mj-ea"/>
              </a:defRPr>
            </a:lvl1pPr>
          </a:lstStyle>
          <a:p>
            <a:pPr lvl="0"/>
            <a:r>
              <a:rPr kumimoji="1" lang="ja-JP" altLang="en-US" dirty="0" smtClean="0"/>
              <a:t>サブタイトル</a:t>
            </a:r>
          </a:p>
        </p:txBody>
      </p:sp>
    </p:spTree>
    <p:extLst>
      <p:ext uri="{BB962C8B-B14F-4D97-AF65-F5344CB8AC3E}">
        <p14:creationId xmlns:p14="http://schemas.microsoft.com/office/powerpoint/2010/main" val="55071551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gn="l">
              <a:defRPr sz="4400"/>
            </a:lvl1pPr>
          </a:lstStyle>
          <a:p>
            <a:r>
              <a:rPr lang="ja-JP" altLang="en-US" smtClean="0"/>
              <a:t>マスター タイトルの書式設定</a:t>
            </a:r>
            <a:endParaRPr lang="ja-JP" altLang="en-US" dirty="0"/>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Tree>
    <p:extLst>
      <p:ext uri="{BB962C8B-B14F-4D97-AF65-F5344CB8AC3E}">
        <p14:creationId xmlns:p14="http://schemas.microsoft.com/office/powerpoint/2010/main" val="425025294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作図用">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587737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終了">
    <p:spTree>
      <p:nvGrpSpPr>
        <p:cNvPr id="1" name=""/>
        <p:cNvGrpSpPr/>
        <p:nvPr/>
      </p:nvGrpSpPr>
      <p:grpSpPr>
        <a:xfrm>
          <a:off x="0" y="0"/>
          <a:ext cx="0" cy="0"/>
          <a:chOff x="0" y="0"/>
          <a:chExt cx="0" cy="0"/>
        </a:xfrm>
      </p:grpSpPr>
      <p:sp>
        <p:nvSpPr>
          <p:cNvPr id="4" name="Rectangle 7"/>
          <p:cNvSpPr>
            <a:spLocks noChangeAspect="1" noChangeArrowheads="1"/>
          </p:cNvSpPr>
          <p:nvPr/>
        </p:nvSpPr>
        <p:spPr bwMode="auto">
          <a:xfrm>
            <a:off x="-19431" y="-102870"/>
            <a:ext cx="9182862" cy="7063740"/>
          </a:xfrm>
          <a:prstGeom prst="rect">
            <a:avLst/>
          </a:prstGeom>
          <a:solidFill>
            <a:schemeClr val="tx1"/>
          </a:solidFill>
          <a:ln w="9525">
            <a:solidFill>
              <a:schemeClr val="accent2"/>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dirty="0"/>
          </a:p>
        </p:txBody>
      </p:sp>
    </p:spTree>
    <p:extLst>
      <p:ext uri="{BB962C8B-B14F-4D97-AF65-F5344CB8AC3E}">
        <p14:creationId xmlns:p14="http://schemas.microsoft.com/office/powerpoint/2010/main" val="193299197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a:off x="0" y="0"/>
            <a:ext cx="9144000" cy="1143000"/>
          </a:xfrm>
          <a:prstGeom prst="rect">
            <a:avLst/>
          </a:prstGeom>
          <a:solidFill>
            <a:schemeClr val="accent2"/>
          </a:solidFill>
          <a:ln w="9525">
            <a:solidFill>
              <a:schemeClr val="accent2"/>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dirty="0"/>
          </a:p>
        </p:txBody>
      </p:sp>
      <p:sp>
        <p:nvSpPr>
          <p:cNvPr id="1027" name="Rectangle 2"/>
          <p:cNvSpPr>
            <a:spLocks noGrp="1" noChangeArrowheads="1"/>
          </p:cNvSpPr>
          <p:nvPr>
            <p:ph type="title"/>
          </p:nvPr>
        </p:nvSpPr>
        <p:spPr bwMode="auto">
          <a:xfrm>
            <a:off x="76200" y="0"/>
            <a:ext cx="9067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sp>
        <p:nvSpPr>
          <p:cNvPr id="1028" name="Rectangle 3"/>
          <p:cNvSpPr>
            <a:spLocks noGrp="1" noChangeArrowheads="1"/>
          </p:cNvSpPr>
          <p:nvPr>
            <p:ph type="body" idx="1"/>
          </p:nvPr>
        </p:nvSpPr>
        <p:spPr bwMode="auto">
          <a:xfrm>
            <a:off x="228600" y="1371600"/>
            <a:ext cx="8686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Tree>
    <p:extLst>
      <p:ext uri="{BB962C8B-B14F-4D97-AF65-F5344CB8AC3E}">
        <p14:creationId xmlns:p14="http://schemas.microsoft.com/office/powerpoint/2010/main" val="3689500998"/>
      </p:ext>
    </p:extLst>
  </p:cSld>
  <p:clrMap bg1="lt1" tx1="dk1" bg2="lt2" tx2="dk2" accent1="accent1" accent2="accent2" accent3="accent3" accent4="accent4" accent5="accent5" accent6="accent6" hlink="hlink" folHlink="folHlink"/>
  <p:sldLayoutIdLst>
    <p:sldLayoutId id="2147483667" r:id="rId1"/>
    <p:sldLayoutId id="2147483674" r:id="rId2"/>
    <p:sldLayoutId id="2147483668" r:id="rId3"/>
    <p:sldLayoutId id="2147483669" r:id="rId4"/>
    <p:sldLayoutId id="2147483673" r:id="rId5"/>
    <p:sldLayoutId id="2147483670" r:id="rId6"/>
    <p:sldLayoutId id="2147483671" r:id="rId7"/>
    <p:sldLayoutId id="2147483672" r:id="rId8"/>
  </p:sldLayoutIdLst>
  <p:timing>
    <p:tnLst>
      <p:par>
        <p:cTn id="1" dur="indefinite" restart="never" nodeType="tmRoot"/>
      </p:par>
    </p:tnLst>
  </p:timing>
  <p:hf hdr="0" ftr="0" dt="0"/>
  <p:txStyles>
    <p:titleStyle>
      <a:lvl1pPr algn="just" rtl="0" eaLnBrk="1" fontAlgn="base" hangingPunct="1">
        <a:spcBef>
          <a:spcPct val="0"/>
        </a:spcBef>
        <a:spcAft>
          <a:spcPct val="0"/>
        </a:spcAft>
        <a:defRPr kumimoji="1" sz="3300" b="1">
          <a:solidFill>
            <a:schemeClr val="bg1"/>
          </a:solidFill>
          <a:latin typeface="+mj-lt"/>
          <a:ea typeface="+mj-ea"/>
          <a:cs typeface="+mj-cs"/>
        </a:defRPr>
      </a:lvl1pPr>
      <a:lvl2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2pPr>
      <a:lvl3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3pPr>
      <a:lvl4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4pPr>
      <a:lvl5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5pPr>
      <a:lvl6pPr marL="3429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6pPr>
      <a:lvl7pPr marL="6858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7pPr>
      <a:lvl8pPr marL="10287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8pPr>
      <a:lvl9pPr marL="13716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9pPr>
    </p:titleStyle>
    <p:bodyStyle>
      <a:lvl1pPr marL="257175" indent="-257175" algn="l" rtl="0" eaLnBrk="1" fontAlgn="base" hangingPunct="1">
        <a:spcBef>
          <a:spcPct val="20000"/>
        </a:spcBef>
        <a:spcAft>
          <a:spcPct val="0"/>
        </a:spcAft>
        <a:buChar char="•"/>
        <a:defRPr kumimoji="1" sz="2400">
          <a:solidFill>
            <a:schemeClr val="tx1"/>
          </a:solidFill>
          <a:latin typeface="+mn-lt"/>
          <a:ea typeface="+mn-ea"/>
          <a:cs typeface="+mn-cs"/>
        </a:defRPr>
      </a:lvl1pPr>
      <a:lvl2pPr marL="557213" indent="-214313" algn="l" rtl="0" eaLnBrk="1" fontAlgn="base" hangingPunct="1">
        <a:spcBef>
          <a:spcPct val="20000"/>
        </a:spcBef>
        <a:spcAft>
          <a:spcPct val="0"/>
        </a:spcAft>
        <a:buChar char="–"/>
        <a:defRPr kumimoji="1" sz="2100">
          <a:solidFill>
            <a:schemeClr val="tx1"/>
          </a:solidFill>
          <a:latin typeface="+mn-lt"/>
          <a:ea typeface="+mn-ea"/>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a:p>
        </p:txBody>
      </p:sp>
      <p:sp>
        <p:nvSpPr>
          <p:cNvPr id="3" name="サブタイトル 2"/>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285873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p:txBody>
          <a:bodyPr/>
          <a:lstStyle/>
          <a:p>
            <a:r>
              <a:rPr kumimoji="1" lang="ja-JP" altLang="en-US" dirty="0" smtClean="0"/>
              <a:t>マルチタスクとは</a:t>
            </a:r>
            <a:endParaRPr kumimoji="1" lang="ja-JP" altLang="en-US" dirty="0"/>
          </a:p>
        </p:txBody>
      </p:sp>
      <p:sp>
        <p:nvSpPr>
          <p:cNvPr id="7" name="コンテンツ プレースホルダー 6"/>
          <p:cNvSpPr>
            <a:spLocks noGrp="1"/>
          </p:cNvSpPr>
          <p:nvPr>
            <p:ph idx="1"/>
          </p:nvPr>
        </p:nvSpPr>
        <p:spPr/>
        <p:txBody>
          <a:bodyPr/>
          <a:lstStyle/>
          <a:p>
            <a:r>
              <a:rPr kumimoji="1" lang="ja-JP" altLang="en-US" dirty="0" smtClean="0"/>
              <a:t>一般的には</a:t>
            </a:r>
            <a:r>
              <a:rPr kumimoji="1" lang="en-US" altLang="ja-JP" dirty="0" smtClean="0"/>
              <a:t>…</a:t>
            </a:r>
            <a:endParaRPr kumimoji="1" lang="ja-JP" altLang="en-US" dirty="0"/>
          </a:p>
        </p:txBody>
      </p:sp>
      <p:sp>
        <p:nvSpPr>
          <p:cNvPr id="5" name="スライド番号プレースホルダー 4"/>
          <p:cNvSpPr>
            <a:spLocks noGrp="1"/>
          </p:cNvSpPr>
          <p:nvPr>
            <p:ph type="sldNum" sz="quarter" idx="12"/>
          </p:nvPr>
        </p:nvSpPr>
        <p:spPr/>
        <p:txBody>
          <a:bodyPr/>
          <a:lstStyle/>
          <a:p>
            <a:fld id="{B5C67937-D10B-4F1B-BCB2-26B69D4AE1E2}" type="slidenum">
              <a:rPr kumimoji="1" lang="ja-JP" altLang="en-US" smtClean="0"/>
              <a:pPr/>
              <a:t>2</a:t>
            </a:fld>
            <a:endParaRPr kumimoji="1" lang="ja-JP" altLang="en-US" dirty="0"/>
          </a:p>
        </p:txBody>
      </p:sp>
      <p:grpSp>
        <p:nvGrpSpPr>
          <p:cNvPr id="37" name="グループ化 36"/>
          <p:cNvGrpSpPr/>
          <p:nvPr/>
        </p:nvGrpSpPr>
        <p:grpSpPr>
          <a:xfrm>
            <a:off x="1145311" y="2959064"/>
            <a:ext cx="6853378" cy="1925477"/>
            <a:chOff x="775822" y="2959064"/>
            <a:chExt cx="6853378" cy="1925477"/>
          </a:xfrm>
        </p:grpSpPr>
        <p:grpSp>
          <p:nvGrpSpPr>
            <p:cNvPr id="2" name="グループ化 1"/>
            <p:cNvGrpSpPr/>
            <p:nvPr/>
          </p:nvGrpSpPr>
          <p:grpSpPr>
            <a:xfrm>
              <a:off x="775822" y="2959064"/>
              <a:ext cx="2330190" cy="1925477"/>
              <a:chOff x="775822" y="2780712"/>
              <a:chExt cx="2330190" cy="1925477"/>
            </a:xfrm>
          </p:grpSpPr>
          <p:sp>
            <p:nvSpPr>
              <p:cNvPr id="8" name="Freeform 634"/>
              <p:cNvSpPr>
                <a:spLocks noEditPoints="1"/>
              </p:cNvSpPr>
              <p:nvPr/>
            </p:nvSpPr>
            <p:spPr bwMode="auto">
              <a:xfrm>
                <a:off x="775822" y="2780712"/>
                <a:ext cx="2248732" cy="1925477"/>
              </a:xfrm>
              <a:custGeom>
                <a:avLst/>
                <a:gdLst>
                  <a:gd name="T0" fmla="*/ 124 w 192"/>
                  <a:gd name="T1" fmla="*/ 32 h 164"/>
                  <a:gd name="T2" fmla="*/ 140 w 192"/>
                  <a:gd name="T3" fmla="*/ 16 h 164"/>
                  <a:gd name="T4" fmla="*/ 124 w 192"/>
                  <a:gd name="T5" fmla="*/ 0 h 164"/>
                  <a:gd name="T6" fmla="*/ 108 w 192"/>
                  <a:gd name="T7" fmla="*/ 16 h 164"/>
                  <a:gd name="T8" fmla="*/ 124 w 192"/>
                  <a:gd name="T9" fmla="*/ 32 h 164"/>
                  <a:gd name="T10" fmla="*/ 40 w 192"/>
                  <a:gd name="T11" fmla="*/ 84 h 164"/>
                  <a:gd name="T12" fmla="*/ 0 w 192"/>
                  <a:gd name="T13" fmla="*/ 124 h 164"/>
                  <a:gd name="T14" fmla="*/ 40 w 192"/>
                  <a:gd name="T15" fmla="*/ 164 h 164"/>
                  <a:gd name="T16" fmla="*/ 80 w 192"/>
                  <a:gd name="T17" fmla="*/ 124 h 164"/>
                  <a:gd name="T18" fmla="*/ 40 w 192"/>
                  <a:gd name="T19" fmla="*/ 84 h 164"/>
                  <a:gd name="T20" fmla="*/ 40 w 192"/>
                  <a:gd name="T21" fmla="*/ 152 h 164"/>
                  <a:gd name="T22" fmla="*/ 12 w 192"/>
                  <a:gd name="T23" fmla="*/ 124 h 164"/>
                  <a:gd name="T24" fmla="*/ 40 w 192"/>
                  <a:gd name="T25" fmla="*/ 96 h 164"/>
                  <a:gd name="T26" fmla="*/ 68 w 192"/>
                  <a:gd name="T27" fmla="*/ 124 h 164"/>
                  <a:gd name="T28" fmla="*/ 40 w 192"/>
                  <a:gd name="T29" fmla="*/ 152 h 164"/>
                  <a:gd name="T30" fmla="*/ 86 w 192"/>
                  <a:gd name="T31" fmla="*/ 72 h 164"/>
                  <a:gd name="T32" fmla="*/ 105 w 192"/>
                  <a:gd name="T33" fmla="*/ 53 h 164"/>
                  <a:gd name="T34" fmla="*/ 111 w 192"/>
                  <a:gd name="T35" fmla="*/ 59 h 164"/>
                  <a:gd name="T36" fmla="*/ 152 w 192"/>
                  <a:gd name="T37" fmla="*/ 76 h 164"/>
                  <a:gd name="T38" fmla="*/ 152 w 192"/>
                  <a:gd name="T39" fmla="*/ 60 h 164"/>
                  <a:gd name="T40" fmla="*/ 122 w 192"/>
                  <a:gd name="T41" fmla="*/ 48 h 164"/>
                  <a:gd name="T42" fmla="*/ 107 w 192"/>
                  <a:gd name="T43" fmla="*/ 33 h 164"/>
                  <a:gd name="T44" fmla="*/ 96 w 192"/>
                  <a:gd name="T45" fmla="*/ 28 h 164"/>
                  <a:gd name="T46" fmla="*/ 85 w 192"/>
                  <a:gd name="T47" fmla="*/ 33 h 164"/>
                  <a:gd name="T48" fmla="*/ 63 w 192"/>
                  <a:gd name="T49" fmla="*/ 55 h 164"/>
                  <a:gd name="T50" fmla="*/ 58 w 192"/>
                  <a:gd name="T51" fmla="*/ 66 h 164"/>
                  <a:gd name="T52" fmla="*/ 63 w 192"/>
                  <a:gd name="T53" fmla="*/ 78 h 164"/>
                  <a:gd name="T54" fmla="*/ 88 w 192"/>
                  <a:gd name="T55" fmla="*/ 100 h 164"/>
                  <a:gd name="T56" fmla="*/ 88 w 192"/>
                  <a:gd name="T57" fmla="*/ 140 h 164"/>
                  <a:gd name="T58" fmla="*/ 104 w 192"/>
                  <a:gd name="T59" fmla="*/ 140 h 164"/>
                  <a:gd name="T60" fmla="*/ 104 w 192"/>
                  <a:gd name="T61" fmla="*/ 90 h 164"/>
                  <a:gd name="T62" fmla="*/ 86 w 192"/>
                  <a:gd name="T63" fmla="*/ 72 h 164"/>
                  <a:gd name="T64" fmla="*/ 152 w 192"/>
                  <a:gd name="T65" fmla="*/ 84 h 164"/>
                  <a:gd name="T66" fmla="*/ 112 w 192"/>
                  <a:gd name="T67" fmla="*/ 124 h 164"/>
                  <a:gd name="T68" fmla="*/ 152 w 192"/>
                  <a:gd name="T69" fmla="*/ 164 h 164"/>
                  <a:gd name="T70" fmla="*/ 192 w 192"/>
                  <a:gd name="T71" fmla="*/ 124 h 164"/>
                  <a:gd name="T72" fmla="*/ 152 w 192"/>
                  <a:gd name="T73" fmla="*/ 84 h 164"/>
                  <a:gd name="T74" fmla="*/ 152 w 192"/>
                  <a:gd name="T75" fmla="*/ 152 h 164"/>
                  <a:gd name="T76" fmla="*/ 124 w 192"/>
                  <a:gd name="T77" fmla="*/ 124 h 164"/>
                  <a:gd name="T78" fmla="*/ 152 w 192"/>
                  <a:gd name="T79" fmla="*/ 96 h 164"/>
                  <a:gd name="T80" fmla="*/ 180 w 192"/>
                  <a:gd name="T81" fmla="*/ 124 h 164"/>
                  <a:gd name="T82" fmla="*/ 152 w 192"/>
                  <a:gd name="T83" fmla="*/ 15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2" h="164">
                    <a:moveTo>
                      <a:pt x="124" y="32"/>
                    </a:moveTo>
                    <a:cubicBezTo>
                      <a:pt x="133" y="32"/>
                      <a:pt x="140" y="25"/>
                      <a:pt x="140" y="16"/>
                    </a:cubicBezTo>
                    <a:cubicBezTo>
                      <a:pt x="140" y="7"/>
                      <a:pt x="133" y="0"/>
                      <a:pt x="124" y="0"/>
                    </a:cubicBezTo>
                    <a:cubicBezTo>
                      <a:pt x="115" y="0"/>
                      <a:pt x="108" y="7"/>
                      <a:pt x="108" y="16"/>
                    </a:cubicBezTo>
                    <a:cubicBezTo>
                      <a:pt x="108" y="25"/>
                      <a:pt x="115" y="32"/>
                      <a:pt x="124" y="32"/>
                    </a:cubicBezTo>
                    <a:close/>
                    <a:moveTo>
                      <a:pt x="40" y="84"/>
                    </a:moveTo>
                    <a:cubicBezTo>
                      <a:pt x="18" y="84"/>
                      <a:pt x="0" y="102"/>
                      <a:pt x="0" y="124"/>
                    </a:cubicBezTo>
                    <a:cubicBezTo>
                      <a:pt x="0" y="146"/>
                      <a:pt x="18" y="164"/>
                      <a:pt x="40" y="164"/>
                    </a:cubicBezTo>
                    <a:cubicBezTo>
                      <a:pt x="62" y="164"/>
                      <a:pt x="80" y="146"/>
                      <a:pt x="80" y="124"/>
                    </a:cubicBezTo>
                    <a:cubicBezTo>
                      <a:pt x="80" y="102"/>
                      <a:pt x="62" y="84"/>
                      <a:pt x="40" y="84"/>
                    </a:cubicBezTo>
                    <a:close/>
                    <a:moveTo>
                      <a:pt x="40" y="152"/>
                    </a:moveTo>
                    <a:cubicBezTo>
                      <a:pt x="24" y="152"/>
                      <a:pt x="12" y="140"/>
                      <a:pt x="12" y="124"/>
                    </a:cubicBezTo>
                    <a:cubicBezTo>
                      <a:pt x="12" y="108"/>
                      <a:pt x="24" y="96"/>
                      <a:pt x="40" y="96"/>
                    </a:cubicBezTo>
                    <a:cubicBezTo>
                      <a:pt x="56" y="96"/>
                      <a:pt x="68" y="108"/>
                      <a:pt x="68" y="124"/>
                    </a:cubicBezTo>
                    <a:cubicBezTo>
                      <a:pt x="68" y="140"/>
                      <a:pt x="56" y="152"/>
                      <a:pt x="40" y="152"/>
                    </a:cubicBezTo>
                    <a:close/>
                    <a:moveTo>
                      <a:pt x="86" y="72"/>
                    </a:moveTo>
                    <a:cubicBezTo>
                      <a:pt x="105" y="53"/>
                      <a:pt x="105" y="53"/>
                      <a:pt x="105" y="53"/>
                    </a:cubicBezTo>
                    <a:cubicBezTo>
                      <a:pt x="111" y="59"/>
                      <a:pt x="111" y="59"/>
                      <a:pt x="111" y="59"/>
                    </a:cubicBezTo>
                    <a:cubicBezTo>
                      <a:pt x="121" y="70"/>
                      <a:pt x="135" y="76"/>
                      <a:pt x="152" y="76"/>
                    </a:cubicBezTo>
                    <a:cubicBezTo>
                      <a:pt x="152" y="60"/>
                      <a:pt x="152" y="60"/>
                      <a:pt x="152" y="60"/>
                    </a:cubicBezTo>
                    <a:cubicBezTo>
                      <a:pt x="140" y="60"/>
                      <a:pt x="130" y="55"/>
                      <a:pt x="122" y="48"/>
                    </a:cubicBezTo>
                    <a:cubicBezTo>
                      <a:pt x="107" y="33"/>
                      <a:pt x="107" y="33"/>
                      <a:pt x="107" y="33"/>
                    </a:cubicBezTo>
                    <a:cubicBezTo>
                      <a:pt x="104" y="30"/>
                      <a:pt x="100" y="28"/>
                      <a:pt x="96" y="28"/>
                    </a:cubicBezTo>
                    <a:cubicBezTo>
                      <a:pt x="92" y="28"/>
                      <a:pt x="88" y="30"/>
                      <a:pt x="85" y="33"/>
                    </a:cubicBezTo>
                    <a:cubicBezTo>
                      <a:pt x="63" y="55"/>
                      <a:pt x="63" y="55"/>
                      <a:pt x="63" y="55"/>
                    </a:cubicBezTo>
                    <a:cubicBezTo>
                      <a:pt x="60" y="58"/>
                      <a:pt x="58" y="62"/>
                      <a:pt x="58" y="66"/>
                    </a:cubicBezTo>
                    <a:cubicBezTo>
                      <a:pt x="58" y="70"/>
                      <a:pt x="60" y="74"/>
                      <a:pt x="63" y="78"/>
                    </a:cubicBezTo>
                    <a:cubicBezTo>
                      <a:pt x="88" y="100"/>
                      <a:pt x="88" y="100"/>
                      <a:pt x="88" y="100"/>
                    </a:cubicBezTo>
                    <a:cubicBezTo>
                      <a:pt x="88" y="140"/>
                      <a:pt x="88" y="140"/>
                      <a:pt x="88" y="140"/>
                    </a:cubicBezTo>
                    <a:cubicBezTo>
                      <a:pt x="104" y="140"/>
                      <a:pt x="104" y="140"/>
                      <a:pt x="104" y="140"/>
                    </a:cubicBezTo>
                    <a:cubicBezTo>
                      <a:pt x="104" y="90"/>
                      <a:pt x="104" y="90"/>
                      <a:pt x="104" y="90"/>
                    </a:cubicBezTo>
                    <a:lnTo>
                      <a:pt x="86" y="72"/>
                    </a:lnTo>
                    <a:close/>
                    <a:moveTo>
                      <a:pt x="152" y="84"/>
                    </a:moveTo>
                    <a:cubicBezTo>
                      <a:pt x="130" y="84"/>
                      <a:pt x="112" y="102"/>
                      <a:pt x="112" y="124"/>
                    </a:cubicBezTo>
                    <a:cubicBezTo>
                      <a:pt x="112" y="146"/>
                      <a:pt x="130" y="164"/>
                      <a:pt x="152" y="164"/>
                    </a:cubicBezTo>
                    <a:cubicBezTo>
                      <a:pt x="174" y="164"/>
                      <a:pt x="192" y="146"/>
                      <a:pt x="192" y="124"/>
                    </a:cubicBezTo>
                    <a:cubicBezTo>
                      <a:pt x="192" y="102"/>
                      <a:pt x="174" y="84"/>
                      <a:pt x="152" y="84"/>
                    </a:cubicBezTo>
                    <a:close/>
                    <a:moveTo>
                      <a:pt x="152" y="152"/>
                    </a:moveTo>
                    <a:cubicBezTo>
                      <a:pt x="136" y="152"/>
                      <a:pt x="124" y="140"/>
                      <a:pt x="124" y="124"/>
                    </a:cubicBezTo>
                    <a:cubicBezTo>
                      <a:pt x="124" y="108"/>
                      <a:pt x="136" y="96"/>
                      <a:pt x="152" y="96"/>
                    </a:cubicBezTo>
                    <a:cubicBezTo>
                      <a:pt x="168" y="96"/>
                      <a:pt x="180" y="108"/>
                      <a:pt x="180" y="124"/>
                    </a:cubicBezTo>
                    <a:cubicBezTo>
                      <a:pt x="180" y="140"/>
                      <a:pt x="168" y="152"/>
                      <a:pt x="152" y="152"/>
                    </a:cubicBezTo>
                    <a:close/>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ja-JP" altLang="en-US"/>
              </a:p>
            </p:txBody>
          </p:sp>
          <p:sp>
            <p:nvSpPr>
              <p:cNvPr id="10" name="Freeform 18"/>
              <p:cNvSpPr>
                <a:spLocks noEditPoints="1"/>
              </p:cNvSpPr>
              <p:nvPr/>
            </p:nvSpPr>
            <p:spPr bwMode="auto">
              <a:xfrm>
                <a:off x="2630660" y="2869808"/>
                <a:ext cx="475352" cy="789466"/>
              </a:xfrm>
              <a:custGeom>
                <a:avLst/>
                <a:gdLst>
                  <a:gd name="T0" fmla="*/ 190 w 200"/>
                  <a:gd name="T1" fmla="*/ 10 h 334"/>
                  <a:gd name="T2" fmla="*/ 167 w 200"/>
                  <a:gd name="T3" fmla="*/ 0 h 334"/>
                  <a:gd name="T4" fmla="*/ 33 w 200"/>
                  <a:gd name="T5" fmla="*/ 0 h 334"/>
                  <a:gd name="T6" fmla="*/ 10 w 200"/>
                  <a:gd name="T7" fmla="*/ 10 h 334"/>
                  <a:gd name="T8" fmla="*/ 0 w 200"/>
                  <a:gd name="T9" fmla="*/ 33 h 334"/>
                  <a:gd name="T10" fmla="*/ 0 w 200"/>
                  <a:gd name="T11" fmla="*/ 300 h 334"/>
                  <a:gd name="T12" fmla="*/ 10 w 200"/>
                  <a:gd name="T13" fmla="*/ 324 h 334"/>
                  <a:gd name="T14" fmla="*/ 33 w 200"/>
                  <a:gd name="T15" fmla="*/ 334 h 334"/>
                  <a:gd name="T16" fmla="*/ 167 w 200"/>
                  <a:gd name="T17" fmla="*/ 334 h 334"/>
                  <a:gd name="T18" fmla="*/ 190 w 200"/>
                  <a:gd name="T19" fmla="*/ 324 h 334"/>
                  <a:gd name="T20" fmla="*/ 200 w 200"/>
                  <a:gd name="T21" fmla="*/ 300 h 334"/>
                  <a:gd name="T22" fmla="*/ 200 w 200"/>
                  <a:gd name="T23" fmla="*/ 33 h 334"/>
                  <a:gd name="T24" fmla="*/ 190 w 200"/>
                  <a:gd name="T25" fmla="*/ 10 h 334"/>
                  <a:gd name="T26" fmla="*/ 79 w 200"/>
                  <a:gd name="T27" fmla="*/ 33 h 334"/>
                  <a:gd name="T28" fmla="*/ 121 w 200"/>
                  <a:gd name="T29" fmla="*/ 33 h 334"/>
                  <a:gd name="T30" fmla="*/ 125 w 200"/>
                  <a:gd name="T31" fmla="*/ 38 h 334"/>
                  <a:gd name="T32" fmla="*/ 121 w 200"/>
                  <a:gd name="T33" fmla="*/ 42 h 334"/>
                  <a:gd name="T34" fmla="*/ 79 w 200"/>
                  <a:gd name="T35" fmla="*/ 42 h 334"/>
                  <a:gd name="T36" fmla="*/ 75 w 200"/>
                  <a:gd name="T37" fmla="*/ 38 h 334"/>
                  <a:gd name="T38" fmla="*/ 79 w 200"/>
                  <a:gd name="T39" fmla="*/ 33 h 334"/>
                  <a:gd name="T40" fmla="*/ 115 w 200"/>
                  <a:gd name="T41" fmla="*/ 315 h 334"/>
                  <a:gd name="T42" fmla="*/ 100 w 200"/>
                  <a:gd name="T43" fmla="*/ 321 h 334"/>
                  <a:gd name="T44" fmla="*/ 85 w 200"/>
                  <a:gd name="T45" fmla="*/ 315 h 334"/>
                  <a:gd name="T46" fmla="*/ 79 w 200"/>
                  <a:gd name="T47" fmla="*/ 300 h 334"/>
                  <a:gd name="T48" fmla="*/ 85 w 200"/>
                  <a:gd name="T49" fmla="*/ 286 h 334"/>
                  <a:gd name="T50" fmla="*/ 100 w 200"/>
                  <a:gd name="T51" fmla="*/ 279 h 334"/>
                  <a:gd name="T52" fmla="*/ 115 w 200"/>
                  <a:gd name="T53" fmla="*/ 286 h 334"/>
                  <a:gd name="T54" fmla="*/ 121 w 200"/>
                  <a:gd name="T55" fmla="*/ 300 h 334"/>
                  <a:gd name="T56" fmla="*/ 115 w 200"/>
                  <a:gd name="T57" fmla="*/ 315 h 334"/>
                  <a:gd name="T58" fmla="*/ 175 w 200"/>
                  <a:gd name="T59" fmla="*/ 259 h 334"/>
                  <a:gd name="T60" fmla="*/ 173 w 200"/>
                  <a:gd name="T61" fmla="*/ 264 h 334"/>
                  <a:gd name="T62" fmla="*/ 167 w 200"/>
                  <a:gd name="T63" fmla="*/ 267 h 334"/>
                  <a:gd name="T64" fmla="*/ 33 w 200"/>
                  <a:gd name="T65" fmla="*/ 267 h 334"/>
                  <a:gd name="T66" fmla="*/ 28 w 200"/>
                  <a:gd name="T67" fmla="*/ 264 h 334"/>
                  <a:gd name="T68" fmla="*/ 25 w 200"/>
                  <a:gd name="T69" fmla="*/ 259 h 334"/>
                  <a:gd name="T70" fmla="*/ 25 w 200"/>
                  <a:gd name="T71" fmla="*/ 75 h 334"/>
                  <a:gd name="T72" fmla="*/ 28 w 200"/>
                  <a:gd name="T73" fmla="*/ 69 h 334"/>
                  <a:gd name="T74" fmla="*/ 33 w 200"/>
                  <a:gd name="T75" fmla="*/ 67 h 334"/>
                  <a:gd name="T76" fmla="*/ 167 w 200"/>
                  <a:gd name="T77" fmla="*/ 67 h 334"/>
                  <a:gd name="T78" fmla="*/ 173 w 200"/>
                  <a:gd name="T79" fmla="*/ 69 h 334"/>
                  <a:gd name="T80" fmla="*/ 175 w 200"/>
                  <a:gd name="T81" fmla="*/ 75 h 334"/>
                  <a:gd name="T82" fmla="*/ 175 w 200"/>
                  <a:gd name="T83" fmla="*/ 259 h 334"/>
                  <a:gd name="T84" fmla="*/ 175 w 200"/>
                  <a:gd name="T85" fmla="*/ 259 h 334"/>
                  <a:gd name="T86" fmla="*/ 175 w 200"/>
                  <a:gd name="T87" fmla="*/ 25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0" h="334">
                    <a:moveTo>
                      <a:pt x="190" y="10"/>
                    </a:moveTo>
                    <a:cubicBezTo>
                      <a:pt x="184" y="3"/>
                      <a:pt x="176" y="0"/>
                      <a:pt x="167" y="0"/>
                    </a:cubicBezTo>
                    <a:cubicBezTo>
                      <a:pt x="33" y="0"/>
                      <a:pt x="33" y="0"/>
                      <a:pt x="33" y="0"/>
                    </a:cubicBezTo>
                    <a:cubicBezTo>
                      <a:pt x="24" y="0"/>
                      <a:pt x="17" y="3"/>
                      <a:pt x="10" y="10"/>
                    </a:cubicBezTo>
                    <a:cubicBezTo>
                      <a:pt x="3" y="17"/>
                      <a:pt x="0" y="24"/>
                      <a:pt x="0" y="33"/>
                    </a:cubicBezTo>
                    <a:cubicBezTo>
                      <a:pt x="0" y="300"/>
                      <a:pt x="0" y="300"/>
                      <a:pt x="0" y="300"/>
                    </a:cubicBezTo>
                    <a:cubicBezTo>
                      <a:pt x="0" y="309"/>
                      <a:pt x="3" y="317"/>
                      <a:pt x="10" y="324"/>
                    </a:cubicBezTo>
                    <a:cubicBezTo>
                      <a:pt x="17" y="330"/>
                      <a:pt x="24" y="334"/>
                      <a:pt x="33" y="334"/>
                    </a:cubicBezTo>
                    <a:cubicBezTo>
                      <a:pt x="167" y="334"/>
                      <a:pt x="167" y="334"/>
                      <a:pt x="167" y="334"/>
                    </a:cubicBezTo>
                    <a:cubicBezTo>
                      <a:pt x="176" y="334"/>
                      <a:pt x="184" y="330"/>
                      <a:pt x="190" y="324"/>
                    </a:cubicBezTo>
                    <a:cubicBezTo>
                      <a:pt x="197" y="317"/>
                      <a:pt x="200" y="309"/>
                      <a:pt x="200" y="300"/>
                    </a:cubicBezTo>
                    <a:cubicBezTo>
                      <a:pt x="200" y="33"/>
                      <a:pt x="200" y="33"/>
                      <a:pt x="200" y="33"/>
                    </a:cubicBezTo>
                    <a:cubicBezTo>
                      <a:pt x="200" y="24"/>
                      <a:pt x="197" y="17"/>
                      <a:pt x="190" y="10"/>
                    </a:cubicBezTo>
                    <a:close/>
                    <a:moveTo>
                      <a:pt x="79" y="33"/>
                    </a:moveTo>
                    <a:cubicBezTo>
                      <a:pt x="121" y="33"/>
                      <a:pt x="121" y="33"/>
                      <a:pt x="121" y="33"/>
                    </a:cubicBezTo>
                    <a:cubicBezTo>
                      <a:pt x="124" y="33"/>
                      <a:pt x="125" y="35"/>
                      <a:pt x="125" y="38"/>
                    </a:cubicBezTo>
                    <a:cubicBezTo>
                      <a:pt x="125" y="40"/>
                      <a:pt x="124" y="42"/>
                      <a:pt x="121" y="42"/>
                    </a:cubicBezTo>
                    <a:cubicBezTo>
                      <a:pt x="79" y="42"/>
                      <a:pt x="79" y="42"/>
                      <a:pt x="79" y="42"/>
                    </a:cubicBezTo>
                    <a:cubicBezTo>
                      <a:pt x="76" y="42"/>
                      <a:pt x="75" y="40"/>
                      <a:pt x="75" y="38"/>
                    </a:cubicBezTo>
                    <a:cubicBezTo>
                      <a:pt x="75" y="35"/>
                      <a:pt x="76" y="33"/>
                      <a:pt x="79" y="33"/>
                    </a:cubicBezTo>
                    <a:close/>
                    <a:moveTo>
                      <a:pt x="115" y="315"/>
                    </a:moveTo>
                    <a:cubicBezTo>
                      <a:pt x="111" y="319"/>
                      <a:pt x="106" y="321"/>
                      <a:pt x="100" y="321"/>
                    </a:cubicBezTo>
                    <a:cubicBezTo>
                      <a:pt x="94" y="321"/>
                      <a:pt x="89" y="319"/>
                      <a:pt x="85" y="315"/>
                    </a:cubicBezTo>
                    <a:cubicBezTo>
                      <a:pt x="81" y="311"/>
                      <a:pt x="79" y="306"/>
                      <a:pt x="79" y="300"/>
                    </a:cubicBezTo>
                    <a:cubicBezTo>
                      <a:pt x="79" y="295"/>
                      <a:pt x="81" y="290"/>
                      <a:pt x="85" y="286"/>
                    </a:cubicBezTo>
                    <a:cubicBezTo>
                      <a:pt x="89" y="282"/>
                      <a:pt x="94" y="279"/>
                      <a:pt x="100" y="279"/>
                    </a:cubicBezTo>
                    <a:cubicBezTo>
                      <a:pt x="106" y="279"/>
                      <a:pt x="111" y="282"/>
                      <a:pt x="115" y="286"/>
                    </a:cubicBezTo>
                    <a:cubicBezTo>
                      <a:pt x="119" y="290"/>
                      <a:pt x="121" y="295"/>
                      <a:pt x="121" y="300"/>
                    </a:cubicBezTo>
                    <a:cubicBezTo>
                      <a:pt x="121" y="306"/>
                      <a:pt x="119" y="311"/>
                      <a:pt x="115" y="315"/>
                    </a:cubicBezTo>
                    <a:close/>
                    <a:moveTo>
                      <a:pt x="175" y="259"/>
                    </a:moveTo>
                    <a:cubicBezTo>
                      <a:pt x="175" y="261"/>
                      <a:pt x="174" y="263"/>
                      <a:pt x="173" y="264"/>
                    </a:cubicBezTo>
                    <a:cubicBezTo>
                      <a:pt x="171" y="266"/>
                      <a:pt x="169" y="267"/>
                      <a:pt x="167" y="267"/>
                    </a:cubicBezTo>
                    <a:cubicBezTo>
                      <a:pt x="33" y="267"/>
                      <a:pt x="33" y="267"/>
                      <a:pt x="33" y="267"/>
                    </a:cubicBezTo>
                    <a:cubicBezTo>
                      <a:pt x="31" y="267"/>
                      <a:pt x="29" y="266"/>
                      <a:pt x="28" y="264"/>
                    </a:cubicBezTo>
                    <a:cubicBezTo>
                      <a:pt x="26" y="263"/>
                      <a:pt x="25" y="261"/>
                      <a:pt x="25" y="259"/>
                    </a:cubicBezTo>
                    <a:cubicBezTo>
                      <a:pt x="25" y="75"/>
                      <a:pt x="25" y="75"/>
                      <a:pt x="25" y="75"/>
                    </a:cubicBezTo>
                    <a:cubicBezTo>
                      <a:pt x="25" y="73"/>
                      <a:pt x="26" y="71"/>
                      <a:pt x="28" y="69"/>
                    </a:cubicBezTo>
                    <a:cubicBezTo>
                      <a:pt x="29" y="68"/>
                      <a:pt x="31" y="67"/>
                      <a:pt x="33" y="67"/>
                    </a:cubicBezTo>
                    <a:cubicBezTo>
                      <a:pt x="167" y="67"/>
                      <a:pt x="167" y="67"/>
                      <a:pt x="167" y="67"/>
                    </a:cubicBezTo>
                    <a:cubicBezTo>
                      <a:pt x="169" y="67"/>
                      <a:pt x="171" y="68"/>
                      <a:pt x="173" y="69"/>
                    </a:cubicBezTo>
                    <a:cubicBezTo>
                      <a:pt x="174" y="71"/>
                      <a:pt x="175" y="73"/>
                      <a:pt x="175" y="75"/>
                    </a:cubicBezTo>
                    <a:lnTo>
                      <a:pt x="175" y="259"/>
                    </a:lnTo>
                    <a:close/>
                    <a:moveTo>
                      <a:pt x="175" y="259"/>
                    </a:moveTo>
                    <a:cubicBezTo>
                      <a:pt x="175" y="259"/>
                      <a:pt x="175" y="259"/>
                      <a:pt x="175" y="259"/>
                    </a:cubicBezTo>
                  </a:path>
                </a:pathLst>
              </a:custGeom>
              <a:solidFill>
                <a:schemeClr val="tx1"/>
              </a:solidFill>
              <a:ln>
                <a:noFill/>
              </a:ln>
              <a:extLst/>
            </p:spPr>
            <p:txBody>
              <a:bodyPr vert="horz" wrap="square" lIns="182852" tIns="91426" rIns="182852" bIns="91426" numCol="1" anchor="t" anchorCtr="0" compatLnSpc="1">
                <a:prstTxWarp prst="textNoShape">
                  <a:avLst/>
                </a:prstTxWarp>
              </a:bodyPr>
              <a:lstStyle/>
              <a:p>
                <a:endParaRPr lang="ja-JP" altLang="en-US" sz="7199"/>
              </a:p>
            </p:txBody>
          </p:sp>
        </p:grpSp>
        <p:grpSp>
          <p:nvGrpSpPr>
            <p:cNvPr id="34" name="グループ化 33"/>
            <p:cNvGrpSpPr/>
            <p:nvPr/>
          </p:nvGrpSpPr>
          <p:grpSpPr>
            <a:xfrm>
              <a:off x="5060878" y="3264541"/>
              <a:ext cx="2568322" cy="1620000"/>
              <a:chOff x="5060878" y="3264541"/>
              <a:chExt cx="2568322" cy="1620000"/>
            </a:xfrm>
          </p:grpSpPr>
          <p:sp>
            <p:nvSpPr>
              <p:cNvPr id="14" name="Freeform 1958"/>
              <p:cNvSpPr>
                <a:spLocks/>
              </p:cNvSpPr>
              <p:nvPr/>
            </p:nvSpPr>
            <p:spPr bwMode="auto">
              <a:xfrm rot="2700000">
                <a:off x="5060878" y="3329787"/>
                <a:ext cx="557024" cy="557024"/>
              </a:xfrm>
              <a:custGeom>
                <a:avLst/>
                <a:gdLst>
                  <a:gd name="T0" fmla="*/ 29 w 144"/>
                  <a:gd name="T1" fmla="*/ 62 h 144"/>
                  <a:gd name="T2" fmla="*/ 82 w 144"/>
                  <a:gd name="T3" fmla="*/ 115 h 144"/>
                  <a:gd name="T4" fmla="*/ 99 w 144"/>
                  <a:gd name="T5" fmla="*/ 97 h 144"/>
                  <a:gd name="T6" fmla="*/ 107 w 144"/>
                  <a:gd name="T7" fmla="*/ 95 h 144"/>
                  <a:gd name="T8" fmla="*/ 136 w 144"/>
                  <a:gd name="T9" fmla="*/ 100 h 144"/>
                  <a:gd name="T10" fmla="*/ 144 w 144"/>
                  <a:gd name="T11" fmla="*/ 108 h 144"/>
                  <a:gd name="T12" fmla="*/ 144 w 144"/>
                  <a:gd name="T13" fmla="*/ 136 h 144"/>
                  <a:gd name="T14" fmla="*/ 136 w 144"/>
                  <a:gd name="T15" fmla="*/ 144 h 144"/>
                  <a:gd name="T16" fmla="*/ 0 w 144"/>
                  <a:gd name="T17" fmla="*/ 8 h 144"/>
                  <a:gd name="T18" fmla="*/ 8 w 144"/>
                  <a:gd name="T19" fmla="*/ 0 h 144"/>
                  <a:gd name="T20" fmla="*/ 36 w 144"/>
                  <a:gd name="T21" fmla="*/ 0 h 144"/>
                  <a:gd name="T22" fmla="*/ 44 w 144"/>
                  <a:gd name="T23" fmla="*/ 8 h 144"/>
                  <a:gd name="T24" fmla="*/ 49 w 144"/>
                  <a:gd name="T25" fmla="*/ 37 h 144"/>
                  <a:gd name="T26" fmla="*/ 47 w 144"/>
                  <a:gd name="T27" fmla="*/ 45 h 144"/>
                  <a:gd name="T28" fmla="*/ 29 w 144"/>
                  <a:gd name="T29" fmla="*/ 6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4" h="144">
                    <a:moveTo>
                      <a:pt x="29" y="62"/>
                    </a:moveTo>
                    <a:cubicBezTo>
                      <a:pt x="41" y="85"/>
                      <a:pt x="59" y="104"/>
                      <a:pt x="82" y="115"/>
                    </a:cubicBezTo>
                    <a:cubicBezTo>
                      <a:pt x="99" y="97"/>
                      <a:pt x="99" y="97"/>
                      <a:pt x="99" y="97"/>
                    </a:cubicBezTo>
                    <a:cubicBezTo>
                      <a:pt x="102" y="95"/>
                      <a:pt x="105" y="95"/>
                      <a:pt x="107" y="95"/>
                    </a:cubicBezTo>
                    <a:cubicBezTo>
                      <a:pt x="116" y="98"/>
                      <a:pt x="126" y="100"/>
                      <a:pt x="136" y="100"/>
                    </a:cubicBezTo>
                    <a:cubicBezTo>
                      <a:pt x="140" y="100"/>
                      <a:pt x="144" y="104"/>
                      <a:pt x="144" y="108"/>
                    </a:cubicBezTo>
                    <a:cubicBezTo>
                      <a:pt x="144" y="136"/>
                      <a:pt x="144" y="136"/>
                      <a:pt x="144" y="136"/>
                    </a:cubicBezTo>
                    <a:cubicBezTo>
                      <a:pt x="144" y="140"/>
                      <a:pt x="140" y="144"/>
                      <a:pt x="136" y="144"/>
                    </a:cubicBezTo>
                    <a:cubicBezTo>
                      <a:pt x="61" y="144"/>
                      <a:pt x="0" y="83"/>
                      <a:pt x="0" y="8"/>
                    </a:cubicBezTo>
                    <a:cubicBezTo>
                      <a:pt x="0" y="4"/>
                      <a:pt x="4" y="0"/>
                      <a:pt x="8" y="0"/>
                    </a:cubicBezTo>
                    <a:cubicBezTo>
                      <a:pt x="36" y="0"/>
                      <a:pt x="36" y="0"/>
                      <a:pt x="36" y="0"/>
                    </a:cubicBezTo>
                    <a:cubicBezTo>
                      <a:pt x="40" y="0"/>
                      <a:pt x="44" y="4"/>
                      <a:pt x="44" y="8"/>
                    </a:cubicBezTo>
                    <a:cubicBezTo>
                      <a:pt x="44" y="18"/>
                      <a:pt x="46" y="28"/>
                      <a:pt x="49" y="37"/>
                    </a:cubicBezTo>
                    <a:cubicBezTo>
                      <a:pt x="49" y="39"/>
                      <a:pt x="49" y="42"/>
                      <a:pt x="47" y="45"/>
                    </a:cubicBezTo>
                    <a:lnTo>
                      <a:pt x="29" y="62"/>
                    </a:lnTo>
                    <a:close/>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ja-JP" altLang="en-US"/>
              </a:p>
            </p:txBody>
          </p:sp>
          <p:sp>
            <p:nvSpPr>
              <p:cNvPr id="32" name="Freeform 14"/>
              <p:cNvSpPr>
                <a:spLocks noChangeAspect="1" noEditPoints="1"/>
              </p:cNvSpPr>
              <p:nvPr/>
            </p:nvSpPr>
            <p:spPr bwMode="auto">
              <a:xfrm>
                <a:off x="6946947" y="4200932"/>
                <a:ext cx="682253" cy="683609"/>
              </a:xfrm>
              <a:custGeom>
                <a:avLst/>
                <a:gdLst>
                  <a:gd name="T0" fmla="*/ 1158 w 1509"/>
                  <a:gd name="T1" fmla="*/ 159 h 1511"/>
                  <a:gd name="T2" fmla="*/ 708 w 1509"/>
                  <a:gd name="T3" fmla="*/ 907 h 1511"/>
                  <a:gd name="T4" fmla="*/ 1342 w 1509"/>
                  <a:gd name="T5" fmla="*/ 512 h 1511"/>
                  <a:gd name="T6" fmla="*/ 1306 w 1509"/>
                  <a:gd name="T7" fmla="*/ 518 h 1511"/>
                  <a:gd name="T8" fmla="*/ 1282 w 1509"/>
                  <a:gd name="T9" fmla="*/ 533 h 1511"/>
                  <a:gd name="T10" fmla="*/ 1265 w 1509"/>
                  <a:gd name="T11" fmla="*/ 557 h 1511"/>
                  <a:gd name="T12" fmla="*/ 1259 w 1509"/>
                  <a:gd name="T13" fmla="*/ 1293 h 1511"/>
                  <a:gd name="T14" fmla="*/ 1254 w 1509"/>
                  <a:gd name="T15" fmla="*/ 1314 h 1511"/>
                  <a:gd name="T16" fmla="*/ 1234 w 1509"/>
                  <a:gd name="T17" fmla="*/ 1338 h 1511"/>
                  <a:gd name="T18" fmla="*/ 1203 w 1509"/>
                  <a:gd name="T19" fmla="*/ 1347 h 1511"/>
                  <a:gd name="T20" fmla="*/ 208 w 1509"/>
                  <a:gd name="T21" fmla="*/ 1346 h 1511"/>
                  <a:gd name="T22" fmla="*/ 181 w 1509"/>
                  <a:gd name="T23" fmla="*/ 1331 h 1511"/>
                  <a:gd name="T24" fmla="*/ 165 w 1509"/>
                  <a:gd name="T25" fmla="*/ 1303 h 1511"/>
                  <a:gd name="T26" fmla="*/ 164 w 1509"/>
                  <a:gd name="T27" fmla="*/ 308 h 1511"/>
                  <a:gd name="T28" fmla="*/ 173 w 1509"/>
                  <a:gd name="T29" fmla="*/ 277 h 1511"/>
                  <a:gd name="T30" fmla="*/ 197 w 1509"/>
                  <a:gd name="T31" fmla="*/ 257 h 1511"/>
                  <a:gd name="T32" fmla="*/ 923 w 1509"/>
                  <a:gd name="T33" fmla="*/ 252 h 1511"/>
                  <a:gd name="T34" fmla="*/ 943 w 1509"/>
                  <a:gd name="T35" fmla="*/ 242 h 1511"/>
                  <a:gd name="T36" fmla="*/ 972 w 1509"/>
                  <a:gd name="T37" fmla="*/ 214 h 1511"/>
                  <a:gd name="T38" fmla="*/ 984 w 1509"/>
                  <a:gd name="T39" fmla="*/ 191 h 1511"/>
                  <a:gd name="T40" fmla="*/ 986 w 1509"/>
                  <a:gd name="T41" fmla="*/ 172 h 1511"/>
                  <a:gd name="T42" fmla="*/ 981 w 1509"/>
                  <a:gd name="T43" fmla="*/ 131 h 1511"/>
                  <a:gd name="T44" fmla="*/ 969 w 1509"/>
                  <a:gd name="T45" fmla="*/ 108 h 1511"/>
                  <a:gd name="T46" fmla="*/ 949 w 1509"/>
                  <a:gd name="T47" fmla="*/ 92 h 1511"/>
                  <a:gd name="T48" fmla="*/ 164 w 1509"/>
                  <a:gd name="T49" fmla="*/ 88 h 1511"/>
                  <a:gd name="T50" fmla="*/ 131 w 1509"/>
                  <a:gd name="T51" fmla="*/ 92 h 1511"/>
                  <a:gd name="T52" fmla="*/ 86 w 1509"/>
                  <a:gd name="T53" fmla="*/ 108 h 1511"/>
                  <a:gd name="T54" fmla="*/ 48 w 1509"/>
                  <a:gd name="T55" fmla="*/ 137 h 1511"/>
                  <a:gd name="T56" fmla="*/ 20 w 1509"/>
                  <a:gd name="T57" fmla="*/ 174 h 1511"/>
                  <a:gd name="T58" fmla="*/ 3 w 1509"/>
                  <a:gd name="T59" fmla="*/ 219 h 1511"/>
                  <a:gd name="T60" fmla="*/ 0 w 1509"/>
                  <a:gd name="T61" fmla="*/ 1347 h 1511"/>
                  <a:gd name="T62" fmla="*/ 3 w 1509"/>
                  <a:gd name="T63" fmla="*/ 1380 h 1511"/>
                  <a:gd name="T64" fmla="*/ 20 w 1509"/>
                  <a:gd name="T65" fmla="*/ 1425 h 1511"/>
                  <a:gd name="T66" fmla="*/ 48 w 1509"/>
                  <a:gd name="T67" fmla="*/ 1463 h 1511"/>
                  <a:gd name="T68" fmla="*/ 86 w 1509"/>
                  <a:gd name="T69" fmla="*/ 1491 h 1511"/>
                  <a:gd name="T70" fmla="*/ 131 w 1509"/>
                  <a:gd name="T71" fmla="*/ 1508 h 1511"/>
                  <a:gd name="T72" fmla="*/ 1259 w 1509"/>
                  <a:gd name="T73" fmla="*/ 1511 h 1511"/>
                  <a:gd name="T74" fmla="*/ 1292 w 1509"/>
                  <a:gd name="T75" fmla="*/ 1508 h 1511"/>
                  <a:gd name="T76" fmla="*/ 1337 w 1509"/>
                  <a:gd name="T77" fmla="*/ 1491 h 1511"/>
                  <a:gd name="T78" fmla="*/ 1374 w 1509"/>
                  <a:gd name="T79" fmla="*/ 1463 h 1511"/>
                  <a:gd name="T80" fmla="*/ 1403 w 1509"/>
                  <a:gd name="T81" fmla="*/ 1425 h 1511"/>
                  <a:gd name="T82" fmla="*/ 1419 w 1509"/>
                  <a:gd name="T83" fmla="*/ 1380 h 1511"/>
                  <a:gd name="T84" fmla="*/ 1423 w 1509"/>
                  <a:gd name="T85" fmla="*/ 577 h 1511"/>
                  <a:gd name="T86" fmla="*/ 1419 w 1509"/>
                  <a:gd name="T87" fmla="*/ 559 h 1511"/>
                  <a:gd name="T88" fmla="*/ 1404 w 1509"/>
                  <a:gd name="T89" fmla="*/ 540 h 1511"/>
                  <a:gd name="T90" fmla="*/ 1367 w 1509"/>
                  <a:gd name="T91" fmla="*/ 520 h 1511"/>
                  <a:gd name="T92" fmla="*/ 1342 w 1509"/>
                  <a:gd name="T93" fmla="*/ 512 h 1511"/>
                  <a:gd name="T94" fmla="*/ 1374 w 1509"/>
                  <a:gd name="T95" fmla="*/ 23 h 1511"/>
                  <a:gd name="T96" fmla="*/ 1352 w 1509"/>
                  <a:gd name="T97" fmla="*/ 4 h 1511"/>
                  <a:gd name="T98" fmla="*/ 1334 w 1509"/>
                  <a:gd name="T99" fmla="*/ 0 h 1511"/>
                  <a:gd name="T100" fmla="*/ 1314 w 1509"/>
                  <a:gd name="T101" fmla="*/ 4 h 1511"/>
                  <a:gd name="T102" fmla="*/ 1207 w 1509"/>
                  <a:gd name="T103" fmla="*/ 113 h 1511"/>
                  <a:gd name="T104" fmla="*/ 1492 w 1509"/>
                  <a:gd name="T105" fmla="*/ 213 h 1511"/>
                  <a:gd name="T106" fmla="*/ 1507 w 1509"/>
                  <a:gd name="T107" fmla="*/ 193 h 1511"/>
                  <a:gd name="T108" fmla="*/ 1509 w 1509"/>
                  <a:gd name="T109" fmla="*/ 178 h 1511"/>
                  <a:gd name="T110" fmla="*/ 1502 w 1509"/>
                  <a:gd name="T111" fmla="*/ 159 h 1511"/>
                  <a:gd name="T112" fmla="*/ 1491 w 1509"/>
                  <a:gd name="T113" fmla="*/ 145 h 1511"/>
                  <a:gd name="T114" fmla="*/ 577 w 1509"/>
                  <a:gd name="T115" fmla="*/ 860 h 1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09" h="1511">
                    <a:moveTo>
                      <a:pt x="900" y="806"/>
                    </a:moveTo>
                    <a:lnTo>
                      <a:pt x="1365" y="355"/>
                    </a:lnTo>
                    <a:lnTo>
                      <a:pt x="1158" y="159"/>
                    </a:lnTo>
                    <a:lnTo>
                      <a:pt x="688" y="624"/>
                    </a:lnTo>
                    <a:lnTo>
                      <a:pt x="616" y="806"/>
                    </a:lnTo>
                    <a:lnTo>
                      <a:pt x="708" y="907"/>
                    </a:lnTo>
                    <a:lnTo>
                      <a:pt x="900" y="806"/>
                    </a:lnTo>
                    <a:close/>
                    <a:moveTo>
                      <a:pt x="1342" y="512"/>
                    </a:moveTo>
                    <a:lnTo>
                      <a:pt x="1342" y="512"/>
                    </a:lnTo>
                    <a:lnTo>
                      <a:pt x="1328" y="513"/>
                    </a:lnTo>
                    <a:lnTo>
                      <a:pt x="1317" y="516"/>
                    </a:lnTo>
                    <a:lnTo>
                      <a:pt x="1306" y="518"/>
                    </a:lnTo>
                    <a:lnTo>
                      <a:pt x="1298" y="523"/>
                    </a:lnTo>
                    <a:lnTo>
                      <a:pt x="1289" y="527"/>
                    </a:lnTo>
                    <a:lnTo>
                      <a:pt x="1282" y="533"/>
                    </a:lnTo>
                    <a:lnTo>
                      <a:pt x="1276" y="539"/>
                    </a:lnTo>
                    <a:lnTo>
                      <a:pt x="1272" y="545"/>
                    </a:lnTo>
                    <a:lnTo>
                      <a:pt x="1265" y="557"/>
                    </a:lnTo>
                    <a:lnTo>
                      <a:pt x="1261" y="566"/>
                    </a:lnTo>
                    <a:lnTo>
                      <a:pt x="1259" y="577"/>
                    </a:lnTo>
                    <a:lnTo>
                      <a:pt x="1259" y="1293"/>
                    </a:lnTo>
                    <a:lnTo>
                      <a:pt x="1259" y="1293"/>
                    </a:lnTo>
                    <a:lnTo>
                      <a:pt x="1257" y="1303"/>
                    </a:lnTo>
                    <a:lnTo>
                      <a:pt x="1254" y="1314"/>
                    </a:lnTo>
                    <a:lnTo>
                      <a:pt x="1249" y="1323"/>
                    </a:lnTo>
                    <a:lnTo>
                      <a:pt x="1242" y="1331"/>
                    </a:lnTo>
                    <a:lnTo>
                      <a:pt x="1234" y="1338"/>
                    </a:lnTo>
                    <a:lnTo>
                      <a:pt x="1224" y="1342"/>
                    </a:lnTo>
                    <a:lnTo>
                      <a:pt x="1215" y="1346"/>
                    </a:lnTo>
                    <a:lnTo>
                      <a:pt x="1203" y="1347"/>
                    </a:lnTo>
                    <a:lnTo>
                      <a:pt x="218" y="1347"/>
                    </a:lnTo>
                    <a:lnTo>
                      <a:pt x="218" y="1347"/>
                    </a:lnTo>
                    <a:lnTo>
                      <a:pt x="208" y="1346"/>
                    </a:lnTo>
                    <a:lnTo>
                      <a:pt x="197" y="1342"/>
                    </a:lnTo>
                    <a:lnTo>
                      <a:pt x="188" y="1338"/>
                    </a:lnTo>
                    <a:lnTo>
                      <a:pt x="181" y="1331"/>
                    </a:lnTo>
                    <a:lnTo>
                      <a:pt x="173" y="1323"/>
                    </a:lnTo>
                    <a:lnTo>
                      <a:pt x="169" y="1314"/>
                    </a:lnTo>
                    <a:lnTo>
                      <a:pt x="165" y="1303"/>
                    </a:lnTo>
                    <a:lnTo>
                      <a:pt x="164" y="1293"/>
                    </a:lnTo>
                    <a:lnTo>
                      <a:pt x="164" y="308"/>
                    </a:lnTo>
                    <a:lnTo>
                      <a:pt x="164" y="308"/>
                    </a:lnTo>
                    <a:lnTo>
                      <a:pt x="165" y="296"/>
                    </a:lnTo>
                    <a:lnTo>
                      <a:pt x="169" y="287"/>
                    </a:lnTo>
                    <a:lnTo>
                      <a:pt x="173" y="277"/>
                    </a:lnTo>
                    <a:lnTo>
                      <a:pt x="181" y="269"/>
                    </a:lnTo>
                    <a:lnTo>
                      <a:pt x="188" y="262"/>
                    </a:lnTo>
                    <a:lnTo>
                      <a:pt x="197" y="257"/>
                    </a:lnTo>
                    <a:lnTo>
                      <a:pt x="208" y="253"/>
                    </a:lnTo>
                    <a:lnTo>
                      <a:pt x="218" y="252"/>
                    </a:lnTo>
                    <a:lnTo>
                      <a:pt x="923" y="252"/>
                    </a:lnTo>
                    <a:lnTo>
                      <a:pt x="923" y="252"/>
                    </a:lnTo>
                    <a:lnTo>
                      <a:pt x="934" y="248"/>
                    </a:lnTo>
                    <a:lnTo>
                      <a:pt x="943" y="242"/>
                    </a:lnTo>
                    <a:lnTo>
                      <a:pt x="955" y="232"/>
                    </a:lnTo>
                    <a:lnTo>
                      <a:pt x="967" y="220"/>
                    </a:lnTo>
                    <a:lnTo>
                      <a:pt x="972" y="214"/>
                    </a:lnTo>
                    <a:lnTo>
                      <a:pt x="976" y="207"/>
                    </a:lnTo>
                    <a:lnTo>
                      <a:pt x="981" y="199"/>
                    </a:lnTo>
                    <a:lnTo>
                      <a:pt x="984" y="191"/>
                    </a:lnTo>
                    <a:lnTo>
                      <a:pt x="986" y="181"/>
                    </a:lnTo>
                    <a:lnTo>
                      <a:pt x="986" y="172"/>
                    </a:lnTo>
                    <a:lnTo>
                      <a:pt x="986" y="172"/>
                    </a:lnTo>
                    <a:lnTo>
                      <a:pt x="986" y="159"/>
                    </a:lnTo>
                    <a:lnTo>
                      <a:pt x="985" y="146"/>
                    </a:lnTo>
                    <a:lnTo>
                      <a:pt x="981" y="131"/>
                    </a:lnTo>
                    <a:lnTo>
                      <a:pt x="978" y="122"/>
                    </a:lnTo>
                    <a:lnTo>
                      <a:pt x="974" y="115"/>
                    </a:lnTo>
                    <a:lnTo>
                      <a:pt x="969" y="108"/>
                    </a:lnTo>
                    <a:lnTo>
                      <a:pt x="963" y="101"/>
                    </a:lnTo>
                    <a:lnTo>
                      <a:pt x="956" y="96"/>
                    </a:lnTo>
                    <a:lnTo>
                      <a:pt x="949" y="92"/>
                    </a:lnTo>
                    <a:lnTo>
                      <a:pt x="940" y="89"/>
                    </a:lnTo>
                    <a:lnTo>
                      <a:pt x="928" y="88"/>
                    </a:lnTo>
                    <a:lnTo>
                      <a:pt x="164" y="88"/>
                    </a:lnTo>
                    <a:lnTo>
                      <a:pt x="164" y="88"/>
                    </a:lnTo>
                    <a:lnTo>
                      <a:pt x="147" y="89"/>
                    </a:lnTo>
                    <a:lnTo>
                      <a:pt x="131" y="92"/>
                    </a:lnTo>
                    <a:lnTo>
                      <a:pt x="116" y="96"/>
                    </a:lnTo>
                    <a:lnTo>
                      <a:pt x="100" y="101"/>
                    </a:lnTo>
                    <a:lnTo>
                      <a:pt x="86" y="108"/>
                    </a:lnTo>
                    <a:lnTo>
                      <a:pt x="72" y="116"/>
                    </a:lnTo>
                    <a:lnTo>
                      <a:pt x="60" y="126"/>
                    </a:lnTo>
                    <a:lnTo>
                      <a:pt x="48" y="137"/>
                    </a:lnTo>
                    <a:lnTo>
                      <a:pt x="38" y="148"/>
                    </a:lnTo>
                    <a:lnTo>
                      <a:pt x="28" y="161"/>
                    </a:lnTo>
                    <a:lnTo>
                      <a:pt x="20" y="174"/>
                    </a:lnTo>
                    <a:lnTo>
                      <a:pt x="13" y="188"/>
                    </a:lnTo>
                    <a:lnTo>
                      <a:pt x="7" y="204"/>
                    </a:lnTo>
                    <a:lnTo>
                      <a:pt x="3" y="219"/>
                    </a:lnTo>
                    <a:lnTo>
                      <a:pt x="1" y="236"/>
                    </a:lnTo>
                    <a:lnTo>
                      <a:pt x="0" y="252"/>
                    </a:lnTo>
                    <a:lnTo>
                      <a:pt x="0" y="1347"/>
                    </a:lnTo>
                    <a:lnTo>
                      <a:pt x="0" y="1347"/>
                    </a:lnTo>
                    <a:lnTo>
                      <a:pt x="1" y="1364"/>
                    </a:lnTo>
                    <a:lnTo>
                      <a:pt x="3" y="1380"/>
                    </a:lnTo>
                    <a:lnTo>
                      <a:pt x="7" y="1395"/>
                    </a:lnTo>
                    <a:lnTo>
                      <a:pt x="13" y="1411"/>
                    </a:lnTo>
                    <a:lnTo>
                      <a:pt x="20" y="1425"/>
                    </a:lnTo>
                    <a:lnTo>
                      <a:pt x="28" y="1439"/>
                    </a:lnTo>
                    <a:lnTo>
                      <a:pt x="38" y="1451"/>
                    </a:lnTo>
                    <a:lnTo>
                      <a:pt x="48" y="1463"/>
                    </a:lnTo>
                    <a:lnTo>
                      <a:pt x="60" y="1473"/>
                    </a:lnTo>
                    <a:lnTo>
                      <a:pt x="72" y="1483"/>
                    </a:lnTo>
                    <a:lnTo>
                      <a:pt x="86" y="1491"/>
                    </a:lnTo>
                    <a:lnTo>
                      <a:pt x="100" y="1498"/>
                    </a:lnTo>
                    <a:lnTo>
                      <a:pt x="116" y="1504"/>
                    </a:lnTo>
                    <a:lnTo>
                      <a:pt x="131" y="1508"/>
                    </a:lnTo>
                    <a:lnTo>
                      <a:pt x="147" y="1510"/>
                    </a:lnTo>
                    <a:lnTo>
                      <a:pt x="164" y="1511"/>
                    </a:lnTo>
                    <a:lnTo>
                      <a:pt x="1259" y="1511"/>
                    </a:lnTo>
                    <a:lnTo>
                      <a:pt x="1259" y="1511"/>
                    </a:lnTo>
                    <a:lnTo>
                      <a:pt x="1275" y="1510"/>
                    </a:lnTo>
                    <a:lnTo>
                      <a:pt x="1292" y="1508"/>
                    </a:lnTo>
                    <a:lnTo>
                      <a:pt x="1307" y="1504"/>
                    </a:lnTo>
                    <a:lnTo>
                      <a:pt x="1322" y="1498"/>
                    </a:lnTo>
                    <a:lnTo>
                      <a:pt x="1337" y="1491"/>
                    </a:lnTo>
                    <a:lnTo>
                      <a:pt x="1350" y="1483"/>
                    </a:lnTo>
                    <a:lnTo>
                      <a:pt x="1363" y="1473"/>
                    </a:lnTo>
                    <a:lnTo>
                      <a:pt x="1374" y="1463"/>
                    </a:lnTo>
                    <a:lnTo>
                      <a:pt x="1385" y="1451"/>
                    </a:lnTo>
                    <a:lnTo>
                      <a:pt x="1394" y="1439"/>
                    </a:lnTo>
                    <a:lnTo>
                      <a:pt x="1403" y="1425"/>
                    </a:lnTo>
                    <a:lnTo>
                      <a:pt x="1410" y="1411"/>
                    </a:lnTo>
                    <a:lnTo>
                      <a:pt x="1415" y="1395"/>
                    </a:lnTo>
                    <a:lnTo>
                      <a:pt x="1419" y="1380"/>
                    </a:lnTo>
                    <a:lnTo>
                      <a:pt x="1422" y="1364"/>
                    </a:lnTo>
                    <a:lnTo>
                      <a:pt x="1423" y="1347"/>
                    </a:lnTo>
                    <a:lnTo>
                      <a:pt x="1423" y="577"/>
                    </a:lnTo>
                    <a:lnTo>
                      <a:pt x="1423" y="577"/>
                    </a:lnTo>
                    <a:lnTo>
                      <a:pt x="1422" y="568"/>
                    </a:lnTo>
                    <a:lnTo>
                      <a:pt x="1419" y="559"/>
                    </a:lnTo>
                    <a:lnTo>
                      <a:pt x="1415" y="552"/>
                    </a:lnTo>
                    <a:lnTo>
                      <a:pt x="1410" y="546"/>
                    </a:lnTo>
                    <a:lnTo>
                      <a:pt x="1404" y="540"/>
                    </a:lnTo>
                    <a:lnTo>
                      <a:pt x="1397" y="535"/>
                    </a:lnTo>
                    <a:lnTo>
                      <a:pt x="1383" y="526"/>
                    </a:lnTo>
                    <a:lnTo>
                      <a:pt x="1367" y="520"/>
                    </a:lnTo>
                    <a:lnTo>
                      <a:pt x="1354" y="516"/>
                    </a:lnTo>
                    <a:lnTo>
                      <a:pt x="1342" y="512"/>
                    </a:lnTo>
                    <a:lnTo>
                      <a:pt x="1342" y="512"/>
                    </a:lnTo>
                    <a:close/>
                    <a:moveTo>
                      <a:pt x="1491" y="145"/>
                    </a:moveTo>
                    <a:lnTo>
                      <a:pt x="1374" y="23"/>
                    </a:lnTo>
                    <a:lnTo>
                      <a:pt x="1374" y="23"/>
                    </a:lnTo>
                    <a:lnTo>
                      <a:pt x="1368" y="16"/>
                    </a:lnTo>
                    <a:lnTo>
                      <a:pt x="1361" y="10"/>
                    </a:lnTo>
                    <a:lnTo>
                      <a:pt x="1352" y="4"/>
                    </a:lnTo>
                    <a:lnTo>
                      <a:pt x="1347" y="2"/>
                    </a:lnTo>
                    <a:lnTo>
                      <a:pt x="1341" y="1"/>
                    </a:lnTo>
                    <a:lnTo>
                      <a:pt x="1334" y="0"/>
                    </a:lnTo>
                    <a:lnTo>
                      <a:pt x="1328" y="0"/>
                    </a:lnTo>
                    <a:lnTo>
                      <a:pt x="1321" y="2"/>
                    </a:lnTo>
                    <a:lnTo>
                      <a:pt x="1314" y="4"/>
                    </a:lnTo>
                    <a:lnTo>
                      <a:pt x="1307" y="9"/>
                    </a:lnTo>
                    <a:lnTo>
                      <a:pt x="1299" y="16"/>
                    </a:lnTo>
                    <a:lnTo>
                      <a:pt x="1207" y="113"/>
                    </a:lnTo>
                    <a:lnTo>
                      <a:pt x="1402" y="303"/>
                    </a:lnTo>
                    <a:lnTo>
                      <a:pt x="1492" y="213"/>
                    </a:lnTo>
                    <a:lnTo>
                      <a:pt x="1492" y="213"/>
                    </a:lnTo>
                    <a:lnTo>
                      <a:pt x="1497" y="207"/>
                    </a:lnTo>
                    <a:lnTo>
                      <a:pt x="1502" y="201"/>
                    </a:lnTo>
                    <a:lnTo>
                      <a:pt x="1507" y="193"/>
                    </a:lnTo>
                    <a:lnTo>
                      <a:pt x="1508" y="188"/>
                    </a:lnTo>
                    <a:lnTo>
                      <a:pt x="1509" y="184"/>
                    </a:lnTo>
                    <a:lnTo>
                      <a:pt x="1509" y="178"/>
                    </a:lnTo>
                    <a:lnTo>
                      <a:pt x="1508" y="172"/>
                    </a:lnTo>
                    <a:lnTo>
                      <a:pt x="1505" y="165"/>
                    </a:lnTo>
                    <a:lnTo>
                      <a:pt x="1502" y="159"/>
                    </a:lnTo>
                    <a:lnTo>
                      <a:pt x="1497" y="152"/>
                    </a:lnTo>
                    <a:lnTo>
                      <a:pt x="1491" y="145"/>
                    </a:lnTo>
                    <a:lnTo>
                      <a:pt x="1491" y="145"/>
                    </a:lnTo>
                    <a:close/>
                    <a:moveTo>
                      <a:pt x="554" y="955"/>
                    </a:moveTo>
                    <a:lnTo>
                      <a:pt x="661" y="940"/>
                    </a:lnTo>
                    <a:lnTo>
                      <a:pt x="577" y="860"/>
                    </a:lnTo>
                    <a:lnTo>
                      <a:pt x="554" y="955"/>
                    </a:lnTo>
                    <a:close/>
                  </a:path>
                </a:pathLst>
              </a:custGeom>
              <a:solidFill>
                <a:schemeClr val="tx2"/>
              </a:solidFill>
              <a:ln>
                <a:noFill/>
              </a:ln>
              <a:extLst/>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sp>
            <p:nvSpPr>
              <p:cNvPr id="33" name="Freeform 14"/>
              <p:cNvSpPr>
                <a:spLocks noChangeAspect="1" noEditPoints="1"/>
              </p:cNvSpPr>
              <p:nvPr/>
            </p:nvSpPr>
            <p:spPr bwMode="auto">
              <a:xfrm>
                <a:off x="5223154" y="3264541"/>
                <a:ext cx="1466618" cy="1620000"/>
              </a:xfrm>
              <a:custGeom>
                <a:avLst/>
                <a:gdLst>
                  <a:gd name="T0" fmla="*/ 384 w 851"/>
                  <a:gd name="T1" fmla="*/ 850 h 940"/>
                  <a:gd name="T2" fmla="*/ 485 w 851"/>
                  <a:gd name="T3" fmla="*/ 12 h 940"/>
                  <a:gd name="T4" fmla="*/ 522 w 851"/>
                  <a:gd name="T5" fmla="*/ 46 h 940"/>
                  <a:gd name="T6" fmla="*/ 555 w 851"/>
                  <a:gd name="T7" fmla="*/ 42 h 940"/>
                  <a:gd name="T8" fmla="*/ 605 w 851"/>
                  <a:gd name="T9" fmla="*/ 73 h 940"/>
                  <a:gd name="T10" fmla="*/ 615 w 851"/>
                  <a:gd name="T11" fmla="*/ 130 h 940"/>
                  <a:gd name="T12" fmla="*/ 616 w 851"/>
                  <a:gd name="T13" fmla="*/ 205 h 940"/>
                  <a:gd name="T14" fmla="*/ 613 w 851"/>
                  <a:gd name="T15" fmla="*/ 253 h 940"/>
                  <a:gd name="T16" fmla="*/ 620 w 851"/>
                  <a:gd name="T17" fmla="*/ 260 h 940"/>
                  <a:gd name="T18" fmla="*/ 633 w 851"/>
                  <a:gd name="T19" fmla="*/ 263 h 940"/>
                  <a:gd name="T20" fmla="*/ 645 w 851"/>
                  <a:gd name="T21" fmla="*/ 312 h 940"/>
                  <a:gd name="T22" fmla="*/ 641 w 851"/>
                  <a:gd name="T23" fmla="*/ 347 h 940"/>
                  <a:gd name="T24" fmla="*/ 618 w 851"/>
                  <a:gd name="T25" fmla="*/ 383 h 940"/>
                  <a:gd name="T26" fmla="*/ 563 w 851"/>
                  <a:gd name="T27" fmla="*/ 455 h 940"/>
                  <a:gd name="T28" fmla="*/ 527 w 851"/>
                  <a:gd name="T29" fmla="*/ 487 h 940"/>
                  <a:gd name="T30" fmla="*/ 527 w 851"/>
                  <a:gd name="T31" fmla="*/ 532 h 940"/>
                  <a:gd name="T32" fmla="*/ 529 w 851"/>
                  <a:gd name="T33" fmla="*/ 560 h 940"/>
                  <a:gd name="T34" fmla="*/ 564 w 851"/>
                  <a:gd name="T35" fmla="*/ 605 h 940"/>
                  <a:gd name="T36" fmla="*/ 688 w 851"/>
                  <a:gd name="T37" fmla="*/ 641 h 940"/>
                  <a:gd name="T38" fmla="*/ 793 w 851"/>
                  <a:gd name="T39" fmla="*/ 685 h 940"/>
                  <a:gd name="T40" fmla="*/ 835 w 851"/>
                  <a:gd name="T41" fmla="*/ 730 h 940"/>
                  <a:gd name="T42" fmla="*/ 850 w 851"/>
                  <a:gd name="T43" fmla="*/ 815 h 940"/>
                  <a:gd name="T44" fmla="*/ 477 w 851"/>
                  <a:gd name="T45" fmla="*/ 850 h 940"/>
                  <a:gd name="T46" fmla="*/ 459 w 851"/>
                  <a:gd name="T47" fmla="*/ 579 h 940"/>
                  <a:gd name="T48" fmla="*/ 444 w 851"/>
                  <a:gd name="T49" fmla="*/ 588 h 940"/>
                  <a:gd name="T50" fmla="*/ 396 w 851"/>
                  <a:gd name="T51" fmla="*/ 583 h 940"/>
                  <a:gd name="T52" fmla="*/ 389 w 851"/>
                  <a:gd name="T53" fmla="*/ 568 h 940"/>
                  <a:gd name="T54" fmla="*/ 389 w 851"/>
                  <a:gd name="T55" fmla="*/ 560 h 940"/>
                  <a:gd name="T56" fmla="*/ 0 w 851"/>
                  <a:gd name="T57" fmla="*/ 852 h 940"/>
                  <a:gd name="T58" fmla="*/ 6 w 851"/>
                  <a:gd name="T59" fmla="*/ 794 h 940"/>
                  <a:gd name="T60" fmla="*/ 31 w 851"/>
                  <a:gd name="T61" fmla="*/ 719 h 940"/>
                  <a:gd name="T62" fmla="*/ 83 w 851"/>
                  <a:gd name="T63" fmla="*/ 674 h 940"/>
                  <a:gd name="T64" fmla="*/ 214 w 851"/>
                  <a:gd name="T65" fmla="*/ 633 h 940"/>
                  <a:gd name="T66" fmla="*/ 313 w 851"/>
                  <a:gd name="T67" fmla="*/ 592 h 940"/>
                  <a:gd name="T68" fmla="*/ 337 w 851"/>
                  <a:gd name="T69" fmla="*/ 552 h 940"/>
                  <a:gd name="T70" fmla="*/ 339 w 851"/>
                  <a:gd name="T71" fmla="*/ 511 h 940"/>
                  <a:gd name="T72" fmla="*/ 334 w 851"/>
                  <a:gd name="T73" fmla="*/ 480 h 940"/>
                  <a:gd name="T74" fmla="*/ 285 w 851"/>
                  <a:gd name="T75" fmla="*/ 438 h 940"/>
                  <a:gd name="T76" fmla="*/ 234 w 851"/>
                  <a:gd name="T77" fmla="*/ 380 h 940"/>
                  <a:gd name="T78" fmla="*/ 222 w 851"/>
                  <a:gd name="T79" fmla="*/ 346 h 940"/>
                  <a:gd name="T80" fmla="*/ 219 w 851"/>
                  <a:gd name="T81" fmla="*/ 302 h 940"/>
                  <a:gd name="T82" fmla="*/ 237 w 851"/>
                  <a:gd name="T83" fmla="*/ 258 h 940"/>
                  <a:gd name="T84" fmla="*/ 243 w 851"/>
                  <a:gd name="T85" fmla="*/ 257 h 940"/>
                  <a:gd name="T86" fmla="*/ 253 w 851"/>
                  <a:gd name="T87" fmla="*/ 248 h 940"/>
                  <a:gd name="T88" fmla="*/ 250 w 851"/>
                  <a:gd name="T89" fmla="*/ 188 h 940"/>
                  <a:gd name="T90" fmla="*/ 251 w 851"/>
                  <a:gd name="T91" fmla="*/ 109 h 940"/>
                  <a:gd name="T92" fmla="*/ 279 w 851"/>
                  <a:gd name="T93" fmla="*/ 47 h 940"/>
                  <a:gd name="T94" fmla="*/ 337 w 851"/>
                  <a:gd name="T95" fmla="*/ 23 h 940"/>
                  <a:gd name="T96" fmla="*/ 350 w 851"/>
                  <a:gd name="T97" fmla="*/ 21 h 940"/>
                  <a:gd name="T98" fmla="*/ 375 w 851"/>
                  <a:gd name="T99" fmla="*/ 1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51" h="940">
                    <a:moveTo>
                      <a:pt x="477" y="850"/>
                    </a:moveTo>
                    <a:lnTo>
                      <a:pt x="441" y="940"/>
                    </a:lnTo>
                    <a:lnTo>
                      <a:pt x="420" y="940"/>
                    </a:lnTo>
                    <a:lnTo>
                      <a:pt x="384" y="850"/>
                    </a:lnTo>
                    <a:lnTo>
                      <a:pt x="477" y="850"/>
                    </a:lnTo>
                    <a:close/>
                    <a:moveTo>
                      <a:pt x="457" y="0"/>
                    </a:moveTo>
                    <a:lnTo>
                      <a:pt x="472" y="4"/>
                    </a:lnTo>
                    <a:lnTo>
                      <a:pt x="485" y="12"/>
                    </a:lnTo>
                    <a:lnTo>
                      <a:pt x="495" y="23"/>
                    </a:lnTo>
                    <a:lnTo>
                      <a:pt x="506" y="33"/>
                    </a:lnTo>
                    <a:lnTo>
                      <a:pt x="514" y="42"/>
                    </a:lnTo>
                    <a:lnTo>
                      <a:pt x="522" y="46"/>
                    </a:lnTo>
                    <a:lnTo>
                      <a:pt x="530" y="46"/>
                    </a:lnTo>
                    <a:lnTo>
                      <a:pt x="537" y="46"/>
                    </a:lnTo>
                    <a:lnTo>
                      <a:pt x="545" y="44"/>
                    </a:lnTo>
                    <a:lnTo>
                      <a:pt x="555" y="42"/>
                    </a:lnTo>
                    <a:lnTo>
                      <a:pt x="571" y="46"/>
                    </a:lnTo>
                    <a:lnTo>
                      <a:pt x="587" y="51"/>
                    </a:lnTo>
                    <a:lnTo>
                      <a:pt x="598" y="60"/>
                    </a:lnTo>
                    <a:lnTo>
                      <a:pt x="605" y="73"/>
                    </a:lnTo>
                    <a:lnTo>
                      <a:pt x="610" y="88"/>
                    </a:lnTo>
                    <a:lnTo>
                      <a:pt x="613" y="102"/>
                    </a:lnTo>
                    <a:lnTo>
                      <a:pt x="613" y="117"/>
                    </a:lnTo>
                    <a:lnTo>
                      <a:pt x="615" y="130"/>
                    </a:lnTo>
                    <a:lnTo>
                      <a:pt x="615" y="140"/>
                    </a:lnTo>
                    <a:lnTo>
                      <a:pt x="616" y="158"/>
                    </a:lnTo>
                    <a:lnTo>
                      <a:pt x="616" y="180"/>
                    </a:lnTo>
                    <a:lnTo>
                      <a:pt x="616" y="205"/>
                    </a:lnTo>
                    <a:lnTo>
                      <a:pt x="616" y="226"/>
                    </a:lnTo>
                    <a:lnTo>
                      <a:pt x="615" y="242"/>
                    </a:lnTo>
                    <a:lnTo>
                      <a:pt x="613" y="248"/>
                    </a:lnTo>
                    <a:lnTo>
                      <a:pt x="613" y="253"/>
                    </a:lnTo>
                    <a:lnTo>
                      <a:pt x="615" y="257"/>
                    </a:lnTo>
                    <a:lnTo>
                      <a:pt x="616" y="258"/>
                    </a:lnTo>
                    <a:lnTo>
                      <a:pt x="618" y="260"/>
                    </a:lnTo>
                    <a:lnTo>
                      <a:pt x="620" y="260"/>
                    </a:lnTo>
                    <a:lnTo>
                      <a:pt x="621" y="260"/>
                    </a:lnTo>
                    <a:lnTo>
                      <a:pt x="623" y="260"/>
                    </a:lnTo>
                    <a:lnTo>
                      <a:pt x="624" y="260"/>
                    </a:lnTo>
                    <a:lnTo>
                      <a:pt x="633" y="263"/>
                    </a:lnTo>
                    <a:lnTo>
                      <a:pt x="639" y="271"/>
                    </a:lnTo>
                    <a:lnTo>
                      <a:pt x="644" y="283"/>
                    </a:lnTo>
                    <a:lnTo>
                      <a:pt x="645" y="297"/>
                    </a:lnTo>
                    <a:lnTo>
                      <a:pt x="645" y="312"/>
                    </a:lnTo>
                    <a:lnTo>
                      <a:pt x="644" y="325"/>
                    </a:lnTo>
                    <a:lnTo>
                      <a:pt x="642" y="336"/>
                    </a:lnTo>
                    <a:lnTo>
                      <a:pt x="642" y="344"/>
                    </a:lnTo>
                    <a:lnTo>
                      <a:pt x="641" y="347"/>
                    </a:lnTo>
                    <a:lnTo>
                      <a:pt x="637" y="360"/>
                    </a:lnTo>
                    <a:lnTo>
                      <a:pt x="634" y="369"/>
                    </a:lnTo>
                    <a:lnTo>
                      <a:pt x="628" y="375"/>
                    </a:lnTo>
                    <a:lnTo>
                      <a:pt x="618" y="383"/>
                    </a:lnTo>
                    <a:lnTo>
                      <a:pt x="602" y="394"/>
                    </a:lnTo>
                    <a:lnTo>
                      <a:pt x="590" y="417"/>
                    </a:lnTo>
                    <a:lnTo>
                      <a:pt x="577" y="438"/>
                    </a:lnTo>
                    <a:lnTo>
                      <a:pt x="563" y="455"/>
                    </a:lnTo>
                    <a:lnTo>
                      <a:pt x="550" y="469"/>
                    </a:lnTo>
                    <a:lnTo>
                      <a:pt x="538" y="479"/>
                    </a:lnTo>
                    <a:lnTo>
                      <a:pt x="530" y="485"/>
                    </a:lnTo>
                    <a:lnTo>
                      <a:pt x="527" y="487"/>
                    </a:lnTo>
                    <a:lnTo>
                      <a:pt x="527" y="492"/>
                    </a:lnTo>
                    <a:lnTo>
                      <a:pt x="527" y="503"/>
                    </a:lnTo>
                    <a:lnTo>
                      <a:pt x="527" y="518"/>
                    </a:lnTo>
                    <a:lnTo>
                      <a:pt x="527" y="532"/>
                    </a:lnTo>
                    <a:lnTo>
                      <a:pt x="527" y="540"/>
                    </a:lnTo>
                    <a:lnTo>
                      <a:pt x="527" y="544"/>
                    </a:lnTo>
                    <a:lnTo>
                      <a:pt x="527" y="550"/>
                    </a:lnTo>
                    <a:lnTo>
                      <a:pt x="529" y="560"/>
                    </a:lnTo>
                    <a:lnTo>
                      <a:pt x="532" y="570"/>
                    </a:lnTo>
                    <a:lnTo>
                      <a:pt x="538" y="581"/>
                    </a:lnTo>
                    <a:lnTo>
                      <a:pt x="550" y="594"/>
                    </a:lnTo>
                    <a:lnTo>
                      <a:pt x="564" y="605"/>
                    </a:lnTo>
                    <a:lnTo>
                      <a:pt x="584" y="617"/>
                    </a:lnTo>
                    <a:lnTo>
                      <a:pt x="610" y="625"/>
                    </a:lnTo>
                    <a:lnTo>
                      <a:pt x="644" y="633"/>
                    </a:lnTo>
                    <a:lnTo>
                      <a:pt x="688" y="641"/>
                    </a:lnTo>
                    <a:lnTo>
                      <a:pt x="725" y="651"/>
                    </a:lnTo>
                    <a:lnTo>
                      <a:pt x="753" y="662"/>
                    </a:lnTo>
                    <a:lnTo>
                      <a:pt x="775" y="674"/>
                    </a:lnTo>
                    <a:lnTo>
                      <a:pt x="793" y="685"/>
                    </a:lnTo>
                    <a:lnTo>
                      <a:pt x="806" y="698"/>
                    </a:lnTo>
                    <a:lnTo>
                      <a:pt x="817" y="709"/>
                    </a:lnTo>
                    <a:lnTo>
                      <a:pt x="827" y="719"/>
                    </a:lnTo>
                    <a:lnTo>
                      <a:pt x="835" y="730"/>
                    </a:lnTo>
                    <a:lnTo>
                      <a:pt x="842" y="748"/>
                    </a:lnTo>
                    <a:lnTo>
                      <a:pt x="845" y="771"/>
                    </a:lnTo>
                    <a:lnTo>
                      <a:pt x="848" y="794"/>
                    </a:lnTo>
                    <a:lnTo>
                      <a:pt x="850" y="815"/>
                    </a:lnTo>
                    <a:lnTo>
                      <a:pt x="851" y="832"/>
                    </a:lnTo>
                    <a:lnTo>
                      <a:pt x="851" y="845"/>
                    </a:lnTo>
                    <a:lnTo>
                      <a:pt x="851" y="850"/>
                    </a:lnTo>
                    <a:lnTo>
                      <a:pt x="477" y="850"/>
                    </a:lnTo>
                    <a:lnTo>
                      <a:pt x="514" y="763"/>
                    </a:lnTo>
                    <a:lnTo>
                      <a:pt x="464" y="555"/>
                    </a:lnTo>
                    <a:lnTo>
                      <a:pt x="462" y="571"/>
                    </a:lnTo>
                    <a:lnTo>
                      <a:pt x="459" y="579"/>
                    </a:lnTo>
                    <a:lnTo>
                      <a:pt x="454" y="586"/>
                    </a:lnTo>
                    <a:lnTo>
                      <a:pt x="449" y="588"/>
                    </a:lnTo>
                    <a:lnTo>
                      <a:pt x="446" y="588"/>
                    </a:lnTo>
                    <a:lnTo>
                      <a:pt x="444" y="588"/>
                    </a:lnTo>
                    <a:lnTo>
                      <a:pt x="412" y="588"/>
                    </a:lnTo>
                    <a:lnTo>
                      <a:pt x="405" y="586"/>
                    </a:lnTo>
                    <a:lnTo>
                      <a:pt x="399" y="584"/>
                    </a:lnTo>
                    <a:lnTo>
                      <a:pt x="396" y="583"/>
                    </a:lnTo>
                    <a:lnTo>
                      <a:pt x="392" y="579"/>
                    </a:lnTo>
                    <a:lnTo>
                      <a:pt x="391" y="576"/>
                    </a:lnTo>
                    <a:lnTo>
                      <a:pt x="389" y="571"/>
                    </a:lnTo>
                    <a:lnTo>
                      <a:pt x="389" y="568"/>
                    </a:lnTo>
                    <a:lnTo>
                      <a:pt x="389" y="565"/>
                    </a:lnTo>
                    <a:lnTo>
                      <a:pt x="389" y="563"/>
                    </a:lnTo>
                    <a:lnTo>
                      <a:pt x="389" y="560"/>
                    </a:lnTo>
                    <a:lnTo>
                      <a:pt x="389" y="560"/>
                    </a:lnTo>
                    <a:lnTo>
                      <a:pt x="389" y="563"/>
                    </a:lnTo>
                    <a:lnTo>
                      <a:pt x="350" y="763"/>
                    </a:lnTo>
                    <a:lnTo>
                      <a:pt x="384" y="850"/>
                    </a:lnTo>
                    <a:lnTo>
                      <a:pt x="0" y="852"/>
                    </a:lnTo>
                    <a:lnTo>
                      <a:pt x="0" y="847"/>
                    </a:lnTo>
                    <a:lnTo>
                      <a:pt x="2" y="834"/>
                    </a:lnTo>
                    <a:lnTo>
                      <a:pt x="3" y="816"/>
                    </a:lnTo>
                    <a:lnTo>
                      <a:pt x="6" y="794"/>
                    </a:lnTo>
                    <a:lnTo>
                      <a:pt x="11" y="771"/>
                    </a:lnTo>
                    <a:lnTo>
                      <a:pt x="16" y="750"/>
                    </a:lnTo>
                    <a:lnTo>
                      <a:pt x="23" y="730"/>
                    </a:lnTo>
                    <a:lnTo>
                      <a:pt x="31" y="719"/>
                    </a:lnTo>
                    <a:lnTo>
                      <a:pt x="41" y="709"/>
                    </a:lnTo>
                    <a:lnTo>
                      <a:pt x="52" y="698"/>
                    </a:lnTo>
                    <a:lnTo>
                      <a:pt x="65" y="685"/>
                    </a:lnTo>
                    <a:lnTo>
                      <a:pt x="83" y="674"/>
                    </a:lnTo>
                    <a:lnTo>
                      <a:pt x="104" y="662"/>
                    </a:lnTo>
                    <a:lnTo>
                      <a:pt x="133" y="651"/>
                    </a:lnTo>
                    <a:lnTo>
                      <a:pt x="169" y="641"/>
                    </a:lnTo>
                    <a:lnTo>
                      <a:pt x="214" y="633"/>
                    </a:lnTo>
                    <a:lnTo>
                      <a:pt x="248" y="625"/>
                    </a:lnTo>
                    <a:lnTo>
                      <a:pt x="277" y="615"/>
                    </a:lnTo>
                    <a:lnTo>
                      <a:pt x="298" y="604"/>
                    </a:lnTo>
                    <a:lnTo>
                      <a:pt x="313" y="592"/>
                    </a:lnTo>
                    <a:lnTo>
                      <a:pt x="324" y="581"/>
                    </a:lnTo>
                    <a:lnTo>
                      <a:pt x="331" y="570"/>
                    </a:lnTo>
                    <a:lnTo>
                      <a:pt x="336" y="560"/>
                    </a:lnTo>
                    <a:lnTo>
                      <a:pt x="337" y="552"/>
                    </a:lnTo>
                    <a:lnTo>
                      <a:pt x="339" y="547"/>
                    </a:lnTo>
                    <a:lnTo>
                      <a:pt x="341" y="545"/>
                    </a:lnTo>
                    <a:lnTo>
                      <a:pt x="339" y="529"/>
                    </a:lnTo>
                    <a:lnTo>
                      <a:pt x="339" y="511"/>
                    </a:lnTo>
                    <a:lnTo>
                      <a:pt x="337" y="497"/>
                    </a:lnTo>
                    <a:lnTo>
                      <a:pt x="337" y="487"/>
                    </a:lnTo>
                    <a:lnTo>
                      <a:pt x="337" y="482"/>
                    </a:lnTo>
                    <a:lnTo>
                      <a:pt x="334" y="480"/>
                    </a:lnTo>
                    <a:lnTo>
                      <a:pt x="326" y="476"/>
                    </a:lnTo>
                    <a:lnTo>
                      <a:pt x="313" y="466"/>
                    </a:lnTo>
                    <a:lnTo>
                      <a:pt x="300" y="455"/>
                    </a:lnTo>
                    <a:lnTo>
                      <a:pt x="285" y="438"/>
                    </a:lnTo>
                    <a:lnTo>
                      <a:pt x="272" y="419"/>
                    </a:lnTo>
                    <a:lnTo>
                      <a:pt x="263" y="396"/>
                    </a:lnTo>
                    <a:lnTo>
                      <a:pt x="245" y="388"/>
                    </a:lnTo>
                    <a:lnTo>
                      <a:pt x="234" y="380"/>
                    </a:lnTo>
                    <a:lnTo>
                      <a:pt x="227" y="372"/>
                    </a:lnTo>
                    <a:lnTo>
                      <a:pt x="224" y="365"/>
                    </a:lnTo>
                    <a:lnTo>
                      <a:pt x="224" y="356"/>
                    </a:lnTo>
                    <a:lnTo>
                      <a:pt x="222" y="346"/>
                    </a:lnTo>
                    <a:lnTo>
                      <a:pt x="221" y="343"/>
                    </a:lnTo>
                    <a:lnTo>
                      <a:pt x="221" y="331"/>
                    </a:lnTo>
                    <a:lnTo>
                      <a:pt x="219" y="318"/>
                    </a:lnTo>
                    <a:lnTo>
                      <a:pt x="219" y="302"/>
                    </a:lnTo>
                    <a:lnTo>
                      <a:pt x="221" y="286"/>
                    </a:lnTo>
                    <a:lnTo>
                      <a:pt x="222" y="271"/>
                    </a:lnTo>
                    <a:lnTo>
                      <a:pt x="229" y="261"/>
                    </a:lnTo>
                    <a:lnTo>
                      <a:pt x="237" y="258"/>
                    </a:lnTo>
                    <a:lnTo>
                      <a:pt x="238" y="258"/>
                    </a:lnTo>
                    <a:lnTo>
                      <a:pt x="240" y="258"/>
                    </a:lnTo>
                    <a:lnTo>
                      <a:pt x="242" y="258"/>
                    </a:lnTo>
                    <a:lnTo>
                      <a:pt x="243" y="257"/>
                    </a:lnTo>
                    <a:lnTo>
                      <a:pt x="247" y="255"/>
                    </a:lnTo>
                    <a:lnTo>
                      <a:pt x="250" y="253"/>
                    </a:lnTo>
                    <a:lnTo>
                      <a:pt x="251" y="252"/>
                    </a:lnTo>
                    <a:lnTo>
                      <a:pt x="253" y="248"/>
                    </a:lnTo>
                    <a:lnTo>
                      <a:pt x="253" y="244"/>
                    </a:lnTo>
                    <a:lnTo>
                      <a:pt x="253" y="237"/>
                    </a:lnTo>
                    <a:lnTo>
                      <a:pt x="251" y="214"/>
                    </a:lnTo>
                    <a:lnTo>
                      <a:pt x="250" y="188"/>
                    </a:lnTo>
                    <a:lnTo>
                      <a:pt x="250" y="163"/>
                    </a:lnTo>
                    <a:lnTo>
                      <a:pt x="250" y="140"/>
                    </a:lnTo>
                    <a:lnTo>
                      <a:pt x="250" y="122"/>
                    </a:lnTo>
                    <a:lnTo>
                      <a:pt x="251" y="109"/>
                    </a:lnTo>
                    <a:lnTo>
                      <a:pt x="255" y="94"/>
                    </a:lnTo>
                    <a:lnTo>
                      <a:pt x="259" y="78"/>
                    </a:lnTo>
                    <a:lnTo>
                      <a:pt x="268" y="62"/>
                    </a:lnTo>
                    <a:lnTo>
                      <a:pt x="279" y="47"/>
                    </a:lnTo>
                    <a:lnTo>
                      <a:pt x="292" y="34"/>
                    </a:lnTo>
                    <a:lnTo>
                      <a:pt x="311" y="28"/>
                    </a:lnTo>
                    <a:lnTo>
                      <a:pt x="328" y="25"/>
                    </a:lnTo>
                    <a:lnTo>
                      <a:pt x="337" y="23"/>
                    </a:lnTo>
                    <a:lnTo>
                      <a:pt x="344" y="23"/>
                    </a:lnTo>
                    <a:lnTo>
                      <a:pt x="347" y="21"/>
                    </a:lnTo>
                    <a:lnTo>
                      <a:pt x="349" y="21"/>
                    </a:lnTo>
                    <a:lnTo>
                      <a:pt x="350" y="21"/>
                    </a:lnTo>
                    <a:lnTo>
                      <a:pt x="355" y="21"/>
                    </a:lnTo>
                    <a:lnTo>
                      <a:pt x="363" y="20"/>
                    </a:lnTo>
                    <a:lnTo>
                      <a:pt x="368" y="17"/>
                    </a:lnTo>
                    <a:lnTo>
                      <a:pt x="375" y="13"/>
                    </a:lnTo>
                    <a:lnTo>
                      <a:pt x="383" y="12"/>
                    </a:lnTo>
                    <a:lnTo>
                      <a:pt x="396" y="10"/>
                    </a:lnTo>
                    <a:lnTo>
                      <a:pt x="457"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grpSp>
    </p:spTree>
    <p:extLst>
      <p:ext uri="{BB962C8B-B14F-4D97-AF65-F5344CB8AC3E}">
        <p14:creationId xmlns:p14="http://schemas.microsoft.com/office/powerpoint/2010/main" val="17066902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p:txBody>
          <a:bodyPr/>
          <a:lstStyle/>
          <a:p>
            <a:r>
              <a:rPr kumimoji="1" lang="ja-JP" altLang="en-US" dirty="0" smtClean="0"/>
              <a:t>マルチタスクとは</a:t>
            </a:r>
            <a:endParaRPr kumimoji="1" lang="ja-JP" altLang="en-US" dirty="0"/>
          </a:p>
        </p:txBody>
      </p:sp>
      <p:sp>
        <p:nvSpPr>
          <p:cNvPr id="7" name="コンテンツ プレースホルダー 6"/>
          <p:cNvSpPr>
            <a:spLocks noGrp="1"/>
          </p:cNvSpPr>
          <p:nvPr>
            <p:ph idx="1"/>
          </p:nvPr>
        </p:nvSpPr>
        <p:spPr/>
        <p:txBody>
          <a:bodyPr/>
          <a:lstStyle/>
          <a:p>
            <a:pPr algn="l"/>
            <a:r>
              <a:rPr kumimoji="1" lang="ja-JP" altLang="en-US" dirty="0" smtClean="0"/>
              <a:t>今回考えるマルチタスクは，</a:t>
            </a:r>
            <a:r>
              <a:rPr kumimoji="1" lang="ja-JP" altLang="en-US" u="sng" dirty="0" smtClean="0"/>
              <a:t>複数の最適化問題</a:t>
            </a:r>
            <a:r>
              <a:rPr kumimoji="1" lang="ja-JP" altLang="en-US" dirty="0" smtClean="0"/>
              <a:t>を</a:t>
            </a:r>
            <a:r>
              <a:rPr kumimoji="1" lang="ja-JP" altLang="en-US" b="1" dirty="0" smtClean="0">
                <a:solidFill>
                  <a:schemeClr val="accent1"/>
                </a:solidFill>
              </a:rPr>
              <a:t>同時に解く</a:t>
            </a:r>
            <a:endParaRPr kumimoji="1" lang="ja-JP" altLang="en-US" b="1" dirty="0">
              <a:solidFill>
                <a:schemeClr val="accent1"/>
              </a:solidFill>
            </a:endParaRPr>
          </a:p>
        </p:txBody>
      </p:sp>
      <p:sp>
        <p:nvSpPr>
          <p:cNvPr id="5" name="スライド番号プレースホルダー 4"/>
          <p:cNvSpPr>
            <a:spLocks noGrp="1"/>
          </p:cNvSpPr>
          <p:nvPr>
            <p:ph type="sldNum" sz="quarter" idx="12"/>
          </p:nvPr>
        </p:nvSpPr>
        <p:spPr/>
        <p:txBody>
          <a:bodyPr/>
          <a:lstStyle/>
          <a:p>
            <a:fld id="{B5C67937-D10B-4F1B-BCB2-26B69D4AE1E2}" type="slidenum">
              <a:rPr kumimoji="1" lang="ja-JP" altLang="en-US" smtClean="0"/>
              <a:pPr/>
              <a:t>3</a:t>
            </a:fld>
            <a:endParaRPr kumimoji="1" lang="ja-JP" altLang="en-US" dirty="0"/>
          </a:p>
        </p:txBody>
      </p:sp>
      <p:sp>
        <p:nvSpPr>
          <p:cNvPr id="9" name="テキスト ボックス 8"/>
          <p:cNvSpPr txBox="1"/>
          <p:nvPr/>
        </p:nvSpPr>
        <p:spPr>
          <a:xfrm>
            <a:off x="228600" y="2474511"/>
            <a:ext cx="1155894" cy="523220"/>
          </a:xfrm>
          <a:prstGeom prst="rect">
            <a:avLst/>
          </a:prstGeom>
          <a:noFill/>
          <a:ln w="19050">
            <a:noFill/>
          </a:ln>
        </p:spPr>
        <p:txBody>
          <a:bodyPr wrap="square" rtlCol="0">
            <a:spAutoFit/>
          </a:bodyPr>
          <a:lstStyle/>
          <a:p>
            <a:r>
              <a:rPr kumimoji="1" lang="ja-JP" altLang="en-US" sz="2800" dirty="0" smtClean="0"/>
              <a:t>例</a:t>
            </a:r>
            <a:r>
              <a:rPr kumimoji="1" lang="en-US" altLang="ja-JP" sz="2800" dirty="0" smtClean="0"/>
              <a:t>)</a:t>
            </a:r>
            <a:endParaRPr kumimoji="1" lang="ja-JP" altLang="en-US" sz="2800" dirty="0" smtClean="0"/>
          </a:p>
        </p:txBody>
      </p:sp>
      <p:grpSp>
        <p:nvGrpSpPr>
          <p:cNvPr id="33" name="グループ化 32"/>
          <p:cNvGrpSpPr/>
          <p:nvPr/>
        </p:nvGrpSpPr>
        <p:grpSpPr>
          <a:xfrm>
            <a:off x="657491" y="3690766"/>
            <a:ext cx="7892601" cy="2531906"/>
            <a:chOff x="811870" y="3488884"/>
            <a:chExt cx="7892601" cy="2531906"/>
          </a:xfrm>
        </p:grpSpPr>
        <p:sp>
          <p:nvSpPr>
            <p:cNvPr id="19" name="加算記号 18"/>
            <p:cNvSpPr/>
            <p:nvPr/>
          </p:nvSpPr>
          <p:spPr>
            <a:xfrm>
              <a:off x="4343835" y="4636330"/>
              <a:ext cx="828672" cy="828672"/>
            </a:xfrm>
            <a:prstGeom prst="mathPlus">
              <a:avLst>
                <a:gd name="adj1" fmla="val 12589"/>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5" name="グループ化 24"/>
            <p:cNvGrpSpPr/>
            <p:nvPr/>
          </p:nvGrpSpPr>
          <p:grpSpPr>
            <a:xfrm>
              <a:off x="811870" y="3488884"/>
              <a:ext cx="3291840" cy="2531906"/>
              <a:chOff x="811870" y="3488884"/>
              <a:chExt cx="3291840" cy="2531906"/>
            </a:xfrm>
          </p:grpSpPr>
          <p:sp>
            <p:nvSpPr>
              <p:cNvPr id="8" name="テキスト ボックス 7"/>
              <p:cNvSpPr txBox="1"/>
              <p:nvPr/>
            </p:nvSpPr>
            <p:spPr>
              <a:xfrm>
                <a:off x="811870" y="3488884"/>
                <a:ext cx="3291840" cy="954107"/>
              </a:xfrm>
              <a:prstGeom prst="rect">
                <a:avLst/>
              </a:prstGeom>
              <a:noFill/>
              <a:ln w="19050">
                <a:noFill/>
              </a:ln>
            </p:spPr>
            <p:txBody>
              <a:bodyPr wrap="square" rtlCol="0">
                <a:spAutoFit/>
              </a:bodyPr>
              <a:lstStyle/>
              <a:p>
                <a:pPr algn="ctr"/>
                <a:r>
                  <a:rPr kumimoji="1" lang="en-US" altLang="ja-JP" sz="2800" dirty="0" smtClean="0"/>
                  <a:t>A</a:t>
                </a:r>
                <a:r>
                  <a:rPr kumimoji="1" lang="ja-JP" altLang="en-US" sz="2800" dirty="0" smtClean="0"/>
                  <a:t>君の履修科目</a:t>
                </a:r>
                <a:r>
                  <a:rPr kumimoji="1" lang="en-US" altLang="ja-JP" sz="2800" dirty="0" smtClean="0"/>
                  <a:t/>
                </a:r>
                <a:br>
                  <a:rPr kumimoji="1" lang="en-US" altLang="ja-JP" sz="2800" dirty="0" smtClean="0"/>
                </a:br>
                <a:r>
                  <a:rPr kumimoji="1" lang="ja-JP" altLang="en-US" sz="2800" dirty="0" smtClean="0"/>
                  <a:t>最適化</a:t>
                </a:r>
                <a:endParaRPr kumimoji="1" lang="ja-JP" altLang="en-US" sz="2800" dirty="0" smtClean="0"/>
              </a:p>
            </p:txBody>
          </p:sp>
          <p:grpSp>
            <p:nvGrpSpPr>
              <p:cNvPr id="24" name="グループ化 23"/>
              <p:cNvGrpSpPr/>
              <p:nvPr/>
            </p:nvGrpSpPr>
            <p:grpSpPr>
              <a:xfrm>
                <a:off x="1349243" y="4617213"/>
                <a:ext cx="2217095" cy="1403577"/>
                <a:chOff x="1748349" y="4617213"/>
                <a:chExt cx="2217095" cy="1403577"/>
              </a:xfrm>
            </p:grpSpPr>
            <p:sp>
              <p:nvSpPr>
                <p:cNvPr id="11" name="Freeform 6"/>
                <p:cNvSpPr>
                  <a:spLocks noChangeAspect="1" noEditPoints="1"/>
                </p:cNvSpPr>
                <p:nvPr/>
              </p:nvSpPr>
              <p:spPr bwMode="auto">
                <a:xfrm>
                  <a:off x="2819604" y="4617213"/>
                  <a:ext cx="1145840" cy="804006"/>
                </a:xfrm>
                <a:custGeom>
                  <a:avLst/>
                  <a:gdLst>
                    <a:gd name="T0" fmla="*/ 251 w 1076"/>
                    <a:gd name="T1" fmla="*/ 683 h 755"/>
                    <a:gd name="T2" fmla="*/ 824 w 1076"/>
                    <a:gd name="T3" fmla="*/ 575 h 755"/>
                    <a:gd name="T4" fmla="*/ 1040 w 1076"/>
                    <a:gd name="T5" fmla="*/ 575 h 755"/>
                    <a:gd name="T6" fmla="*/ 575 w 1076"/>
                    <a:gd name="T7" fmla="*/ 719 h 755"/>
                    <a:gd name="T8" fmla="*/ 573 w 1076"/>
                    <a:gd name="T9" fmla="*/ 575 h 755"/>
                    <a:gd name="T10" fmla="*/ 537 w 1076"/>
                    <a:gd name="T11" fmla="*/ 719 h 755"/>
                    <a:gd name="T12" fmla="*/ 36 w 1076"/>
                    <a:gd name="T13" fmla="*/ 575 h 755"/>
                    <a:gd name="T14" fmla="*/ 287 w 1076"/>
                    <a:gd name="T15" fmla="*/ 575 h 755"/>
                    <a:gd name="T16" fmla="*/ 251 w 1076"/>
                    <a:gd name="T17" fmla="*/ 431 h 755"/>
                    <a:gd name="T18" fmla="*/ 72 w 1076"/>
                    <a:gd name="T19" fmla="*/ 431 h 755"/>
                    <a:gd name="T20" fmla="*/ 1040 w 1076"/>
                    <a:gd name="T21" fmla="*/ 539 h 755"/>
                    <a:gd name="T22" fmla="*/ 573 w 1076"/>
                    <a:gd name="T23" fmla="*/ 395 h 755"/>
                    <a:gd name="T24" fmla="*/ 789 w 1076"/>
                    <a:gd name="T25" fmla="*/ 395 h 755"/>
                    <a:gd name="T26" fmla="*/ 323 w 1076"/>
                    <a:gd name="T27" fmla="*/ 539 h 755"/>
                    <a:gd name="T28" fmla="*/ 323 w 1076"/>
                    <a:gd name="T29" fmla="*/ 395 h 755"/>
                    <a:gd name="T30" fmla="*/ 287 w 1076"/>
                    <a:gd name="T31" fmla="*/ 539 h 755"/>
                    <a:gd name="T32" fmla="*/ 72 w 1076"/>
                    <a:gd name="T33" fmla="*/ 252 h 755"/>
                    <a:gd name="T34" fmla="*/ 72 w 1076"/>
                    <a:gd name="T35" fmla="*/ 323 h 755"/>
                    <a:gd name="T36" fmla="*/ 824 w 1076"/>
                    <a:gd name="T37" fmla="*/ 359 h 755"/>
                    <a:gd name="T38" fmla="*/ 824 w 1076"/>
                    <a:gd name="T39" fmla="*/ 216 h 755"/>
                    <a:gd name="T40" fmla="*/ 789 w 1076"/>
                    <a:gd name="T41" fmla="*/ 359 h 755"/>
                    <a:gd name="T42" fmla="*/ 323 w 1076"/>
                    <a:gd name="T43" fmla="*/ 216 h 755"/>
                    <a:gd name="T44" fmla="*/ 537 w 1076"/>
                    <a:gd name="T45" fmla="*/ 216 h 755"/>
                    <a:gd name="T46" fmla="*/ 36 w 1076"/>
                    <a:gd name="T47" fmla="*/ 359 h 755"/>
                    <a:gd name="T48" fmla="*/ 36 w 1076"/>
                    <a:gd name="T49" fmla="*/ 216 h 755"/>
                    <a:gd name="T50" fmla="*/ 1004 w 1076"/>
                    <a:gd name="T51" fmla="*/ 144 h 755"/>
                    <a:gd name="T52" fmla="*/ 609 w 1076"/>
                    <a:gd name="T53" fmla="*/ 72 h 755"/>
                    <a:gd name="T54" fmla="*/ 609 w 1076"/>
                    <a:gd name="T55" fmla="*/ 144 h 755"/>
                    <a:gd name="T56" fmla="*/ 503 w 1076"/>
                    <a:gd name="T57" fmla="*/ 72 h 755"/>
                    <a:gd name="T58" fmla="*/ 359 w 1076"/>
                    <a:gd name="T59" fmla="*/ 72 h 755"/>
                    <a:gd name="T60" fmla="*/ 251 w 1076"/>
                    <a:gd name="T61" fmla="*/ 144 h 755"/>
                    <a:gd name="T62" fmla="*/ 824 w 1076"/>
                    <a:gd name="T63" fmla="*/ 36 h 755"/>
                    <a:gd name="T64" fmla="*/ 1040 w 1076"/>
                    <a:gd name="T65" fmla="*/ 36 h 755"/>
                    <a:gd name="T66" fmla="*/ 573 w 1076"/>
                    <a:gd name="T67" fmla="*/ 180 h 755"/>
                    <a:gd name="T68" fmla="*/ 573 w 1076"/>
                    <a:gd name="T69" fmla="*/ 36 h 755"/>
                    <a:gd name="T70" fmla="*/ 537 w 1076"/>
                    <a:gd name="T71" fmla="*/ 180 h 755"/>
                    <a:gd name="T72" fmla="*/ 36 w 1076"/>
                    <a:gd name="T73" fmla="*/ 36 h 755"/>
                    <a:gd name="T74" fmla="*/ 287 w 1076"/>
                    <a:gd name="T75" fmla="*/ 36 h 755"/>
                    <a:gd name="T76" fmla="*/ 1040 w 1076"/>
                    <a:gd name="T77" fmla="*/ 0 h 755"/>
                    <a:gd name="T78" fmla="*/ 1076 w 1076"/>
                    <a:gd name="T79" fmla="*/ 36 h 755"/>
                    <a:gd name="T80" fmla="*/ 1074 w 1076"/>
                    <a:gd name="T81" fmla="*/ 728 h 755"/>
                    <a:gd name="T82" fmla="*/ 1055 w 1076"/>
                    <a:gd name="T83" fmla="*/ 751 h 755"/>
                    <a:gd name="T84" fmla="*/ 17 w 1076"/>
                    <a:gd name="T85" fmla="*/ 749 h 755"/>
                    <a:gd name="T86" fmla="*/ 0 w 1076"/>
                    <a:gd name="T87" fmla="*/ 36 h 755"/>
                    <a:gd name="T88" fmla="*/ 36 w 1076"/>
                    <a:gd name="T89" fmla="*/ 0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76" h="755">
                      <a:moveTo>
                        <a:pt x="72" y="611"/>
                      </a:moveTo>
                      <a:lnTo>
                        <a:pt x="251" y="611"/>
                      </a:lnTo>
                      <a:lnTo>
                        <a:pt x="251" y="683"/>
                      </a:lnTo>
                      <a:lnTo>
                        <a:pt x="72" y="683"/>
                      </a:lnTo>
                      <a:lnTo>
                        <a:pt x="72" y="611"/>
                      </a:lnTo>
                      <a:close/>
                      <a:moveTo>
                        <a:pt x="824" y="575"/>
                      </a:moveTo>
                      <a:lnTo>
                        <a:pt x="824" y="719"/>
                      </a:lnTo>
                      <a:lnTo>
                        <a:pt x="1040" y="719"/>
                      </a:lnTo>
                      <a:lnTo>
                        <a:pt x="1040" y="575"/>
                      </a:lnTo>
                      <a:lnTo>
                        <a:pt x="824" y="575"/>
                      </a:lnTo>
                      <a:close/>
                      <a:moveTo>
                        <a:pt x="573" y="575"/>
                      </a:moveTo>
                      <a:lnTo>
                        <a:pt x="575" y="719"/>
                      </a:lnTo>
                      <a:lnTo>
                        <a:pt x="789" y="719"/>
                      </a:lnTo>
                      <a:lnTo>
                        <a:pt x="789" y="575"/>
                      </a:lnTo>
                      <a:lnTo>
                        <a:pt x="573" y="575"/>
                      </a:lnTo>
                      <a:close/>
                      <a:moveTo>
                        <a:pt x="323" y="575"/>
                      </a:moveTo>
                      <a:lnTo>
                        <a:pt x="323" y="719"/>
                      </a:lnTo>
                      <a:lnTo>
                        <a:pt x="537" y="719"/>
                      </a:lnTo>
                      <a:lnTo>
                        <a:pt x="537" y="575"/>
                      </a:lnTo>
                      <a:lnTo>
                        <a:pt x="323" y="575"/>
                      </a:lnTo>
                      <a:close/>
                      <a:moveTo>
                        <a:pt x="36" y="575"/>
                      </a:moveTo>
                      <a:lnTo>
                        <a:pt x="36" y="719"/>
                      </a:lnTo>
                      <a:lnTo>
                        <a:pt x="287" y="719"/>
                      </a:lnTo>
                      <a:lnTo>
                        <a:pt x="287" y="575"/>
                      </a:lnTo>
                      <a:lnTo>
                        <a:pt x="36" y="575"/>
                      </a:lnTo>
                      <a:close/>
                      <a:moveTo>
                        <a:pt x="72" y="431"/>
                      </a:moveTo>
                      <a:lnTo>
                        <a:pt x="251" y="431"/>
                      </a:lnTo>
                      <a:lnTo>
                        <a:pt x="251" y="503"/>
                      </a:lnTo>
                      <a:lnTo>
                        <a:pt x="72" y="503"/>
                      </a:lnTo>
                      <a:lnTo>
                        <a:pt x="72" y="431"/>
                      </a:lnTo>
                      <a:close/>
                      <a:moveTo>
                        <a:pt x="824" y="395"/>
                      </a:moveTo>
                      <a:lnTo>
                        <a:pt x="824" y="539"/>
                      </a:lnTo>
                      <a:lnTo>
                        <a:pt x="1040" y="539"/>
                      </a:lnTo>
                      <a:lnTo>
                        <a:pt x="1040" y="395"/>
                      </a:lnTo>
                      <a:lnTo>
                        <a:pt x="824" y="395"/>
                      </a:lnTo>
                      <a:close/>
                      <a:moveTo>
                        <a:pt x="573" y="395"/>
                      </a:moveTo>
                      <a:lnTo>
                        <a:pt x="575" y="539"/>
                      </a:lnTo>
                      <a:lnTo>
                        <a:pt x="789" y="539"/>
                      </a:lnTo>
                      <a:lnTo>
                        <a:pt x="789" y="395"/>
                      </a:lnTo>
                      <a:lnTo>
                        <a:pt x="573" y="395"/>
                      </a:lnTo>
                      <a:close/>
                      <a:moveTo>
                        <a:pt x="323" y="395"/>
                      </a:moveTo>
                      <a:lnTo>
                        <a:pt x="323" y="539"/>
                      </a:lnTo>
                      <a:lnTo>
                        <a:pt x="537" y="539"/>
                      </a:lnTo>
                      <a:lnTo>
                        <a:pt x="537" y="395"/>
                      </a:lnTo>
                      <a:lnTo>
                        <a:pt x="323" y="395"/>
                      </a:lnTo>
                      <a:close/>
                      <a:moveTo>
                        <a:pt x="36" y="395"/>
                      </a:moveTo>
                      <a:lnTo>
                        <a:pt x="36" y="539"/>
                      </a:lnTo>
                      <a:lnTo>
                        <a:pt x="287" y="539"/>
                      </a:lnTo>
                      <a:lnTo>
                        <a:pt x="287" y="395"/>
                      </a:lnTo>
                      <a:lnTo>
                        <a:pt x="36" y="395"/>
                      </a:lnTo>
                      <a:close/>
                      <a:moveTo>
                        <a:pt x="72" y="252"/>
                      </a:moveTo>
                      <a:lnTo>
                        <a:pt x="251" y="252"/>
                      </a:lnTo>
                      <a:lnTo>
                        <a:pt x="251" y="323"/>
                      </a:lnTo>
                      <a:lnTo>
                        <a:pt x="72" y="323"/>
                      </a:lnTo>
                      <a:lnTo>
                        <a:pt x="72" y="252"/>
                      </a:lnTo>
                      <a:close/>
                      <a:moveTo>
                        <a:pt x="824" y="216"/>
                      </a:moveTo>
                      <a:lnTo>
                        <a:pt x="824" y="359"/>
                      </a:lnTo>
                      <a:lnTo>
                        <a:pt x="1040" y="359"/>
                      </a:lnTo>
                      <a:lnTo>
                        <a:pt x="1040" y="216"/>
                      </a:lnTo>
                      <a:lnTo>
                        <a:pt x="824" y="216"/>
                      </a:lnTo>
                      <a:close/>
                      <a:moveTo>
                        <a:pt x="573" y="216"/>
                      </a:moveTo>
                      <a:lnTo>
                        <a:pt x="573" y="359"/>
                      </a:lnTo>
                      <a:lnTo>
                        <a:pt x="789" y="359"/>
                      </a:lnTo>
                      <a:lnTo>
                        <a:pt x="789" y="216"/>
                      </a:lnTo>
                      <a:lnTo>
                        <a:pt x="573" y="216"/>
                      </a:lnTo>
                      <a:close/>
                      <a:moveTo>
                        <a:pt x="323" y="216"/>
                      </a:moveTo>
                      <a:lnTo>
                        <a:pt x="323" y="359"/>
                      </a:lnTo>
                      <a:lnTo>
                        <a:pt x="537" y="359"/>
                      </a:lnTo>
                      <a:lnTo>
                        <a:pt x="537" y="216"/>
                      </a:lnTo>
                      <a:lnTo>
                        <a:pt x="323" y="216"/>
                      </a:lnTo>
                      <a:close/>
                      <a:moveTo>
                        <a:pt x="36" y="216"/>
                      </a:moveTo>
                      <a:lnTo>
                        <a:pt x="36" y="359"/>
                      </a:lnTo>
                      <a:lnTo>
                        <a:pt x="287" y="359"/>
                      </a:lnTo>
                      <a:lnTo>
                        <a:pt x="287" y="216"/>
                      </a:lnTo>
                      <a:lnTo>
                        <a:pt x="36" y="216"/>
                      </a:lnTo>
                      <a:close/>
                      <a:moveTo>
                        <a:pt x="860" y="72"/>
                      </a:moveTo>
                      <a:lnTo>
                        <a:pt x="1004" y="72"/>
                      </a:lnTo>
                      <a:lnTo>
                        <a:pt x="1004" y="144"/>
                      </a:lnTo>
                      <a:lnTo>
                        <a:pt x="860" y="144"/>
                      </a:lnTo>
                      <a:lnTo>
                        <a:pt x="860" y="72"/>
                      </a:lnTo>
                      <a:close/>
                      <a:moveTo>
                        <a:pt x="609" y="72"/>
                      </a:moveTo>
                      <a:lnTo>
                        <a:pt x="753" y="72"/>
                      </a:lnTo>
                      <a:lnTo>
                        <a:pt x="753" y="144"/>
                      </a:lnTo>
                      <a:lnTo>
                        <a:pt x="609" y="144"/>
                      </a:lnTo>
                      <a:lnTo>
                        <a:pt x="609" y="72"/>
                      </a:lnTo>
                      <a:close/>
                      <a:moveTo>
                        <a:pt x="359" y="72"/>
                      </a:moveTo>
                      <a:lnTo>
                        <a:pt x="503" y="72"/>
                      </a:lnTo>
                      <a:lnTo>
                        <a:pt x="503" y="144"/>
                      </a:lnTo>
                      <a:lnTo>
                        <a:pt x="359" y="144"/>
                      </a:lnTo>
                      <a:lnTo>
                        <a:pt x="359" y="72"/>
                      </a:lnTo>
                      <a:close/>
                      <a:moveTo>
                        <a:pt x="72" y="72"/>
                      </a:moveTo>
                      <a:lnTo>
                        <a:pt x="251" y="72"/>
                      </a:lnTo>
                      <a:lnTo>
                        <a:pt x="251" y="144"/>
                      </a:lnTo>
                      <a:lnTo>
                        <a:pt x="72" y="144"/>
                      </a:lnTo>
                      <a:lnTo>
                        <a:pt x="72" y="72"/>
                      </a:lnTo>
                      <a:close/>
                      <a:moveTo>
                        <a:pt x="824" y="36"/>
                      </a:moveTo>
                      <a:lnTo>
                        <a:pt x="824" y="180"/>
                      </a:lnTo>
                      <a:lnTo>
                        <a:pt x="1040" y="180"/>
                      </a:lnTo>
                      <a:lnTo>
                        <a:pt x="1040" y="36"/>
                      </a:lnTo>
                      <a:lnTo>
                        <a:pt x="824" y="36"/>
                      </a:lnTo>
                      <a:close/>
                      <a:moveTo>
                        <a:pt x="573" y="36"/>
                      </a:moveTo>
                      <a:lnTo>
                        <a:pt x="573" y="180"/>
                      </a:lnTo>
                      <a:lnTo>
                        <a:pt x="789" y="180"/>
                      </a:lnTo>
                      <a:lnTo>
                        <a:pt x="789" y="36"/>
                      </a:lnTo>
                      <a:lnTo>
                        <a:pt x="573" y="36"/>
                      </a:lnTo>
                      <a:close/>
                      <a:moveTo>
                        <a:pt x="323" y="36"/>
                      </a:moveTo>
                      <a:lnTo>
                        <a:pt x="323" y="180"/>
                      </a:lnTo>
                      <a:lnTo>
                        <a:pt x="537" y="180"/>
                      </a:lnTo>
                      <a:lnTo>
                        <a:pt x="537" y="36"/>
                      </a:lnTo>
                      <a:lnTo>
                        <a:pt x="323" y="36"/>
                      </a:lnTo>
                      <a:close/>
                      <a:moveTo>
                        <a:pt x="36" y="36"/>
                      </a:moveTo>
                      <a:lnTo>
                        <a:pt x="36" y="180"/>
                      </a:lnTo>
                      <a:lnTo>
                        <a:pt x="287" y="180"/>
                      </a:lnTo>
                      <a:lnTo>
                        <a:pt x="287" y="36"/>
                      </a:lnTo>
                      <a:lnTo>
                        <a:pt x="36" y="36"/>
                      </a:lnTo>
                      <a:close/>
                      <a:moveTo>
                        <a:pt x="36" y="0"/>
                      </a:moveTo>
                      <a:lnTo>
                        <a:pt x="1040" y="0"/>
                      </a:lnTo>
                      <a:lnTo>
                        <a:pt x="1059" y="6"/>
                      </a:lnTo>
                      <a:lnTo>
                        <a:pt x="1070" y="19"/>
                      </a:lnTo>
                      <a:lnTo>
                        <a:pt x="1076" y="36"/>
                      </a:lnTo>
                      <a:lnTo>
                        <a:pt x="1076" y="719"/>
                      </a:lnTo>
                      <a:lnTo>
                        <a:pt x="1076" y="721"/>
                      </a:lnTo>
                      <a:lnTo>
                        <a:pt x="1074" y="728"/>
                      </a:lnTo>
                      <a:lnTo>
                        <a:pt x="1072" y="736"/>
                      </a:lnTo>
                      <a:lnTo>
                        <a:pt x="1066" y="745"/>
                      </a:lnTo>
                      <a:lnTo>
                        <a:pt x="1055" y="751"/>
                      </a:lnTo>
                      <a:lnTo>
                        <a:pt x="1040" y="755"/>
                      </a:lnTo>
                      <a:lnTo>
                        <a:pt x="36" y="755"/>
                      </a:lnTo>
                      <a:lnTo>
                        <a:pt x="17" y="749"/>
                      </a:lnTo>
                      <a:lnTo>
                        <a:pt x="6" y="736"/>
                      </a:lnTo>
                      <a:lnTo>
                        <a:pt x="0" y="719"/>
                      </a:lnTo>
                      <a:lnTo>
                        <a:pt x="0" y="36"/>
                      </a:lnTo>
                      <a:lnTo>
                        <a:pt x="6" y="19"/>
                      </a:lnTo>
                      <a:lnTo>
                        <a:pt x="17" y="6"/>
                      </a:lnTo>
                      <a:lnTo>
                        <a:pt x="36"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nvGrpSpPr>
                <p:cNvPr id="21" name="グループ化 20"/>
                <p:cNvGrpSpPr/>
                <p:nvPr/>
              </p:nvGrpSpPr>
              <p:grpSpPr>
                <a:xfrm>
                  <a:off x="1748349" y="5116639"/>
                  <a:ext cx="829669" cy="904151"/>
                  <a:chOff x="6399213" y="3455988"/>
                  <a:chExt cx="636588" cy="693737"/>
                </a:xfrm>
              </p:grpSpPr>
              <p:sp>
                <p:nvSpPr>
                  <p:cNvPr id="22" name="Freeform 85"/>
                  <p:cNvSpPr>
                    <a:spLocks noEditPoints="1"/>
                  </p:cNvSpPr>
                  <p:nvPr/>
                </p:nvSpPr>
                <p:spPr bwMode="auto">
                  <a:xfrm>
                    <a:off x="6543675" y="3455988"/>
                    <a:ext cx="347663" cy="347663"/>
                  </a:xfrm>
                  <a:custGeom>
                    <a:avLst/>
                    <a:gdLst>
                      <a:gd name="T0" fmla="*/ 101 w 201"/>
                      <a:gd name="T1" fmla="*/ 200 h 200"/>
                      <a:gd name="T2" fmla="*/ 171 w 201"/>
                      <a:gd name="T3" fmla="*/ 171 h 200"/>
                      <a:gd name="T4" fmla="*/ 201 w 201"/>
                      <a:gd name="T5" fmla="*/ 100 h 200"/>
                      <a:gd name="T6" fmla="*/ 171 w 201"/>
                      <a:gd name="T7" fmla="*/ 29 h 200"/>
                      <a:gd name="T8" fmla="*/ 101 w 201"/>
                      <a:gd name="T9" fmla="*/ 0 h 200"/>
                      <a:gd name="T10" fmla="*/ 30 w 201"/>
                      <a:gd name="T11" fmla="*/ 29 h 200"/>
                      <a:gd name="T12" fmla="*/ 0 w 201"/>
                      <a:gd name="T13" fmla="*/ 100 h 200"/>
                      <a:gd name="T14" fmla="*/ 30 w 201"/>
                      <a:gd name="T15" fmla="*/ 171 h 200"/>
                      <a:gd name="T16" fmla="*/ 101 w 201"/>
                      <a:gd name="T17" fmla="*/ 200 h 200"/>
                      <a:gd name="T18" fmla="*/ 101 w 201"/>
                      <a:gd name="T19" fmla="*/ 200 h 200"/>
                      <a:gd name="T20" fmla="*/ 101 w 201"/>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1" h="200">
                        <a:moveTo>
                          <a:pt x="101" y="200"/>
                        </a:moveTo>
                        <a:cubicBezTo>
                          <a:pt x="128" y="200"/>
                          <a:pt x="152" y="190"/>
                          <a:pt x="171" y="171"/>
                        </a:cubicBezTo>
                        <a:cubicBezTo>
                          <a:pt x="191" y="151"/>
                          <a:pt x="201" y="128"/>
                          <a:pt x="201" y="100"/>
                        </a:cubicBezTo>
                        <a:cubicBezTo>
                          <a:pt x="201" y="72"/>
                          <a:pt x="191" y="49"/>
                          <a:pt x="171" y="29"/>
                        </a:cubicBezTo>
                        <a:cubicBezTo>
                          <a:pt x="152" y="10"/>
                          <a:pt x="128" y="0"/>
                          <a:pt x="101" y="0"/>
                        </a:cubicBezTo>
                        <a:cubicBezTo>
                          <a:pt x="73" y="0"/>
                          <a:pt x="49" y="10"/>
                          <a:pt x="30" y="29"/>
                        </a:cubicBezTo>
                        <a:cubicBezTo>
                          <a:pt x="10" y="49"/>
                          <a:pt x="0" y="72"/>
                          <a:pt x="0" y="100"/>
                        </a:cubicBezTo>
                        <a:cubicBezTo>
                          <a:pt x="0" y="128"/>
                          <a:pt x="10" y="151"/>
                          <a:pt x="30" y="171"/>
                        </a:cubicBezTo>
                        <a:cubicBezTo>
                          <a:pt x="49" y="190"/>
                          <a:pt x="73" y="200"/>
                          <a:pt x="101" y="200"/>
                        </a:cubicBezTo>
                        <a:close/>
                        <a:moveTo>
                          <a:pt x="101" y="200"/>
                        </a:moveTo>
                        <a:cubicBezTo>
                          <a:pt x="101" y="200"/>
                          <a:pt x="101" y="200"/>
                          <a:pt x="101" y="20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sp>
                <p:nvSpPr>
                  <p:cNvPr id="23" name="Freeform 86"/>
                  <p:cNvSpPr>
                    <a:spLocks noEditPoints="1"/>
                  </p:cNvSpPr>
                  <p:nvPr/>
                </p:nvSpPr>
                <p:spPr bwMode="auto">
                  <a:xfrm>
                    <a:off x="6399213" y="3775075"/>
                    <a:ext cx="636588" cy="374650"/>
                  </a:xfrm>
                  <a:custGeom>
                    <a:avLst/>
                    <a:gdLst>
                      <a:gd name="T0" fmla="*/ 366 w 367"/>
                      <a:gd name="T1" fmla="*/ 122 h 216"/>
                      <a:gd name="T2" fmla="*/ 363 w 367"/>
                      <a:gd name="T3" fmla="*/ 94 h 216"/>
                      <a:gd name="T4" fmla="*/ 356 w 367"/>
                      <a:gd name="T5" fmla="*/ 65 h 216"/>
                      <a:gd name="T6" fmla="*/ 344 w 367"/>
                      <a:gd name="T7" fmla="*/ 40 h 216"/>
                      <a:gd name="T8" fmla="*/ 328 w 367"/>
                      <a:gd name="T9" fmla="*/ 19 h 216"/>
                      <a:gd name="T10" fmla="*/ 306 w 367"/>
                      <a:gd name="T11" fmla="*/ 5 h 216"/>
                      <a:gd name="T12" fmla="*/ 277 w 367"/>
                      <a:gd name="T13" fmla="*/ 0 h 216"/>
                      <a:gd name="T14" fmla="*/ 266 w 367"/>
                      <a:gd name="T15" fmla="*/ 5 h 216"/>
                      <a:gd name="T16" fmla="*/ 247 w 367"/>
                      <a:gd name="T17" fmla="*/ 18 h 216"/>
                      <a:gd name="T18" fmla="*/ 218 w 367"/>
                      <a:gd name="T19" fmla="*/ 30 h 216"/>
                      <a:gd name="T20" fmla="*/ 184 w 367"/>
                      <a:gd name="T21" fmla="*/ 36 h 216"/>
                      <a:gd name="T22" fmla="*/ 149 w 367"/>
                      <a:gd name="T23" fmla="*/ 30 h 216"/>
                      <a:gd name="T24" fmla="*/ 121 w 367"/>
                      <a:gd name="T25" fmla="*/ 18 h 216"/>
                      <a:gd name="T26" fmla="*/ 101 w 367"/>
                      <a:gd name="T27" fmla="*/ 5 h 216"/>
                      <a:gd name="T28" fmla="*/ 90 w 367"/>
                      <a:gd name="T29" fmla="*/ 0 h 216"/>
                      <a:gd name="T30" fmla="*/ 61 w 367"/>
                      <a:gd name="T31" fmla="*/ 5 h 216"/>
                      <a:gd name="T32" fmla="*/ 39 w 367"/>
                      <a:gd name="T33" fmla="*/ 19 h 216"/>
                      <a:gd name="T34" fmla="*/ 23 w 367"/>
                      <a:gd name="T35" fmla="*/ 40 h 216"/>
                      <a:gd name="T36" fmla="*/ 11 w 367"/>
                      <a:gd name="T37" fmla="*/ 65 h 216"/>
                      <a:gd name="T38" fmla="*/ 5 w 367"/>
                      <a:gd name="T39" fmla="*/ 94 h 216"/>
                      <a:gd name="T40" fmla="*/ 1 w 367"/>
                      <a:gd name="T41" fmla="*/ 122 h 216"/>
                      <a:gd name="T42" fmla="*/ 0 w 367"/>
                      <a:gd name="T43" fmla="*/ 149 h 216"/>
                      <a:gd name="T44" fmla="*/ 19 w 367"/>
                      <a:gd name="T45" fmla="*/ 198 h 216"/>
                      <a:gd name="T46" fmla="*/ 70 w 367"/>
                      <a:gd name="T47" fmla="*/ 216 h 216"/>
                      <a:gd name="T48" fmla="*/ 297 w 367"/>
                      <a:gd name="T49" fmla="*/ 216 h 216"/>
                      <a:gd name="T50" fmla="*/ 348 w 367"/>
                      <a:gd name="T51" fmla="*/ 198 h 216"/>
                      <a:gd name="T52" fmla="*/ 367 w 367"/>
                      <a:gd name="T53" fmla="*/ 149 h 216"/>
                      <a:gd name="T54" fmla="*/ 366 w 367"/>
                      <a:gd name="T55" fmla="*/ 122 h 216"/>
                      <a:gd name="T56" fmla="*/ 366 w 367"/>
                      <a:gd name="T57" fmla="*/ 122 h 216"/>
                      <a:gd name="T58" fmla="*/ 366 w 367"/>
                      <a:gd name="T59"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216">
                        <a:moveTo>
                          <a:pt x="366" y="122"/>
                        </a:moveTo>
                        <a:cubicBezTo>
                          <a:pt x="366" y="113"/>
                          <a:pt x="364" y="104"/>
                          <a:pt x="363" y="94"/>
                        </a:cubicBezTo>
                        <a:cubicBezTo>
                          <a:pt x="361" y="83"/>
                          <a:pt x="358" y="74"/>
                          <a:pt x="356" y="65"/>
                        </a:cubicBezTo>
                        <a:cubicBezTo>
                          <a:pt x="353" y="57"/>
                          <a:pt x="349" y="48"/>
                          <a:pt x="344" y="40"/>
                        </a:cubicBezTo>
                        <a:cubicBezTo>
                          <a:pt x="340" y="32"/>
                          <a:pt x="334" y="25"/>
                          <a:pt x="328" y="19"/>
                        </a:cubicBezTo>
                        <a:cubicBezTo>
                          <a:pt x="322" y="13"/>
                          <a:pt x="315" y="8"/>
                          <a:pt x="306" y="5"/>
                        </a:cubicBezTo>
                        <a:cubicBezTo>
                          <a:pt x="297" y="1"/>
                          <a:pt x="287" y="0"/>
                          <a:pt x="277" y="0"/>
                        </a:cubicBezTo>
                        <a:cubicBezTo>
                          <a:pt x="275" y="0"/>
                          <a:pt x="272" y="1"/>
                          <a:pt x="266" y="5"/>
                        </a:cubicBezTo>
                        <a:cubicBezTo>
                          <a:pt x="260" y="9"/>
                          <a:pt x="254" y="13"/>
                          <a:pt x="247" y="18"/>
                        </a:cubicBezTo>
                        <a:cubicBezTo>
                          <a:pt x="239" y="22"/>
                          <a:pt x="230" y="26"/>
                          <a:pt x="218" y="30"/>
                        </a:cubicBezTo>
                        <a:cubicBezTo>
                          <a:pt x="207" y="34"/>
                          <a:pt x="195" y="36"/>
                          <a:pt x="184" y="36"/>
                        </a:cubicBezTo>
                        <a:cubicBezTo>
                          <a:pt x="172" y="36"/>
                          <a:pt x="160" y="34"/>
                          <a:pt x="149" y="30"/>
                        </a:cubicBezTo>
                        <a:cubicBezTo>
                          <a:pt x="137" y="26"/>
                          <a:pt x="128" y="22"/>
                          <a:pt x="121" y="18"/>
                        </a:cubicBezTo>
                        <a:cubicBezTo>
                          <a:pt x="113" y="13"/>
                          <a:pt x="107" y="9"/>
                          <a:pt x="101" y="5"/>
                        </a:cubicBezTo>
                        <a:cubicBezTo>
                          <a:pt x="95" y="1"/>
                          <a:pt x="92" y="0"/>
                          <a:pt x="90" y="0"/>
                        </a:cubicBezTo>
                        <a:cubicBezTo>
                          <a:pt x="80" y="0"/>
                          <a:pt x="70" y="1"/>
                          <a:pt x="61" y="5"/>
                        </a:cubicBezTo>
                        <a:cubicBezTo>
                          <a:pt x="52" y="8"/>
                          <a:pt x="45" y="13"/>
                          <a:pt x="39" y="19"/>
                        </a:cubicBezTo>
                        <a:cubicBezTo>
                          <a:pt x="33" y="25"/>
                          <a:pt x="27" y="32"/>
                          <a:pt x="23" y="40"/>
                        </a:cubicBezTo>
                        <a:cubicBezTo>
                          <a:pt x="18" y="48"/>
                          <a:pt x="14" y="57"/>
                          <a:pt x="11" y="65"/>
                        </a:cubicBezTo>
                        <a:cubicBezTo>
                          <a:pt x="9" y="74"/>
                          <a:pt x="6" y="83"/>
                          <a:pt x="5" y="94"/>
                        </a:cubicBezTo>
                        <a:cubicBezTo>
                          <a:pt x="3" y="104"/>
                          <a:pt x="2" y="113"/>
                          <a:pt x="1" y="122"/>
                        </a:cubicBezTo>
                        <a:cubicBezTo>
                          <a:pt x="0" y="131"/>
                          <a:pt x="0" y="140"/>
                          <a:pt x="0" y="149"/>
                        </a:cubicBezTo>
                        <a:cubicBezTo>
                          <a:pt x="0" y="170"/>
                          <a:pt x="6" y="186"/>
                          <a:pt x="19" y="198"/>
                        </a:cubicBezTo>
                        <a:cubicBezTo>
                          <a:pt x="32" y="210"/>
                          <a:pt x="49" y="216"/>
                          <a:pt x="70" y="216"/>
                        </a:cubicBezTo>
                        <a:cubicBezTo>
                          <a:pt x="297" y="216"/>
                          <a:pt x="297" y="216"/>
                          <a:pt x="297" y="216"/>
                        </a:cubicBezTo>
                        <a:cubicBezTo>
                          <a:pt x="319" y="216"/>
                          <a:pt x="335" y="210"/>
                          <a:pt x="348" y="198"/>
                        </a:cubicBezTo>
                        <a:cubicBezTo>
                          <a:pt x="361" y="186"/>
                          <a:pt x="367" y="170"/>
                          <a:pt x="367" y="149"/>
                        </a:cubicBezTo>
                        <a:cubicBezTo>
                          <a:pt x="367" y="140"/>
                          <a:pt x="367" y="131"/>
                          <a:pt x="366" y="122"/>
                        </a:cubicBezTo>
                        <a:close/>
                        <a:moveTo>
                          <a:pt x="366" y="122"/>
                        </a:moveTo>
                        <a:cubicBezTo>
                          <a:pt x="366" y="122"/>
                          <a:pt x="366" y="122"/>
                          <a:pt x="366" y="12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grpSp>
          </p:grpSp>
        </p:grpSp>
        <p:grpSp>
          <p:nvGrpSpPr>
            <p:cNvPr id="26" name="グループ化 25"/>
            <p:cNvGrpSpPr/>
            <p:nvPr/>
          </p:nvGrpSpPr>
          <p:grpSpPr>
            <a:xfrm>
              <a:off x="5412631" y="3488884"/>
              <a:ext cx="3291840" cy="2531906"/>
              <a:chOff x="811870" y="3488884"/>
              <a:chExt cx="3291840" cy="2531906"/>
            </a:xfrm>
          </p:grpSpPr>
          <p:sp>
            <p:nvSpPr>
              <p:cNvPr id="27" name="テキスト ボックス 26"/>
              <p:cNvSpPr txBox="1"/>
              <p:nvPr/>
            </p:nvSpPr>
            <p:spPr>
              <a:xfrm>
                <a:off x="811870" y="3488884"/>
                <a:ext cx="3291840" cy="954107"/>
              </a:xfrm>
              <a:prstGeom prst="rect">
                <a:avLst/>
              </a:prstGeom>
              <a:noFill/>
              <a:ln w="19050">
                <a:noFill/>
              </a:ln>
            </p:spPr>
            <p:txBody>
              <a:bodyPr wrap="square" rtlCol="0">
                <a:spAutoFit/>
              </a:bodyPr>
              <a:lstStyle/>
              <a:p>
                <a:pPr algn="ctr"/>
                <a:r>
                  <a:rPr lang="en-US" altLang="ja-JP" sz="2800" dirty="0"/>
                  <a:t>B</a:t>
                </a:r>
                <a:r>
                  <a:rPr kumimoji="1" lang="ja-JP" altLang="en-US" sz="2800" dirty="0" smtClean="0"/>
                  <a:t>君の履修科目</a:t>
                </a:r>
                <a:r>
                  <a:rPr kumimoji="1" lang="en-US" altLang="ja-JP" sz="2800" dirty="0" smtClean="0"/>
                  <a:t/>
                </a:r>
                <a:br>
                  <a:rPr kumimoji="1" lang="en-US" altLang="ja-JP" sz="2800" dirty="0" smtClean="0"/>
                </a:br>
                <a:r>
                  <a:rPr kumimoji="1" lang="ja-JP" altLang="en-US" sz="2800" dirty="0" smtClean="0"/>
                  <a:t>最適化</a:t>
                </a:r>
                <a:endParaRPr kumimoji="1" lang="ja-JP" altLang="en-US" sz="2800" dirty="0" smtClean="0"/>
              </a:p>
            </p:txBody>
          </p:sp>
          <p:grpSp>
            <p:nvGrpSpPr>
              <p:cNvPr id="28" name="グループ化 27"/>
              <p:cNvGrpSpPr/>
              <p:nvPr/>
            </p:nvGrpSpPr>
            <p:grpSpPr>
              <a:xfrm>
                <a:off x="1349243" y="4617213"/>
                <a:ext cx="2217095" cy="1403577"/>
                <a:chOff x="1748349" y="4617213"/>
                <a:chExt cx="2217095" cy="1403577"/>
              </a:xfrm>
            </p:grpSpPr>
            <p:sp>
              <p:nvSpPr>
                <p:cNvPr id="29" name="Freeform 6"/>
                <p:cNvSpPr>
                  <a:spLocks noChangeAspect="1" noEditPoints="1"/>
                </p:cNvSpPr>
                <p:nvPr/>
              </p:nvSpPr>
              <p:spPr bwMode="auto">
                <a:xfrm>
                  <a:off x="2819604" y="4617213"/>
                  <a:ext cx="1145840" cy="804006"/>
                </a:xfrm>
                <a:custGeom>
                  <a:avLst/>
                  <a:gdLst>
                    <a:gd name="T0" fmla="*/ 251 w 1076"/>
                    <a:gd name="T1" fmla="*/ 683 h 755"/>
                    <a:gd name="T2" fmla="*/ 824 w 1076"/>
                    <a:gd name="T3" fmla="*/ 575 h 755"/>
                    <a:gd name="T4" fmla="*/ 1040 w 1076"/>
                    <a:gd name="T5" fmla="*/ 575 h 755"/>
                    <a:gd name="T6" fmla="*/ 575 w 1076"/>
                    <a:gd name="T7" fmla="*/ 719 h 755"/>
                    <a:gd name="T8" fmla="*/ 573 w 1076"/>
                    <a:gd name="T9" fmla="*/ 575 h 755"/>
                    <a:gd name="T10" fmla="*/ 537 w 1076"/>
                    <a:gd name="T11" fmla="*/ 719 h 755"/>
                    <a:gd name="T12" fmla="*/ 36 w 1076"/>
                    <a:gd name="T13" fmla="*/ 575 h 755"/>
                    <a:gd name="T14" fmla="*/ 287 w 1076"/>
                    <a:gd name="T15" fmla="*/ 575 h 755"/>
                    <a:gd name="T16" fmla="*/ 251 w 1076"/>
                    <a:gd name="T17" fmla="*/ 431 h 755"/>
                    <a:gd name="T18" fmla="*/ 72 w 1076"/>
                    <a:gd name="T19" fmla="*/ 431 h 755"/>
                    <a:gd name="T20" fmla="*/ 1040 w 1076"/>
                    <a:gd name="T21" fmla="*/ 539 h 755"/>
                    <a:gd name="T22" fmla="*/ 573 w 1076"/>
                    <a:gd name="T23" fmla="*/ 395 h 755"/>
                    <a:gd name="T24" fmla="*/ 789 w 1076"/>
                    <a:gd name="T25" fmla="*/ 395 h 755"/>
                    <a:gd name="T26" fmla="*/ 323 w 1076"/>
                    <a:gd name="T27" fmla="*/ 539 h 755"/>
                    <a:gd name="T28" fmla="*/ 323 w 1076"/>
                    <a:gd name="T29" fmla="*/ 395 h 755"/>
                    <a:gd name="T30" fmla="*/ 287 w 1076"/>
                    <a:gd name="T31" fmla="*/ 539 h 755"/>
                    <a:gd name="T32" fmla="*/ 72 w 1076"/>
                    <a:gd name="T33" fmla="*/ 252 h 755"/>
                    <a:gd name="T34" fmla="*/ 72 w 1076"/>
                    <a:gd name="T35" fmla="*/ 323 h 755"/>
                    <a:gd name="T36" fmla="*/ 824 w 1076"/>
                    <a:gd name="T37" fmla="*/ 359 h 755"/>
                    <a:gd name="T38" fmla="*/ 824 w 1076"/>
                    <a:gd name="T39" fmla="*/ 216 h 755"/>
                    <a:gd name="T40" fmla="*/ 789 w 1076"/>
                    <a:gd name="T41" fmla="*/ 359 h 755"/>
                    <a:gd name="T42" fmla="*/ 323 w 1076"/>
                    <a:gd name="T43" fmla="*/ 216 h 755"/>
                    <a:gd name="T44" fmla="*/ 537 w 1076"/>
                    <a:gd name="T45" fmla="*/ 216 h 755"/>
                    <a:gd name="T46" fmla="*/ 36 w 1076"/>
                    <a:gd name="T47" fmla="*/ 359 h 755"/>
                    <a:gd name="T48" fmla="*/ 36 w 1076"/>
                    <a:gd name="T49" fmla="*/ 216 h 755"/>
                    <a:gd name="T50" fmla="*/ 1004 w 1076"/>
                    <a:gd name="T51" fmla="*/ 144 h 755"/>
                    <a:gd name="T52" fmla="*/ 609 w 1076"/>
                    <a:gd name="T53" fmla="*/ 72 h 755"/>
                    <a:gd name="T54" fmla="*/ 609 w 1076"/>
                    <a:gd name="T55" fmla="*/ 144 h 755"/>
                    <a:gd name="T56" fmla="*/ 503 w 1076"/>
                    <a:gd name="T57" fmla="*/ 72 h 755"/>
                    <a:gd name="T58" fmla="*/ 359 w 1076"/>
                    <a:gd name="T59" fmla="*/ 72 h 755"/>
                    <a:gd name="T60" fmla="*/ 251 w 1076"/>
                    <a:gd name="T61" fmla="*/ 144 h 755"/>
                    <a:gd name="T62" fmla="*/ 824 w 1076"/>
                    <a:gd name="T63" fmla="*/ 36 h 755"/>
                    <a:gd name="T64" fmla="*/ 1040 w 1076"/>
                    <a:gd name="T65" fmla="*/ 36 h 755"/>
                    <a:gd name="T66" fmla="*/ 573 w 1076"/>
                    <a:gd name="T67" fmla="*/ 180 h 755"/>
                    <a:gd name="T68" fmla="*/ 573 w 1076"/>
                    <a:gd name="T69" fmla="*/ 36 h 755"/>
                    <a:gd name="T70" fmla="*/ 537 w 1076"/>
                    <a:gd name="T71" fmla="*/ 180 h 755"/>
                    <a:gd name="T72" fmla="*/ 36 w 1076"/>
                    <a:gd name="T73" fmla="*/ 36 h 755"/>
                    <a:gd name="T74" fmla="*/ 287 w 1076"/>
                    <a:gd name="T75" fmla="*/ 36 h 755"/>
                    <a:gd name="T76" fmla="*/ 1040 w 1076"/>
                    <a:gd name="T77" fmla="*/ 0 h 755"/>
                    <a:gd name="T78" fmla="*/ 1076 w 1076"/>
                    <a:gd name="T79" fmla="*/ 36 h 755"/>
                    <a:gd name="T80" fmla="*/ 1074 w 1076"/>
                    <a:gd name="T81" fmla="*/ 728 h 755"/>
                    <a:gd name="T82" fmla="*/ 1055 w 1076"/>
                    <a:gd name="T83" fmla="*/ 751 h 755"/>
                    <a:gd name="T84" fmla="*/ 17 w 1076"/>
                    <a:gd name="T85" fmla="*/ 749 h 755"/>
                    <a:gd name="T86" fmla="*/ 0 w 1076"/>
                    <a:gd name="T87" fmla="*/ 36 h 755"/>
                    <a:gd name="T88" fmla="*/ 36 w 1076"/>
                    <a:gd name="T89" fmla="*/ 0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76" h="755">
                      <a:moveTo>
                        <a:pt x="72" y="611"/>
                      </a:moveTo>
                      <a:lnTo>
                        <a:pt x="251" y="611"/>
                      </a:lnTo>
                      <a:lnTo>
                        <a:pt x="251" y="683"/>
                      </a:lnTo>
                      <a:lnTo>
                        <a:pt x="72" y="683"/>
                      </a:lnTo>
                      <a:lnTo>
                        <a:pt x="72" y="611"/>
                      </a:lnTo>
                      <a:close/>
                      <a:moveTo>
                        <a:pt x="824" y="575"/>
                      </a:moveTo>
                      <a:lnTo>
                        <a:pt x="824" y="719"/>
                      </a:lnTo>
                      <a:lnTo>
                        <a:pt x="1040" y="719"/>
                      </a:lnTo>
                      <a:lnTo>
                        <a:pt x="1040" y="575"/>
                      </a:lnTo>
                      <a:lnTo>
                        <a:pt x="824" y="575"/>
                      </a:lnTo>
                      <a:close/>
                      <a:moveTo>
                        <a:pt x="573" y="575"/>
                      </a:moveTo>
                      <a:lnTo>
                        <a:pt x="575" y="719"/>
                      </a:lnTo>
                      <a:lnTo>
                        <a:pt x="789" y="719"/>
                      </a:lnTo>
                      <a:lnTo>
                        <a:pt x="789" y="575"/>
                      </a:lnTo>
                      <a:lnTo>
                        <a:pt x="573" y="575"/>
                      </a:lnTo>
                      <a:close/>
                      <a:moveTo>
                        <a:pt x="323" y="575"/>
                      </a:moveTo>
                      <a:lnTo>
                        <a:pt x="323" y="719"/>
                      </a:lnTo>
                      <a:lnTo>
                        <a:pt x="537" y="719"/>
                      </a:lnTo>
                      <a:lnTo>
                        <a:pt x="537" y="575"/>
                      </a:lnTo>
                      <a:lnTo>
                        <a:pt x="323" y="575"/>
                      </a:lnTo>
                      <a:close/>
                      <a:moveTo>
                        <a:pt x="36" y="575"/>
                      </a:moveTo>
                      <a:lnTo>
                        <a:pt x="36" y="719"/>
                      </a:lnTo>
                      <a:lnTo>
                        <a:pt x="287" y="719"/>
                      </a:lnTo>
                      <a:lnTo>
                        <a:pt x="287" y="575"/>
                      </a:lnTo>
                      <a:lnTo>
                        <a:pt x="36" y="575"/>
                      </a:lnTo>
                      <a:close/>
                      <a:moveTo>
                        <a:pt x="72" y="431"/>
                      </a:moveTo>
                      <a:lnTo>
                        <a:pt x="251" y="431"/>
                      </a:lnTo>
                      <a:lnTo>
                        <a:pt x="251" y="503"/>
                      </a:lnTo>
                      <a:lnTo>
                        <a:pt x="72" y="503"/>
                      </a:lnTo>
                      <a:lnTo>
                        <a:pt x="72" y="431"/>
                      </a:lnTo>
                      <a:close/>
                      <a:moveTo>
                        <a:pt x="824" y="395"/>
                      </a:moveTo>
                      <a:lnTo>
                        <a:pt x="824" y="539"/>
                      </a:lnTo>
                      <a:lnTo>
                        <a:pt x="1040" y="539"/>
                      </a:lnTo>
                      <a:lnTo>
                        <a:pt x="1040" y="395"/>
                      </a:lnTo>
                      <a:lnTo>
                        <a:pt x="824" y="395"/>
                      </a:lnTo>
                      <a:close/>
                      <a:moveTo>
                        <a:pt x="573" y="395"/>
                      </a:moveTo>
                      <a:lnTo>
                        <a:pt x="575" y="539"/>
                      </a:lnTo>
                      <a:lnTo>
                        <a:pt x="789" y="539"/>
                      </a:lnTo>
                      <a:lnTo>
                        <a:pt x="789" y="395"/>
                      </a:lnTo>
                      <a:lnTo>
                        <a:pt x="573" y="395"/>
                      </a:lnTo>
                      <a:close/>
                      <a:moveTo>
                        <a:pt x="323" y="395"/>
                      </a:moveTo>
                      <a:lnTo>
                        <a:pt x="323" y="539"/>
                      </a:lnTo>
                      <a:lnTo>
                        <a:pt x="537" y="539"/>
                      </a:lnTo>
                      <a:lnTo>
                        <a:pt x="537" y="395"/>
                      </a:lnTo>
                      <a:lnTo>
                        <a:pt x="323" y="395"/>
                      </a:lnTo>
                      <a:close/>
                      <a:moveTo>
                        <a:pt x="36" y="395"/>
                      </a:moveTo>
                      <a:lnTo>
                        <a:pt x="36" y="539"/>
                      </a:lnTo>
                      <a:lnTo>
                        <a:pt x="287" y="539"/>
                      </a:lnTo>
                      <a:lnTo>
                        <a:pt x="287" y="395"/>
                      </a:lnTo>
                      <a:lnTo>
                        <a:pt x="36" y="395"/>
                      </a:lnTo>
                      <a:close/>
                      <a:moveTo>
                        <a:pt x="72" y="252"/>
                      </a:moveTo>
                      <a:lnTo>
                        <a:pt x="251" y="252"/>
                      </a:lnTo>
                      <a:lnTo>
                        <a:pt x="251" y="323"/>
                      </a:lnTo>
                      <a:lnTo>
                        <a:pt x="72" y="323"/>
                      </a:lnTo>
                      <a:lnTo>
                        <a:pt x="72" y="252"/>
                      </a:lnTo>
                      <a:close/>
                      <a:moveTo>
                        <a:pt x="824" y="216"/>
                      </a:moveTo>
                      <a:lnTo>
                        <a:pt x="824" y="359"/>
                      </a:lnTo>
                      <a:lnTo>
                        <a:pt x="1040" y="359"/>
                      </a:lnTo>
                      <a:lnTo>
                        <a:pt x="1040" y="216"/>
                      </a:lnTo>
                      <a:lnTo>
                        <a:pt x="824" y="216"/>
                      </a:lnTo>
                      <a:close/>
                      <a:moveTo>
                        <a:pt x="573" y="216"/>
                      </a:moveTo>
                      <a:lnTo>
                        <a:pt x="573" y="359"/>
                      </a:lnTo>
                      <a:lnTo>
                        <a:pt x="789" y="359"/>
                      </a:lnTo>
                      <a:lnTo>
                        <a:pt x="789" y="216"/>
                      </a:lnTo>
                      <a:lnTo>
                        <a:pt x="573" y="216"/>
                      </a:lnTo>
                      <a:close/>
                      <a:moveTo>
                        <a:pt x="323" y="216"/>
                      </a:moveTo>
                      <a:lnTo>
                        <a:pt x="323" y="359"/>
                      </a:lnTo>
                      <a:lnTo>
                        <a:pt x="537" y="359"/>
                      </a:lnTo>
                      <a:lnTo>
                        <a:pt x="537" y="216"/>
                      </a:lnTo>
                      <a:lnTo>
                        <a:pt x="323" y="216"/>
                      </a:lnTo>
                      <a:close/>
                      <a:moveTo>
                        <a:pt x="36" y="216"/>
                      </a:moveTo>
                      <a:lnTo>
                        <a:pt x="36" y="359"/>
                      </a:lnTo>
                      <a:lnTo>
                        <a:pt x="287" y="359"/>
                      </a:lnTo>
                      <a:lnTo>
                        <a:pt x="287" y="216"/>
                      </a:lnTo>
                      <a:lnTo>
                        <a:pt x="36" y="216"/>
                      </a:lnTo>
                      <a:close/>
                      <a:moveTo>
                        <a:pt x="860" y="72"/>
                      </a:moveTo>
                      <a:lnTo>
                        <a:pt x="1004" y="72"/>
                      </a:lnTo>
                      <a:lnTo>
                        <a:pt x="1004" y="144"/>
                      </a:lnTo>
                      <a:lnTo>
                        <a:pt x="860" y="144"/>
                      </a:lnTo>
                      <a:lnTo>
                        <a:pt x="860" y="72"/>
                      </a:lnTo>
                      <a:close/>
                      <a:moveTo>
                        <a:pt x="609" y="72"/>
                      </a:moveTo>
                      <a:lnTo>
                        <a:pt x="753" y="72"/>
                      </a:lnTo>
                      <a:lnTo>
                        <a:pt x="753" y="144"/>
                      </a:lnTo>
                      <a:lnTo>
                        <a:pt x="609" y="144"/>
                      </a:lnTo>
                      <a:lnTo>
                        <a:pt x="609" y="72"/>
                      </a:lnTo>
                      <a:close/>
                      <a:moveTo>
                        <a:pt x="359" y="72"/>
                      </a:moveTo>
                      <a:lnTo>
                        <a:pt x="503" y="72"/>
                      </a:lnTo>
                      <a:lnTo>
                        <a:pt x="503" y="144"/>
                      </a:lnTo>
                      <a:lnTo>
                        <a:pt x="359" y="144"/>
                      </a:lnTo>
                      <a:lnTo>
                        <a:pt x="359" y="72"/>
                      </a:lnTo>
                      <a:close/>
                      <a:moveTo>
                        <a:pt x="72" y="72"/>
                      </a:moveTo>
                      <a:lnTo>
                        <a:pt x="251" y="72"/>
                      </a:lnTo>
                      <a:lnTo>
                        <a:pt x="251" y="144"/>
                      </a:lnTo>
                      <a:lnTo>
                        <a:pt x="72" y="144"/>
                      </a:lnTo>
                      <a:lnTo>
                        <a:pt x="72" y="72"/>
                      </a:lnTo>
                      <a:close/>
                      <a:moveTo>
                        <a:pt x="824" y="36"/>
                      </a:moveTo>
                      <a:lnTo>
                        <a:pt x="824" y="180"/>
                      </a:lnTo>
                      <a:lnTo>
                        <a:pt x="1040" y="180"/>
                      </a:lnTo>
                      <a:lnTo>
                        <a:pt x="1040" y="36"/>
                      </a:lnTo>
                      <a:lnTo>
                        <a:pt x="824" y="36"/>
                      </a:lnTo>
                      <a:close/>
                      <a:moveTo>
                        <a:pt x="573" y="36"/>
                      </a:moveTo>
                      <a:lnTo>
                        <a:pt x="573" y="180"/>
                      </a:lnTo>
                      <a:lnTo>
                        <a:pt x="789" y="180"/>
                      </a:lnTo>
                      <a:lnTo>
                        <a:pt x="789" y="36"/>
                      </a:lnTo>
                      <a:lnTo>
                        <a:pt x="573" y="36"/>
                      </a:lnTo>
                      <a:close/>
                      <a:moveTo>
                        <a:pt x="323" y="36"/>
                      </a:moveTo>
                      <a:lnTo>
                        <a:pt x="323" y="180"/>
                      </a:lnTo>
                      <a:lnTo>
                        <a:pt x="537" y="180"/>
                      </a:lnTo>
                      <a:lnTo>
                        <a:pt x="537" y="36"/>
                      </a:lnTo>
                      <a:lnTo>
                        <a:pt x="323" y="36"/>
                      </a:lnTo>
                      <a:close/>
                      <a:moveTo>
                        <a:pt x="36" y="36"/>
                      </a:moveTo>
                      <a:lnTo>
                        <a:pt x="36" y="180"/>
                      </a:lnTo>
                      <a:lnTo>
                        <a:pt x="287" y="180"/>
                      </a:lnTo>
                      <a:lnTo>
                        <a:pt x="287" y="36"/>
                      </a:lnTo>
                      <a:lnTo>
                        <a:pt x="36" y="36"/>
                      </a:lnTo>
                      <a:close/>
                      <a:moveTo>
                        <a:pt x="36" y="0"/>
                      </a:moveTo>
                      <a:lnTo>
                        <a:pt x="1040" y="0"/>
                      </a:lnTo>
                      <a:lnTo>
                        <a:pt x="1059" y="6"/>
                      </a:lnTo>
                      <a:lnTo>
                        <a:pt x="1070" y="19"/>
                      </a:lnTo>
                      <a:lnTo>
                        <a:pt x="1076" y="36"/>
                      </a:lnTo>
                      <a:lnTo>
                        <a:pt x="1076" y="719"/>
                      </a:lnTo>
                      <a:lnTo>
                        <a:pt x="1076" y="721"/>
                      </a:lnTo>
                      <a:lnTo>
                        <a:pt x="1074" y="728"/>
                      </a:lnTo>
                      <a:lnTo>
                        <a:pt x="1072" y="736"/>
                      </a:lnTo>
                      <a:lnTo>
                        <a:pt x="1066" y="745"/>
                      </a:lnTo>
                      <a:lnTo>
                        <a:pt x="1055" y="751"/>
                      </a:lnTo>
                      <a:lnTo>
                        <a:pt x="1040" y="755"/>
                      </a:lnTo>
                      <a:lnTo>
                        <a:pt x="36" y="755"/>
                      </a:lnTo>
                      <a:lnTo>
                        <a:pt x="17" y="749"/>
                      </a:lnTo>
                      <a:lnTo>
                        <a:pt x="6" y="736"/>
                      </a:lnTo>
                      <a:lnTo>
                        <a:pt x="0" y="719"/>
                      </a:lnTo>
                      <a:lnTo>
                        <a:pt x="0" y="36"/>
                      </a:lnTo>
                      <a:lnTo>
                        <a:pt x="6" y="19"/>
                      </a:lnTo>
                      <a:lnTo>
                        <a:pt x="17" y="6"/>
                      </a:lnTo>
                      <a:lnTo>
                        <a:pt x="36"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nvGrpSpPr>
                <p:cNvPr id="30" name="グループ化 29"/>
                <p:cNvGrpSpPr/>
                <p:nvPr/>
              </p:nvGrpSpPr>
              <p:grpSpPr>
                <a:xfrm>
                  <a:off x="1748349" y="5116639"/>
                  <a:ext cx="829669" cy="904151"/>
                  <a:chOff x="6399213" y="3455988"/>
                  <a:chExt cx="636588" cy="693737"/>
                </a:xfrm>
              </p:grpSpPr>
              <p:sp>
                <p:nvSpPr>
                  <p:cNvPr id="31" name="Freeform 85"/>
                  <p:cNvSpPr>
                    <a:spLocks noEditPoints="1"/>
                  </p:cNvSpPr>
                  <p:nvPr/>
                </p:nvSpPr>
                <p:spPr bwMode="auto">
                  <a:xfrm>
                    <a:off x="6543675" y="3455988"/>
                    <a:ext cx="347663" cy="347663"/>
                  </a:xfrm>
                  <a:custGeom>
                    <a:avLst/>
                    <a:gdLst>
                      <a:gd name="T0" fmla="*/ 101 w 201"/>
                      <a:gd name="T1" fmla="*/ 200 h 200"/>
                      <a:gd name="T2" fmla="*/ 171 w 201"/>
                      <a:gd name="T3" fmla="*/ 171 h 200"/>
                      <a:gd name="T4" fmla="*/ 201 w 201"/>
                      <a:gd name="T5" fmla="*/ 100 h 200"/>
                      <a:gd name="T6" fmla="*/ 171 w 201"/>
                      <a:gd name="T7" fmla="*/ 29 h 200"/>
                      <a:gd name="T8" fmla="*/ 101 w 201"/>
                      <a:gd name="T9" fmla="*/ 0 h 200"/>
                      <a:gd name="T10" fmla="*/ 30 w 201"/>
                      <a:gd name="T11" fmla="*/ 29 h 200"/>
                      <a:gd name="T12" fmla="*/ 0 w 201"/>
                      <a:gd name="T13" fmla="*/ 100 h 200"/>
                      <a:gd name="T14" fmla="*/ 30 w 201"/>
                      <a:gd name="T15" fmla="*/ 171 h 200"/>
                      <a:gd name="T16" fmla="*/ 101 w 201"/>
                      <a:gd name="T17" fmla="*/ 200 h 200"/>
                      <a:gd name="T18" fmla="*/ 101 w 201"/>
                      <a:gd name="T19" fmla="*/ 200 h 200"/>
                      <a:gd name="T20" fmla="*/ 101 w 201"/>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1" h="200">
                        <a:moveTo>
                          <a:pt x="101" y="200"/>
                        </a:moveTo>
                        <a:cubicBezTo>
                          <a:pt x="128" y="200"/>
                          <a:pt x="152" y="190"/>
                          <a:pt x="171" y="171"/>
                        </a:cubicBezTo>
                        <a:cubicBezTo>
                          <a:pt x="191" y="151"/>
                          <a:pt x="201" y="128"/>
                          <a:pt x="201" y="100"/>
                        </a:cubicBezTo>
                        <a:cubicBezTo>
                          <a:pt x="201" y="72"/>
                          <a:pt x="191" y="49"/>
                          <a:pt x="171" y="29"/>
                        </a:cubicBezTo>
                        <a:cubicBezTo>
                          <a:pt x="152" y="10"/>
                          <a:pt x="128" y="0"/>
                          <a:pt x="101" y="0"/>
                        </a:cubicBezTo>
                        <a:cubicBezTo>
                          <a:pt x="73" y="0"/>
                          <a:pt x="49" y="10"/>
                          <a:pt x="30" y="29"/>
                        </a:cubicBezTo>
                        <a:cubicBezTo>
                          <a:pt x="10" y="49"/>
                          <a:pt x="0" y="72"/>
                          <a:pt x="0" y="100"/>
                        </a:cubicBezTo>
                        <a:cubicBezTo>
                          <a:pt x="0" y="128"/>
                          <a:pt x="10" y="151"/>
                          <a:pt x="30" y="171"/>
                        </a:cubicBezTo>
                        <a:cubicBezTo>
                          <a:pt x="49" y="190"/>
                          <a:pt x="73" y="200"/>
                          <a:pt x="101" y="200"/>
                        </a:cubicBezTo>
                        <a:close/>
                        <a:moveTo>
                          <a:pt x="101" y="200"/>
                        </a:moveTo>
                        <a:cubicBezTo>
                          <a:pt x="101" y="200"/>
                          <a:pt x="101" y="200"/>
                          <a:pt x="101" y="20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sp>
                <p:nvSpPr>
                  <p:cNvPr id="32" name="Freeform 86"/>
                  <p:cNvSpPr>
                    <a:spLocks noEditPoints="1"/>
                  </p:cNvSpPr>
                  <p:nvPr/>
                </p:nvSpPr>
                <p:spPr bwMode="auto">
                  <a:xfrm>
                    <a:off x="6399213" y="3775075"/>
                    <a:ext cx="636588" cy="374650"/>
                  </a:xfrm>
                  <a:custGeom>
                    <a:avLst/>
                    <a:gdLst>
                      <a:gd name="T0" fmla="*/ 366 w 367"/>
                      <a:gd name="T1" fmla="*/ 122 h 216"/>
                      <a:gd name="T2" fmla="*/ 363 w 367"/>
                      <a:gd name="T3" fmla="*/ 94 h 216"/>
                      <a:gd name="T4" fmla="*/ 356 w 367"/>
                      <a:gd name="T5" fmla="*/ 65 h 216"/>
                      <a:gd name="T6" fmla="*/ 344 w 367"/>
                      <a:gd name="T7" fmla="*/ 40 h 216"/>
                      <a:gd name="T8" fmla="*/ 328 w 367"/>
                      <a:gd name="T9" fmla="*/ 19 h 216"/>
                      <a:gd name="T10" fmla="*/ 306 w 367"/>
                      <a:gd name="T11" fmla="*/ 5 h 216"/>
                      <a:gd name="T12" fmla="*/ 277 w 367"/>
                      <a:gd name="T13" fmla="*/ 0 h 216"/>
                      <a:gd name="T14" fmla="*/ 266 w 367"/>
                      <a:gd name="T15" fmla="*/ 5 h 216"/>
                      <a:gd name="T16" fmla="*/ 247 w 367"/>
                      <a:gd name="T17" fmla="*/ 18 h 216"/>
                      <a:gd name="T18" fmla="*/ 218 w 367"/>
                      <a:gd name="T19" fmla="*/ 30 h 216"/>
                      <a:gd name="T20" fmla="*/ 184 w 367"/>
                      <a:gd name="T21" fmla="*/ 36 h 216"/>
                      <a:gd name="T22" fmla="*/ 149 w 367"/>
                      <a:gd name="T23" fmla="*/ 30 h 216"/>
                      <a:gd name="T24" fmla="*/ 121 w 367"/>
                      <a:gd name="T25" fmla="*/ 18 h 216"/>
                      <a:gd name="T26" fmla="*/ 101 w 367"/>
                      <a:gd name="T27" fmla="*/ 5 h 216"/>
                      <a:gd name="T28" fmla="*/ 90 w 367"/>
                      <a:gd name="T29" fmla="*/ 0 h 216"/>
                      <a:gd name="T30" fmla="*/ 61 w 367"/>
                      <a:gd name="T31" fmla="*/ 5 h 216"/>
                      <a:gd name="T32" fmla="*/ 39 w 367"/>
                      <a:gd name="T33" fmla="*/ 19 h 216"/>
                      <a:gd name="T34" fmla="*/ 23 w 367"/>
                      <a:gd name="T35" fmla="*/ 40 h 216"/>
                      <a:gd name="T36" fmla="*/ 11 w 367"/>
                      <a:gd name="T37" fmla="*/ 65 h 216"/>
                      <a:gd name="T38" fmla="*/ 5 w 367"/>
                      <a:gd name="T39" fmla="*/ 94 h 216"/>
                      <a:gd name="T40" fmla="*/ 1 w 367"/>
                      <a:gd name="T41" fmla="*/ 122 h 216"/>
                      <a:gd name="T42" fmla="*/ 0 w 367"/>
                      <a:gd name="T43" fmla="*/ 149 h 216"/>
                      <a:gd name="T44" fmla="*/ 19 w 367"/>
                      <a:gd name="T45" fmla="*/ 198 h 216"/>
                      <a:gd name="T46" fmla="*/ 70 w 367"/>
                      <a:gd name="T47" fmla="*/ 216 h 216"/>
                      <a:gd name="T48" fmla="*/ 297 w 367"/>
                      <a:gd name="T49" fmla="*/ 216 h 216"/>
                      <a:gd name="T50" fmla="*/ 348 w 367"/>
                      <a:gd name="T51" fmla="*/ 198 h 216"/>
                      <a:gd name="T52" fmla="*/ 367 w 367"/>
                      <a:gd name="T53" fmla="*/ 149 h 216"/>
                      <a:gd name="T54" fmla="*/ 366 w 367"/>
                      <a:gd name="T55" fmla="*/ 122 h 216"/>
                      <a:gd name="T56" fmla="*/ 366 w 367"/>
                      <a:gd name="T57" fmla="*/ 122 h 216"/>
                      <a:gd name="T58" fmla="*/ 366 w 367"/>
                      <a:gd name="T59"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216">
                        <a:moveTo>
                          <a:pt x="366" y="122"/>
                        </a:moveTo>
                        <a:cubicBezTo>
                          <a:pt x="366" y="113"/>
                          <a:pt x="364" y="104"/>
                          <a:pt x="363" y="94"/>
                        </a:cubicBezTo>
                        <a:cubicBezTo>
                          <a:pt x="361" y="83"/>
                          <a:pt x="358" y="74"/>
                          <a:pt x="356" y="65"/>
                        </a:cubicBezTo>
                        <a:cubicBezTo>
                          <a:pt x="353" y="57"/>
                          <a:pt x="349" y="48"/>
                          <a:pt x="344" y="40"/>
                        </a:cubicBezTo>
                        <a:cubicBezTo>
                          <a:pt x="340" y="32"/>
                          <a:pt x="334" y="25"/>
                          <a:pt x="328" y="19"/>
                        </a:cubicBezTo>
                        <a:cubicBezTo>
                          <a:pt x="322" y="13"/>
                          <a:pt x="315" y="8"/>
                          <a:pt x="306" y="5"/>
                        </a:cubicBezTo>
                        <a:cubicBezTo>
                          <a:pt x="297" y="1"/>
                          <a:pt x="287" y="0"/>
                          <a:pt x="277" y="0"/>
                        </a:cubicBezTo>
                        <a:cubicBezTo>
                          <a:pt x="275" y="0"/>
                          <a:pt x="272" y="1"/>
                          <a:pt x="266" y="5"/>
                        </a:cubicBezTo>
                        <a:cubicBezTo>
                          <a:pt x="260" y="9"/>
                          <a:pt x="254" y="13"/>
                          <a:pt x="247" y="18"/>
                        </a:cubicBezTo>
                        <a:cubicBezTo>
                          <a:pt x="239" y="22"/>
                          <a:pt x="230" y="26"/>
                          <a:pt x="218" y="30"/>
                        </a:cubicBezTo>
                        <a:cubicBezTo>
                          <a:pt x="207" y="34"/>
                          <a:pt x="195" y="36"/>
                          <a:pt x="184" y="36"/>
                        </a:cubicBezTo>
                        <a:cubicBezTo>
                          <a:pt x="172" y="36"/>
                          <a:pt x="160" y="34"/>
                          <a:pt x="149" y="30"/>
                        </a:cubicBezTo>
                        <a:cubicBezTo>
                          <a:pt x="137" y="26"/>
                          <a:pt x="128" y="22"/>
                          <a:pt x="121" y="18"/>
                        </a:cubicBezTo>
                        <a:cubicBezTo>
                          <a:pt x="113" y="13"/>
                          <a:pt x="107" y="9"/>
                          <a:pt x="101" y="5"/>
                        </a:cubicBezTo>
                        <a:cubicBezTo>
                          <a:pt x="95" y="1"/>
                          <a:pt x="92" y="0"/>
                          <a:pt x="90" y="0"/>
                        </a:cubicBezTo>
                        <a:cubicBezTo>
                          <a:pt x="80" y="0"/>
                          <a:pt x="70" y="1"/>
                          <a:pt x="61" y="5"/>
                        </a:cubicBezTo>
                        <a:cubicBezTo>
                          <a:pt x="52" y="8"/>
                          <a:pt x="45" y="13"/>
                          <a:pt x="39" y="19"/>
                        </a:cubicBezTo>
                        <a:cubicBezTo>
                          <a:pt x="33" y="25"/>
                          <a:pt x="27" y="32"/>
                          <a:pt x="23" y="40"/>
                        </a:cubicBezTo>
                        <a:cubicBezTo>
                          <a:pt x="18" y="48"/>
                          <a:pt x="14" y="57"/>
                          <a:pt x="11" y="65"/>
                        </a:cubicBezTo>
                        <a:cubicBezTo>
                          <a:pt x="9" y="74"/>
                          <a:pt x="6" y="83"/>
                          <a:pt x="5" y="94"/>
                        </a:cubicBezTo>
                        <a:cubicBezTo>
                          <a:pt x="3" y="104"/>
                          <a:pt x="2" y="113"/>
                          <a:pt x="1" y="122"/>
                        </a:cubicBezTo>
                        <a:cubicBezTo>
                          <a:pt x="0" y="131"/>
                          <a:pt x="0" y="140"/>
                          <a:pt x="0" y="149"/>
                        </a:cubicBezTo>
                        <a:cubicBezTo>
                          <a:pt x="0" y="170"/>
                          <a:pt x="6" y="186"/>
                          <a:pt x="19" y="198"/>
                        </a:cubicBezTo>
                        <a:cubicBezTo>
                          <a:pt x="32" y="210"/>
                          <a:pt x="49" y="216"/>
                          <a:pt x="70" y="216"/>
                        </a:cubicBezTo>
                        <a:cubicBezTo>
                          <a:pt x="297" y="216"/>
                          <a:pt x="297" y="216"/>
                          <a:pt x="297" y="216"/>
                        </a:cubicBezTo>
                        <a:cubicBezTo>
                          <a:pt x="319" y="216"/>
                          <a:pt x="335" y="210"/>
                          <a:pt x="348" y="198"/>
                        </a:cubicBezTo>
                        <a:cubicBezTo>
                          <a:pt x="361" y="186"/>
                          <a:pt x="367" y="170"/>
                          <a:pt x="367" y="149"/>
                        </a:cubicBezTo>
                        <a:cubicBezTo>
                          <a:pt x="367" y="140"/>
                          <a:pt x="367" y="131"/>
                          <a:pt x="366" y="122"/>
                        </a:cubicBezTo>
                        <a:close/>
                        <a:moveTo>
                          <a:pt x="366" y="122"/>
                        </a:moveTo>
                        <a:cubicBezTo>
                          <a:pt x="366" y="122"/>
                          <a:pt x="366" y="122"/>
                          <a:pt x="366" y="12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grpSp>
          </p:grpSp>
        </p:grpSp>
      </p:grpSp>
      <p:sp>
        <p:nvSpPr>
          <p:cNvPr id="34" name="テキスト ボックス 33"/>
          <p:cNvSpPr txBox="1"/>
          <p:nvPr/>
        </p:nvSpPr>
        <p:spPr>
          <a:xfrm>
            <a:off x="724986" y="3050983"/>
            <a:ext cx="1626920" cy="584775"/>
          </a:xfrm>
          <a:prstGeom prst="rect">
            <a:avLst/>
          </a:prstGeom>
          <a:noFill/>
          <a:ln w="38100">
            <a:solidFill>
              <a:schemeClr val="accent2"/>
            </a:solidFill>
          </a:ln>
        </p:spPr>
        <p:txBody>
          <a:bodyPr wrap="square" rtlCol="0">
            <a:spAutoFit/>
          </a:bodyPr>
          <a:lstStyle/>
          <a:p>
            <a:pPr algn="ctr"/>
            <a:r>
              <a:rPr kumimoji="1" lang="ja-JP" altLang="en-US" sz="3200" dirty="0" smtClean="0"/>
              <a:t>タスク</a:t>
            </a:r>
            <a:r>
              <a:rPr kumimoji="1" lang="en-US" altLang="ja-JP" sz="3200" dirty="0" smtClean="0"/>
              <a:t>1</a:t>
            </a:r>
            <a:endParaRPr kumimoji="1" lang="ja-JP" altLang="en-US" sz="3200" dirty="0" smtClean="0"/>
          </a:p>
        </p:txBody>
      </p:sp>
      <p:sp>
        <p:nvSpPr>
          <p:cNvPr id="36" name="テキスト ボックス 35"/>
          <p:cNvSpPr txBox="1"/>
          <p:nvPr/>
        </p:nvSpPr>
        <p:spPr>
          <a:xfrm>
            <a:off x="5325747" y="3050983"/>
            <a:ext cx="1626920" cy="584775"/>
          </a:xfrm>
          <a:prstGeom prst="rect">
            <a:avLst/>
          </a:prstGeom>
          <a:noFill/>
          <a:ln w="38100">
            <a:solidFill>
              <a:schemeClr val="accent2"/>
            </a:solidFill>
          </a:ln>
        </p:spPr>
        <p:txBody>
          <a:bodyPr wrap="square" rtlCol="0">
            <a:spAutoFit/>
          </a:bodyPr>
          <a:lstStyle/>
          <a:p>
            <a:pPr algn="ctr"/>
            <a:r>
              <a:rPr kumimoji="1" lang="ja-JP" altLang="en-US" sz="3200" dirty="0" smtClean="0"/>
              <a:t>タスク</a:t>
            </a:r>
            <a:r>
              <a:rPr lang="en-US" altLang="ja-JP" sz="3200" dirty="0"/>
              <a:t>2</a:t>
            </a:r>
            <a:endParaRPr kumimoji="1" lang="ja-JP" altLang="en-US" sz="3200" dirty="0" smtClean="0"/>
          </a:p>
        </p:txBody>
      </p:sp>
    </p:spTree>
    <p:extLst>
      <p:ext uri="{BB962C8B-B14F-4D97-AF65-F5344CB8AC3E}">
        <p14:creationId xmlns:p14="http://schemas.microsoft.com/office/powerpoint/2010/main" val="18685300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マルチタスクの特徴</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マルチタスクで問題を解く</a:t>
            </a:r>
            <a:r>
              <a:rPr lang="ja-JP" altLang="en-US" dirty="0" smtClean="0"/>
              <a:t>際，タスク間で適切に</a:t>
            </a:r>
            <a:r>
              <a:rPr lang="en-US" altLang="ja-JP" dirty="0" smtClean="0"/>
              <a:t/>
            </a:r>
            <a:br>
              <a:rPr lang="en-US" altLang="ja-JP" dirty="0" smtClean="0"/>
            </a:br>
            <a:r>
              <a:rPr lang="ja-JP" altLang="en-US" b="1" dirty="0" smtClean="0">
                <a:solidFill>
                  <a:schemeClr val="accent1"/>
                </a:solidFill>
              </a:rPr>
              <a:t>情報共有</a:t>
            </a:r>
            <a:r>
              <a:rPr lang="ja-JP" altLang="en-US" dirty="0" smtClean="0"/>
              <a:t>を行うことが重要になる．</a:t>
            </a:r>
            <a:endParaRPr kumimoji="1" lang="ja-JP" altLang="en-US"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4</a:t>
            </a:fld>
            <a:endParaRPr kumimoji="1" lang="ja-JP" altLang="en-US" dirty="0"/>
          </a:p>
        </p:txBody>
      </p:sp>
      <p:grpSp>
        <p:nvGrpSpPr>
          <p:cNvPr id="5" name="グループ化 4"/>
          <p:cNvGrpSpPr/>
          <p:nvPr/>
        </p:nvGrpSpPr>
        <p:grpSpPr>
          <a:xfrm>
            <a:off x="1194864" y="4819095"/>
            <a:ext cx="6817856" cy="1403577"/>
            <a:chOff x="1349243" y="4617213"/>
            <a:chExt cx="6817856" cy="1403577"/>
          </a:xfrm>
        </p:grpSpPr>
        <p:grpSp>
          <p:nvGrpSpPr>
            <p:cNvPr id="16" name="グループ化 15"/>
            <p:cNvGrpSpPr/>
            <p:nvPr/>
          </p:nvGrpSpPr>
          <p:grpSpPr>
            <a:xfrm>
              <a:off x="1349243" y="4617213"/>
              <a:ext cx="2217095" cy="1403577"/>
              <a:chOff x="1748349" y="4617213"/>
              <a:chExt cx="2217095" cy="1403577"/>
            </a:xfrm>
          </p:grpSpPr>
          <p:sp>
            <p:nvSpPr>
              <p:cNvPr id="17" name="Freeform 6"/>
              <p:cNvSpPr>
                <a:spLocks noChangeAspect="1" noEditPoints="1"/>
              </p:cNvSpPr>
              <p:nvPr/>
            </p:nvSpPr>
            <p:spPr bwMode="auto">
              <a:xfrm>
                <a:off x="2819604" y="4617213"/>
                <a:ext cx="1145840" cy="804006"/>
              </a:xfrm>
              <a:custGeom>
                <a:avLst/>
                <a:gdLst>
                  <a:gd name="T0" fmla="*/ 251 w 1076"/>
                  <a:gd name="T1" fmla="*/ 683 h 755"/>
                  <a:gd name="T2" fmla="*/ 824 w 1076"/>
                  <a:gd name="T3" fmla="*/ 575 h 755"/>
                  <a:gd name="T4" fmla="*/ 1040 w 1076"/>
                  <a:gd name="T5" fmla="*/ 575 h 755"/>
                  <a:gd name="T6" fmla="*/ 575 w 1076"/>
                  <a:gd name="T7" fmla="*/ 719 h 755"/>
                  <a:gd name="T8" fmla="*/ 573 w 1076"/>
                  <a:gd name="T9" fmla="*/ 575 h 755"/>
                  <a:gd name="T10" fmla="*/ 537 w 1076"/>
                  <a:gd name="T11" fmla="*/ 719 h 755"/>
                  <a:gd name="T12" fmla="*/ 36 w 1076"/>
                  <a:gd name="T13" fmla="*/ 575 h 755"/>
                  <a:gd name="T14" fmla="*/ 287 w 1076"/>
                  <a:gd name="T15" fmla="*/ 575 h 755"/>
                  <a:gd name="T16" fmla="*/ 251 w 1076"/>
                  <a:gd name="T17" fmla="*/ 431 h 755"/>
                  <a:gd name="T18" fmla="*/ 72 w 1076"/>
                  <a:gd name="T19" fmla="*/ 431 h 755"/>
                  <a:gd name="T20" fmla="*/ 1040 w 1076"/>
                  <a:gd name="T21" fmla="*/ 539 h 755"/>
                  <a:gd name="T22" fmla="*/ 573 w 1076"/>
                  <a:gd name="T23" fmla="*/ 395 h 755"/>
                  <a:gd name="T24" fmla="*/ 789 w 1076"/>
                  <a:gd name="T25" fmla="*/ 395 h 755"/>
                  <a:gd name="T26" fmla="*/ 323 w 1076"/>
                  <a:gd name="T27" fmla="*/ 539 h 755"/>
                  <a:gd name="T28" fmla="*/ 323 w 1076"/>
                  <a:gd name="T29" fmla="*/ 395 h 755"/>
                  <a:gd name="T30" fmla="*/ 287 w 1076"/>
                  <a:gd name="T31" fmla="*/ 539 h 755"/>
                  <a:gd name="T32" fmla="*/ 72 w 1076"/>
                  <a:gd name="T33" fmla="*/ 252 h 755"/>
                  <a:gd name="T34" fmla="*/ 72 w 1076"/>
                  <a:gd name="T35" fmla="*/ 323 h 755"/>
                  <a:gd name="T36" fmla="*/ 824 w 1076"/>
                  <a:gd name="T37" fmla="*/ 359 h 755"/>
                  <a:gd name="T38" fmla="*/ 824 w 1076"/>
                  <a:gd name="T39" fmla="*/ 216 h 755"/>
                  <a:gd name="T40" fmla="*/ 789 w 1076"/>
                  <a:gd name="T41" fmla="*/ 359 h 755"/>
                  <a:gd name="T42" fmla="*/ 323 w 1076"/>
                  <a:gd name="T43" fmla="*/ 216 h 755"/>
                  <a:gd name="T44" fmla="*/ 537 w 1076"/>
                  <a:gd name="T45" fmla="*/ 216 h 755"/>
                  <a:gd name="T46" fmla="*/ 36 w 1076"/>
                  <a:gd name="T47" fmla="*/ 359 h 755"/>
                  <a:gd name="T48" fmla="*/ 36 w 1076"/>
                  <a:gd name="T49" fmla="*/ 216 h 755"/>
                  <a:gd name="T50" fmla="*/ 1004 w 1076"/>
                  <a:gd name="T51" fmla="*/ 144 h 755"/>
                  <a:gd name="T52" fmla="*/ 609 w 1076"/>
                  <a:gd name="T53" fmla="*/ 72 h 755"/>
                  <a:gd name="T54" fmla="*/ 609 w 1076"/>
                  <a:gd name="T55" fmla="*/ 144 h 755"/>
                  <a:gd name="T56" fmla="*/ 503 w 1076"/>
                  <a:gd name="T57" fmla="*/ 72 h 755"/>
                  <a:gd name="T58" fmla="*/ 359 w 1076"/>
                  <a:gd name="T59" fmla="*/ 72 h 755"/>
                  <a:gd name="T60" fmla="*/ 251 w 1076"/>
                  <a:gd name="T61" fmla="*/ 144 h 755"/>
                  <a:gd name="T62" fmla="*/ 824 w 1076"/>
                  <a:gd name="T63" fmla="*/ 36 h 755"/>
                  <a:gd name="T64" fmla="*/ 1040 w 1076"/>
                  <a:gd name="T65" fmla="*/ 36 h 755"/>
                  <a:gd name="T66" fmla="*/ 573 w 1076"/>
                  <a:gd name="T67" fmla="*/ 180 h 755"/>
                  <a:gd name="T68" fmla="*/ 573 w 1076"/>
                  <a:gd name="T69" fmla="*/ 36 h 755"/>
                  <a:gd name="T70" fmla="*/ 537 w 1076"/>
                  <a:gd name="T71" fmla="*/ 180 h 755"/>
                  <a:gd name="T72" fmla="*/ 36 w 1076"/>
                  <a:gd name="T73" fmla="*/ 36 h 755"/>
                  <a:gd name="T74" fmla="*/ 287 w 1076"/>
                  <a:gd name="T75" fmla="*/ 36 h 755"/>
                  <a:gd name="T76" fmla="*/ 1040 w 1076"/>
                  <a:gd name="T77" fmla="*/ 0 h 755"/>
                  <a:gd name="T78" fmla="*/ 1076 w 1076"/>
                  <a:gd name="T79" fmla="*/ 36 h 755"/>
                  <a:gd name="T80" fmla="*/ 1074 w 1076"/>
                  <a:gd name="T81" fmla="*/ 728 h 755"/>
                  <a:gd name="T82" fmla="*/ 1055 w 1076"/>
                  <a:gd name="T83" fmla="*/ 751 h 755"/>
                  <a:gd name="T84" fmla="*/ 17 w 1076"/>
                  <a:gd name="T85" fmla="*/ 749 h 755"/>
                  <a:gd name="T86" fmla="*/ 0 w 1076"/>
                  <a:gd name="T87" fmla="*/ 36 h 755"/>
                  <a:gd name="T88" fmla="*/ 36 w 1076"/>
                  <a:gd name="T89" fmla="*/ 0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76" h="755">
                    <a:moveTo>
                      <a:pt x="72" y="611"/>
                    </a:moveTo>
                    <a:lnTo>
                      <a:pt x="251" y="611"/>
                    </a:lnTo>
                    <a:lnTo>
                      <a:pt x="251" y="683"/>
                    </a:lnTo>
                    <a:lnTo>
                      <a:pt x="72" y="683"/>
                    </a:lnTo>
                    <a:lnTo>
                      <a:pt x="72" y="611"/>
                    </a:lnTo>
                    <a:close/>
                    <a:moveTo>
                      <a:pt x="824" y="575"/>
                    </a:moveTo>
                    <a:lnTo>
                      <a:pt x="824" y="719"/>
                    </a:lnTo>
                    <a:lnTo>
                      <a:pt x="1040" y="719"/>
                    </a:lnTo>
                    <a:lnTo>
                      <a:pt x="1040" y="575"/>
                    </a:lnTo>
                    <a:lnTo>
                      <a:pt x="824" y="575"/>
                    </a:lnTo>
                    <a:close/>
                    <a:moveTo>
                      <a:pt x="573" y="575"/>
                    </a:moveTo>
                    <a:lnTo>
                      <a:pt x="575" y="719"/>
                    </a:lnTo>
                    <a:lnTo>
                      <a:pt x="789" y="719"/>
                    </a:lnTo>
                    <a:lnTo>
                      <a:pt x="789" y="575"/>
                    </a:lnTo>
                    <a:lnTo>
                      <a:pt x="573" y="575"/>
                    </a:lnTo>
                    <a:close/>
                    <a:moveTo>
                      <a:pt x="323" y="575"/>
                    </a:moveTo>
                    <a:lnTo>
                      <a:pt x="323" y="719"/>
                    </a:lnTo>
                    <a:lnTo>
                      <a:pt x="537" y="719"/>
                    </a:lnTo>
                    <a:lnTo>
                      <a:pt x="537" y="575"/>
                    </a:lnTo>
                    <a:lnTo>
                      <a:pt x="323" y="575"/>
                    </a:lnTo>
                    <a:close/>
                    <a:moveTo>
                      <a:pt x="36" y="575"/>
                    </a:moveTo>
                    <a:lnTo>
                      <a:pt x="36" y="719"/>
                    </a:lnTo>
                    <a:lnTo>
                      <a:pt x="287" y="719"/>
                    </a:lnTo>
                    <a:lnTo>
                      <a:pt x="287" y="575"/>
                    </a:lnTo>
                    <a:lnTo>
                      <a:pt x="36" y="575"/>
                    </a:lnTo>
                    <a:close/>
                    <a:moveTo>
                      <a:pt x="72" y="431"/>
                    </a:moveTo>
                    <a:lnTo>
                      <a:pt x="251" y="431"/>
                    </a:lnTo>
                    <a:lnTo>
                      <a:pt x="251" y="503"/>
                    </a:lnTo>
                    <a:lnTo>
                      <a:pt x="72" y="503"/>
                    </a:lnTo>
                    <a:lnTo>
                      <a:pt x="72" y="431"/>
                    </a:lnTo>
                    <a:close/>
                    <a:moveTo>
                      <a:pt x="824" y="395"/>
                    </a:moveTo>
                    <a:lnTo>
                      <a:pt x="824" y="539"/>
                    </a:lnTo>
                    <a:lnTo>
                      <a:pt x="1040" y="539"/>
                    </a:lnTo>
                    <a:lnTo>
                      <a:pt x="1040" y="395"/>
                    </a:lnTo>
                    <a:lnTo>
                      <a:pt x="824" y="395"/>
                    </a:lnTo>
                    <a:close/>
                    <a:moveTo>
                      <a:pt x="573" y="395"/>
                    </a:moveTo>
                    <a:lnTo>
                      <a:pt x="575" y="539"/>
                    </a:lnTo>
                    <a:lnTo>
                      <a:pt x="789" y="539"/>
                    </a:lnTo>
                    <a:lnTo>
                      <a:pt x="789" y="395"/>
                    </a:lnTo>
                    <a:lnTo>
                      <a:pt x="573" y="395"/>
                    </a:lnTo>
                    <a:close/>
                    <a:moveTo>
                      <a:pt x="323" y="395"/>
                    </a:moveTo>
                    <a:lnTo>
                      <a:pt x="323" y="539"/>
                    </a:lnTo>
                    <a:lnTo>
                      <a:pt x="537" y="539"/>
                    </a:lnTo>
                    <a:lnTo>
                      <a:pt x="537" y="395"/>
                    </a:lnTo>
                    <a:lnTo>
                      <a:pt x="323" y="395"/>
                    </a:lnTo>
                    <a:close/>
                    <a:moveTo>
                      <a:pt x="36" y="395"/>
                    </a:moveTo>
                    <a:lnTo>
                      <a:pt x="36" y="539"/>
                    </a:lnTo>
                    <a:lnTo>
                      <a:pt x="287" y="539"/>
                    </a:lnTo>
                    <a:lnTo>
                      <a:pt x="287" y="395"/>
                    </a:lnTo>
                    <a:lnTo>
                      <a:pt x="36" y="395"/>
                    </a:lnTo>
                    <a:close/>
                    <a:moveTo>
                      <a:pt x="72" y="252"/>
                    </a:moveTo>
                    <a:lnTo>
                      <a:pt x="251" y="252"/>
                    </a:lnTo>
                    <a:lnTo>
                      <a:pt x="251" y="323"/>
                    </a:lnTo>
                    <a:lnTo>
                      <a:pt x="72" y="323"/>
                    </a:lnTo>
                    <a:lnTo>
                      <a:pt x="72" y="252"/>
                    </a:lnTo>
                    <a:close/>
                    <a:moveTo>
                      <a:pt x="824" y="216"/>
                    </a:moveTo>
                    <a:lnTo>
                      <a:pt x="824" y="359"/>
                    </a:lnTo>
                    <a:lnTo>
                      <a:pt x="1040" y="359"/>
                    </a:lnTo>
                    <a:lnTo>
                      <a:pt x="1040" y="216"/>
                    </a:lnTo>
                    <a:lnTo>
                      <a:pt x="824" y="216"/>
                    </a:lnTo>
                    <a:close/>
                    <a:moveTo>
                      <a:pt x="573" y="216"/>
                    </a:moveTo>
                    <a:lnTo>
                      <a:pt x="573" y="359"/>
                    </a:lnTo>
                    <a:lnTo>
                      <a:pt x="789" y="359"/>
                    </a:lnTo>
                    <a:lnTo>
                      <a:pt x="789" y="216"/>
                    </a:lnTo>
                    <a:lnTo>
                      <a:pt x="573" y="216"/>
                    </a:lnTo>
                    <a:close/>
                    <a:moveTo>
                      <a:pt x="323" y="216"/>
                    </a:moveTo>
                    <a:lnTo>
                      <a:pt x="323" y="359"/>
                    </a:lnTo>
                    <a:lnTo>
                      <a:pt x="537" y="359"/>
                    </a:lnTo>
                    <a:lnTo>
                      <a:pt x="537" y="216"/>
                    </a:lnTo>
                    <a:lnTo>
                      <a:pt x="323" y="216"/>
                    </a:lnTo>
                    <a:close/>
                    <a:moveTo>
                      <a:pt x="36" y="216"/>
                    </a:moveTo>
                    <a:lnTo>
                      <a:pt x="36" y="359"/>
                    </a:lnTo>
                    <a:lnTo>
                      <a:pt x="287" y="359"/>
                    </a:lnTo>
                    <a:lnTo>
                      <a:pt x="287" y="216"/>
                    </a:lnTo>
                    <a:lnTo>
                      <a:pt x="36" y="216"/>
                    </a:lnTo>
                    <a:close/>
                    <a:moveTo>
                      <a:pt x="860" y="72"/>
                    </a:moveTo>
                    <a:lnTo>
                      <a:pt x="1004" y="72"/>
                    </a:lnTo>
                    <a:lnTo>
                      <a:pt x="1004" y="144"/>
                    </a:lnTo>
                    <a:lnTo>
                      <a:pt x="860" y="144"/>
                    </a:lnTo>
                    <a:lnTo>
                      <a:pt x="860" y="72"/>
                    </a:lnTo>
                    <a:close/>
                    <a:moveTo>
                      <a:pt x="609" y="72"/>
                    </a:moveTo>
                    <a:lnTo>
                      <a:pt x="753" y="72"/>
                    </a:lnTo>
                    <a:lnTo>
                      <a:pt x="753" y="144"/>
                    </a:lnTo>
                    <a:lnTo>
                      <a:pt x="609" y="144"/>
                    </a:lnTo>
                    <a:lnTo>
                      <a:pt x="609" y="72"/>
                    </a:lnTo>
                    <a:close/>
                    <a:moveTo>
                      <a:pt x="359" y="72"/>
                    </a:moveTo>
                    <a:lnTo>
                      <a:pt x="503" y="72"/>
                    </a:lnTo>
                    <a:lnTo>
                      <a:pt x="503" y="144"/>
                    </a:lnTo>
                    <a:lnTo>
                      <a:pt x="359" y="144"/>
                    </a:lnTo>
                    <a:lnTo>
                      <a:pt x="359" y="72"/>
                    </a:lnTo>
                    <a:close/>
                    <a:moveTo>
                      <a:pt x="72" y="72"/>
                    </a:moveTo>
                    <a:lnTo>
                      <a:pt x="251" y="72"/>
                    </a:lnTo>
                    <a:lnTo>
                      <a:pt x="251" y="144"/>
                    </a:lnTo>
                    <a:lnTo>
                      <a:pt x="72" y="144"/>
                    </a:lnTo>
                    <a:lnTo>
                      <a:pt x="72" y="72"/>
                    </a:lnTo>
                    <a:close/>
                    <a:moveTo>
                      <a:pt x="824" y="36"/>
                    </a:moveTo>
                    <a:lnTo>
                      <a:pt x="824" y="180"/>
                    </a:lnTo>
                    <a:lnTo>
                      <a:pt x="1040" y="180"/>
                    </a:lnTo>
                    <a:lnTo>
                      <a:pt x="1040" y="36"/>
                    </a:lnTo>
                    <a:lnTo>
                      <a:pt x="824" y="36"/>
                    </a:lnTo>
                    <a:close/>
                    <a:moveTo>
                      <a:pt x="573" y="36"/>
                    </a:moveTo>
                    <a:lnTo>
                      <a:pt x="573" y="180"/>
                    </a:lnTo>
                    <a:lnTo>
                      <a:pt x="789" y="180"/>
                    </a:lnTo>
                    <a:lnTo>
                      <a:pt x="789" y="36"/>
                    </a:lnTo>
                    <a:lnTo>
                      <a:pt x="573" y="36"/>
                    </a:lnTo>
                    <a:close/>
                    <a:moveTo>
                      <a:pt x="323" y="36"/>
                    </a:moveTo>
                    <a:lnTo>
                      <a:pt x="323" y="180"/>
                    </a:lnTo>
                    <a:lnTo>
                      <a:pt x="537" y="180"/>
                    </a:lnTo>
                    <a:lnTo>
                      <a:pt x="537" y="36"/>
                    </a:lnTo>
                    <a:lnTo>
                      <a:pt x="323" y="36"/>
                    </a:lnTo>
                    <a:close/>
                    <a:moveTo>
                      <a:pt x="36" y="36"/>
                    </a:moveTo>
                    <a:lnTo>
                      <a:pt x="36" y="180"/>
                    </a:lnTo>
                    <a:lnTo>
                      <a:pt x="287" y="180"/>
                    </a:lnTo>
                    <a:lnTo>
                      <a:pt x="287" y="36"/>
                    </a:lnTo>
                    <a:lnTo>
                      <a:pt x="36" y="36"/>
                    </a:lnTo>
                    <a:close/>
                    <a:moveTo>
                      <a:pt x="36" y="0"/>
                    </a:moveTo>
                    <a:lnTo>
                      <a:pt x="1040" y="0"/>
                    </a:lnTo>
                    <a:lnTo>
                      <a:pt x="1059" y="6"/>
                    </a:lnTo>
                    <a:lnTo>
                      <a:pt x="1070" y="19"/>
                    </a:lnTo>
                    <a:lnTo>
                      <a:pt x="1076" y="36"/>
                    </a:lnTo>
                    <a:lnTo>
                      <a:pt x="1076" y="719"/>
                    </a:lnTo>
                    <a:lnTo>
                      <a:pt x="1076" y="721"/>
                    </a:lnTo>
                    <a:lnTo>
                      <a:pt x="1074" y="728"/>
                    </a:lnTo>
                    <a:lnTo>
                      <a:pt x="1072" y="736"/>
                    </a:lnTo>
                    <a:lnTo>
                      <a:pt x="1066" y="745"/>
                    </a:lnTo>
                    <a:lnTo>
                      <a:pt x="1055" y="751"/>
                    </a:lnTo>
                    <a:lnTo>
                      <a:pt x="1040" y="755"/>
                    </a:lnTo>
                    <a:lnTo>
                      <a:pt x="36" y="755"/>
                    </a:lnTo>
                    <a:lnTo>
                      <a:pt x="17" y="749"/>
                    </a:lnTo>
                    <a:lnTo>
                      <a:pt x="6" y="736"/>
                    </a:lnTo>
                    <a:lnTo>
                      <a:pt x="0" y="719"/>
                    </a:lnTo>
                    <a:lnTo>
                      <a:pt x="0" y="36"/>
                    </a:lnTo>
                    <a:lnTo>
                      <a:pt x="6" y="19"/>
                    </a:lnTo>
                    <a:lnTo>
                      <a:pt x="17" y="6"/>
                    </a:lnTo>
                    <a:lnTo>
                      <a:pt x="36"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nvGrpSpPr>
              <p:cNvPr id="18" name="グループ化 17"/>
              <p:cNvGrpSpPr/>
              <p:nvPr/>
            </p:nvGrpSpPr>
            <p:grpSpPr>
              <a:xfrm>
                <a:off x="1748349" y="5116639"/>
                <a:ext cx="829669" cy="904151"/>
                <a:chOff x="6399213" y="3455988"/>
                <a:chExt cx="636588" cy="693737"/>
              </a:xfrm>
            </p:grpSpPr>
            <p:sp>
              <p:nvSpPr>
                <p:cNvPr id="19" name="Freeform 85"/>
                <p:cNvSpPr>
                  <a:spLocks noEditPoints="1"/>
                </p:cNvSpPr>
                <p:nvPr/>
              </p:nvSpPr>
              <p:spPr bwMode="auto">
                <a:xfrm>
                  <a:off x="6543675" y="3455988"/>
                  <a:ext cx="347663" cy="347663"/>
                </a:xfrm>
                <a:custGeom>
                  <a:avLst/>
                  <a:gdLst>
                    <a:gd name="T0" fmla="*/ 101 w 201"/>
                    <a:gd name="T1" fmla="*/ 200 h 200"/>
                    <a:gd name="T2" fmla="*/ 171 w 201"/>
                    <a:gd name="T3" fmla="*/ 171 h 200"/>
                    <a:gd name="T4" fmla="*/ 201 w 201"/>
                    <a:gd name="T5" fmla="*/ 100 h 200"/>
                    <a:gd name="T6" fmla="*/ 171 w 201"/>
                    <a:gd name="T7" fmla="*/ 29 h 200"/>
                    <a:gd name="T8" fmla="*/ 101 w 201"/>
                    <a:gd name="T9" fmla="*/ 0 h 200"/>
                    <a:gd name="T10" fmla="*/ 30 w 201"/>
                    <a:gd name="T11" fmla="*/ 29 h 200"/>
                    <a:gd name="T12" fmla="*/ 0 w 201"/>
                    <a:gd name="T13" fmla="*/ 100 h 200"/>
                    <a:gd name="T14" fmla="*/ 30 w 201"/>
                    <a:gd name="T15" fmla="*/ 171 h 200"/>
                    <a:gd name="T16" fmla="*/ 101 w 201"/>
                    <a:gd name="T17" fmla="*/ 200 h 200"/>
                    <a:gd name="T18" fmla="*/ 101 w 201"/>
                    <a:gd name="T19" fmla="*/ 200 h 200"/>
                    <a:gd name="T20" fmla="*/ 101 w 201"/>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1" h="200">
                      <a:moveTo>
                        <a:pt x="101" y="200"/>
                      </a:moveTo>
                      <a:cubicBezTo>
                        <a:pt x="128" y="200"/>
                        <a:pt x="152" y="190"/>
                        <a:pt x="171" y="171"/>
                      </a:cubicBezTo>
                      <a:cubicBezTo>
                        <a:pt x="191" y="151"/>
                        <a:pt x="201" y="128"/>
                        <a:pt x="201" y="100"/>
                      </a:cubicBezTo>
                      <a:cubicBezTo>
                        <a:pt x="201" y="72"/>
                        <a:pt x="191" y="49"/>
                        <a:pt x="171" y="29"/>
                      </a:cubicBezTo>
                      <a:cubicBezTo>
                        <a:pt x="152" y="10"/>
                        <a:pt x="128" y="0"/>
                        <a:pt x="101" y="0"/>
                      </a:cubicBezTo>
                      <a:cubicBezTo>
                        <a:pt x="73" y="0"/>
                        <a:pt x="49" y="10"/>
                        <a:pt x="30" y="29"/>
                      </a:cubicBezTo>
                      <a:cubicBezTo>
                        <a:pt x="10" y="49"/>
                        <a:pt x="0" y="72"/>
                        <a:pt x="0" y="100"/>
                      </a:cubicBezTo>
                      <a:cubicBezTo>
                        <a:pt x="0" y="128"/>
                        <a:pt x="10" y="151"/>
                        <a:pt x="30" y="171"/>
                      </a:cubicBezTo>
                      <a:cubicBezTo>
                        <a:pt x="49" y="190"/>
                        <a:pt x="73" y="200"/>
                        <a:pt x="101" y="200"/>
                      </a:cubicBezTo>
                      <a:close/>
                      <a:moveTo>
                        <a:pt x="101" y="200"/>
                      </a:moveTo>
                      <a:cubicBezTo>
                        <a:pt x="101" y="200"/>
                        <a:pt x="101" y="200"/>
                        <a:pt x="101" y="20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sp>
              <p:nvSpPr>
                <p:cNvPr id="20" name="Freeform 86"/>
                <p:cNvSpPr>
                  <a:spLocks noEditPoints="1"/>
                </p:cNvSpPr>
                <p:nvPr/>
              </p:nvSpPr>
              <p:spPr bwMode="auto">
                <a:xfrm>
                  <a:off x="6399213" y="3775075"/>
                  <a:ext cx="636588" cy="374650"/>
                </a:xfrm>
                <a:custGeom>
                  <a:avLst/>
                  <a:gdLst>
                    <a:gd name="T0" fmla="*/ 366 w 367"/>
                    <a:gd name="T1" fmla="*/ 122 h 216"/>
                    <a:gd name="T2" fmla="*/ 363 w 367"/>
                    <a:gd name="T3" fmla="*/ 94 h 216"/>
                    <a:gd name="T4" fmla="*/ 356 w 367"/>
                    <a:gd name="T5" fmla="*/ 65 h 216"/>
                    <a:gd name="T6" fmla="*/ 344 w 367"/>
                    <a:gd name="T7" fmla="*/ 40 h 216"/>
                    <a:gd name="T8" fmla="*/ 328 w 367"/>
                    <a:gd name="T9" fmla="*/ 19 h 216"/>
                    <a:gd name="T10" fmla="*/ 306 w 367"/>
                    <a:gd name="T11" fmla="*/ 5 h 216"/>
                    <a:gd name="T12" fmla="*/ 277 w 367"/>
                    <a:gd name="T13" fmla="*/ 0 h 216"/>
                    <a:gd name="T14" fmla="*/ 266 w 367"/>
                    <a:gd name="T15" fmla="*/ 5 h 216"/>
                    <a:gd name="T16" fmla="*/ 247 w 367"/>
                    <a:gd name="T17" fmla="*/ 18 h 216"/>
                    <a:gd name="T18" fmla="*/ 218 w 367"/>
                    <a:gd name="T19" fmla="*/ 30 h 216"/>
                    <a:gd name="T20" fmla="*/ 184 w 367"/>
                    <a:gd name="T21" fmla="*/ 36 h 216"/>
                    <a:gd name="T22" fmla="*/ 149 w 367"/>
                    <a:gd name="T23" fmla="*/ 30 h 216"/>
                    <a:gd name="T24" fmla="*/ 121 w 367"/>
                    <a:gd name="T25" fmla="*/ 18 h 216"/>
                    <a:gd name="T26" fmla="*/ 101 w 367"/>
                    <a:gd name="T27" fmla="*/ 5 h 216"/>
                    <a:gd name="T28" fmla="*/ 90 w 367"/>
                    <a:gd name="T29" fmla="*/ 0 h 216"/>
                    <a:gd name="T30" fmla="*/ 61 w 367"/>
                    <a:gd name="T31" fmla="*/ 5 h 216"/>
                    <a:gd name="T32" fmla="*/ 39 w 367"/>
                    <a:gd name="T33" fmla="*/ 19 h 216"/>
                    <a:gd name="T34" fmla="*/ 23 w 367"/>
                    <a:gd name="T35" fmla="*/ 40 h 216"/>
                    <a:gd name="T36" fmla="*/ 11 w 367"/>
                    <a:gd name="T37" fmla="*/ 65 h 216"/>
                    <a:gd name="T38" fmla="*/ 5 w 367"/>
                    <a:gd name="T39" fmla="*/ 94 h 216"/>
                    <a:gd name="T40" fmla="*/ 1 w 367"/>
                    <a:gd name="T41" fmla="*/ 122 h 216"/>
                    <a:gd name="T42" fmla="*/ 0 w 367"/>
                    <a:gd name="T43" fmla="*/ 149 h 216"/>
                    <a:gd name="T44" fmla="*/ 19 w 367"/>
                    <a:gd name="T45" fmla="*/ 198 h 216"/>
                    <a:gd name="T46" fmla="*/ 70 w 367"/>
                    <a:gd name="T47" fmla="*/ 216 h 216"/>
                    <a:gd name="T48" fmla="*/ 297 w 367"/>
                    <a:gd name="T49" fmla="*/ 216 h 216"/>
                    <a:gd name="T50" fmla="*/ 348 w 367"/>
                    <a:gd name="T51" fmla="*/ 198 h 216"/>
                    <a:gd name="T52" fmla="*/ 367 w 367"/>
                    <a:gd name="T53" fmla="*/ 149 h 216"/>
                    <a:gd name="T54" fmla="*/ 366 w 367"/>
                    <a:gd name="T55" fmla="*/ 122 h 216"/>
                    <a:gd name="T56" fmla="*/ 366 w 367"/>
                    <a:gd name="T57" fmla="*/ 122 h 216"/>
                    <a:gd name="T58" fmla="*/ 366 w 367"/>
                    <a:gd name="T59"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216">
                      <a:moveTo>
                        <a:pt x="366" y="122"/>
                      </a:moveTo>
                      <a:cubicBezTo>
                        <a:pt x="366" y="113"/>
                        <a:pt x="364" y="104"/>
                        <a:pt x="363" y="94"/>
                      </a:cubicBezTo>
                      <a:cubicBezTo>
                        <a:pt x="361" y="83"/>
                        <a:pt x="358" y="74"/>
                        <a:pt x="356" y="65"/>
                      </a:cubicBezTo>
                      <a:cubicBezTo>
                        <a:pt x="353" y="57"/>
                        <a:pt x="349" y="48"/>
                        <a:pt x="344" y="40"/>
                      </a:cubicBezTo>
                      <a:cubicBezTo>
                        <a:pt x="340" y="32"/>
                        <a:pt x="334" y="25"/>
                        <a:pt x="328" y="19"/>
                      </a:cubicBezTo>
                      <a:cubicBezTo>
                        <a:pt x="322" y="13"/>
                        <a:pt x="315" y="8"/>
                        <a:pt x="306" y="5"/>
                      </a:cubicBezTo>
                      <a:cubicBezTo>
                        <a:pt x="297" y="1"/>
                        <a:pt x="287" y="0"/>
                        <a:pt x="277" y="0"/>
                      </a:cubicBezTo>
                      <a:cubicBezTo>
                        <a:pt x="275" y="0"/>
                        <a:pt x="272" y="1"/>
                        <a:pt x="266" y="5"/>
                      </a:cubicBezTo>
                      <a:cubicBezTo>
                        <a:pt x="260" y="9"/>
                        <a:pt x="254" y="13"/>
                        <a:pt x="247" y="18"/>
                      </a:cubicBezTo>
                      <a:cubicBezTo>
                        <a:pt x="239" y="22"/>
                        <a:pt x="230" y="26"/>
                        <a:pt x="218" y="30"/>
                      </a:cubicBezTo>
                      <a:cubicBezTo>
                        <a:pt x="207" y="34"/>
                        <a:pt x="195" y="36"/>
                        <a:pt x="184" y="36"/>
                      </a:cubicBezTo>
                      <a:cubicBezTo>
                        <a:pt x="172" y="36"/>
                        <a:pt x="160" y="34"/>
                        <a:pt x="149" y="30"/>
                      </a:cubicBezTo>
                      <a:cubicBezTo>
                        <a:pt x="137" y="26"/>
                        <a:pt x="128" y="22"/>
                        <a:pt x="121" y="18"/>
                      </a:cubicBezTo>
                      <a:cubicBezTo>
                        <a:pt x="113" y="13"/>
                        <a:pt x="107" y="9"/>
                        <a:pt x="101" y="5"/>
                      </a:cubicBezTo>
                      <a:cubicBezTo>
                        <a:pt x="95" y="1"/>
                        <a:pt x="92" y="0"/>
                        <a:pt x="90" y="0"/>
                      </a:cubicBezTo>
                      <a:cubicBezTo>
                        <a:pt x="80" y="0"/>
                        <a:pt x="70" y="1"/>
                        <a:pt x="61" y="5"/>
                      </a:cubicBezTo>
                      <a:cubicBezTo>
                        <a:pt x="52" y="8"/>
                        <a:pt x="45" y="13"/>
                        <a:pt x="39" y="19"/>
                      </a:cubicBezTo>
                      <a:cubicBezTo>
                        <a:pt x="33" y="25"/>
                        <a:pt x="27" y="32"/>
                        <a:pt x="23" y="40"/>
                      </a:cubicBezTo>
                      <a:cubicBezTo>
                        <a:pt x="18" y="48"/>
                        <a:pt x="14" y="57"/>
                        <a:pt x="11" y="65"/>
                      </a:cubicBezTo>
                      <a:cubicBezTo>
                        <a:pt x="9" y="74"/>
                        <a:pt x="6" y="83"/>
                        <a:pt x="5" y="94"/>
                      </a:cubicBezTo>
                      <a:cubicBezTo>
                        <a:pt x="3" y="104"/>
                        <a:pt x="2" y="113"/>
                        <a:pt x="1" y="122"/>
                      </a:cubicBezTo>
                      <a:cubicBezTo>
                        <a:pt x="0" y="131"/>
                        <a:pt x="0" y="140"/>
                        <a:pt x="0" y="149"/>
                      </a:cubicBezTo>
                      <a:cubicBezTo>
                        <a:pt x="0" y="170"/>
                        <a:pt x="6" y="186"/>
                        <a:pt x="19" y="198"/>
                      </a:cubicBezTo>
                      <a:cubicBezTo>
                        <a:pt x="32" y="210"/>
                        <a:pt x="49" y="216"/>
                        <a:pt x="70" y="216"/>
                      </a:cubicBezTo>
                      <a:cubicBezTo>
                        <a:pt x="297" y="216"/>
                        <a:pt x="297" y="216"/>
                        <a:pt x="297" y="216"/>
                      </a:cubicBezTo>
                      <a:cubicBezTo>
                        <a:pt x="319" y="216"/>
                        <a:pt x="335" y="210"/>
                        <a:pt x="348" y="198"/>
                      </a:cubicBezTo>
                      <a:cubicBezTo>
                        <a:pt x="361" y="186"/>
                        <a:pt x="367" y="170"/>
                        <a:pt x="367" y="149"/>
                      </a:cubicBezTo>
                      <a:cubicBezTo>
                        <a:pt x="367" y="140"/>
                        <a:pt x="367" y="131"/>
                        <a:pt x="366" y="122"/>
                      </a:cubicBezTo>
                      <a:close/>
                      <a:moveTo>
                        <a:pt x="366" y="122"/>
                      </a:moveTo>
                      <a:cubicBezTo>
                        <a:pt x="366" y="122"/>
                        <a:pt x="366" y="122"/>
                        <a:pt x="366" y="12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grpSp>
        </p:grpSp>
        <p:grpSp>
          <p:nvGrpSpPr>
            <p:cNvPr id="10" name="グループ化 9"/>
            <p:cNvGrpSpPr/>
            <p:nvPr/>
          </p:nvGrpSpPr>
          <p:grpSpPr>
            <a:xfrm>
              <a:off x="5950004" y="4617213"/>
              <a:ext cx="2217095" cy="1403577"/>
              <a:chOff x="1748349" y="4617213"/>
              <a:chExt cx="2217095" cy="1403577"/>
            </a:xfrm>
          </p:grpSpPr>
          <p:sp>
            <p:nvSpPr>
              <p:cNvPr id="11" name="Freeform 6"/>
              <p:cNvSpPr>
                <a:spLocks noChangeAspect="1" noEditPoints="1"/>
              </p:cNvSpPr>
              <p:nvPr/>
            </p:nvSpPr>
            <p:spPr bwMode="auto">
              <a:xfrm>
                <a:off x="2819604" y="4617213"/>
                <a:ext cx="1145840" cy="804006"/>
              </a:xfrm>
              <a:custGeom>
                <a:avLst/>
                <a:gdLst>
                  <a:gd name="T0" fmla="*/ 251 w 1076"/>
                  <a:gd name="T1" fmla="*/ 683 h 755"/>
                  <a:gd name="T2" fmla="*/ 824 w 1076"/>
                  <a:gd name="T3" fmla="*/ 575 h 755"/>
                  <a:gd name="T4" fmla="*/ 1040 w 1076"/>
                  <a:gd name="T5" fmla="*/ 575 h 755"/>
                  <a:gd name="T6" fmla="*/ 575 w 1076"/>
                  <a:gd name="T7" fmla="*/ 719 h 755"/>
                  <a:gd name="T8" fmla="*/ 573 w 1076"/>
                  <a:gd name="T9" fmla="*/ 575 h 755"/>
                  <a:gd name="T10" fmla="*/ 537 w 1076"/>
                  <a:gd name="T11" fmla="*/ 719 h 755"/>
                  <a:gd name="T12" fmla="*/ 36 w 1076"/>
                  <a:gd name="T13" fmla="*/ 575 h 755"/>
                  <a:gd name="T14" fmla="*/ 287 w 1076"/>
                  <a:gd name="T15" fmla="*/ 575 h 755"/>
                  <a:gd name="T16" fmla="*/ 251 w 1076"/>
                  <a:gd name="T17" fmla="*/ 431 h 755"/>
                  <a:gd name="T18" fmla="*/ 72 w 1076"/>
                  <a:gd name="T19" fmla="*/ 431 h 755"/>
                  <a:gd name="T20" fmla="*/ 1040 w 1076"/>
                  <a:gd name="T21" fmla="*/ 539 h 755"/>
                  <a:gd name="T22" fmla="*/ 573 w 1076"/>
                  <a:gd name="T23" fmla="*/ 395 h 755"/>
                  <a:gd name="T24" fmla="*/ 789 w 1076"/>
                  <a:gd name="T25" fmla="*/ 395 h 755"/>
                  <a:gd name="T26" fmla="*/ 323 w 1076"/>
                  <a:gd name="T27" fmla="*/ 539 h 755"/>
                  <a:gd name="T28" fmla="*/ 323 w 1076"/>
                  <a:gd name="T29" fmla="*/ 395 h 755"/>
                  <a:gd name="T30" fmla="*/ 287 w 1076"/>
                  <a:gd name="T31" fmla="*/ 539 h 755"/>
                  <a:gd name="T32" fmla="*/ 72 w 1076"/>
                  <a:gd name="T33" fmla="*/ 252 h 755"/>
                  <a:gd name="T34" fmla="*/ 72 w 1076"/>
                  <a:gd name="T35" fmla="*/ 323 h 755"/>
                  <a:gd name="T36" fmla="*/ 824 w 1076"/>
                  <a:gd name="T37" fmla="*/ 359 h 755"/>
                  <a:gd name="T38" fmla="*/ 824 w 1076"/>
                  <a:gd name="T39" fmla="*/ 216 h 755"/>
                  <a:gd name="T40" fmla="*/ 789 w 1076"/>
                  <a:gd name="T41" fmla="*/ 359 h 755"/>
                  <a:gd name="T42" fmla="*/ 323 w 1076"/>
                  <a:gd name="T43" fmla="*/ 216 h 755"/>
                  <a:gd name="T44" fmla="*/ 537 w 1076"/>
                  <a:gd name="T45" fmla="*/ 216 h 755"/>
                  <a:gd name="T46" fmla="*/ 36 w 1076"/>
                  <a:gd name="T47" fmla="*/ 359 h 755"/>
                  <a:gd name="T48" fmla="*/ 36 w 1076"/>
                  <a:gd name="T49" fmla="*/ 216 h 755"/>
                  <a:gd name="T50" fmla="*/ 1004 w 1076"/>
                  <a:gd name="T51" fmla="*/ 144 h 755"/>
                  <a:gd name="T52" fmla="*/ 609 w 1076"/>
                  <a:gd name="T53" fmla="*/ 72 h 755"/>
                  <a:gd name="T54" fmla="*/ 609 w 1076"/>
                  <a:gd name="T55" fmla="*/ 144 h 755"/>
                  <a:gd name="T56" fmla="*/ 503 w 1076"/>
                  <a:gd name="T57" fmla="*/ 72 h 755"/>
                  <a:gd name="T58" fmla="*/ 359 w 1076"/>
                  <a:gd name="T59" fmla="*/ 72 h 755"/>
                  <a:gd name="T60" fmla="*/ 251 w 1076"/>
                  <a:gd name="T61" fmla="*/ 144 h 755"/>
                  <a:gd name="T62" fmla="*/ 824 w 1076"/>
                  <a:gd name="T63" fmla="*/ 36 h 755"/>
                  <a:gd name="T64" fmla="*/ 1040 w 1076"/>
                  <a:gd name="T65" fmla="*/ 36 h 755"/>
                  <a:gd name="T66" fmla="*/ 573 w 1076"/>
                  <a:gd name="T67" fmla="*/ 180 h 755"/>
                  <a:gd name="T68" fmla="*/ 573 w 1076"/>
                  <a:gd name="T69" fmla="*/ 36 h 755"/>
                  <a:gd name="T70" fmla="*/ 537 w 1076"/>
                  <a:gd name="T71" fmla="*/ 180 h 755"/>
                  <a:gd name="T72" fmla="*/ 36 w 1076"/>
                  <a:gd name="T73" fmla="*/ 36 h 755"/>
                  <a:gd name="T74" fmla="*/ 287 w 1076"/>
                  <a:gd name="T75" fmla="*/ 36 h 755"/>
                  <a:gd name="T76" fmla="*/ 1040 w 1076"/>
                  <a:gd name="T77" fmla="*/ 0 h 755"/>
                  <a:gd name="T78" fmla="*/ 1076 w 1076"/>
                  <a:gd name="T79" fmla="*/ 36 h 755"/>
                  <a:gd name="T80" fmla="*/ 1074 w 1076"/>
                  <a:gd name="T81" fmla="*/ 728 h 755"/>
                  <a:gd name="T82" fmla="*/ 1055 w 1076"/>
                  <a:gd name="T83" fmla="*/ 751 h 755"/>
                  <a:gd name="T84" fmla="*/ 17 w 1076"/>
                  <a:gd name="T85" fmla="*/ 749 h 755"/>
                  <a:gd name="T86" fmla="*/ 0 w 1076"/>
                  <a:gd name="T87" fmla="*/ 36 h 755"/>
                  <a:gd name="T88" fmla="*/ 36 w 1076"/>
                  <a:gd name="T89" fmla="*/ 0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76" h="755">
                    <a:moveTo>
                      <a:pt x="72" y="611"/>
                    </a:moveTo>
                    <a:lnTo>
                      <a:pt x="251" y="611"/>
                    </a:lnTo>
                    <a:lnTo>
                      <a:pt x="251" y="683"/>
                    </a:lnTo>
                    <a:lnTo>
                      <a:pt x="72" y="683"/>
                    </a:lnTo>
                    <a:lnTo>
                      <a:pt x="72" y="611"/>
                    </a:lnTo>
                    <a:close/>
                    <a:moveTo>
                      <a:pt x="824" y="575"/>
                    </a:moveTo>
                    <a:lnTo>
                      <a:pt x="824" y="719"/>
                    </a:lnTo>
                    <a:lnTo>
                      <a:pt x="1040" y="719"/>
                    </a:lnTo>
                    <a:lnTo>
                      <a:pt x="1040" y="575"/>
                    </a:lnTo>
                    <a:lnTo>
                      <a:pt x="824" y="575"/>
                    </a:lnTo>
                    <a:close/>
                    <a:moveTo>
                      <a:pt x="573" y="575"/>
                    </a:moveTo>
                    <a:lnTo>
                      <a:pt x="575" y="719"/>
                    </a:lnTo>
                    <a:lnTo>
                      <a:pt x="789" y="719"/>
                    </a:lnTo>
                    <a:lnTo>
                      <a:pt x="789" y="575"/>
                    </a:lnTo>
                    <a:lnTo>
                      <a:pt x="573" y="575"/>
                    </a:lnTo>
                    <a:close/>
                    <a:moveTo>
                      <a:pt x="323" y="575"/>
                    </a:moveTo>
                    <a:lnTo>
                      <a:pt x="323" y="719"/>
                    </a:lnTo>
                    <a:lnTo>
                      <a:pt x="537" y="719"/>
                    </a:lnTo>
                    <a:lnTo>
                      <a:pt x="537" y="575"/>
                    </a:lnTo>
                    <a:lnTo>
                      <a:pt x="323" y="575"/>
                    </a:lnTo>
                    <a:close/>
                    <a:moveTo>
                      <a:pt x="36" y="575"/>
                    </a:moveTo>
                    <a:lnTo>
                      <a:pt x="36" y="719"/>
                    </a:lnTo>
                    <a:lnTo>
                      <a:pt x="287" y="719"/>
                    </a:lnTo>
                    <a:lnTo>
                      <a:pt x="287" y="575"/>
                    </a:lnTo>
                    <a:lnTo>
                      <a:pt x="36" y="575"/>
                    </a:lnTo>
                    <a:close/>
                    <a:moveTo>
                      <a:pt x="72" y="431"/>
                    </a:moveTo>
                    <a:lnTo>
                      <a:pt x="251" y="431"/>
                    </a:lnTo>
                    <a:lnTo>
                      <a:pt x="251" y="503"/>
                    </a:lnTo>
                    <a:lnTo>
                      <a:pt x="72" y="503"/>
                    </a:lnTo>
                    <a:lnTo>
                      <a:pt x="72" y="431"/>
                    </a:lnTo>
                    <a:close/>
                    <a:moveTo>
                      <a:pt x="824" y="395"/>
                    </a:moveTo>
                    <a:lnTo>
                      <a:pt x="824" y="539"/>
                    </a:lnTo>
                    <a:lnTo>
                      <a:pt x="1040" y="539"/>
                    </a:lnTo>
                    <a:lnTo>
                      <a:pt x="1040" y="395"/>
                    </a:lnTo>
                    <a:lnTo>
                      <a:pt x="824" y="395"/>
                    </a:lnTo>
                    <a:close/>
                    <a:moveTo>
                      <a:pt x="573" y="395"/>
                    </a:moveTo>
                    <a:lnTo>
                      <a:pt x="575" y="539"/>
                    </a:lnTo>
                    <a:lnTo>
                      <a:pt x="789" y="539"/>
                    </a:lnTo>
                    <a:lnTo>
                      <a:pt x="789" y="395"/>
                    </a:lnTo>
                    <a:lnTo>
                      <a:pt x="573" y="395"/>
                    </a:lnTo>
                    <a:close/>
                    <a:moveTo>
                      <a:pt x="323" y="395"/>
                    </a:moveTo>
                    <a:lnTo>
                      <a:pt x="323" y="539"/>
                    </a:lnTo>
                    <a:lnTo>
                      <a:pt x="537" y="539"/>
                    </a:lnTo>
                    <a:lnTo>
                      <a:pt x="537" y="395"/>
                    </a:lnTo>
                    <a:lnTo>
                      <a:pt x="323" y="395"/>
                    </a:lnTo>
                    <a:close/>
                    <a:moveTo>
                      <a:pt x="36" y="395"/>
                    </a:moveTo>
                    <a:lnTo>
                      <a:pt x="36" y="539"/>
                    </a:lnTo>
                    <a:lnTo>
                      <a:pt x="287" y="539"/>
                    </a:lnTo>
                    <a:lnTo>
                      <a:pt x="287" y="395"/>
                    </a:lnTo>
                    <a:lnTo>
                      <a:pt x="36" y="395"/>
                    </a:lnTo>
                    <a:close/>
                    <a:moveTo>
                      <a:pt x="72" y="252"/>
                    </a:moveTo>
                    <a:lnTo>
                      <a:pt x="251" y="252"/>
                    </a:lnTo>
                    <a:lnTo>
                      <a:pt x="251" y="323"/>
                    </a:lnTo>
                    <a:lnTo>
                      <a:pt x="72" y="323"/>
                    </a:lnTo>
                    <a:lnTo>
                      <a:pt x="72" y="252"/>
                    </a:lnTo>
                    <a:close/>
                    <a:moveTo>
                      <a:pt x="824" y="216"/>
                    </a:moveTo>
                    <a:lnTo>
                      <a:pt x="824" y="359"/>
                    </a:lnTo>
                    <a:lnTo>
                      <a:pt x="1040" y="359"/>
                    </a:lnTo>
                    <a:lnTo>
                      <a:pt x="1040" y="216"/>
                    </a:lnTo>
                    <a:lnTo>
                      <a:pt x="824" y="216"/>
                    </a:lnTo>
                    <a:close/>
                    <a:moveTo>
                      <a:pt x="573" y="216"/>
                    </a:moveTo>
                    <a:lnTo>
                      <a:pt x="573" y="359"/>
                    </a:lnTo>
                    <a:lnTo>
                      <a:pt x="789" y="359"/>
                    </a:lnTo>
                    <a:lnTo>
                      <a:pt x="789" y="216"/>
                    </a:lnTo>
                    <a:lnTo>
                      <a:pt x="573" y="216"/>
                    </a:lnTo>
                    <a:close/>
                    <a:moveTo>
                      <a:pt x="323" y="216"/>
                    </a:moveTo>
                    <a:lnTo>
                      <a:pt x="323" y="359"/>
                    </a:lnTo>
                    <a:lnTo>
                      <a:pt x="537" y="359"/>
                    </a:lnTo>
                    <a:lnTo>
                      <a:pt x="537" y="216"/>
                    </a:lnTo>
                    <a:lnTo>
                      <a:pt x="323" y="216"/>
                    </a:lnTo>
                    <a:close/>
                    <a:moveTo>
                      <a:pt x="36" y="216"/>
                    </a:moveTo>
                    <a:lnTo>
                      <a:pt x="36" y="359"/>
                    </a:lnTo>
                    <a:lnTo>
                      <a:pt x="287" y="359"/>
                    </a:lnTo>
                    <a:lnTo>
                      <a:pt x="287" y="216"/>
                    </a:lnTo>
                    <a:lnTo>
                      <a:pt x="36" y="216"/>
                    </a:lnTo>
                    <a:close/>
                    <a:moveTo>
                      <a:pt x="860" y="72"/>
                    </a:moveTo>
                    <a:lnTo>
                      <a:pt x="1004" y="72"/>
                    </a:lnTo>
                    <a:lnTo>
                      <a:pt x="1004" y="144"/>
                    </a:lnTo>
                    <a:lnTo>
                      <a:pt x="860" y="144"/>
                    </a:lnTo>
                    <a:lnTo>
                      <a:pt x="860" y="72"/>
                    </a:lnTo>
                    <a:close/>
                    <a:moveTo>
                      <a:pt x="609" y="72"/>
                    </a:moveTo>
                    <a:lnTo>
                      <a:pt x="753" y="72"/>
                    </a:lnTo>
                    <a:lnTo>
                      <a:pt x="753" y="144"/>
                    </a:lnTo>
                    <a:lnTo>
                      <a:pt x="609" y="144"/>
                    </a:lnTo>
                    <a:lnTo>
                      <a:pt x="609" y="72"/>
                    </a:lnTo>
                    <a:close/>
                    <a:moveTo>
                      <a:pt x="359" y="72"/>
                    </a:moveTo>
                    <a:lnTo>
                      <a:pt x="503" y="72"/>
                    </a:lnTo>
                    <a:lnTo>
                      <a:pt x="503" y="144"/>
                    </a:lnTo>
                    <a:lnTo>
                      <a:pt x="359" y="144"/>
                    </a:lnTo>
                    <a:lnTo>
                      <a:pt x="359" y="72"/>
                    </a:lnTo>
                    <a:close/>
                    <a:moveTo>
                      <a:pt x="72" y="72"/>
                    </a:moveTo>
                    <a:lnTo>
                      <a:pt x="251" y="72"/>
                    </a:lnTo>
                    <a:lnTo>
                      <a:pt x="251" y="144"/>
                    </a:lnTo>
                    <a:lnTo>
                      <a:pt x="72" y="144"/>
                    </a:lnTo>
                    <a:lnTo>
                      <a:pt x="72" y="72"/>
                    </a:lnTo>
                    <a:close/>
                    <a:moveTo>
                      <a:pt x="824" y="36"/>
                    </a:moveTo>
                    <a:lnTo>
                      <a:pt x="824" y="180"/>
                    </a:lnTo>
                    <a:lnTo>
                      <a:pt x="1040" y="180"/>
                    </a:lnTo>
                    <a:lnTo>
                      <a:pt x="1040" y="36"/>
                    </a:lnTo>
                    <a:lnTo>
                      <a:pt x="824" y="36"/>
                    </a:lnTo>
                    <a:close/>
                    <a:moveTo>
                      <a:pt x="573" y="36"/>
                    </a:moveTo>
                    <a:lnTo>
                      <a:pt x="573" y="180"/>
                    </a:lnTo>
                    <a:lnTo>
                      <a:pt x="789" y="180"/>
                    </a:lnTo>
                    <a:lnTo>
                      <a:pt x="789" y="36"/>
                    </a:lnTo>
                    <a:lnTo>
                      <a:pt x="573" y="36"/>
                    </a:lnTo>
                    <a:close/>
                    <a:moveTo>
                      <a:pt x="323" y="36"/>
                    </a:moveTo>
                    <a:lnTo>
                      <a:pt x="323" y="180"/>
                    </a:lnTo>
                    <a:lnTo>
                      <a:pt x="537" y="180"/>
                    </a:lnTo>
                    <a:lnTo>
                      <a:pt x="537" y="36"/>
                    </a:lnTo>
                    <a:lnTo>
                      <a:pt x="323" y="36"/>
                    </a:lnTo>
                    <a:close/>
                    <a:moveTo>
                      <a:pt x="36" y="36"/>
                    </a:moveTo>
                    <a:lnTo>
                      <a:pt x="36" y="180"/>
                    </a:lnTo>
                    <a:lnTo>
                      <a:pt x="287" y="180"/>
                    </a:lnTo>
                    <a:lnTo>
                      <a:pt x="287" y="36"/>
                    </a:lnTo>
                    <a:lnTo>
                      <a:pt x="36" y="36"/>
                    </a:lnTo>
                    <a:close/>
                    <a:moveTo>
                      <a:pt x="36" y="0"/>
                    </a:moveTo>
                    <a:lnTo>
                      <a:pt x="1040" y="0"/>
                    </a:lnTo>
                    <a:lnTo>
                      <a:pt x="1059" y="6"/>
                    </a:lnTo>
                    <a:lnTo>
                      <a:pt x="1070" y="19"/>
                    </a:lnTo>
                    <a:lnTo>
                      <a:pt x="1076" y="36"/>
                    </a:lnTo>
                    <a:lnTo>
                      <a:pt x="1076" y="719"/>
                    </a:lnTo>
                    <a:lnTo>
                      <a:pt x="1076" y="721"/>
                    </a:lnTo>
                    <a:lnTo>
                      <a:pt x="1074" y="728"/>
                    </a:lnTo>
                    <a:lnTo>
                      <a:pt x="1072" y="736"/>
                    </a:lnTo>
                    <a:lnTo>
                      <a:pt x="1066" y="745"/>
                    </a:lnTo>
                    <a:lnTo>
                      <a:pt x="1055" y="751"/>
                    </a:lnTo>
                    <a:lnTo>
                      <a:pt x="1040" y="755"/>
                    </a:lnTo>
                    <a:lnTo>
                      <a:pt x="36" y="755"/>
                    </a:lnTo>
                    <a:lnTo>
                      <a:pt x="17" y="749"/>
                    </a:lnTo>
                    <a:lnTo>
                      <a:pt x="6" y="736"/>
                    </a:lnTo>
                    <a:lnTo>
                      <a:pt x="0" y="719"/>
                    </a:lnTo>
                    <a:lnTo>
                      <a:pt x="0" y="36"/>
                    </a:lnTo>
                    <a:lnTo>
                      <a:pt x="6" y="19"/>
                    </a:lnTo>
                    <a:lnTo>
                      <a:pt x="17" y="6"/>
                    </a:lnTo>
                    <a:lnTo>
                      <a:pt x="36"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nvGrpSpPr>
              <p:cNvPr id="12" name="グループ化 11"/>
              <p:cNvGrpSpPr/>
              <p:nvPr/>
            </p:nvGrpSpPr>
            <p:grpSpPr>
              <a:xfrm>
                <a:off x="1748349" y="5116639"/>
                <a:ext cx="829669" cy="904151"/>
                <a:chOff x="6399213" y="3455988"/>
                <a:chExt cx="636588" cy="693737"/>
              </a:xfrm>
            </p:grpSpPr>
            <p:sp>
              <p:nvSpPr>
                <p:cNvPr id="13" name="Freeform 85"/>
                <p:cNvSpPr>
                  <a:spLocks noEditPoints="1"/>
                </p:cNvSpPr>
                <p:nvPr/>
              </p:nvSpPr>
              <p:spPr bwMode="auto">
                <a:xfrm>
                  <a:off x="6543675" y="3455988"/>
                  <a:ext cx="347663" cy="347663"/>
                </a:xfrm>
                <a:custGeom>
                  <a:avLst/>
                  <a:gdLst>
                    <a:gd name="T0" fmla="*/ 101 w 201"/>
                    <a:gd name="T1" fmla="*/ 200 h 200"/>
                    <a:gd name="T2" fmla="*/ 171 w 201"/>
                    <a:gd name="T3" fmla="*/ 171 h 200"/>
                    <a:gd name="T4" fmla="*/ 201 w 201"/>
                    <a:gd name="T5" fmla="*/ 100 h 200"/>
                    <a:gd name="T6" fmla="*/ 171 w 201"/>
                    <a:gd name="T7" fmla="*/ 29 h 200"/>
                    <a:gd name="T8" fmla="*/ 101 w 201"/>
                    <a:gd name="T9" fmla="*/ 0 h 200"/>
                    <a:gd name="T10" fmla="*/ 30 w 201"/>
                    <a:gd name="T11" fmla="*/ 29 h 200"/>
                    <a:gd name="T12" fmla="*/ 0 w 201"/>
                    <a:gd name="T13" fmla="*/ 100 h 200"/>
                    <a:gd name="T14" fmla="*/ 30 w 201"/>
                    <a:gd name="T15" fmla="*/ 171 h 200"/>
                    <a:gd name="T16" fmla="*/ 101 w 201"/>
                    <a:gd name="T17" fmla="*/ 200 h 200"/>
                    <a:gd name="T18" fmla="*/ 101 w 201"/>
                    <a:gd name="T19" fmla="*/ 200 h 200"/>
                    <a:gd name="T20" fmla="*/ 101 w 201"/>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1" h="200">
                      <a:moveTo>
                        <a:pt x="101" y="200"/>
                      </a:moveTo>
                      <a:cubicBezTo>
                        <a:pt x="128" y="200"/>
                        <a:pt x="152" y="190"/>
                        <a:pt x="171" y="171"/>
                      </a:cubicBezTo>
                      <a:cubicBezTo>
                        <a:pt x="191" y="151"/>
                        <a:pt x="201" y="128"/>
                        <a:pt x="201" y="100"/>
                      </a:cubicBezTo>
                      <a:cubicBezTo>
                        <a:pt x="201" y="72"/>
                        <a:pt x="191" y="49"/>
                        <a:pt x="171" y="29"/>
                      </a:cubicBezTo>
                      <a:cubicBezTo>
                        <a:pt x="152" y="10"/>
                        <a:pt x="128" y="0"/>
                        <a:pt x="101" y="0"/>
                      </a:cubicBezTo>
                      <a:cubicBezTo>
                        <a:pt x="73" y="0"/>
                        <a:pt x="49" y="10"/>
                        <a:pt x="30" y="29"/>
                      </a:cubicBezTo>
                      <a:cubicBezTo>
                        <a:pt x="10" y="49"/>
                        <a:pt x="0" y="72"/>
                        <a:pt x="0" y="100"/>
                      </a:cubicBezTo>
                      <a:cubicBezTo>
                        <a:pt x="0" y="128"/>
                        <a:pt x="10" y="151"/>
                        <a:pt x="30" y="171"/>
                      </a:cubicBezTo>
                      <a:cubicBezTo>
                        <a:pt x="49" y="190"/>
                        <a:pt x="73" y="200"/>
                        <a:pt x="101" y="200"/>
                      </a:cubicBezTo>
                      <a:close/>
                      <a:moveTo>
                        <a:pt x="101" y="200"/>
                      </a:moveTo>
                      <a:cubicBezTo>
                        <a:pt x="101" y="200"/>
                        <a:pt x="101" y="200"/>
                        <a:pt x="101" y="20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sp>
              <p:nvSpPr>
                <p:cNvPr id="14" name="Freeform 86"/>
                <p:cNvSpPr>
                  <a:spLocks noEditPoints="1"/>
                </p:cNvSpPr>
                <p:nvPr/>
              </p:nvSpPr>
              <p:spPr bwMode="auto">
                <a:xfrm>
                  <a:off x="6399213" y="3775075"/>
                  <a:ext cx="636588" cy="374650"/>
                </a:xfrm>
                <a:custGeom>
                  <a:avLst/>
                  <a:gdLst>
                    <a:gd name="T0" fmla="*/ 366 w 367"/>
                    <a:gd name="T1" fmla="*/ 122 h 216"/>
                    <a:gd name="T2" fmla="*/ 363 w 367"/>
                    <a:gd name="T3" fmla="*/ 94 h 216"/>
                    <a:gd name="T4" fmla="*/ 356 w 367"/>
                    <a:gd name="T5" fmla="*/ 65 h 216"/>
                    <a:gd name="T6" fmla="*/ 344 w 367"/>
                    <a:gd name="T7" fmla="*/ 40 h 216"/>
                    <a:gd name="T8" fmla="*/ 328 w 367"/>
                    <a:gd name="T9" fmla="*/ 19 h 216"/>
                    <a:gd name="T10" fmla="*/ 306 w 367"/>
                    <a:gd name="T11" fmla="*/ 5 h 216"/>
                    <a:gd name="T12" fmla="*/ 277 w 367"/>
                    <a:gd name="T13" fmla="*/ 0 h 216"/>
                    <a:gd name="T14" fmla="*/ 266 w 367"/>
                    <a:gd name="T15" fmla="*/ 5 h 216"/>
                    <a:gd name="T16" fmla="*/ 247 w 367"/>
                    <a:gd name="T17" fmla="*/ 18 h 216"/>
                    <a:gd name="T18" fmla="*/ 218 w 367"/>
                    <a:gd name="T19" fmla="*/ 30 h 216"/>
                    <a:gd name="T20" fmla="*/ 184 w 367"/>
                    <a:gd name="T21" fmla="*/ 36 h 216"/>
                    <a:gd name="T22" fmla="*/ 149 w 367"/>
                    <a:gd name="T23" fmla="*/ 30 h 216"/>
                    <a:gd name="T24" fmla="*/ 121 w 367"/>
                    <a:gd name="T25" fmla="*/ 18 h 216"/>
                    <a:gd name="T26" fmla="*/ 101 w 367"/>
                    <a:gd name="T27" fmla="*/ 5 h 216"/>
                    <a:gd name="T28" fmla="*/ 90 w 367"/>
                    <a:gd name="T29" fmla="*/ 0 h 216"/>
                    <a:gd name="T30" fmla="*/ 61 w 367"/>
                    <a:gd name="T31" fmla="*/ 5 h 216"/>
                    <a:gd name="T32" fmla="*/ 39 w 367"/>
                    <a:gd name="T33" fmla="*/ 19 h 216"/>
                    <a:gd name="T34" fmla="*/ 23 w 367"/>
                    <a:gd name="T35" fmla="*/ 40 h 216"/>
                    <a:gd name="T36" fmla="*/ 11 w 367"/>
                    <a:gd name="T37" fmla="*/ 65 h 216"/>
                    <a:gd name="T38" fmla="*/ 5 w 367"/>
                    <a:gd name="T39" fmla="*/ 94 h 216"/>
                    <a:gd name="T40" fmla="*/ 1 w 367"/>
                    <a:gd name="T41" fmla="*/ 122 h 216"/>
                    <a:gd name="T42" fmla="*/ 0 w 367"/>
                    <a:gd name="T43" fmla="*/ 149 h 216"/>
                    <a:gd name="T44" fmla="*/ 19 w 367"/>
                    <a:gd name="T45" fmla="*/ 198 h 216"/>
                    <a:gd name="T46" fmla="*/ 70 w 367"/>
                    <a:gd name="T47" fmla="*/ 216 h 216"/>
                    <a:gd name="T48" fmla="*/ 297 w 367"/>
                    <a:gd name="T49" fmla="*/ 216 h 216"/>
                    <a:gd name="T50" fmla="*/ 348 w 367"/>
                    <a:gd name="T51" fmla="*/ 198 h 216"/>
                    <a:gd name="T52" fmla="*/ 367 w 367"/>
                    <a:gd name="T53" fmla="*/ 149 h 216"/>
                    <a:gd name="T54" fmla="*/ 366 w 367"/>
                    <a:gd name="T55" fmla="*/ 122 h 216"/>
                    <a:gd name="T56" fmla="*/ 366 w 367"/>
                    <a:gd name="T57" fmla="*/ 122 h 216"/>
                    <a:gd name="T58" fmla="*/ 366 w 367"/>
                    <a:gd name="T59"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216">
                      <a:moveTo>
                        <a:pt x="366" y="122"/>
                      </a:moveTo>
                      <a:cubicBezTo>
                        <a:pt x="366" y="113"/>
                        <a:pt x="364" y="104"/>
                        <a:pt x="363" y="94"/>
                      </a:cubicBezTo>
                      <a:cubicBezTo>
                        <a:pt x="361" y="83"/>
                        <a:pt x="358" y="74"/>
                        <a:pt x="356" y="65"/>
                      </a:cubicBezTo>
                      <a:cubicBezTo>
                        <a:pt x="353" y="57"/>
                        <a:pt x="349" y="48"/>
                        <a:pt x="344" y="40"/>
                      </a:cubicBezTo>
                      <a:cubicBezTo>
                        <a:pt x="340" y="32"/>
                        <a:pt x="334" y="25"/>
                        <a:pt x="328" y="19"/>
                      </a:cubicBezTo>
                      <a:cubicBezTo>
                        <a:pt x="322" y="13"/>
                        <a:pt x="315" y="8"/>
                        <a:pt x="306" y="5"/>
                      </a:cubicBezTo>
                      <a:cubicBezTo>
                        <a:pt x="297" y="1"/>
                        <a:pt x="287" y="0"/>
                        <a:pt x="277" y="0"/>
                      </a:cubicBezTo>
                      <a:cubicBezTo>
                        <a:pt x="275" y="0"/>
                        <a:pt x="272" y="1"/>
                        <a:pt x="266" y="5"/>
                      </a:cubicBezTo>
                      <a:cubicBezTo>
                        <a:pt x="260" y="9"/>
                        <a:pt x="254" y="13"/>
                        <a:pt x="247" y="18"/>
                      </a:cubicBezTo>
                      <a:cubicBezTo>
                        <a:pt x="239" y="22"/>
                        <a:pt x="230" y="26"/>
                        <a:pt x="218" y="30"/>
                      </a:cubicBezTo>
                      <a:cubicBezTo>
                        <a:pt x="207" y="34"/>
                        <a:pt x="195" y="36"/>
                        <a:pt x="184" y="36"/>
                      </a:cubicBezTo>
                      <a:cubicBezTo>
                        <a:pt x="172" y="36"/>
                        <a:pt x="160" y="34"/>
                        <a:pt x="149" y="30"/>
                      </a:cubicBezTo>
                      <a:cubicBezTo>
                        <a:pt x="137" y="26"/>
                        <a:pt x="128" y="22"/>
                        <a:pt x="121" y="18"/>
                      </a:cubicBezTo>
                      <a:cubicBezTo>
                        <a:pt x="113" y="13"/>
                        <a:pt x="107" y="9"/>
                        <a:pt x="101" y="5"/>
                      </a:cubicBezTo>
                      <a:cubicBezTo>
                        <a:pt x="95" y="1"/>
                        <a:pt x="92" y="0"/>
                        <a:pt x="90" y="0"/>
                      </a:cubicBezTo>
                      <a:cubicBezTo>
                        <a:pt x="80" y="0"/>
                        <a:pt x="70" y="1"/>
                        <a:pt x="61" y="5"/>
                      </a:cubicBezTo>
                      <a:cubicBezTo>
                        <a:pt x="52" y="8"/>
                        <a:pt x="45" y="13"/>
                        <a:pt x="39" y="19"/>
                      </a:cubicBezTo>
                      <a:cubicBezTo>
                        <a:pt x="33" y="25"/>
                        <a:pt x="27" y="32"/>
                        <a:pt x="23" y="40"/>
                      </a:cubicBezTo>
                      <a:cubicBezTo>
                        <a:pt x="18" y="48"/>
                        <a:pt x="14" y="57"/>
                        <a:pt x="11" y="65"/>
                      </a:cubicBezTo>
                      <a:cubicBezTo>
                        <a:pt x="9" y="74"/>
                        <a:pt x="6" y="83"/>
                        <a:pt x="5" y="94"/>
                      </a:cubicBezTo>
                      <a:cubicBezTo>
                        <a:pt x="3" y="104"/>
                        <a:pt x="2" y="113"/>
                        <a:pt x="1" y="122"/>
                      </a:cubicBezTo>
                      <a:cubicBezTo>
                        <a:pt x="0" y="131"/>
                        <a:pt x="0" y="140"/>
                        <a:pt x="0" y="149"/>
                      </a:cubicBezTo>
                      <a:cubicBezTo>
                        <a:pt x="0" y="170"/>
                        <a:pt x="6" y="186"/>
                        <a:pt x="19" y="198"/>
                      </a:cubicBezTo>
                      <a:cubicBezTo>
                        <a:pt x="32" y="210"/>
                        <a:pt x="49" y="216"/>
                        <a:pt x="70" y="216"/>
                      </a:cubicBezTo>
                      <a:cubicBezTo>
                        <a:pt x="297" y="216"/>
                        <a:pt x="297" y="216"/>
                        <a:pt x="297" y="216"/>
                      </a:cubicBezTo>
                      <a:cubicBezTo>
                        <a:pt x="319" y="216"/>
                        <a:pt x="335" y="210"/>
                        <a:pt x="348" y="198"/>
                      </a:cubicBezTo>
                      <a:cubicBezTo>
                        <a:pt x="361" y="186"/>
                        <a:pt x="367" y="170"/>
                        <a:pt x="367" y="149"/>
                      </a:cubicBezTo>
                      <a:cubicBezTo>
                        <a:pt x="367" y="140"/>
                        <a:pt x="367" y="131"/>
                        <a:pt x="366" y="122"/>
                      </a:cubicBezTo>
                      <a:close/>
                      <a:moveTo>
                        <a:pt x="366" y="122"/>
                      </a:moveTo>
                      <a:cubicBezTo>
                        <a:pt x="366" y="122"/>
                        <a:pt x="366" y="122"/>
                        <a:pt x="366" y="12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grpSp>
        </p:grpSp>
      </p:grpSp>
      <p:grpSp>
        <p:nvGrpSpPr>
          <p:cNvPr id="24" name="グループ化 23"/>
          <p:cNvGrpSpPr/>
          <p:nvPr/>
        </p:nvGrpSpPr>
        <p:grpSpPr>
          <a:xfrm>
            <a:off x="4572000" y="3433621"/>
            <a:ext cx="3224499" cy="1289067"/>
            <a:chOff x="1246527" y="3752603"/>
            <a:chExt cx="3224499" cy="1289067"/>
          </a:xfrm>
        </p:grpSpPr>
        <p:sp>
          <p:nvSpPr>
            <p:cNvPr id="21" name="円形吹き出し 20"/>
            <p:cNvSpPr/>
            <p:nvPr/>
          </p:nvSpPr>
          <p:spPr>
            <a:xfrm>
              <a:off x="1246527" y="3752603"/>
              <a:ext cx="3224499" cy="1289067"/>
            </a:xfrm>
            <a:custGeom>
              <a:avLst/>
              <a:gdLst>
                <a:gd name="connsiteX0" fmla="*/ 564047 w 3222757"/>
                <a:gd name="connsiteY0" fmla="*/ 1081435 h 926275"/>
                <a:gd name="connsiteX1" fmla="*/ 642541 w 3222757"/>
                <a:gd name="connsiteY1" fmla="*/ 833213 h 926275"/>
                <a:gd name="connsiteX2" fmla="*/ 1373420 w 3222757"/>
                <a:gd name="connsiteY2" fmla="*/ 5077 h 926275"/>
                <a:gd name="connsiteX3" fmla="*/ 2243106 w 3222757"/>
                <a:gd name="connsiteY3" fmla="*/ 37074 h 926275"/>
                <a:gd name="connsiteX4" fmla="*/ 1996083 w 3222757"/>
                <a:gd name="connsiteY4" fmla="*/ 912882 h 926275"/>
                <a:gd name="connsiteX5" fmla="*/ 1195428 w 3222757"/>
                <a:gd name="connsiteY5" fmla="*/ 910579 h 926275"/>
                <a:gd name="connsiteX6" fmla="*/ 564047 w 3222757"/>
                <a:gd name="connsiteY6" fmla="*/ 1081435 h 926275"/>
                <a:gd name="connsiteX0" fmla="*/ 565557 w 3224499"/>
                <a:gd name="connsiteY0" fmla="*/ 1081435 h 1081435"/>
                <a:gd name="connsiteX1" fmla="*/ 644051 w 3224499"/>
                <a:gd name="connsiteY1" fmla="*/ 833213 h 1081435"/>
                <a:gd name="connsiteX2" fmla="*/ 1374930 w 3224499"/>
                <a:gd name="connsiteY2" fmla="*/ 5077 h 1081435"/>
                <a:gd name="connsiteX3" fmla="*/ 2244616 w 3224499"/>
                <a:gd name="connsiteY3" fmla="*/ 37074 h 1081435"/>
                <a:gd name="connsiteX4" fmla="*/ 1997593 w 3224499"/>
                <a:gd name="connsiteY4" fmla="*/ 912882 h 1081435"/>
                <a:gd name="connsiteX5" fmla="*/ 944525 w 3224499"/>
                <a:gd name="connsiteY5" fmla="*/ 901054 h 1081435"/>
                <a:gd name="connsiteX6" fmla="*/ 565557 w 3224499"/>
                <a:gd name="connsiteY6" fmla="*/ 1081435 h 1081435"/>
                <a:gd name="connsiteX0" fmla="*/ 924332 w 3224499"/>
                <a:gd name="connsiteY0" fmla="*/ 1120057 h 1120057"/>
                <a:gd name="connsiteX1" fmla="*/ 644051 w 3224499"/>
                <a:gd name="connsiteY1" fmla="*/ 833213 h 1120057"/>
                <a:gd name="connsiteX2" fmla="*/ 1374930 w 3224499"/>
                <a:gd name="connsiteY2" fmla="*/ 5077 h 1120057"/>
                <a:gd name="connsiteX3" fmla="*/ 2244616 w 3224499"/>
                <a:gd name="connsiteY3" fmla="*/ 37074 h 1120057"/>
                <a:gd name="connsiteX4" fmla="*/ 1997593 w 3224499"/>
                <a:gd name="connsiteY4" fmla="*/ 912882 h 1120057"/>
                <a:gd name="connsiteX5" fmla="*/ 944525 w 3224499"/>
                <a:gd name="connsiteY5" fmla="*/ 901054 h 1120057"/>
                <a:gd name="connsiteX6" fmla="*/ 924332 w 3224499"/>
                <a:gd name="connsiteY6" fmla="*/ 1120057 h 112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4499" h="1120057">
                  <a:moveTo>
                    <a:pt x="924332" y="1120057"/>
                  </a:moveTo>
                  <a:lnTo>
                    <a:pt x="644051" y="833213"/>
                  </a:lnTo>
                  <a:cubicBezTo>
                    <a:pt x="-498185" y="586188"/>
                    <a:pt x="-38868" y="65749"/>
                    <a:pt x="1374930" y="5077"/>
                  </a:cubicBezTo>
                  <a:cubicBezTo>
                    <a:pt x="1669543" y="-7566"/>
                    <a:pt x="1970583" y="3510"/>
                    <a:pt x="2244616" y="37074"/>
                  </a:cubicBezTo>
                  <a:cubicBezTo>
                    <a:pt x="3668891" y="211526"/>
                    <a:pt x="3501036" y="806646"/>
                    <a:pt x="1997593" y="912882"/>
                  </a:cubicBezTo>
                  <a:cubicBezTo>
                    <a:pt x="1734284" y="931488"/>
                    <a:pt x="1206485" y="921171"/>
                    <a:pt x="944525" y="901054"/>
                  </a:cubicBezTo>
                  <a:lnTo>
                    <a:pt x="924332" y="1120057"/>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endParaRPr>
            </a:p>
          </p:txBody>
        </p:sp>
        <p:sp>
          <p:nvSpPr>
            <p:cNvPr id="23" name="テキスト ボックス 22"/>
            <p:cNvSpPr txBox="1"/>
            <p:nvPr/>
          </p:nvSpPr>
          <p:spPr>
            <a:xfrm>
              <a:off x="1341530" y="4028489"/>
              <a:ext cx="3129496" cy="523220"/>
            </a:xfrm>
            <a:prstGeom prst="rect">
              <a:avLst/>
            </a:prstGeom>
            <a:noFill/>
            <a:ln w="19050">
              <a:noFill/>
            </a:ln>
          </p:spPr>
          <p:txBody>
            <a:bodyPr wrap="square" rtlCol="0">
              <a:spAutoFit/>
            </a:bodyPr>
            <a:lstStyle/>
            <a:p>
              <a:pPr algn="ctr"/>
              <a:r>
                <a:rPr lang="ja-JP" altLang="en-US" sz="2800" dirty="0"/>
                <a:t>覚</a:t>
              </a:r>
              <a:r>
                <a:rPr lang="ja-JP" altLang="en-US" sz="2800" dirty="0" smtClean="0"/>
                <a:t>えておきます！</a:t>
              </a:r>
              <a:endParaRPr lang="ja-JP" altLang="en-US" sz="2800" dirty="0"/>
            </a:p>
          </p:txBody>
        </p:sp>
      </p:grpSp>
      <p:grpSp>
        <p:nvGrpSpPr>
          <p:cNvPr id="28" name="グループ化 27"/>
          <p:cNvGrpSpPr/>
          <p:nvPr/>
        </p:nvGrpSpPr>
        <p:grpSpPr>
          <a:xfrm>
            <a:off x="469433" y="3433621"/>
            <a:ext cx="3224499" cy="1282717"/>
            <a:chOff x="412283" y="3586346"/>
            <a:chExt cx="3224499" cy="1282717"/>
          </a:xfrm>
        </p:grpSpPr>
        <p:sp>
          <p:nvSpPr>
            <p:cNvPr id="26" name="円形吹き出し 20"/>
            <p:cNvSpPr/>
            <p:nvPr/>
          </p:nvSpPr>
          <p:spPr>
            <a:xfrm>
              <a:off x="412283" y="3586346"/>
              <a:ext cx="3224499" cy="1282717"/>
            </a:xfrm>
            <a:custGeom>
              <a:avLst/>
              <a:gdLst>
                <a:gd name="connsiteX0" fmla="*/ 564047 w 3222757"/>
                <a:gd name="connsiteY0" fmla="*/ 1081435 h 926275"/>
                <a:gd name="connsiteX1" fmla="*/ 642541 w 3222757"/>
                <a:gd name="connsiteY1" fmla="*/ 833213 h 926275"/>
                <a:gd name="connsiteX2" fmla="*/ 1373420 w 3222757"/>
                <a:gd name="connsiteY2" fmla="*/ 5077 h 926275"/>
                <a:gd name="connsiteX3" fmla="*/ 2243106 w 3222757"/>
                <a:gd name="connsiteY3" fmla="*/ 37074 h 926275"/>
                <a:gd name="connsiteX4" fmla="*/ 1996083 w 3222757"/>
                <a:gd name="connsiteY4" fmla="*/ 912882 h 926275"/>
                <a:gd name="connsiteX5" fmla="*/ 1195428 w 3222757"/>
                <a:gd name="connsiteY5" fmla="*/ 910579 h 926275"/>
                <a:gd name="connsiteX6" fmla="*/ 564047 w 3222757"/>
                <a:gd name="connsiteY6" fmla="*/ 1081435 h 926275"/>
                <a:gd name="connsiteX0" fmla="*/ 565557 w 3224499"/>
                <a:gd name="connsiteY0" fmla="*/ 1081435 h 1081435"/>
                <a:gd name="connsiteX1" fmla="*/ 644051 w 3224499"/>
                <a:gd name="connsiteY1" fmla="*/ 833213 h 1081435"/>
                <a:gd name="connsiteX2" fmla="*/ 1374930 w 3224499"/>
                <a:gd name="connsiteY2" fmla="*/ 5077 h 1081435"/>
                <a:gd name="connsiteX3" fmla="*/ 2244616 w 3224499"/>
                <a:gd name="connsiteY3" fmla="*/ 37074 h 1081435"/>
                <a:gd name="connsiteX4" fmla="*/ 1997593 w 3224499"/>
                <a:gd name="connsiteY4" fmla="*/ 912882 h 1081435"/>
                <a:gd name="connsiteX5" fmla="*/ 944525 w 3224499"/>
                <a:gd name="connsiteY5" fmla="*/ 901054 h 1081435"/>
                <a:gd name="connsiteX6" fmla="*/ 565557 w 3224499"/>
                <a:gd name="connsiteY6" fmla="*/ 1081435 h 1081435"/>
                <a:gd name="connsiteX0" fmla="*/ 908457 w 3224499"/>
                <a:gd name="connsiteY0" fmla="*/ 1114540 h 1114540"/>
                <a:gd name="connsiteX1" fmla="*/ 644051 w 3224499"/>
                <a:gd name="connsiteY1" fmla="*/ 833213 h 1114540"/>
                <a:gd name="connsiteX2" fmla="*/ 1374930 w 3224499"/>
                <a:gd name="connsiteY2" fmla="*/ 5077 h 1114540"/>
                <a:gd name="connsiteX3" fmla="*/ 2244616 w 3224499"/>
                <a:gd name="connsiteY3" fmla="*/ 37074 h 1114540"/>
                <a:gd name="connsiteX4" fmla="*/ 1997593 w 3224499"/>
                <a:gd name="connsiteY4" fmla="*/ 912882 h 1114540"/>
                <a:gd name="connsiteX5" fmla="*/ 944525 w 3224499"/>
                <a:gd name="connsiteY5" fmla="*/ 901054 h 1114540"/>
                <a:gd name="connsiteX6" fmla="*/ 908457 w 3224499"/>
                <a:gd name="connsiteY6" fmla="*/ 1114540 h 1114540"/>
                <a:gd name="connsiteX0" fmla="*/ 800507 w 3224499"/>
                <a:gd name="connsiteY0" fmla="*/ 1114540 h 1114540"/>
                <a:gd name="connsiteX1" fmla="*/ 644051 w 3224499"/>
                <a:gd name="connsiteY1" fmla="*/ 833213 h 1114540"/>
                <a:gd name="connsiteX2" fmla="*/ 1374930 w 3224499"/>
                <a:gd name="connsiteY2" fmla="*/ 5077 h 1114540"/>
                <a:gd name="connsiteX3" fmla="*/ 2244616 w 3224499"/>
                <a:gd name="connsiteY3" fmla="*/ 37074 h 1114540"/>
                <a:gd name="connsiteX4" fmla="*/ 1997593 w 3224499"/>
                <a:gd name="connsiteY4" fmla="*/ 912882 h 1114540"/>
                <a:gd name="connsiteX5" fmla="*/ 944525 w 3224499"/>
                <a:gd name="connsiteY5" fmla="*/ 901054 h 1114540"/>
                <a:gd name="connsiteX6" fmla="*/ 800507 w 3224499"/>
                <a:gd name="connsiteY6" fmla="*/ 1114540 h 11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4499" h="1114540">
                  <a:moveTo>
                    <a:pt x="800507" y="1114540"/>
                  </a:moveTo>
                  <a:lnTo>
                    <a:pt x="644051" y="833213"/>
                  </a:lnTo>
                  <a:cubicBezTo>
                    <a:pt x="-498185" y="586188"/>
                    <a:pt x="-38868" y="65749"/>
                    <a:pt x="1374930" y="5077"/>
                  </a:cubicBezTo>
                  <a:cubicBezTo>
                    <a:pt x="1669543" y="-7566"/>
                    <a:pt x="1970583" y="3510"/>
                    <a:pt x="2244616" y="37074"/>
                  </a:cubicBezTo>
                  <a:cubicBezTo>
                    <a:pt x="3668891" y="211526"/>
                    <a:pt x="3501036" y="806646"/>
                    <a:pt x="1997593" y="912882"/>
                  </a:cubicBezTo>
                  <a:cubicBezTo>
                    <a:pt x="1734284" y="931488"/>
                    <a:pt x="1206485" y="921171"/>
                    <a:pt x="944525" y="901054"/>
                  </a:cubicBezTo>
                  <a:lnTo>
                    <a:pt x="800507" y="111454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endParaRPr>
            </a:p>
          </p:txBody>
        </p:sp>
        <p:sp>
          <p:nvSpPr>
            <p:cNvPr id="27" name="テキスト ボックス 26"/>
            <p:cNvSpPr txBox="1"/>
            <p:nvPr/>
          </p:nvSpPr>
          <p:spPr>
            <a:xfrm>
              <a:off x="845209" y="3672226"/>
              <a:ext cx="2358646" cy="954107"/>
            </a:xfrm>
            <a:prstGeom prst="rect">
              <a:avLst/>
            </a:prstGeom>
            <a:noFill/>
            <a:ln w="19050">
              <a:noFill/>
            </a:ln>
          </p:spPr>
          <p:txBody>
            <a:bodyPr wrap="square" rtlCol="0">
              <a:spAutoFit/>
            </a:bodyPr>
            <a:lstStyle/>
            <a:p>
              <a:pPr algn="ctr"/>
              <a:r>
                <a:rPr lang="ja-JP" altLang="en-US" sz="2800" dirty="0"/>
                <a:t>〇〇って科目</a:t>
              </a:r>
              <a:r>
                <a:rPr lang="en-US" altLang="ja-JP" sz="2800" dirty="0"/>
                <a:t/>
              </a:r>
              <a:br>
                <a:rPr lang="en-US" altLang="ja-JP" sz="2800" dirty="0"/>
              </a:br>
              <a:r>
                <a:rPr lang="ja-JP" altLang="en-US" sz="2800" dirty="0"/>
                <a:t>楽らしい</a:t>
              </a:r>
              <a:r>
                <a:rPr lang="ja-JP" altLang="en-US" sz="2800" dirty="0" smtClean="0"/>
                <a:t>よ</a:t>
              </a:r>
              <a:endParaRPr lang="ja-JP" altLang="en-US" sz="2800" dirty="0"/>
            </a:p>
          </p:txBody>
        </p:sp>
      </p:grpSp>
      <p:sp>
        <p:nvSpPr>
          <p:cNvPr id="25" name="テキスト ボックス 24"/>
          <p:cNvSpPr txBox="1"/>
          <p:nvPr/>
        </p:nvSpPr>
        <p:spPr>
          <a:xfrm>
            <a:off x="2024533" y="5959411"/>
            <a:ext cx="1414493" cy="523220"/>
          </a:xfrm>
          <a:prstGeom prst="rect">
            <a:avLst/>
          </a:prstGeom>
          <a:noFill/>
          <a:ln w="19050">
            <a:noFill/>
          </a:ln>
        </p:spPr>
        <p:txBody>
          <a:bodyPr wrap="square" rtlCol="0">
            <a:spAutoFit/>
          </a:bodyPr>
          <a:lstStyle/>
          <a:p>
            <a:pPr algn="ctr"/>
            <a:r>
              <a:rPr lang="en-US" altLang="ja-JP" sz="2800" dirty="0"/>
              <a:t>4</a:t>
            </a:r>
            <a:r>
              <a:rPr kumimoji="1" lang="ja-JP" altLang="en-US" sz="2800" dirty="0" smtClean="0"/>
              <a:t>回生</a:t>
            </a:r>
            <a:endParaRPr kumimoji="1" lang="ja-JP" altLang="en-US" sz="2800" dirty="0" smtClean="0"/>
          </a:p>
        </p:txBody>
      </p:sp>
      <p:sp>
        <p:nvSpPr>
          <p:cNvPr id="29" name="テキスト ボックス 28"/>
          <p:cNvSpPr txBox="1"/>
          <p:nvPr/>
        </p:nvSpPr>
        <p:spPr>
          <a:xfrm>
            <a:off x="6781800" y="5959411"/>
            <a:ext cx="1414493" cy="523220"/>
          </a:xfrm>
          <a:prstGeom prst="rect">
            <a:avLst/>
          </a:prstGeom>
          <a:noFill/>
          <a:ln w="19050">
            <a:noFill/>
          </a:ln>
        </p:spPr>
        <p:txBody>
          <a:bodyPr wrap="square" rtlCol="0">
            <a:spAutoFit/>
          </a:bodyPr>
          <a:lstStyle/>
          <a:p>
            <a:pPr algn="ctr"/>
            <a:r>
              <a:rPr lang="en-US" altLang="ja-JP" sz="2800" dirty="0" smtClean="0"/>
              <a:t>1</a:t>
            </a:r>
            <a:r>
              <a:rPr kumimoji="1" lang="ja-JP" altLang="en-US" sz="2800" dirty="0" smtClean="0"/>
              <a:t>回生</a:t>
            </a:r>
            <a:endParaRPr kumimoji="1" lang="ja-JP" altLang="en-US" sz="2800" dirty="0" smtClean="0"/>
          </a:p>
        </p:txBody>
      </p:sp>
    </p:spTree>
    <p:extLst>
      <p:ext uri="{BB962C8B-B14F-4D97-AF65-F5344CB8AC3E}">
        <p14:creationId xmlns:p14="http://schemas.microsoft.com/office/powerpoint/2010/main" val="33193051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マルチタスクの特徴</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マルチタスクで問題を解く</a:t>
            </a:r>
            <a:r>
              <a:rPr lang="ja-JP" altLang="en-US" dirty="0" smtClean="0"/>
              <a:t>際，タスク間で適切に</a:t>
            </a:r>
            <a:r>
              <a:rPr lang="en-US" altLang="ja-JP" dirty="0" smtClean="0"/>
              <a:t/>
            </a:r>
            <a:br>
              <a:rPr lang="en-US" altLang="ja-JP" dirty="0" smtClean="0"/>
            </a:br>
            <a:r>
              <a:rPr lang="ja-JP" altLang="en-US" b="1" dirty="0" smtClean="0">
                <a:solidFill>
                  <a:schemeClr val="accent1"/>
                </a:solidFill>
              </a:rPr>
              <a:t>情報共有</a:t>
            </a:r>
            <a:r>
              <a:rPr lang="ja-JP" altLang="en-US" dirty="0" smtClean="0"/>
              <a:t>を行うことが重要になる．</a:t>
            </a:r>
            <a:endParaRPr kumimoji="1" lang="ja-JP" altLang="en-US"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5</a:t>
            </a:fld>
            <a:endParaRPr kumimoji="1" lang="ja-JP" altLang="en-US" dirty="0"/>
          </a:p>
        </p:txBody>
      </p:sp>
      <p:grpSp>
        <p:nvGrpSpPr>
          <p:cNvPr id="5" name="グループ化 4"/>
          <p:cNvGrpSpPr/>
          <p:nvPr/>
        </p:nvGrpSpPr>
        <p:grpSpPr>
          <a:xfrm>
            <a:off x="1194864" y="4819095"/>
            <a:ext cx="6817856" cy="1403577"/>
            <a:chOff x="1349243" y="4617213"/>
            <a:chExt cx="6817856" cy="1403577"/>
          </a:xfrm>
        </p:grpSpPr>
        <p:grpSp>
          <p:nvGrpSpPr>
            <p:cNvPr id="16" name="グループ化 15"/>
            <p:cNvGrpSpPr/>
            <p:nvPr/>
          </p:nvGrpSpPr>
          <p:grpSpPr>
            <a:xfrm>
              <a:off x="1349243" y="4617213"/>
              <a:ext cx="2217095" cy="1403577"/>
              <a:chOff x="1748349" y="4617213"/>
              <a:chExt cx="2217095" cy="1403577"/>
            </a:xfrm>
          </p:grpSpPr>
          <p:sp>
            <p:nvSpPr>
              <p:cNvPr id="17" name="Freeform 6"/>
              <p:cNvSpPr>
                <a:spLocks noChangeAspect="1" noEditPoints="1"/>
              </p:cNvSpPr>
              <p:nvPr/>
            </p:nvSpPr>
            <p:spPr bwMode="auto">
              <a:xfrm>
                <a:off x="2819604" y="4617213"/>
                <a:ext cx="1145840" cy="804006"/>
              </a:xfrm>
              <a:custGeom>
                <a:avLst/>
                <a:gdLst>
                  <a:gd name="T0" fmla="*/ 251 w 1076"/>
                  <a:gd name="T1" fmla="*/ 683 h 755"/>
                  <a:gd name="T2" fmla="*/ 824 w 1076"/>
                  <a:gd name="T3" fmla="*/ 575 h 755"/>
                  <a:gd name="T4" fmla="*/ 1040 w 1076"/>
                  <a:gd name="T5" fmla="*/ 575 h 755"/>
                  <a:gd name="T6" fmla="*/ 575 w 1076"/>
                  <a:gd name="T7" fmla="*/ 719 h 755"/>
                  <a:gd name="T8" fmla="*/ 573 w 1076"/>
                  <a:gd name="T9" fmla="*/ 575 h 755"/>
                  <a:gd name="T10" fmla="*/ 537 w 1076"/>
                  <a:gd name="T11" fmla="*/ 719 h 755"/>
                  <a:gd name="T12" fmla="*/ 36 w 1076"/>
                  <a:gd name="T13" fmla="*/ 575 h 755"/>
                  <a:gd name="T14" fmla="*/ 287 w 1076"/>
                  <a:gd name="T15" fmla="*/ 575 h 755"/>
                  <a:gd name="T16" fmla="*/ 251 w 1076"/>
                  <a:gd name="T17" fmla="*/ 431 h 755"/>
                  <a:gd name="T18" fmla="*/ 72 w 1076"/>
                  <a:gd name="T19" fmla="*/ 431 h 755"/>
                  <a:gd name="T20" fmla="*/ 1040 w 1076"/>
                  <a:gd name="T21" fmla="*/ 539 h 755"/>
                  <a:gd name="T22" fmla="*/ 573 w 1076"/>
                  <a:gd name="T23" fmla="*/ 395 h 755"/>
                  <a:gd name="T24" fmla="*/ 789 w 1076"/>
                  <a:gd name="T25" fmla="*/ 395 h 755"/>
                  <a:gd name="T26" fmla="*/ 323 w 1076"/>
                  <a:gd name="T27" fmla="*/ 539 h 755"/>
                  <a:gd name="T28" fmla="*/ 323 w 1076"/>
                  <a:gd name="T29" fmla="*/ 395 h 755"/>
                  <a:gd name="T30" fmla="*/ 287 w 1076"/>
                  <a:gd name="T31" fmla="*/ 539 h 755"/>
                  <a:gd name="T32" fmla="*/ 72 w 1076"/>
                  <a:gd name="T33" fmla="*/ 252 h 755"/>
                  <a:gd name="T34" fmla="*/ 72 w 1076"/>
                  <a:gd name="T35" fmla="*/ 323 h 755"/>
                  <a:gd name="T36" fmla="*/ 824 w 1076"/>
                  <a:gd name="T37" fmla="*/ 359 h 755"/>
                  <a:gd name="T38" fmla="*/ 824 w 1076"/>
                  <a:gd name="T39" fmla="*/ 216 h 755"/>
                  <a:gd name="T40" fmla="*/ 789 w 1076"/>
                  <a:gd name="T41" fmla="*/ 359 h 755"/>
                  <a:gd name="T42" fmla="*/ 323 w 1076"/>
                  <a:gd name="T43" fmla="*/ 216 h 755"/>
                  <a:gd name="T44" fmla="*/ 537 w 1076"/>
                  <a:gd name="T45" fmla="*/ 216 h 755"/>
                  <a:gd name="T46" fmla="*/ 36 w 1076"/>
                  <a:gd name="T47" fmla="*/ 359 h 755"/>
                  <a:gd name="T48" fmla="*/ 36 w 1076"/>
                  <a:gd name="T49" fmla="*/ 216 h 755"/>
                  <a:gd name="T50" fmla="*/ 1004 w 1076"/>
                  <a:gd name="T51" fmla="*/ 144 h 755"/>
                  <a:gd name="T52" fmla="*/ 609 w 1076"/>
                  <a:gd name="T53" fmla="*/ 72 h 755"/>
                  <a:gd name="T54" fmla="*/ 609 w 1076"/>
                  <a:gd name="T55" fmla="*/ 144 h 755"/>
                  <a:gd name="T56" fmla="*/ 503 w 1076"/>
                  <a:gd name="T57" fmla="*/ 72 h 755"/>
                  <a:gd name="T58" fmla="*/ 359 w 1076"/>
                  <a:gd name="T59" fmla="*/ 72 h 755"/>
                  <a:gd name="T60" fmla="*/ 251 w 1076"/>
                  <a:gd name="T61" fmla="*/ 144 h 755"/>
                  <a:gd name="T62" fmla="*/ 824 w 1076"/>
                  <a:gd name="T63" fmla="*/ 36 h 755"/>
                  <a:gd name="T64" fmla="*/ 1040 w 1076"/>
                  <a:gd name="T65" fmla="*/ 36 h 755"/>
                  <a:gd name="T66" fmla="*/ 573 w 1076"/>
                  <a:gd name="T67" fmla="*/ 180 h 755"/>
                  <a:gd name="T68" fmla="*/ 573 w 1076"/>
                  <a:gd name="T69" fmla="*/ 36 h 755"/>
                  <a:gd name="T70" fmla="*/ 537 w 1076"/>
                  <a:gd name="T71" fmla="*/ 180 h 755"/>
                  <a:gd name="T72" fmla="*/ 36 w 1076"/>
                  <a:gd name="T73" fmla="*/ 36 h 755"/>
                  <a:gd name="T74" fmla="*/ 287 w 1076"/>
                  <a:gd name="T75" fmla="*/ 36 h 755"/>
                  <a:gd name="T76" fmla="*/ 1040 w 1076"/>
                  <a:gd name="T77" fmla="*/ 0 h 755"/>
                  <a:gd name="T78" fmla="*/ 1076 w 1076"/>
                  <a:gd name="T79" fmla="*/ 36 h 755"/>
                  <a:gd name="T80" fmla="*/ 1074 w 1076"/>
                  <a:gd name="T81" fmla="*/ 728 h 755"/>
                  <a:gd name="T82" fmla="*/ 1055 w 1076"/>
                  <a:gd name="T83" fmla="*/ 751 h 755"/>
                  <a:gd name="T84" fmla="*/ 17 w 1076"/>
                  <a:gd name="T85" fmla="*/ 749 h 755"/>
                  <a:gd name="T86" fmla="*/ 0 w 1076"/>
                  <a:gd name="T87" fmla="*/ 36 h 755"/>
                  <a:gd name="T88" fmla="*/ 36 w 1076"/>
                  <a:gd name="T89" fmla="*/ 0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76" h="755">
                    <a:moveTo>
                      <a:pt x="72" y="611"/>
                    </a:moveTo>
                    <a:lnTo>
                      <a:pt x="251" y="611"/>
                    </a:lnTo>
                    <a:lnTo>
                      <a:pt x="251" y="683"/>
                    </a:lnTo>
                    <a:lnTo>
                      <a:pt x="72" y="683"/>
                    </a:lnTo>
                    <a:lnTo>
                      <a:pt x="72" y="611"/>
                    </a:lnTo>
                    <a:close/>
                    <a:moveTo>
                      <a:pt x="824" y="575"/>
                    </a:moveTo>
                    <a:lnTo>
                      <a:pt x="824" y="719"/>
                    </a:lnTo>
                    <a:lnTo>
                      <a:pt x="1040" y="719"/>
                    </a:lnTo>
                    <a:lnTo>
                      <a:pt x="1040" y="575"/>
                    </a:lnTo>
                    <a:lnTo>
                      <a:pt x="824" y="575"/>
                    </a:lnTo>
                    <a:close/>
                    <a:moveTo>
                      <a:pt x="573" y="575"/>
                    </a:moveTo>
                    <a:lnTo>
                      <a:pt x="575" y="719"/>
                    </a:lnTo>
                    <a:lnTo>
                      <a:pt x="789" y="719"/>
                    </a:lnTo>
                    <a:lnTo>
                      <a:pt x="789" y="575"/>
                    </a:lnTo>
                    <a:lnTo>
                      <a:pt x="573" y="575"/>
                    </a:lnTo>
                    <a:close/>
                    <a:moveTo>
                      <a:pt x="323" y="575"/>
                    </a:moveTo>
                    <a:lnTo>
                      <a:pt x="323" y="719"/>
                    </a:lnTo>
                    <a:lnTo>
                      <a:pt x="537" y="719"/>
                    </a:lnTo>
                    <a:lnTo>
                      <a:pt x="537" y="575"/>
                    </a:lnTo>
                    <a:lnTo>
                      <a:pt x="323" y="575"/>
                    </a:lnTo>
                    <a:close/>
                    <a:moveTo>
                      <a:pt x="36" y="575"/>
                    </a:moveTo>
                    <a:lnTo>
                      <a:pt x="36" y="719"/>
                    </a:lnTo>
                    <a:lnTo>
                      <a:pt x="287" y="719"/>
                    </a:lnTo>
                    <a:lnTo>
                      <a:pt x="287" y="575"/>
                    </a:lnTo>
                    <a:lnTo>
                      <a:pt x="36" y="575"/>
                    </a:lnTo>
                    <a:close/>
                    <a:moveTo>
                      <a:pt x="72" y="431"/>
                    </a:moveTo>
                    <a:lnTo>
                      <a:pt x="251" y="431"/>
                    </a:lnTo>
                    <a:lnTo>
                      <a:pt x="251" y="503"/>
                    </a:lnTo>
                    <a:lnTo>
                      <a:pt x="72" y="503"/>
                    </a:lnTo>
                    <a:lnTo>
                      <a:pt x="72" y="431"/>
                    </a:lnTo>
                    <a:close/>
                    <a:moveTo>
                      <a:pt x="824" y="395"/>
                    </a:moveTo>
                    <a:lnTo>
                      <a:pt x="824" y="539"/>
                    </a:lnTo>
                    <a:lnTo>
                      <a:pt x="1040" y="539"/>
                    </a:lnTo>
                    <a:lnTo>
                      <a:pt x="1040" y="395"/>
                    </a:lnTo>
                    <a:lnTo>
                      <a:pt x="824" y="395"/>
                    </a:lnTo>
                    <a:close/>
                    <a:moveTo>
                      <a:pt x="573" y="395"/>
                    </a:moveTo>
                    <a:lnTo>
                      <a:pt x="575" y="539"/>
                    </a:lnTo>
                    <a:lnTo>
                      <a:pt x="789" y="539"/>
                    </a:lnTo>
                    <a:lnTo>
                      <a:pt x="789" y="395"/>
                    </a:lnTo>
                    <a:lnTo>
                      <a:pt x="573" y="395"/>
                    </a:lnTo>
                    <a:close/>
                    <a:moveTo>
                      <a:pt x="323" y="395"/>
                    </a:moveTo>
                    <a:lnTo>
                      <a:pt x="323" y="539"/>
                    </a:lnTo>
                    <a:lnTo>
                      <a:pt x="537" y="539"/>
                    </a:lnTo>
                    <a:lnTo>
                      <a:pt x="537" y="395"/>
                    </a:lnTo>
                    <a:lnTo>
                      <a:pt x="323" y="395"/>
                    </a:lnTo>
                    <a:close/>
                    <a:moveTo>
                      <a:pt x="36" y="395"/>
                    </a:moveTo>
                    <a:lnTo>
                      <a:pt x="36" y="539"/>
                    </a:lnTo>
                    <a:lnTo>
                      <a:pt x="287" y="539"/>
                    </a:lnTo>
                    <a:lnTo>
                      <a:pt x="287" y="395"/>
                    </a:lnTo>
                    <a:lnTo>
                      <a:pt x="36" y="395"/>
                    </a:lnTo>
                    <a:close/>
                    <a:moveTo>
                      <a:pt x="72" y="252"/>
                    </a:moveTo>
                    <a:lnTo>
                      <a:pt x="251" y="252"/>
                    </a:lnTo>
                    <a:lnTo>
                      <a:pt x="251" y="323"/>
                    </a:lnTo>
                    <a:lnTo>
                      <a:pt x="72" y="323"/>
                    </a:lnTo>
                    <a:lnTo>
                      <a:pt x="72" y="252"/>
                    </a:lnTo>
                    <a:close/>
                    <a:moveTo>
                      <a:pt x="824" y="216"/>
                    </a:moveTo>
                    <a:lnTo>
                      <a:pt x="824" y="359"/>
                    </a:lnTo>
                    <a:lnTo>
                      <a:pt x="1040" y="359"/>
                    </a:lnTo>
                    <a:lnTo>
                      <a:pt x="1040" y="216"/>
                    </a:lnTo>
                    <a:lnTo>
                      <a:pt x="824" y="216"/>
                    </a:lnTo>
                    <a:close/>
                    <a:moveTo>
                      <a:pt x="573" y="216"/>
                    </a:moveTo>
                    <a:lnTo>
                      <a:pt x="573" y="359"/>
                    </a:lnTo>
                    <a:lnTo>
                      <a:pt x="789" y="359"/>
                    </a:lnTo>
                    <a:lnTo>
                      <a:pt x="789" y="216"/>
                    </a:lnTo>
                    <a:lnTo>
                      <a:pt x="573" y="216"/>
                    </a:lnTo>
                    <a:close/>
                    <a:moveTo>
                      <a:pt x="323" y="216"/>
                    </a:moveTo>
                    <a:lnTo>
                      <a:pt x="323" y="359"/>
                    </a:lnTo>
                    <a:lnTo>
                      <a:pt x="537" y="359"/>
                    </a:lnTo>
                    <a:lnTo>
                      <a:pt x="537" y="216"/>
                    </a:lnTo>
                    <a:lnTo>
                      <a:pt x="323" y="216"/>
                    </a:lnTo>
                    <a:close/>
                    <a:moveTo>
                      <a:pt x="36" y="216"/>
                    </a:moveTo>
                    <a:lnTo>
                      <a:pt x="36" y="359"/>
                    </a:lnTo>
                    <a:lnTo>
                      <a:pt x="287" y="359"/>
                    </a:lnTo>
                    <a:lnTo>
                      <a:pt x="287" y="216"/>
                    </a:lnTo>
                    <a:lnTo>
                      <a:pt x="36" y="216"/>
                    </a:lnTo>
                    <a:close/>
                    <a:moveTo>
                      <a:pt x="860" y="72"/>
                    </a:moveTo>
                    <a:lnTo>
                      <a:pt x="1004" y="72"/>
                    </a:lnTo>
                    <a:lnTo>
                      <a:pt x="1004" y="144"/>
                    </a:lnTo>
                    <a:lnTo>
                      <a:pt x="860" y="144"/>
                    </a:lnTo>
                    <a:lnTo>
                      <a:pt x="860" y="72"/>
                    </a:lnTo>
                    <a:close/>
                    <a:moveTo>
                      <a:pt x="609" y="72"/>
                    </a:moveTo>
                    <a:lnTo>
                      <a:pt x="753" y="72"/>
                    </a:lnTo>
                    <a:lnTo>
                      <a:pt x="753" y="144"/>
                    </a:lnTo>
                    <a:lnTo>
                      <a:pt x="609" y="144"/>
                    </a:lnTo>
                    <a:lnTo>
                      <a:pt x="609" y="72"/>
                    </a:lnTo>
                    <a:close/>
                    <a:moveTo>
                      <a:pt x="359" y="72"/>
                    </a:moveTo>
                    <a:lnTo>
                      <a:pt x="503" y="72"/>
                    </a:lnTo>
                    <a:lnTo>
                      <a:pt x="503" y="144"/>
                    </a:lnTo>
                    <a:lnTo>
                      <a:pt x="359" y="144"/>
                    </a:lnTo>
                    <a:lnTo>
                      <a:pt x="359" y="72"/>
                    </a:lnTo>
                    <a:close/>
                    <a:moveTo>
                      <a:pt x="72" y="72"/>
                    </a:moveTo>
                    <a:lnTo>
                      <a:pt x="251" y="72"/>
                    </a:lnTo>
                    <a:lnTo>
                      <a:pt x="251" y="144"/>
                    </a:lnTo>
                    <a:lnTo>
                      <a:pt x="72" y="144"/>
                    </a:lnTo>
                    <a:lnTo>
                      <a:pt x="72" y="72"/>
                    </a:lnTo>
                    <a:close/>
                    <a:moveTo>
                      <a:pt x="824" y="36"/>
                    </a:moveTo>
                    <a:lnTo>
                      <a:pt x="824" y="180"/>
                    </a:lnTo>
                    <a:lnTo>
                      <a:pt x="1040" y="180"/>
                    </a:lnTo>
                    <a:lnTo>
                      <a:pt x="1040" y="36"/>
                    </a:lnTo>
                    <a:lnTo>
                      <a:pt x="824" y="36"/>
                    </a:lnTo>
                    <a:close/>
                    <a:moveTo>
                      <a:pt x="573" y="36"/>
                    </a:moveTo>
                    <a:lnTo>
                      <a:pt x="573" y="180"/>
                    </a:lnTo>
                    <a:lnTo>
                      <a:pt x="789" y="180"/>
                    </a:lnTo>
                    <a:lnTo>
                      <a:pt x="789" y="36"/>
                    </a:lnTo>
                    <a:lnTo>
                      <a:pt x="573" y="36"/>
                    </a:lnTo>
                    <a:close/>
                    <a:moveTo>
                      <a:pt x="323" y="36"/>
                    </a:moveTo>
                    <a:lnTo>
                      <a:pt x="323" y="180"/>
                    </a:lnTo>
                    <a:lnTo>
                      <a:pt x="537" y="180"/>
                    </a:lnTo>
                    <a:lnTo>
                      <a:pt x="537" y="36"/>
                    </a:lnTo>
                    <a:lnTo>
                      <a:pt x="323" y="36"/>
                    </a:lnTo>
                    <a:close/>
                    <a:moveTo>
                      <a:pt x="36" y="36"/>
                    </a:moveTo>
                    <a:lnTo>
                      <a:pt x="36" y="180"/>
                    </a:lnTo>
                    <a:lnTo>
                      <a:pt x="287" y="180"/>
                    </a:lnTo>
                    <a:lnTo>
                      <a:pt x="287" y="36"/>
                    </a:lnTo>
                    <a:lnTo>
                      <a:pt x="36" y="36"/>
                    </a:lnTo>
                    <a:close/>
                    <a:moveTo>
                      <a:pt x="36" y="0"/>
                    </a:moveTo>
                    <a:lnTo>
                      <a:pt x="1040" y="0"/>
                    </a:lnTo>
                    <a:lnTo>
                      <a:pt x="1059" y="6"/>
                    </a:lnTo>
                    <a:lnTo>
                      <a:pt x="1070" y="19"/>
                    </a:lnTo>
                    <a:lnTo>
                      <a:pt x="1076" y="36"/>
                    </a:lnTo>
                    <a:lnTo>
                      <a:pt x="1076" y="719"/>
                    </a:lnTo>
                    <a:lnTo>
                      <a:pt x="1076" y="721"/>
                    </a:lnTo>
                    <a:lnTo>
                      <a:pt x="1074" y="728"/>
                    </a:lnTo>
                    <a:lnTo>
                      <a:pt x="1072" y="736"/>
                    </a:lnTo>
                    <a:lnTo>
                      <a:pt x="1066" y="745"/>
                    </a:lnTo>
                    <a:lnTo>
                      <a:pt x="1055" y="751"/>
                    </a:lnTo>
                    <a:lnTo>
                      <a:pt x="1040" y="755"/>
                    </a:lnTo>
                    <a:lnTo>
                      <a:pt x="36" y="755"/>
                    </a:lnTo>
                    <a:lnTo>
                      <a:pt x="17" y="749"/>
                    </a:lnTo>
                    <a:lnTo>
                      <a:pt x="6" y="736"/>
                    </a:lnTo>
                    <a:lnTo>
                      <a:pt x="0" y="719"/>
                    </a:lnTo>
                    <a:lnTo>
                      <a:pt x="0" y="36"/>
                    </a:lnTo>
                    <a:lnTo>
                      <a:pt x="6" y="19"/>
                    </a:lnTo>
                    <a:lnTo>
                      <a:pt x="17" y="6"/>
                    </a:lnTo>
                    <a:lnTo>
                      <a:pt x="36"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nvGrpSpPr>
              <p:cNvPr id="18" name="グループ化 17"/>
              <p:cNvGrpSpPr/>
              <p:nvPr/>
            </p:nvGrpSpPr>
            <p:grpSpPr>
              <a:xfrm>
                <a:off x="1748349" y="5116639"/>
                <a:ext cx="829669" cy="904151"/>
                <a:chOff x="6399213" y="3455988"/>
                <a:chExt cx="636588" cy="693737"/>
              </a:xfrm>
            </p:grpSpPr>
            <p:sp>
              <p:nvSpPr>
                <p:cNvPr id="19" name="Freeform 85"/>
                <p:cNvSpPr>
                  <a:spLocks noEditPoints="1"/>
                </p:cNvSpPr>
                <p:nvPr/>
              </p:nvSpPr>
              <p:spPr bwMode="auto">
                <a:xfrm>
                  <a:off x="6543675" y="3455988"/>
                  <a:ext cx="347663" cy="347663"/>
                </a:xfrm>
                <a:custGeom>
                  <a:avLst/>
                  <a:gdLst>
                    <a:gd name="T0" fmla="*/ 101 w 201"/>
                    <a:gd name="T1" fmla="*/ 200 h 200"/>
                    <a:gd name="T2" fmla="*/ 171 w 201"/>
                    <a:gd name="T3" fmla="*/ 171 h 200"/>
                    <a:gd name="T4" fmla="*/ 201 w 201"/>
                    <a:gd name="T5" fmla="*/ 100 h 200"/>
                    <a:gd name="T6" fmla="*/ 171 w 201"/>
                    <a:gd name="T7" fmla="*/ 29 h 200"/>
                    <a:gd name="T8" fmla="*/ 101 w 201"/>
                    <a:gd name="T9" fmla="*/ 0 h 200"/>
                    <a:gd name="T10" fmla="*/ 30 w 201"/>
                    <a:gd name="T11" fmla="*/ 29 h 200"/>
                    <a:gd name="T12" fmla="*/ 0 w 201"/>
                    <a:gd name="T13" fmla="*/ 100 h 200"/>
                    <a:gd name="T14" fmla="*/ 30 w 201"/>
                    <a:gd name="T15" fmla="*/ 171 h 200"/>
                    <a:gd name="T16" fmla="*/ 101 w 201"/>
                    <a:gd name="T17" fmla="*/ 200 h 200"/>
                    <a:gd name="T18" fmla="*/ 101 w 201"/>
                    <a:gd name="T19" fmla="*/ 200 h 200"/>
                    <a:gd name="T20" fmla="*/ 101 w 201"/>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1" h="200">
                      <a:moveTo>
                        <a:pt x="101" y="200"/>
                      </a:moveTo>
                      <a:cubicBezTo>
                        <a:pt x="128" y="200"/>
                        <a:pt x="152" y="190"/>
                        <a:pt x="171" y="171"/>
                      </a:cubicBezTo>
                      <a:cubicBezTo>
                        <a:pt x="191" y="151"/>
                        <a:pt x="201" y="128"/>
                        <a:pt x="201" y="100"/>
                      </a:cubicBezTo>
                      <a:cubicBezTo>
                        <a:pt x="201" y="72"/>
                        <a:pt x="191" y="49"/>
                        <a:pt x="171" y="29"/>
                      </a:cubicBezTo>
                      <a:cubicBezTo>
                        <a:pt x="152" y="10"/>
                        <a:pt x="128" y="0"/>
                        <a:pt x="101" y="0"/>
                      </a:cubicBezTo>
                      <a:cubicBezTo>
                        <a:pt x="73" y="0"/>
                        <a:pt x="49" y="10"/>
                        <a:pt x="30" y="29"/>
                      </a:cubicBezTo>
                      <a:cubicBezTo>
                        <a:pt x="10" y="49"/>
                        <a:pt x="0" y="72"/>
                        <a:pt x="0" y="100"/>
                      </a:cubicBezTo>
                      <a:cubicBezTo>
                        <a:pt x="0" y="128"/>
                        <a:pt x="10" y="151"/>
                        <a:pt x="30" y="171"/>
                      </a:cubicBezTo>
                      <a:cubicBezTo>
                        <a:pt x="49" y="190"/>
                        <a:pt x="73" y="200"/>
                        <a:pt x="101" y="200"/>
                      </a:cubicBezTo>
                      <a:close/>
                      <a:moveTo>
                        <a:pt x="101" y="200"/>
                      </a:moveTo>
                      <a:cubicBezTo>
                        <a:pt x="101" y="200"/>
                        <a:pt x="101" y="200"/>
                        <a:pt x="101" y="20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sp>
              <p:nvSpPr>
                <p:cNvPr id="20" name="Freeform 86"/>
                <p:cNvSpPr>
                  <a:spLocks noEditPoints="1"/>
                </p:cNvSpPr>
                <p:nvPr/>
              </p:nvSpPr>
              <p:spPr bwMode="auto">
                <a:xfrm>
                  <a:off x="6399213" y="3775075"/>
                  <a:ext cx="636588" cy="374650"/>
                </a:xfrm>
                <a:custGeom>
                  <a:avLst/>
                  <a:gdLst>
                    <a:gd name="T0" fmla="*/ 366 w 367"/>
                    <a:gd name="T1" fmla="*/ 122 h 216"/>
                    <a:gd name="T2" fmla="*/ 363 w 367"/>
                    <a:gd name="T3" fmla="*/ 94 h 216"/>
                    <a:gd name="T4" fmla="*/ 356 w 367"/>
                    <a:gd name="T5" fmla="*/ 65 h 216"/>
                    <a:gd name="T6" fmla="*/ 344 w 367"/>
                    <a:gd name="T7" fmla="*/ 40 h 216"/>
                    <a:gd name="T8" fmla="*/ 328 w 367"/>
                    <a:gd name="T9" fmla="*/ 19 h 216"/>
                    <a:gd name="T10" fmla="*/ 306 w 367"/>
                    <a:gd name="T11" fmla="*/ 5 h 216"/>
                    <a:gd name="T12" fmla="*/ 277 w 367"/>
                    <a:gd name="T13" fmla="*/ 0 h 216"/>
                    <a:gd name="T14" fmla="*/ 266 w 367"/>
                    <a:gd name="T15" fmla="*/ 5 h 216"/>
                    <a:gd name="T16" fmla="*/ 247 w 367"/>
                    <a:gd name="T17" fmla="*/ 18 h 216"/>
                    <a:gd name="T18" fmla="*/ 218 w 367"/>
                    <a:gd name="T19" fmla="*/ 30 h 216"/>
                    <a:gd name="T20" fmla="*/ 184 w 367"/>
                    <a:gd name="T21" fmla="*/ 36 h 216"/>
                    <a:gd name="T22" fmla="*/ 149 w 367"/>
                    <a:gd name="T23" fmla="*/ 30 h 216"/>
                    <a:gd name="T24" fmla="*/ 121 w 367"/>
                    <a:gd name="T25" fmla="*/ 18 h 216"/>
                    <a:gd name="T26" fmla="*/ 101 w 367"/>
                    <a:gd name="T27" fmla="*/ 5 h 216"/>
                    <a:gd name="T28" fmla="*/ 90 w 367"/>
                    <a:gd name="T29" fmla="*/ 0 h 216"/>
                    <a:gd name="T30" fmla="*/ 61 w 367"/>
                    <a:gd name="T31" fmla="*/ 5 h 216"/>
                    <a:gd name="T32" fmla="*/ 39 w 367"/>
                    <a:gd name="T33" fmla="*/ 19 h 216"/>
                    <a:gd name="T34" fmla="*/ 23 w 367"/>
                    <a:gd name="T35" fmla="*/ 40 h 216"/>
                    <a:gd name="T36" fmla="*/ 11 w 367"/>
                    <a:gd name="T37" fmla="*/ 65 h 216"/>
                    <a:gd name="T38" fmla="*/ 5 w 367"/>
                    <a:gd name="T39" fmla="*/ 94 h 216"/>
                    <a:gd name="T40" fmla="*/ 1 w 367"/>
                    <a:gd name="T41" fmla="*/ 122 h 216"/>
                    <a:gd name="T42" fmla="*/ 0 w 367"/>
                    <a:gd name="T43" fmla="*/ 149 h 216"/>
                    <a:gd name="T44" fmla="*/ 19 w 367"/>
                    <a:gd name="T45" fmla="*/ 198 h 216"/>
                    <a:gd name="T46" fmla="*/ 70 w 367"/>
                    <a:gd name="T47" fmla="*/ 216 h 216"/>
                    <a:gd name="T48" fmla="*/ 297 w 367"/>
                    <a:gd name="T49" fmla="*/ 216 h 216"/>
                    <a:gd name="T50" fmla="*/ 348 w 367"/>
                    <a:gd name="T51" fmla="*/ 198 h 216"/>
                    <a:gd name="T52" fmla="*/ 367 w 367"/>
                    <a:gd name="T53" fmla="*/ 149 h 216"/>
                    <a:gd name="T54" fmla="*/ 366 w 367"/>
                    <a:gd name="T55" fmla="*/ 122 h 216"/>
                    <a:gd name="T56" fmla="*/ 366 w 367"/>
                    <a:gd name="T57" fmla="*/ 122 h 216"/>
                    <a:gd name="T58" fmla="*/ 366 w 367"/>
                    <a:gd name="T59"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216">
                      <a:moveTo>
                        <a:pt x="366" y="122"/>
                      </a:moveTo>
                      <a:cubicBezTo>
                        <a:pt x="366" y="113"/>
                        <a:pt x="364" y="104"/>
                        <a:pt x="363" y="94"/>
                      </a:cubicBezTo>
                      <a:cubicBezTo>
                        <a:pt x="361" y="83"/>
                        <a:pt x="358" y="74"/>
                        <a:pt x="356" y="65"/>
                      </a:cubicBezTo>
                      <a:cubicBezTo>
                        <a:pt x="353" y="57"/>
                        <a:pt x="349" y="48"/>
                        <a:pt x="344" y="40"/>
                      </a:cubicBezTo>
                      <a:cubicBezTo>
                        <a:pt x="340" y="32"/>
                        <a:pt x="334" y="25"/>
                        <a:pt x="328" y="19"/>
                      </a:cubicBezTo>
                      <a:cubicBezTo>
                        <a:pt x="322" y="13"/>
                        <a:pt x="315" y="8"/>
                        <a:pt x="306" y="5"/>
                      </a:cubicBezTo>
                      <a:cubicBezTo>
                        <a:pt x="297" y="1"/>
                        <a:pt x="287" y="0"/>
                        <a:pt x="277" y="0"/>
                      </a:cubicBezTo>
                      <a:cubicBezTo>
                        <a:pt x="275" y="0"/>
                        <a:pt x="272" y="1"/>
                        <a:pt x="266" y="5"/>
                      </a:cubicBezTo>
                      <a:cubicBezTo>
                        <a:pt x="260" y="9"/>
                        <a:pt x="254" y="13"/>
                        <a:pt x="247" y="18"/>
                      </a:cubicBezTo>
                      <a:cubicBezTo>
                        <a:pt x="239" y="22"/>
                        <a:pt x="230" y="26"/>
                        <a:pt x="218" y="30"/>
                      </a:cubicBezTo>
                      <a:cubicBezTo>
                        <a:pt x="207" y="34"/>
                        <a:pt x="195" y="36"/>
                        <a:pt x="184" y="36"/>
                      </a:cubicBezTo>
                      <a:cubicBezTo>
                        <a:pt x="172" y="36"/>
                        <a:pt x="160" y="34"/>
                        <a:pt x="149" y="30"/>
                      </a:cubicBezTo>
                      <a:cubicBezTo>
                        <a:pt x="137" y="26"/>
                        <a:pt x="128" y="22"/>
                        <a:pt x="121" y="18"/>
                      </a:cubicBezTo>
                      <a:cubicBezTo>
                        <a:pt x="113" y="13"/>
                        <a:pt x="107" y="9"/>
                        <a:pt x="101" y="5"/>
                      </a:cubicBezTo>
                      <a:cubicBezTo>
                        <a:pt x="95" y="1"/>
                        <a:pt x="92" y="0"/>
                        <a:pt x="90" y="0"/>
                      </a:cubicBezTo>
                      <a:cubicBezTo>
                        <a:pt x="80" y="0"/>
                        <a:pt x="70" y="1"/>
                        <a:pt x="61" y="5"/>
                      </a:cubicBezTo>
                      <a:cubicBezTo>
                        <a:pt x="52" y="8"/>
                        <a:pt x="45" y="13"/>
                        <a:pt x="39" y="19"/>
                      </a:cubicBezTo>
                      <a:cubicBezTo>
                        <a:pt x="33" y="25"/>
                        <a:pt x="27" y="32"/>
                        <a:pt x="23" y="40"/>
                      </a:cubicBezTo>
                      <a:cubicBezTo>
                        <a:pt x="18" y="48"/>
                        <a:pt x="14" y="57"/>
                        <a:pt x="11" y="65"/>
                      </a:cubicBezTo>
                      <a:cubicBezTo>
                        <a:pt x="9" y="74"/>
                        <a:pt x="6" y="83"/>
                        <a:pt x="5" y="94"/>
                      </a:cubicBezTo>
                      <a:cubicBezTo>
                        <a:pt x="3" y="104"/>
                        <a:pt x="2" y="113"/>
                        <a:pt x="1" y="122"/>
                      </a:cubicBezTo>
                      <a:cubicBezTo>
                        <a:pt x="0" y="131"/>
                        <a:pt x="0" y="140"/>
                        <a:pt x="0" y="149"/>
                      </a:cubicBezTo>
                      <a:cubicBezTo>
                        <a:pt x="0" y="170"/>
                        <a:pt x="6" y="186"/>
                        <a:pt x="19" y="198"/>
                      </a:cubicBezTo>
                      <a:cubicBezTo>
                        <a:pt x="32" y="210"/>
                        <a:pt x="49" y="216"/>
                        <a:pt x="70" y="216"/>
                      </a:cubicBezTo>
                      <a:cubicBezTo>
                        <a:pt x="297" y="216"/>
                        <a:pt x="297" y="216"/>
                        <a:pt x="297" y="216"/>
                      </a:cubicBezTo>
                      <a:cubicBezTo>
                        <a:pt x="319" y="216"/>
                        <a:pt x="335" y="210"/>
                        <a:pt x="348" y="198"/>
                      </a:cubicBezTo>
                      <a:cubicBezTo>
                        <a:pt x="361" y="186"/>
                        <a:pt x="367" y="170"/>
                        <a:pt x="367" y="149"/>
                      </a:cubicBezTo>
                      <a:cubicBezTo>
                        <a:pt x="367" y="140"/>
                        <a:pt x="367" y="131"/>
                        <a:pt x="366" y="122"/>
                      </a:cubicBezTo>
                      <a:close/>
                      <a:moveTo>
                        <a:pt x="366" y="122"/>
                      </a:moveTo>
                      <a:cubicBezTo>
                        <a:pt x="366" y="122"/>
                        <a:pt x="366" y="122"/>
                        <a:pt x="366" y="12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grpSp>
        </p:grpSp>
        <p:grpSp>
          <p:nvGrpSpPr>
            <p:cNvPr id="10" name="グループ化 9"/>
            <p:cNvGrpSpPr/>
            <p:nvPr/>
          </p:nvGrpSpPr>
          <p:grpSpPr>
            <a:xfrm>
              <a:off x="5950004" y="4617213"/>
              <a:ext cx="2217095" cy="1403577"/>
              <a:chOff x="1748349" y="4617213"/>
              <a:chExt cx="2217095" cy="1403577"/>
            </a:xfrm>
          </p:grpSpPr>
          <p:sp>
            <p:nvSpPr>
              <p:cNvPr id="11" name="Freeform 6"/>
              <p:cNvSpPr>
                <a:spLocks noChangeAspect="1" noEditPoints="1"/>
              </p:cNvSpPr>
              <p:nvPr/>
            </p:nvSpPr>
            <p:spPr bwMode="auto">
              <a:xfrm>
                <a:off x="2819604" y="4617213"/>
                <a:ext cx="1145840" cy="804006"/>
              </a:xfrm>
              <a:custGeom>
                <a:avLst/>
                <a:gdLst>
                  <a:gd name="T0" fmla="*/ 251 w 1076"/>
                  <a:gd name="T1" fmla="*/ 683 h 755"/>
                  <a:gd name="T2" fmla="*/ 824 w 1076"/>
                  <a:gd name="T3" fmla="*/ 575 h 755"/>
                  <a:gd name="T4" fmla="*/ 1040 w 1076"/>
                  <a:gd name="T5" fmla="*/ 575 h 755"/>
                  <a:gd name="T6" fmla="*/ 575 w 1076"/>
                  <a:gd name="T7" fmla="*/ 719 h 755"/>
                  <a:gd name="T8" fmla="*/ 573 w 1076"/>
                  <a:gd name="T9" fmla="*/ 575 h 755"/>
                  <a:gd name="T10" fmla="*/ 537 w 1076"/>
                  <a:gd name="T11" fmla="*/ 719 h 755"/>
                  <a:gd name="T12" fmla="*/ 36 w 1076"/>
                  <a:gd name="T13" fmla="*/ 575 h 755"/>
                  <a:gd name="T14" fmla="*/ 287 w 1076"/>
                  <a:gd name="T15" fmla="*/ 575 h 755"/>
                  <a:gd name="T16" fmla="*/ 251 w 1076"/>
                  <a:gd name="T17" fmla="*/ 431 h 755"/>
                  <a:gd name="T18" fmla="*/ 72 w 1076"/>
                  <a:gd name="T19" fmla="*/ 431 h 755"/>
                  <a:gd name="T20" fmla="*/ 1040 w 1076"/>
                  <a:gd name="T21" fmla="*/ 539 h 755"/>
                  <a:gd name="T22" fmla="*/ 573 w 1076"/>
                  <a:gd name="T23" fmla="*/ 395 h 755"/>
                  <a:gd name="T24" fmla="*/ 789 w 1076"/>
                  <a:gd name="T25" fmla="*/ 395 h 755"/>
                  <a:gd name="T26" fmla="*/ 323 w 1076"/>
                  <a:gd name="T27" fmla="*/ 539 h 755"/>
                  <a:gd name="T28" fmla="*/ 323 w 1076"/>
                  <a:gd name="T29" fmla="*/ 395 h 755"/>
                  <a:gd name="T30" fmla="*/ 287 w 1076"/>
                  <a:gd name="T31" fmla="*/ 539 h 755"/>
                  <a:gd name="T32" fmla="*/ 72 w 1076"/>
                  <a:gd name="T33" fmla="*/ 252 h 755"/>
                  <a:gd name="T34" fmla="*/ 72 w 1076"/>
                  <a:gd name="T35" fmla="*/ 323 h 755"/>
                  <a:gd name="T36" fmla="*/ 824 w 1076"/>
                  <a:gd name="T37" fmla="*/ 359 h 755"/>
                  <a:gd name="T38" fmla="*/ 824 w 1076"/>
                  <a:gd name="T39" fmla="*/ 216 h 755"/>
                  <a:gd name="T40" fmla="*/ 789 w 1076"/>
                  <a:gd name="T41" fmla="*/ 359 h 755"/>
                  <a:gd name="T42" fmla="*/ 323 w 1076"/>
                  <a:gd name="T43" fmla="*/ 216 h 755"/>
                  <a:gd name="T44" fmla="*/ 537 w 1076"/>
                  <a:gd name="T45" fmla="*/ 216 h 755"/>
                  <a:gd name="T46" fmla="*/ 36 w 1076"/>
                  <a:gd name="T47" fmla="*/ 359 h 755"/>
                  <a:gd name="T48" fmla="*/ 36 w 1076"/>
                  <a:gd name="T49" fmla="*/ 216 h 755"/>
                  <a:gd name="T50" fmla="*/ 1004 w 1076"/>
                  <a:gd name="T51" fmla="*/ 144 h 755"/>
                  <a:gd name="T52" fmla="*/ 609 w 1076"/>
                  <a:gd name="T53" fmla="*/ 72 h 755"/>
                  <a:gd name="T54" fmla="*/ 609 w 1076"/>
                  <a:gd name="T55" fmla="*/ 144 h 755"/>
                  <a:gd name="T56" fmla="*/ 503 w 1076"/>
                  <a:gd name="T57" fmla="*/ 72 h 755"/>
                  <a:gd name="T58" fmla="*/ 359 w 1076"/>
                  <a:gd name="T59" fmla="*/ 72 h 755"/>
                  <a:gd name="T60" fmla="*/ 251 w 1076"/>
                  <a:gd name="T61" fmla="*/ 144 h 755"/>
                  <a:gd name="T62" fmla="*/ 824 w 1076"/>
                  <a:gd name="T63" fmla="*/ 36 h 755"/>
                  <a:gd name="T64" fmla="*/ 1040 w 1076"/>
                  <a:gd name="T65" fmla="*/ 36 h 755"/>
                  <a:gd name="T66" fmla="*/ 573 w 1076"/>
                  <a:gd name="T67" fmla="*/ 180 h 755"/>
                  <a:gd name="T68" fmla="*/ 573 w 1076"/>
                  <a:gd name="T69" fmla="*/ 36 h 755"/>
                  <a:gd name="T70" fmla="*/ 537 w 1076"/>
                  <a:gd name="T71" fmla="*/ 180 h 755"/>
                  <a:gd name="T72" fmla="*/ 36 w 1076"/>
                  <a:gd name="T73" fmla="*/ 36 h 755"/>
                  <a:gd name="T74" fmla="*/ 287 w 1076"/>
                  <a:gd name="T75" fmla="*/ 36 h 755"/>
                  <a:gd name="T76" fmla="*/ 1040 w 1076"/>
                  <a:gd name="T77" fmla="*/ 0 h 755"/>
                  <a:gd name="T78" fmla="*/ 1076 w 1076"/>
                  <a:gd name="T79" fmla="*/ 36 h 755"/>
                  <a:gd name="T80" fmla="*/ 1074 w 1076"/>
                  <a:gd name="T81" fmla="*/ 728 h 755"/>
                  <a:gd name="T82" fmla="*/ 1055 w 1076"/>
                  <a:gd name="T83" fmla="*/ 751 h 755"/>
                  <a:gd name="T84" fmla="*/ 17 w 1076"/>
                  <a:gd name="T85" fmla="*/ 749 h 755"/>
                  <a:gd name="T86" fmla="*/ 0 w 1076"/>
                  <a:gd name="T87" fmla="*/ 36 h 755"/>
                  <a:gd name="T88" fmla="*/ 36 w 1076"/>
                  <a:gd name="T89" fmla="*/ 0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76" h="755">
                    <a:moveTo>
                      <a:pt x="72" y="611"/>
                    </a:moveTo>
                    <a:lnTo>
                      <a:pt x="251" y="611"/>
                    </a:lnTo>
                    <a:lnTo>
                      <a:pt x="251" y="683"/>
                    </a:lnTo>
                    <a:lnTo>
                      <a:pt x="72" y="683"/>
                    </a:lnTo>
                    <a:lnTo>
                      <a:pt x="72" y="611"/>
                    </a:lnTo>
                    <a:close/>
                    <a:moveTo>
                      <a:pt x="824" y="575"/>
                    </a:moveTo>
                    <a:lnTo>
                      <a:pt x="824" y="719"/>
                    </a:lnTo>
                    <a:lnTo>
                      <a:pt x="1040" y="719"/>
                    </a:lnTo>
                    <a:lnTo>
                      <a:pt x="1040" y="575"/>
                    </a:lnTo>
                    <a:lnTo>
                      <a:pt x="824" y="575"/>
                    </a:lnTo>
                    <a:close/>
                    <a:moveTo>
                      <a:pt x="573" y="575"/>
                    </a:moveTo>
                    <a:lnTo>
                      <a:pt x="575" y="719"/>
                    </a:lnTo>
                    <a:lnTo>
                      <a:pt x="789" y="719"/>
                    </a:lnTo>
                    <a:lnTo>
                      <a:pt x="789" y="575"/>
                    </a:lnTo>
                    <a:lnTo>
                      <a:pt x="573" y="575"/>
                    </a:lnTo>
                    <a:close/>
                    <a:moveTo>
                      <a:pt x="323" y="575"/>
                    </a:moveTo>
                    <a:lnTo>
                      <a:pt x="323" y="719"/>
                    </a:lnTo>
                    <a:lnTo>
                      <a:pt x="537" y="719"/>
                    </a:lnTo>
                    <a:lnTo>
                      <a:pt x="537" y="575"/>
                    </a:lnTo>
                    <a:lnTo>
                      <a:pt x="323" y="575"/>
                    </a:lnTo>
                    <a:close/>
                    <a:moveTo>
                      <a:pt x="36" y="575"/>
                    </a:moveTo>
                    <a:lnTo>
                      <a:pt x="36" y="719"/>
                    </a:lnTo>
                    <a:lnTo>
                      <a:pt x="287" y="719"/>
                    </a:lnTo>
                    <a:lnTo>
                      <a:pt x="287" y="575"/>
                    </a:lnTo>
                    <a:lnTo>
                      <a:pt x="36" y="575"/>
                    </a:lnTo>
                    <a:close/>
                    <a:moveTo>
                      <a:pt x="72" y="431"/>
                    </a:moveTo>
                    <a:lnTo>
                      <a:pt x="251" y="431"/>
                    </a:lnTo>
                    <a:lnTo>
                      <a:pt x="251" y="503"/>
                    </a:lnTo>
                    <a:lnTo>
                      <a:pt x="72" y="503"/>
                    </a:lnTo>
                    <a:lnTo>
                      <a:pt x="72" y="431"/>
                    </a:lnTo>
                    <a:close/>
                    <a:moveTo>
                      <a:pt x="824" y="395"/>
                    </a:moveTo>
                    <a:lnTo>
                      <a:pt x="824" y="539"/>
                    </a:lnTo>
                    <a:lnTo>
                      <a:pt x="1040" y="539"/>
                    </a:lnTo>
                    <a:lnTo>
                      <a:pt x="1040" y="395"/>
                    </a:lnTo>
                    <a:lnTo>
                      <a:pt x="824" y="395"/>
                    </a:lnTo>
                    <a:close/>
                    <a:moveTo>
                      <a:pt x="573" y="395"/>
                    </a:moveTo>
                    <a:lnTo>
                      <a:pt x="575" y="539"/>
                    </a:lnTo>
                    <a:lnTo>
                      <a:pt x="789" y="539"/>
                    </a:lnTo>
                    <a:lnTo>
                      <a:pt x="789" y="395"/>
                    </a:lnTo>
                    <a:lnTo>
                      <a:pt x="573" y="395"/>
                    </a:lnTo>
                    <a:close/>
                    <a:moveTo>
                      <a:pt x="323" y="395"/>
                    </a:moveTo>
                    <a:lnTo>
                      <a:pt x="323" y="539"/>
                    </a:lnTo>
                    <a:lnTo>
                      <a:pt x="537" y="539"/>
                    </a:lnTo>
                    <a:lnTo>
                      <a:pt x="537" y="395"/>
                    </a:lnTo>
                    <a:lnTo>
                      <a:pt x="323" y="395"/>
                    </a:lnTo>
                    <a:close/>
                    <a:moveTo>
                      <a:pt x="36" y="395"/>
                    </a:moveTo>
                    <a:lnTo>
                      <a:pt x="36" y="539"/>
                    </a:lnTo>
                    <a:lnTo>
                      <a:pt x="287" y="539"/>
                    </a:lnTo>
                    <a:lnTo>
                      <a:pt x="287" y="395"/>
                    </a:lnTo>
                    <a:lnTo>
                      <a:pt x="36" y="395"/>
                    </a:lnTo>
                    <a:close/>
                    <a:moveTo>
                      <a:pt x="72" y="252"/>
                    </a:moveTo>
                    <a:lnTo>
                      <a:pt x="251" y="252"/>
                    </a:lnTo>
                    <a:lnTo>
                      <a:pt x="251" y="323"/>
                    </a:lnTo>
                    <a:lnTo>
                      <a:pt x="72" y="323"/>
                    </a:lnTo>
                    <a:lnTo>
                      <a:pt x="72" y="252"/>
                    </a:lnTo>
                    <a:close/>
                    <a:moveTo>
                      <a:pt x="824" y="216"/>
                    </a:moveTo>
                    <a:lnTo>
                      <a:pt x="824" y="359"/>
                    </a:lnTo>
                    <a:lnTo>
                      <a:pt x="1040" y="359"/>
                    </a:lnTo>
                    <a:lnTo>
                      <a:pt x="1040" y="216"/>
                    </a:lnTo>
                    <a:lnTo>
                      <a:pt x="824" y="216"/>
                    </a:lnTo>
                    <a:close/>
                    <a:moveTo>
                      <a:pt x="573" y="216"/>
                    </a:moveTo>
                    <a:lnTo>
                      <a:pt x="573" y="359"/>
                    </a:lnTo>
                    <a:lnTo>
                      <a:pt x="789" y="359"/>
                    </a:lnTo>
                    <a:lnTo>
                      <a:pt x="789" y="216"/>
                    </a:lnTo>
                    <a:lnTo>
                      <a:pt x="573" y="216"/>
                    </a:lnTo>
                    <a:close/>
                    <a:moveTo>
                      <a:pt x="323" y="216"/>
                    </a:moveTo>
                    <a:lnTo>
                      <a:pt x="323" y="359"/>
                    </a:lnTo>
                    <a:lnTo>
                      <a:pt x="537" y="359"/>
                    </a:lnTo>
                    <a:lnTo>
                      <a:pt x="537" y="216"/>
                    </a:lnTo>
                    <a:lnTo>
                      <a:pt x="323" y="216"/>
                    </a:lnTo>
                    <a:close/>
                    <a:moveTo>
                      <a:pt x="36" y="216"/>
                    </a:moveTo>
                    <a:lnTo>
                      <a:pt x="36" y="359"/>
                    </a:lnTo>
                    <a:lnTo>
                      <a:pt x="287" y="359"/>
                    </a:lnTo>
                    <a:lnTo>
                      <a:pt x="287" y="216"/>
                    </a:lnTo>
                    <a:lnTo>
                      <a:pt x="36" y="216"/>
                    </a:lnTo>
                    <a:close/>
                    <a:moveTo>
                      <a:pt x="860" y="72"/>
                    </a:moveTo>
                    <a:lnTo>
                      <a:pt x="1004" y="72"/>
                    </a:lnTo>
                    <a:lnTo>
                      <a:pt x="1004" y="144"/>
                    </a:lnTo>
                    <a:lnTo>
                      <a:pt x="860" y="144"/>
                    </a:lnTo>
                    <a:lnTo>
                      <a:pt x="860" y="72"/>
                    </a:lnTo>
                    <a:close/>
                    <a:moveTo>
                      <a:pt x="609" y="72"/>
                    </a:moveTo>
                    <a:lnTo>
                      <a:pt x="753" y="72"/>
                    </a:lnTo>
                    <a:lnTo>
                      <a:pt x="753" y="144"/>
                    </a:lnTo>
                    <a:lnTo>
                      <a:pt x="609" y="144"/>
                    </a:lnTo>
                    <a:lnTo>
                      <a:pt x="609" y="72"/>
                    </a:lnTo>
                    <a:close/>
                    <a:moveTo>
                      <a:pt x="359" y="72"/>
                    </a:moveTo>
                    <a:lnTo>
                      <a:pt x="503" y="72"/>
                    </a:lnTo>
                    <a:lnTo>
                      <a:pt x="503" y="144"/>
                    </a:lnTo>
                    <a:lnTo>
                      <a:pt x="359" y="144"/>
                    </a:lnTo>
                    <a:lnTo>
                      <a:pt x="359" y="72"/>
                    </a:lnTo>
                    <a:close/>
                    <a:moveTo>
                      <a:pt x="72" y="72"/>
                    </a:moveTo>
                    <a:lnTo>
                      <a:pt x="251" y="72"/>
                    </a:lnTo>
                    <a:lnTo>
                      <a:pt x="251" y="144"/>
                    </a:lnTo>
                    <a:lnTo>
                      <a:pt x="72" y="144"/>
                    </a:lnTo>
                    <a:lnTo>
                      <a:pt x="72" y="72"/>
                    </a:lnTo>
                    <a:close/>
                    <a:moveTo>
                      <a:pt x="824" y="36"/>
                    </a:moveTo>
                    <a:lnTo>
                      <a:pt x="824" y="180"/>
                    </a:lnTo>
                    <a:lnTo>
                      <a:pt x="1040" y="180"/>
                    </a:lnTo>
                    <a:lnTo>
                      <a:pt x="1040" y="36"/>
                    </a:lnTo>
                    <a:lnTo>
                      <a:pt x="824" y="36"/>
                    </a:lnTo>
                    <a:close/>
                    <a:moveTo>
                      <a:pt x="573" y="36"/>
                    </a:moveTo>
                    <a:lnTo>
                      <a:pt x="573" y="180"/>
                    </a:lnTo>
                    <a:lnTo>
                      <a:pt x="789" y="180"/>
                    </a:lnTo>
                    <a:lnTo>
                      <a:pt x="789" y="36"/>
                    </a:lnTo>
                    <a:lnTo>
                      <a:pt x="573" y="36"/>
                    </a:lnTo>
                    <a:close/>
                    <a:moveTo>
                      <a:pt x="323" y="36"/>
                    </a:moveTo>
                    <a:lnTo>
                      <a:pt x="323" y="180"/>
                    </a:lnTo>
                    <a:lnTo>
                      <a:pt x="537" y="180"/>
                    </a:lnTo>
                    <a:lnTo>
                      <a:pt x="537" y="36"/>
                    </a:lnTo>
                    <a:lnTo>
                      <a:pt x="323" y="36"/>
                    </a:lnTo>
                    <a:close/>
                    <a:moveTo>
                      <a:pt x="36" y="36"/>
                    </a:moveTo>
                    <a:lnTo>
                      <a:pt x="36" y="180"/>
                    </a:lnTo>
                    <a:lnTo>
                      <a:pt x="287" y="180"/>
                    </a:lnTo>
                    <a:lnTo>
                      <a:pt x="287" y="36"/>
                    </a:lnTo>
                    <a:lnTo>
                      <a:pt x="36" y="36"/>
                    </a:lnTo>
                    <a:close/>
                    <a:moveTo>
                      <a:pt x="36" y="0"/>
                    </a:moveTo>
                    <a:lnTo>
                      <a:pt x="1040" y="0"/>
                    </a:lnTo>
                    <a:lnTo>
                      <a:pt x="1059" y="6"/>
                    </a:lnTo>
                    <a:lnTo>
                      <a:pt x="1070" y="19"/>
                    </a:lnTo>
                    <a:lnTo>
                      <a:pt x="1076" y="36"/>
                    </a:lnTo>
                    <a:lnTo>
                      <a:pt x="1076" y="719"/>
                    </a:lnTo>
                    <a:lnTo>
                      <a:pt x="1076" y="721"/>
                    </a:lnTo>
                    <a:lnTo>
                      <a:pt x="1074" y="728"/>
                    </a:lnTo>
                    <a:lnTo>
                      <a:pt x="1072" y="736"/>
                    </a:lnTo>
                    <a:lnTo>
                      <a:pt x="1066" y="745"/>
                    </a:lnTo>
                    <a:lnTo>
                      <a:pt x="1055" y="751"/>
                    </a:lnTo>
                    <a:lnTo>
                      <a:pt x="1040" y="755"/>
                    </a:lnTo>
                    <a:lnTo>
                      <a:pt x="36" y="755"/>
                    </a:lnTo>
                    <a:lnTo>
                      <a:pt x="17" y="749"/>
                    </a:lnTo>
                    <a:lnTo>
                      <a:pt x="6" y="736"/>
                    </a:lnTo>
                    <a:lnTo>
                      <a:pt x="0" y="719"/>
                    </a:lnTo>
                    <a:lnTo>
                      <a:pt x="0" y="36"/>
                    </a:lnTo>
                    <a:lnTo>
                      <a:pt x="6" y="19"/>
                    </a:lnTo>
                    <a:lnTo>
                      <a:pt x="17" y="6"/>
                    </a:lnTo>
                    <a:lnTo>
                      <a:pt x="36"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nvGrpSpPr>
              <p:cNvPr id="12" name="グループ化 11"/>
              <p:cNvGrpSpPr/>
              <p:nvPr/>
            </p:nvGrpSpPr>
            <p:grpSpPr>
              <a:xfrm>
                <a:off x="1748349" y="5116639"/>
                <a:ext cx="829669" cy="904151"/>
                <a:chOff x="6399213" y="3455988"/>
                <a:chExt cx="636588" cy="693737"/>
              </a:xfrm>
            </p:grpSpPr>
            <p:sp>
              <p:nvSpPr>
                <p:cNvPr id="13" name="Freeform 85"/>
                <p:cNvSpPr>
                  <a:spLocks noEditPoints="1"/>
                </p:cNvSpPr>
                <p:nvPr/>
              </p:nvSpPr>
              <p:spPr bwMode="auto">
                <a:xfrm>
                  <a:off x="6543675" y="3455988"/>
                  <a:ext cx="347663" cy="347663"/>
                </a:xfrm>
                <a:custGeom>
                  <a:avLst/>
                  <a:gdLst>
                    <a:gd name="T0" fmla="*/ 101 w 201"/>
                    <a:gd name="T1" fmla="*/ 200 h 200"/>
                    <a:gd name="T2" fmla="*/ 171 w 201"/>
                    <a:gd name="T3" fmla="*/ 171 h 200"/>
                    <a:gd name="T4" fmla="*/ 201 w 201"/>
                    <a:gd name="T5" fmla="*/ 100 h 200"/>
                    <a:gd name="T6" fmla="*/ 171 w 201"/>
                    <a:gd name="T7" fmla="*/ 29 h 200"/>
                    <a:gd name="T8" fmla="*/ 101 w 201"/>
                    <a:gd name="T9" fmla="*/ 0 h 200"/>
                    <a:gd name="T10" fmla="*/ 30 w 201"/>
                    <a:gd name="T11" fmla="*/ 29 h 200"/>
                    <a:gd name="T12" fmla="*/ 0 w 201"/>
                    <a:gd name="T13" fmla="*/ 100 h 200"/>
                    <a:gd name="T14" fmla="*/ 30 w 201"/>
                    <a:gd name="T15" fmla="*/ 171 h 200"/>
                    <a:gd name="T16" fmla="*/ 101 w 201"/>
                    <a:gd name="T17" fmla="*/ 200 h 200"/>
                    <a:gd name="T18" fmla="*/ 101 w 201"/>
                    <a:gd name="T19" fmla="*/ 200 h 200"/>
                    <a:gd name="T20" fmla="*/ 101 w 201"/>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1" h="200">
                      <a:moveTo>
                        <a:pt x="101" y="200"/>
                      </a:moveTo>
                      <a:cubicBezTo>
                        <a:pt x="128" y="200"/>
                        <a:pt x="152" y="190"/>
                        <a:pt x="171" y="171"/>
                      </a:cubicBezTo>
                      <a:cubicBezTo>
                        <a:pt x="191" y="151"/>
                        <a:pt x="201" y="128"/>
                        <a:pt x="201" y="100"/>
                      </a:cubicBezTo>
                      <a:cubicBezTo>
                        <a:pt x="201" y="72"/>
                        <a:pt x="191" y="49"/>
                        <a:pt x="171" y="29"/>
                      </a:cubicBezTo>
                      <a:cubicBezTo>
                        <a:pt x="152" y="10"/>
                        <a:pt x="128" y="0"/>
                        <a:pt x="101" y="0"/>
                      </a:cubicBezTo>
                      <a:cubicBezTo>
                        <a:pt x="73" y="0"/>
                        <a:pt x="49" y="10"/>
                        <a:pt x="30" y="29"/>
                      </a:cubicBezTo>
                      <a:cubicBezTo>
                        <a:pt x="10" y="49"/>
                        <a:pt x="0" y="72"/>
                        <a:pt x="0" y="100"/>
                      </a:cubicBezTo>
                      <a:cubicBezTo>
                        <a:pt x="0" y="128"/>
                        <a:pt x="10" y="151"/>
                        <a:pt x="30" y="171"/>
                      </a:cubicBezTo>
                      <a:cubicBezTo>
                        <a:pt x="49" y="190"/>
                        <a:pt x="73" y="200"/>
                        <a:pt x="101" y="200"/>
                      </a:cubicBezTo>
                      <a:close/>
                      <a:moveTo>
                        <a:pt x="101" y="200"/>
                      </a:moveTo>
                      <a:cubicBezTo>
                        <a:pt x="101" y="200"/>
                        <a:pt x="101" y="200"/>
                        <a:pt x="101" y="20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sp>
              <p:nvSpPr>
                <p:cNvPr id="14" name="Freeform 86"/>
                <p:cNvSpPr>
                  <a:spLocks noEditPoints="1"/>
                </p:cNvSpPr>
                <p:nvPr/>
              </p:nvSpPr>
              <p:spPr bwMode="auto">
                <a:xfrm>
                  <a:off x="6399213" y="3775075"/>
                  <a:ext cx="636588" cy="374650"/>
                </a:xfrm>
                <a:custGeom>
                  <a:avLst/>
                  <a:gdLst>
                    <a:gd name="T0" fmla="*/ 366 w 367"/>
                    <a:gd name="T1" fmla="*/ 122 h 216"/>
                    <a:gd name="T2" fmla="*/ 363 w 367"/>
                    <a:gd name="T3" fmla="*/ 94 h 216"/>
                    <a:gd name="T4" fmla="*/ 356 w 367"/>
                    <a:gd name="T5" fmla="*/ 65 h 216"/>
                    <a:gd name="T6" fmla="*/ 344 w 367"/>
                    <a:gd name="T7" fmla="*/ 40 h 216"/>
                    <a:gd name="T8" fmla="*/ 328 w 367"/>
                    <a:gd name="T9" fmla="*/ 19 h 216"/>
                    <a:gd name="T10" fmla="*/ 306 w 367"/>
                    <a:gd name="T11" fmla="*/ 5 h 216"/>
                    <a:gd name="T12" fmla="*/ 277 w 367"/>
                    <a:gd name="T13" fmla="*/ 0 h 216"/>
                    <a:gd name="T14" fmla="*/ 266 w 367"/>
                    <a:gd name="T15" fmla="*/ 5 h 216"/>
                    <a:gd name="T16" fmla="*/ 247 w 367"/>
                    <a:gd name="T17" fmla="*/ 18 h 216"/>
                    <a:gd name="T18" fmla="*/ 218 w 367"/>
                    <a:gd name="T19" fmla="*/ 30 h 216"/>
                    <a:gd name="T20" fmla="*/ 184 w 367"/>
                    <a:gd name="T21" fmla="*/ 36 h 216"/>
                    <a:gd name="T22" fmla="*/ 149 w 367"/>
                    <a:gd name="T23" fmla="*/ 30 h 216"/>
                    <a:gd name="T24" fmla="*/ 121 w 367"/>
                    <a:gd name="T25" fmla="*/ 18 h 216"/>
                    <a:gd name="T26" fmla="*/ 101 w 367"/>
                    <a:gd name="T27" fmla="*/ 5 h 216"/>
                    <a:gd name="T28" fmla="*/ 90 w 367"/>
                    <a:gd name="T29" fmla="*/ 0 h 216"/>
                    <a:gd name="T30" fmla="*/ 61 w 367"/>
                    <a:gd name="T31" fmla="*/ 5 h 216"/>
                    <a:gd name="T32" fmla="*/ 39 w 367"/>
                    <a:gd name="T33" fmla="*/ 19 h 216"/>
                    <a:gd name="T34" fmla="*/ 23 w 367"/>
                    <a:gd name="T35" fmla="*/ 40 h 216"/>
                    <a:gd name="T36" fmla="*/ 11 w 367"/>
                    <a:gd name="T37" fmla="*/ 65 h 216"/>
                    <a:gd name="T38" fmla="*/ 5 w 367"/>
                    <a:gd name="T39" fmla="*/ 94 h 216"/>
                    <a:gd name="T40" fmla="*/ 1 w 367"/>
                    <a:gd name="T41" fmla="*/ 122 h 216"/>
                    <a:gd name="T42" fmla="*/ 0 w 367"/>
                    <a:gd name="T43" fmla="*/ 149 h 216"/>
                    <a:gd name="T44" fmla="*/ 19 w 367"/>
                    <a:gd name="T45" fmla="*/ 198 h 216"/>
                    <a:gd name="T46" fmla="*/ 70 w 367"/>
                    <a:gd name="T47" fmla="*/ 216 h 216"/>
                    <a:gd name="T48" fmla="*/ 297 w 367"/>
                    <a:gd name="T49" fmla="*/ 216 h 216"/>
                    <a:gd name="T50" fmla="*/ 348 w 367"/>
                    <a:gd name="T51" fmla="*/ 198 h 216"/>
                    <a:gd name="T52" fmla="*/ 367 w 367"/>
                    <a:gd name="T53" fmla="*/ 149 h 216"/>
                    <a:gd name="T54" fmla="*/ 366 w 367"/>
                    <a:gd name="T55" fmla="*/ 122 h 216"/>
                    <a:gd name="T56" fmla="*/ 366 w 367"/>
                    <a:gd name="T57" fmla="*/ 122 h 216"/>
                    <a:gd name="T58" fmla="*/ 366 w 367"/>
                    <a:gd name="T59"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216">
                      <a:moveTo>
                        <a:pt x="366" y="122"/>
                      </a:moveTo>
                      <a:cubicBezTo>
                        <a:pt x="366" y="113"/>
                        <a:pt x="364" y="104"/>
                        <a:pt x="363" y="94"/>
                      </a:cubicBezTo>
                      <a:cubicBezTo>
                        <a:pt x="361" y="83"/>
                        <a:pt x="358" y="74"/>
                        <a:pt x="356" y="65"/>
                      </a:cubicBezTo>
                      <a:cubicBezTo>
                        <a:pt x="353" y="57"/>
                        <a:pt x="349" y="48"/>
                        <a:pt x="344" y="40"/>
                      </a:cubicBezTo>
                      <a:cubicBezTo>
                        <a:pt x="340" y="32"/>
                        <a:pt x="334" y="25"/>
                        <a:pt x="328" y="19"/>
                      </a:cubicBezTo>
                      <a:cubicBezTo>
                        <a:pt x="322" y="13"/>
                        <a:pt x="315" y="8"/>
                        <a:pt x="306" y="5"/>
                      </a:cubicBezTo>
                      <a:cubicBezTo>
                        <a:pt x="297" y="1"/>
                        <a:pt x="287" y="0"/>
                        <a:pt x="277" y="0"/>
                      </a:cubicBezTo>
                      <a:cubicBezTo>
                        <a:pt x="275" y="0"/>
                        <a:pt x="272" y="1"/>
                        <a:pt x="266" y="5"/>
                      </a:cubicBezTo>
                      <a:cubicBezTo>
                        <a:pt x="260" y="9"/>
                        <a:pt x="254" y="13"/>
                        <a:pt x="247" y="18"/>
                      </a:cubicBezTo>
                      <a:cubicBezTo>
                        <a:pt x="239" y="22"/>
                        <a:pt x="230" y="26"/>
                        <a:pt x="218" y="30"/>
                      </a:cubicBezTo>
                      <a:cubicBezTo>
                        <a:pt x="207" y="34"/>
                        <a:pt x="195" y="36"/>
                        <a:pt x="184" y="36"/>
                      </a:cubicBezTo>
                      <a:cubicBezTo>
                        <a:pt x="172" y="36"/>
                        <a:pt x="160" y="34"/>
                        <a:pt x="149" y="30"/>
                      </a:cubicBezTo>
                      <a:cubicBezTo>
                        <a:pt x="137" y="26"/>
                        <a:pt x="128" y="22"/>
                        <a:pt x="121" y="18"/>
                      </a:cubicBezTo>
                      <a:cubicBezTo>
                        <a:pt x="113" y="13"/>
                        <a:pt x="107" y="9"/>
                        <a:pt x="101" y="5"/>
                      </a:cubicBezTo>
                      <a:cubicBezTo>
                        <a:pt x="95" y="1"/>
                        <a:pt x="92" y="0"/>
                        <a:pt x="90" y="0"/>
                      </a:cubicBezTo>
                      <a:cubicBezTo>
                        <a:pt x="80" y="0"/>
                        <a:pt x="70" y="1"/>
                        <a:pt x="61" y="5"/>
                      </a:cubicBezTo>
                      <a:cubicBezTo>
                        <a:pt x="52" y="8"/>
                        <a:pt x="45" y="13"/>
                        <a:pt x="39" y="19"/>
                      </a:cubicBezTo>
                      <a:cubicBezTo>
                        <a:pt x="33" y="25"/>
                        <a:pt x="27" y="32"/>
                        <a:pt x="23" y="40"/>
                      </a:cubicBezTo>
                      <a:cubicBezTo>
                        <a:pt x="18" y="48"/>
                        <a:pt x="14" y="57"/>
                        <a:pt x="11" y="65"/>
                      </a:cubicBezTo>
                      <a:cubicBezTo>
                        <a:pt x="9" y="74"/>
                        <a:pt x="6" y="83"/>
                        <a:pt x="5" y="94"/>
                      </a:cubicBezTo>
                      <a:cubicBezTo>
                        <a:pt x="3" y="104"/>
                        <a:pt x="2" y="113"/>
                        <a:pt x="1" y="122"/>
                      </a:cubicBezTo>
                      <a:cubicBezTo>
                        <a:pt x="0" y="131"/>
                        <a:pt x="0" y="140"/>
                        <a:pt x="0" y="149"/>
                      </a:cubicBezTo>
                      <a:cubicBezTo>
                        <a:pt x="0" y="170"/>
                        <a:pt x="6" y="186"/>
                        <a:pt x="19" y="198"/>
                      </a:cubicBezTo>
                      <a:cubicBezTo>
                        <a:pt x="32" y="210"/>
                        <a:pt x="49" y="216"/>
                        <a:pt x="70" y="216"/>
                      </a:cubicBezTo>
                      <a:cubicBezTo>
                        <a:pt x="297" y="216"/>
                        <a:pt x="297" y="216"/>
                        <a:pt x="297" y="216"/>
                      </a:cubicBezTo>
                      <a:cubicBezTo>
                        <a:pt x="319" y="216"/>
                        <a:pt x="335" y="210"/>
                        <a:pt x="348" y="198"/>
                      </a:cubicBezTo>
                      <a:cubicBezTo>
                        <a:pt x="361" y="186"/>
                        <a:pt x="367" y="170"/>
                        <a:pt x="367" y="149"/>
                      </a:cubicBezTo>
                      <a:cubicBezTo>
                        <a:pt x="367" y="140"/>
                        <a:pt x="367" y="131"/>
                        <a:pt x="366" y="122"/>
                      </a:cubicBezTo>
                      <a:close/>
                      <a:moveTo>
                        <a:pt x="366" y="122"/>
                      </a:moveTo>
                      <a:cubicBezTo>
                        <a:pt x="366" y="122"/>
                        <a:pt x="366" y="122"/>
                        <a:pt x="366" y="12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grpSp>
        </p:grpSp>
      </p:grpSp>
      <p:grpSp>
        <p:nvGrpSpPr>
          <p:cNvPr id="24" name="グループ化 23"/>
          <p:cNvGrpSpPr/>
          <p:nvPr/>
        </p:nvGrpSpPr>
        <p:grpSpPr>
          <a:xfrm>
            <a:off x="4572000" y="3433621"/>
            <a:ext cx="3224499" cy="1289067"/>
            <a:chOff x="1246527" y="3752603"/>
            <a:chExt cx="3224499" cy="1289067"/>
          </a:xfrm>
        </p:grpSpPr>
        <p:sp>
          <p:nvSpPr>
            <p:cNvPr id="21" name="円形吹き出し 20"/>
            <p:cNvSpPr/>
            <p:nvPr/>
          </p:nvSpPr>
          <p:spPr>
            <a:xfrm>
              <a:off x="1246527" y="3752603"/>
              <a:ext cx="3224499" cy="1289067"/>
            </a:xfrm>
            <a:custGeom>
              <a:avLst/>
              <a:gdLst>
                <a:gd name="connsiteX0" fmla="*/ 564047 w 3222757"/>
                <a:gd name="connsiteY0" fmla="*/ 1081435 h 926275"/>
                <a:gd name="connsiteX1" fmla="*/ 642541 w 3222757"/>
                <a:gd name="connsiteY1" fmla="*/ 833213 h 926275"/>
                <a:gd name="connsiteX2" fmla="*/ 1373420 w 3222757"/>
                <a:gd name="connsiteY2" fmla="*/ 5077 h 926275"/>
                <a:gd name="connsiteX3" fmla="*/ 2243106 w 3222757"/>
                <a:gd name="connsiteY3" fmla="*/ 37074 h 926275"/>
                <a:gd name="connsiteX4" fmla="*/ 1996083 w 3222757"/>
                <a:gd name="connsiteY4" fmla="*/ 912882 h 926275"/>
                <a:gd name="connsiteX5" fmla="*/ 1195428 w 3222757"/>
                <a:gd name="connsiteY5" fmla="*/ 910579 h 926275"/>
                <a:gd name="connsiteX6" fmla="*/ 564047 w 3222757"/>
                <a:gd name="connsiteY6" fmla="*/ 1081435 h 926275"/>
                <a:gd name="connsiteX0" fmla="*/ 565557 w 3224499"/>
                <a:gd name="connsiteY0" fmla="*/ 1081435 h 1081435"/>
                <a:gd name="connsiteX1" fmla="*/ 644051 w 3224499"/>
                <a:gd name="connsiteY1" fmla="*/ 833213 h 1081435"/>
                <a:gd name="connsiteX2" fmla="*/ 1374930 w 3224499"/>
                <a:gd name="connsiteY2" fmla="*/ 5077 h 1081435"/>
                <a:gd name="connsiteX3" fmla="*/ 2244616 w 3224499"/>
                <a:gd name="connsiteY3" fmla="*/ 37074 h 1081435"/>
                <a:gd name="connsiteX4" fmla="*/ 1997593 w 3224499"/>
                <a:gd name="connsiteY4" fmla="*/ 912882 h 1081435"/>
                <a:gd name="connsiteX5" fmla="*/ 944525 w 3224499"/>
                <a:gd name="connsiteY5" fmla="*/ 901054 h 1081435"/>
                <a:gd name="connsiteX6" fmla="*/ 565557 w 3224499"/>
                <a:gd name="connsiteY6" fmla="*/ 1081435 h 1081435"/>
                <a:gd name="connsiteX0" fmla="*/ 924332 w 3224499"/>
                <a:gd name="connsiteY0" fmla="*/ 1120057 h 1120057"/>
                <a:gd name="connsiteX1" fmla="*/ 644051 w 3224499"/>
                <a:gd name="connsiteY1" fmla="*/ 833213 h 1120057"/>
                <a:gd name="connsiteX2" fmla="*/ 1374930 w 3224499"/>
                <a:gd name="connsiteY2" fmla="*/ 5077 h 1120057"/>
                <a:gd name="connsiteX3" fmla="*/ 2244616 w 3224499"/>
                <a:gd name="connsiteY3" fmla="*/ 37074 h 1120057"/>
                <a:gd name="connsiteX4" fmla="*/ 1997593 w 3224499"/>
                <a:gd name="connsiteY4" fmla="*/ 912882 h 1120057"/>
                <a:gd name="connsiteX5" fmla="*/ 944525 w 3224499"/>
                <a:gd name="connsiteY5" fmla="*/ 901054 h 1120057"/>
                <a:gd name="connsiteX6" fmla="*/ 924332 w 3224499"/>
                <a:gd name="connsiteY6" fmla="*/ 1120057 h 112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4499" h="1120057">
                  <a:moveTo>
                    <a:pt x="924332" y="1120057"/>
                  </a:moveTo>
                  <a:lnTo>
                    <a:pt x="644051" y="833213"/>
                  </a:lnTo>
                  <a:cubicBezTo>
                    <a:pt x="-498185" y="586188"/>
                    <a:pt x="-38868" y="65749"/>
                    <a:pt x="1374930" y="5077"/>
                  </a:cubicBezTo>
                  <a:cubicBezTo>
                    <a:pt x="1669543" y="-7566"/>
                    <a:pt x="1970583" y="3510"/>
                    <a:pt x="2244616" y="37074"/>
                  </a:cubicBezTo>
                  <a:cubicBezTo>
                    <a:pt x="3668891" y="211526"/>
                    <a:pt x="3501036" y="806646"/>
                    <a:pt x="1997593" y="912882"/>
                  </a:cubicBezTo>
                  <a:cubicBezTo>
                    <a:pt x="1734284" y="931488"/>
                    <a:pt x="1206485" y="921171"/>
                    <a:pt x="944525" y="901054"/>
                  </a:cubicBezTo>
                  <a:lnTo>
                    <a:pt x="924332" y="1120057"/>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endParaRPr>
            </a:p>
          </p:txBody>
        </p:sp>
        <p:sp>
          <p:nvSpPr>
            <p:cNvPr id="23" name="テキスト ボックス 22"/>
            <p:cNvSpPr txBox="1"/>
            <p:nvPr/>
          </p:nvSpPr>
          <p:spPr>
            <a:xfrm>
              <a:off x="1341530" y="3788530"/>
              <a:ext cx="3129496" cy="954107"/>
            </a:xfrm>
            <a:prstGeom prst="rect">
              <a:avLst/>
            </a:prstGeom>
            <a:noFill/>
            <a:ln w="19050">
              <a:noFill/>
            </a:ln>
          </p:spPr>
          <p:txBody>
            <a:bodyPr wrap="square" rtlCol="0">
              <a:spAutoFit/>
            </a:bodyPr>
            <a:lstStyle/>
            <a:p>
              <a:pPr algn="ctr"/>
              <a:r>
                <a:rPr lang="ja-JP" altLang="en-US" sz="2800" dirty="0"/>
                <a:t>〇〇って科目</a:t>
              </a:r>
              <a:r>
                <a:rPr lang="en-US" altLang="ja-JP" sz="2800" dirty="0"/>
                <a:t/>
              </a:r>
              <a:br>
                <a:rPr lang="en-US" altLang="ja-JP" sz="2800" dirty="0"/>
              </a:br>
              <a:r>
                <a:rPr lang="ja-JP" altLang="en-US" sz="2800" dirty="0"/>
                <a:t>楽</a:t>
              </a:r>
              <a:r>
                <a:rPr lang="ja-JP" altLang="en-US" sz="2800" dirty="0" smtClean="0"/>
                <a:t>らしいですよ</a:t>
              </a:r>
              <a:endParaRPr lang="ja-JP" altLang="en-US" sz="2800" dirty="0"/>
            </a:p>
          </p:txBody>
        </p:sp>
      </p:grpSp>
      <p:grpSp>
        <p:nvGrpSpPr>
          <p:cNvPr id="28" name="グループ化 27"/>
          <p:cNvGrpSpPr/>
          <p:nvPr/>
        </p:nvGrpSpPr>
        <p:grpSpPr>
          <a:xfrm>
            <a:off x="469433" y="3433621"/>
            <a:ext cx="3224499" cy="1282717"/>
            <a:chOff x="412283" y="3586346"/>
            <a:chExt cx="3224499" cy="1282717"/>
          </a:xfrm>
        </p:grpSpPr>
        <p:sp>
          <p:nvSpPr>
            <p:cNvPr id="26" name="円形吹き出し 20"/>
            <p:cNvSpPr/>
            <p:nvPr/>
          </p:nvSpPr>
          <p:spPr>
            <a:xfrm>
              <a:off x="412283" y="3586346"/>
              <a:ext cx="3224499" cy="1282717"/>
            </a:xfrm>
            <a:custGeom>
              <a:avLst/>
              <a:gdLst>
                <a:gd name="connsiteX0" fmla="*/ 564047 w 3222757"/>
                <a:gd name="connsiteY0" fmla="*/ 1081435 h 926275"/>
                <a:gd name="connsiteX1" fmla="*/ 642541 w 3222757"/>
                <a:gd name="connsiteY1" fmla="*/ 833213 h 926275"/>
                <a:gd name="connsiteX2" fmla="*/ 1373420 w 3222757"/>
                <a:gd name="connsiteY2" fmla="*/ 5077 h 926275"/>
                <a:gd name="connsiteX3" fmla="*/ 2243106 w 3222757"/>
                <a:gd name="connsiteY3" fmla="*/ 37074 h 926275"/>
                <a:gd name="connsiteX4" fmla="*/ 1996083 w 3222757"/>
                <a:gd name="connsiteY4" fmla="*/ 912882 h 926275"/>
                <a:gd name="connsiteX5" fmla="*/ 1195428 w 3222757"/>
                <a:gd name="connsiteY5" fmla="*/ 910579 h 926275"/>
                <a:gd name="connsiteX6" fmla="*/ 564047 w 3222757"/>
                <a:gd name="connsiteY6" fmla="*/ 1081435 h 926275"/>
                <a:gd name="connsiteX0" fmla="*/ 565557 w 3224499"/>
                <a:gd name="connsiteY0" fmla="*/ 1081435 h 1081435"/>
                <a:gd name="connsiteX1" fmla="*/ 644051 w 3224499"/>
                <a:gd name="connsiteY1" fmla="*/ 833213 h 1081435"/>
                <a:gd name="connsiteX2" fmla="*/ 1374930 w 3224499"/>
                <a:gd name="connsiteY2" fmla="*/ 5077 h 1081435"/>
                <a:gd name="connsiteX3" fmla="*/ 2244616 w 3224499"/>
                <a:gd name="connsiteY3" fmla="*/ 37074 h 1081435"/>
                <a:gd name="connsiteX4" fmla="*/ 1997593 w 3224499"/>
                <a:gd name="connsiteY4" fmla="*/ 912882 h 1081435"/>
                <a:gd name="connsiteX5" fmla="*/ 944525 w 3224499"/>
                <a:gd name="connsiteY5" fmla="*/ 901054 h 1081435"/>
                <a:gd name="connsiteX6" fmla="*/ 565557 w 3224499"/>
                <a:gd name="connsiteY6" fmla="*/ 1081435 h 1081435"/>
                <a:gd name="connsiteX0" fmla="*/ 908457 w 3224499"/>
                <a:gd name="connsiteY0" fmla="*/ 1114540 h 1114540"/>
                <a:gd name="connsiteX1" fmla="*/ 644051 w 3224499"/>
                <a:gd name="connsiteY1" fmla="*/ 833213 h 1114540"/>
                <a:gd name="connsiteX2" fmla="*/ 1374930 w 3224499"/>
                <a:gd name="connsiteY2" fmla="*/ 5077 h 1114540"/>
                <a:gd name="connsiteX3" fmla="*/ 2244616 w 3224499"/>
                <a:gd name="connsiteY3" fmla="*/ 37074 h 1114540"/>
                <a:gd name="connsiteX4" fmla="*/ 1997593 w 3224499"/>
                <a:gd name="connsiteY4" fmla="*/ 912882 h 1114540"/>
                <a:gd name="connsiteX5" fmla="*/ 944525 w 3224499"/>
                <a:gd name="connsiteY5" fmla="*/ 901054 h 1114540"/>
                <a:gd name="connsiteX6" fmla="*/ 908457 w 3224499"/>
                <a:gd name="connsiteY6" fmla="*/ 1114540 h 1114540"/>
                <a:gd name="connsiteX0" fmla="*/ 800507 w 3224499"/>
                <a:gd name="connsiteY0" fmla="*/ 1114540 h 1114540"/>
                <a:gd name="connsiteX1" fmla="*/ 644051 w 3224499"/>
                <a:gd name="connsiteY1" fmla="*/ 833213 h 1114540"/>
                <a:gd name="connsiteX2" fmla="*/ 1374930 w 3224499"/>
                <a:gd name="connsiteY2" fmla="*/ 5077 h 1114540"/>
                <a:gd name="connsiteX3" fmla="*/ 2244616 w 3224499"/>
                <a:gd name="connsiteY3" fmla="*/ 37074 h 1114540"/>
                <a:gd name="connsiteX4" fmla="*/ 1997593 w 3224499"/>
                <a:gd name="connsiteY4" fmla="*/ 912882 h 1114540"/>
                <a:gd name="connsiteX5" fmla="*/ 944525 w 3224499"/>
                <a:gd name="connsiteY5" fmla="*/ 901054 h 1114540"/>
                <a:gd name="connsiteX6" fmla="*/ 800507 w 3224499"/>
                <a:gd name="connsiteY6" fmla="*/ 1114540 h 11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4499" h="1114540">
                  <a:moveTo>
                    <a:pt x="800507" y="1114540"/>
                  </a:moveTo>
                  <a:lnTo>
                    <a:pt x="644051" y="833213"/>
                  </a:lnTo>
                  <a:cubicBezTo>
                    <a:pt x="-498185" y="586188"/>
                    <a:pt x="-38868" y="65749"/>
                    <a:pt x="1374930" y="5077"/>
                  </a:cubicBezTo>
                  <a:cubicBezTo>
                    <a:pt x="1669543" y="-7566"/>
                    <a:pt x="1970583" y="3510"/>
                    <a:pt x="2244616" y="37074"/>
                  </a:cubicBezTo>
                  <a:cubicBezTo>
                    <a:pt x="3668891" y="211526"/>
                    <a:pt x="3501036" y="806646"/>
                    <a:pt x="1997593" y="912882"/>
                  </a:cubicBezTo>
                  <a:cubicBezTo>
                    <a:pt x="1734284" y="931488"/>
                    <a:pt x="1206485" y="921171"/>
                    <a:pt x="944525" y="901054"/>
                  </a:cubicBezTo>
                  <a:lnTo>
                    <a:pt x="800507" y="111454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endParaRPr>
            </a:p>
          </p:txBody>
        </p:sp>
        <p:sp>
          <p:nvSpPr>
            <p:cNvPr id="27" name="テキスト ボックス 26"/>
            <p:cNvSpPr txBox="1"/>
            <p:nvPr/>
          </p:nvSpPr>
          <p:spPr>
            <a:xfrm>
              <a:off x="412284" y="3862228"/>
              <a:ext cx="3224498" cy="523220"/>
            </a:xfrm>
            <a:prstGeom prst="rect">
              <a:avLst/>
            </a:prstGeom>
            <a:noFill/>
            <a:ln w="19050">
              <a:noFill/>
            </a:ln>
          </p:spPr>
          <p:txBody>
            <a:bodyPr wrap="square" rtlCol="0">
              <a:spAutoFit/>
            </a:bodyPr>
            <a:lstStyle/>
            <a:p>
              <a:pPr algn="ctr"/>
              <a:r>
                <a:rPr lang="ja-JP" altLang="en-US" sz="2800" dirty="0" smtClean="0"/>
                <a:t>今更言われても</a:t>
              </a:r>
              <a:r>
                <a:rPr lang="en-US" altLang="ja-JP" sz="2800" dirty="0" smtClean="0"/>
                <a:t>…</a:t>
              </a:r>
              <a:endParaRPr lang="ja-JP" altLang="en-US" sz="2800" dirty="0"/>
            </a:p>
          </p:txBody>
        </p:sp>
      </p:grpSp>
      <p:sp>
        <p:nvSpPr>
          <p:cNvPr id="25" name="テキスト ボックス 24"/>
          <p:cNvSpPr txBox="1"/>
          <p:nvPr/>
        </p:nvSpPr>
        <p:spPr>
          <a:xfrm>
            <a:off x="2024533" y="5959411"/>
            <a:ext cx="1414493" cy="523220"/>
          </a:xfrm>
          <a:prstGeom prst="rect">
            <a:avLst/>
          </a:prstGeom>
          <a:noFill/>
          <a:ln w="19050">
            <a:noFill/>
          </a:ln>
        </p:spPr>
        <p:txBody>
          <a:bodyPr wrap="square" rtlCol="0">
            <a:spAutoFit/>
          </a:bodyPr>
          <a:lstStyle/>
          <a:p>
            <a:pPr algn="ctr"/>
            <a:r>
              <a:rPr lang="en-US" altLang="ja-JP" sz="2800" dirty="0"/>
              <a:t>4</a:t>
            </a:r>
            <a:r>
              <a:rPr kumimoji="1" lang="ja-JP" altLang="en-US" sz="2800" dirty="0" smtClean="0"/>
              <a:t>回生</a:t>
            </a:r>
            <a:endParaRPr kumimoji="1" lang="ja-JP" altLang="en-US" sz="2800" dirty="0" smtClean="0"/>
          </a:p>
        </p:txBody>
      </p:sp>
      <p:sp>
        <p:nvSpPr>
          <p:cNvPr id="29" name="テキスト ボックス 28"/>
          <p:cNvSpPr txBox="1"/>
          <p:nvPr/>
        </p:nvSpPr>
        <p:spPr>
          <a:xfrm>
            <a:off x="6781800" y="5959411"/>
            <a:ext cx="1414493" cy="523220"/>
          </a:xfrm>
          <a:prstGeom prst="rect">
            <a:avLst/>
          </a:prstGeom>
          <a:noFill/>
          <a:ln w="19050">
            <a:noFill/>
          </a:ln>
        </p:spPr>
        <p:txBody>
          <a:bodyPr wrap="square" rtlCol="0">
            <a:spAutoFit/>
          </a:bodyPr>
          <a:lstStyle/>
          <a:p>
            <a:pPr algn="ctr"/>
            <a:r>
              <a:rPr lang="en-US" altLang="ja-JP" sz="2800" dirty="0" smtClean="0"/>
              <a:t>1</a:t>
            </a:r>
            <a:r>
              <a:rPr kumimoji="1" lang="ja-JP" altLang="en-US" sz="2800" dirty="0" smtClean="0"/>
              <a:t>回生</a:t>
            </a:r>
            <a:endParaRPr kumimoji="1" lang="ja-JP" altLang="en-US" sz="2800" dirty="0" smtClean="0"/>
          </a:p>
        </p:txBody>
      </p:sp>
    </p:spTree>
    <p:extLst>
      <p:ext uri="{BB962C8B-B14F-4D97-AF65-F5344CB8AC3E}">
        <p14:creationId xmlns:p14="http://schemas.microsoft.com/office/powerpoint/2010/main" val="40701044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提案するテスト問題</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本研究では，バイナリの最適化問題であるナップサック問題をマルチタスクに拡張する．</a:t>
            </a:r>
            <a:endParaRPr kumimoji="1" lang="ja-JP" altLang="en-US"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6</a:t>
            </a:fld>
            <a:endParaRPr kumimoji="1" lang="ja-JP" altLang="en-US" dirty="0"/>
          </a:p>
        </p:txBody>
      </p:sp>
    </p:spTree>
    <p:extLst>
      <p:ext uri="{BB962C8B-B14F-4D97-AF65-F5344CB8AC3E}">
        <p14:creationId xmlns:p14="http://schemas.microsoft.com/office/powerpoint/2010/main" val="42302296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数値実験</a:t>
            </a:r>
            <a:endParaRPr kumimoji="1" lang="ja-JP" altLang="en-US" dirty="0"/>
          </a:p>
        </p:txBody>
      </p:sp>
      <p:sp>
        <p:nvSpPr>
          <p:cNvPr id="3" name="コンテンツ プレースホルダー 2"/>
          <p:cNvSpPr>
            <a:spLocks noGrp="1"/>
          </p:cNvSpPr>
          <p:nvPr>
            <p:ph idx="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7</a:t>
            </a:fld>
            <a:endParaRPr kumimoji="1" lang="ja-JP" altLang="en-US" dirty="0"/>
          </a:p>
        </p:txBody>
      </p:sp>
    </p:spTree>
    <p:extLst>
      <p:ext uri="{BB962C8B-B14F-4D97-AF65-F5344CB8AC3E}">
        <p14:creationId xmlns:p14="http://schemas.microsoft.com/office/powerpoint/2010/main" val="13684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実験結果</a:t>
            </a:r>
            <a:endParaRPr kumimoji="1" lang="ja-JP" altLang="en-US" dirty="0"/>
          </a:p>
        </p:txBody>
      </p:sp>
      <p:sp>
        <p:nvSpPr>
          <p:cNvPr id="3" name="コンテンツ プレースホルダー 2"/>
          <p:cNvSpPr>
            <a:spLocks noGrp="1"/>
          </p:cNvSpPr>
          <p:nvPr>
            <p:ph idx="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8</a:t>
            </a:fld>
            <a:endParaRPr kumimoji="1" lang="ja-JP" altLang="en-US" dirty="0"/>
          </a:p>
        </p:txBody>
      </p:sp>
    </p:spTree>
    <p:extLst>
      <p:ext uri="{BB962C8B-B14F-4D97-AF65-F5344CB8AC3E}">
        <p14:creationId xmlns:p14="http://schemas.microsoft.com/office/powerpoint/2010/main" val="114204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まとめ</a:t>
            </a:r>
            <a:endParaRPr kumimoji="1" lang="ja-JP" altLang="en-US" dirty="0"/>
          </a:p>
        </p:txBody>
      </p:sp>
      <p:sp>
        <p:nvSpPr>
          <p:cNvPr id="3" name="コンテンツ プレースホルダー 2"/>
          <p:cNvSpPr>
            <a:spLocks noGrp="1"/>
          </p:cNvSpPr>
          <p:nvPr>
            <p:ph idx="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9</a:t>
            </a:fld>
            <a:endParaRPr kumimoji="1" lang="ja-JP" altLang="en-US" dirty="0"/>
          </a:p>
        </p:txBody>
      </p:sp>
    </p:spTree>
    <p:extLst>
      <p:ext uri="{BB962C8B-B14F-4D97-AF65-F5344CB8AC3E}">
        <p14:creationId xmlns:p14="http://schemas.microsoft.com/office/powerpoint/2010/main" val="1146520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4294967295"/>
          </p:nvPr>
        </p:nvSpPr>
        <p:spPr>
          <a:xfrm>
            <a:off x="7010400" y="333375"/>
            <a:ext cx="2133600" cy="476250"/>
          </a:xfrm>
          <a:prstGeom prst="rect">
            <a:avLst/>
          </a:prstGeom>
        </p:spPr>
        <p:txBody>
          <a:bodyPr/>
          <a:lstStyle/>
          <a:p>
            <a:fld id="{B5C67937-D10B-4F1B-BCB2-26B69D4AE1E2}" type="slidenum">
              <a:rPr kumimoji="1" lang="ja-JP" altLang="en-US" smtClean="0"/>
              <a:pPr/>
              <a:t>10</a:t>
            </a:fld>
            <a:endParaRPr kumimoji="1" lang="ja-JP" altLang="en-US" dirty="0"/>
          </a:p>
        </p:txBody>
      </p:sp>
    </p:spTree>
    <p:extLst>
      <p:ext uri="{BB962C8B-B14F-4D97-AF65-F5344CB8AC3E}">
        <p14:creationId xmlns:p14="http://schemas.microsoft.com/office/powerpoint/2010/main" val="1093604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マルチタスクの特徴</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マルチタスクで問題を解く</a:t>
            </a:r>
            <a:r>
              <a:rPr lang="ja-JP" altLang="en-US" dirty="0" smtClean="0"/>
              <a:t>際，タスク間で適切に</a:t>
            </a:r>
            <a:r>
              <a:rPr lang="en-US" altLang="ja-JP" dirty="0" smtClean="0"/>
              <a:t/>
            </a:r>
            <a:br>
              <a:rPr lang="en-US" altLang="ja-JP" dirty="0" smtClean="0"/>
            </a:br>
            <a:r>
              <a:rPr lang="ja-JP" altLang="en-US" b="1" dirty="0" smtClean="0">
                <a:solidFill>
                  <a:schemeClr val="accent1"/>
                </a:solidFill>
              </a:rPr>
              <a:t>情報共有</a:t>
            </a:r>
            <a:r>
              <a:rPr lang="ja-JP" altLang="en-US" dirty="0" smtClean="0"/>
              <a:t>を行うことが重要になる．</a:t>
            </a:r>
            <a:endParaRPr kumimoji="1" lang="ja-JP" altLang="en-US"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11</a:t>
            </a:fld>
            <a:endParaRPr kumimoji="1" lang="ja-JP" altLang="en-US" dirty="0"/>
          </a:p>
        </p:txBody>
      </p:sp>
      <p:grpSp>
        <p:nvGrpSpPr>
          <p:cNvPr id="5" name="グループ化 4"/>
          <p:cNvGrpSpPr/>
          <p:nvPr/>
        </p:nvGrpSpPr>
        <p:grpSpPr>
          <a:xfrm>
            <a:off x="1194864" y="4997220"/>
            <a:ext cx="6817856" cy="1403577"/>
            <a:chOff x="1349243" y="4617213"/>
            <a:chExt cx="6817856" cy="1403577"/>
          </a:xfrm>
        </p:grpSpPr>
        <p:grpSp>
          <p:nvGrpSpPr>
            <p:cNvPr id="16" name="グループ化 15"/>
            <p:cNvGrpSpPr/>
            <p:nvPr/>
          </p:nvGrpSpPr>
          <p:grpSpPr>
            <a:xfrm>
              <a:off x="1349243" y="4617213"/>
              <a:ext cx="2217095" cy="1403577"/>
              <a:chOff x="1748349" y="4617213"/>
              <a:chExt cx="2217095" cy="1403577"/>
            </a:xfrm>
          </p:grpSpPr>
          <p:sp>
            <p:nvSpPr>
              <p:cNvPr id="17" name="Freeform 6"/>
              <p:cNvSpPr>
                <a:spLocks noChangeAspect="1" noEditPoints="1"/>
              </p:cNvSpPr>
              <p:nvPr/>
            </p:nvSpPr>
            <p:spPr bwMode="auto">
              <a:xfrm>
                <a:off x="2819604" y="4617213"/>
                <a:ext cx="1145840" cy="804006"/>
              </a:xfrm>
              <a:custGeom>
                <a:avLst/>
                <a:gdLst>
                  <a:gd name="T0" fmla="*/ 251 w 1076"/>
                  <a:gd name="T1" fmla="*/ 683 h 755"/>
                  <a:gd name="T2" fmla="*/ 824 w 1076"/>
                  <a:gd name="T3" fmla="*/ 575 h 755"/>
                  <a:gd name="T4" fmla="*/ 1040 w 1076"/>
                  <a:gd name="T5" fmla="*/ 575 h 755"/>
                  <a:gd name="T6" fmla="*/ 575 w 1076"/>
                  <a:gd name="T7" fmla="*/ 719 h 755"/>
                  <a:gd name="T8" fmla="*/ 573 w 1076"/>
                  <a:gd name="T9" fmla="*/ 575 h 755"/>
                  <a:gd name="T10" fmla="*/ 537 w 1076"/>
                  <a:gd name="T11" fmla="*/ 719 h 755"/>
                  <a:gd name="T12" fmla="*/ 36 w 1076"/>
                  <a:gd name="T13" fmla="*/ 575 h 755"/>
                  <a:gd name="T14" fmla="*/ 287 w 1076"/>
                  <a:gd name="T15" fmla="*/ 575 h 755"/>
                  <a:gd name="T16" fmla="*/ 251 w 1076"/>
                  <a:gd name="T17" fmla="*/ 431 h 755"/>
                  <a:gd name="T18" fmla="*/ 72 w 1076"/>
                  <a:gd name="T19" fmla="*/ 431 h 755"/>
                  <a:gd name="T20" fmla="*/ 1040 w 1076"/>
                  <a:gd name="T21" fmla="*/ 539 h 755"/>
                  <a:gd name="T22" fmla="*/ 573 w 1076"/>
                  <a:gd name="T23" fmla="*/ 395 h 755"/>
                  <a:gd name="T24" fmla="*/ 789 w 1076"/>
                  <a:gd name="T25" fmla="*/ 395 h 755"/>
                  <a:gd name="T26" fmla="*/ 323 w 1076"/>
                  <a:gd name="T27" fmla="*/ 539 h 755"/>
                  <a:gd name="T28" fmla="*/ 323 w 1076"/>
                  <a:gd name="T29" fmla="*/ 395 h 755"/>
                  <a:gd name="T30" fmla="*/ 287 w 1076"/>
                  <a:gd name="T31" fmla="*/ 539 h 755"/>
                  <a:gd name="T32" fmla="*/ 72 w 1076"/>
                  <a:gd name="T33" fmla="*/ 252 h 755"/>
                  <a:gd name="T34" fmla="*/ 72 w 1076"/>
                  <a:gd name="T35" fmla="*/ 323 h 755"/>
                  <a:gd name="T36" fmla="*/ 824 w 1076"/>
                  <a:gd name="T37" fmla="*/ 359 h 755"/>
                  <a:gd name="T38" fmla="*/ 824 w 1076"/>
                  <a:gd name="T39" fmla="*/ 216 h 755"/>
                  <a:gd name="T40" fmla="*/ 789 w 1076"/>
                  <a:gd name="T41" fmla="*/ 359 h 755"/>
                  <a:gd name="T42" fmla="*/ 323 w 1076"/>
                  <a:gd name="T43" fmla="*/ 216 h 755"/>
                  <a:gd name="T44" fmla="*/ 537 w 1076"/>
                  <a:gd name="T45" fmla="*/ 216 h 755"/>
                  <a:gd name="T46" fmla="*/ 36 w 1076"/>
                  <a:gd name="T47" fmla="*/ 359 h 755"/>
                  <a:gd name="T48" fmla="*/ 36 w 1076"/>
                  <a:gd name="T49" fmla="*/ 216 h 755"/>
                  <a:gd name="T50" fmla="*/ 1004 w 1076"/>
                  <a:gd name="T51" fmla="*/ 144 h 755"/>
                  <a:gd name="T52" fmla="*/ 609 w 1076"/>
                  <a:gd name="T53" fmla="*/ 72 h 755"/>
                  <a:gd name="T54" fmla="*/ 609 w 1076"/>
                  <a:gd name="T55" fmla="*/ 144 h 755"/>
                  <a:gd name="T56" fmla="*/ 503 w 1076"/>
                  <a:gd name="T57" fmla="*/ 72 h 755"/>
                  <a:gd name="T58" fmla="*/ 359 w 1076"/>
                  <a:gd name="T59" fmla="*/ 72 h 755"/>
                  <a:gd name="T60" fmla="*/ 251 w 1076"/>
                  <a:gd name="T61" fmla="*/ 144 h 755"/>
                  <a:gd name="T62" fmla="*/ 824 w 1076"/>
                  <a:gd name="T63" fmla="*/ 36 h 755"/>
                  <a:gd name="T64" fmla="*/ 1040 w 1076"/>
                  <a:gd name="T65" fmla="*/ 36 h 755"/>
                  <a:gd name="T66" fmla="*/ 573 w 1076"/>
                  <a:gd name="T67" fmla="*/ 180 h 755"/>
                  <a:gd name="T68" fmla="*/ 573 w 1076"/>
                  <a:gd name="T69" fmla="*/ 36 h 755"/>
                  <a:gd name="T70" fmla="*/ 537 w 1076"/>
                  <a:gd name="T71" fmla="*/ 180 h 755"/>
                  <a:gd name="T72" fmla="*/ 36 w 1076"/>
                  <a:gd name="T73" fmla="*/ 36 h 755"/>
                  <a:gd name="T74" fmla="*/ 287 w 1076"/>
                  <a:gd name="T75" fmla="*/ 36 h 755"/>
                  <a:gd name="T76" fmla="*/ 1040 w 1076"/>
                  <a:gd name="T77" fmla="*/ 0 h 755"/>
                  <a:gd name="T78" fmla="*/ 1076 w 1076"/>
                  <a:gd name="T79" fmla="*/ 36 h 755"/>
                  <a:gd name="T80" fmla="*/ 1074 w 1076"/>
                  <a:gd name="T81" fmla="*/ 728 h 755"/>
                  <a:gd name="T82" fmla="*/ 1055 w 1076"/>
                  <a:gd name="T83" fmla="*/ 751 h 755"/>
                  <a:gd name="T84" fmla="*/ 17 w 1076"/>
                  <a:gd name="T85" fmla="*/ 749 h 755"/>
                  <a:gd name="T86" fmla="*/ 0 w 1076"/>
                  <a:gd name="T87" fmla="*/ 36 h 755"/>
                  <a:gd name="T88" fmla="*/ 36 w 1076"/>
                  <a:gd name="T89" fmla="*/ 0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76" h="755">
                    <a:moveTo>
                      <a:pt x="72" y="611"/>
                    </a:moveTo>
                    <a:lnTo>
                      <a:pt x="251" y="611"/>
                    </a:lnTo>
                    <a:lnTo>
                      <a:pt x="251" y="683"/>
                    </a:lnTo>
                    <a:lnTo>
                      <a:pt x="72" y="683"/>
                    </a:lnTo>
                    <a:lnTo>
                      <a:pt x="72" y="611"/>
                    </a:lnTo>
                    <a:close/>
                    <a:moveTo>
                      <a:pt x="824" y="575"/>
                    </a:moveTo>
                    <a:lnTo>
                      <a:pt x="824" y="719"/>
                    </a:lnTo>
                    <a:lnTo>
                      <a:pt x="1040" y="719"/>
                    </a:lnTo>
                    <a:lnTo>
                      <a:pt x="1040" y="575"/>
                    </a:lnTo>
                    <a:lnTo>
                      <a:pt x="824" y="575"/>
                    </a:lnTo>
                    <a:close/>
                    <a:moveTo>
                      <a:pt x="573" y="575"/>
                    </a:moveTo>
                    <a:lnTo>
                      <a:pt x="575" y="719"/>
                    </a:lnTo>
                    <a:lnTo>
                      <a:pt x="789" y="719"/>
                    </a:lnTo>
                    <a:lnTo>
                      <a:pt x="789" y="575"/>
                    </a:lnTo>
                    <a:lnTo>
                      <a:pt x="573" y="575"/>
                    </a:lnTo>
                    <a:close/>
                    <a:moveTo>
                      <a:pt x="323" y="575"/>
                    </a:moveTo>
                    <a:lnTo>
                      <a:pt x="323" y="719"/>
                    </a:lnTo>
                    <a:lnTo>
                      <a:pt x="537" y="719"/>
                    </a:lnTo>
                    <a:lnTo>
                      <a:pt x="537" y="575"/>
                    </a:lnTo>
                    <a:lnTo>
                      <a:pt x="323" y="575"/>
                    </a:lnTo>
                    <a:close/>
                    <a:moveTo>
                      <a:pt x="36" y="575"/>
                    </a:moveTo>
                    <a:lnTo>
                      <a:pt x="36" y="719"/>
                    </a:lnTo>
                    <a:lnTo>
                      <a:pt x="287" y="719"/>
                    </a:lnTo>
                    <a:lnTo>
                      <a:pt x="287" y="575"/>
                    </a:lnTo>
                    <a:lnTo>
                      <a:pt x="36" y="575"/>
                    </a:lnTo>
                    <a:close/>
                    <a:moveTo>
                      <a:pt x="72" y="431"/>
                    </a:moveTo>
                    <a:lnTo>
                      <a:pt x="251" y="431"/>
                    </a:lnTo>
                    <a:lnTo>
                      <a:pt x="251" y="503"/>
                    </a:lnTo>
                    <a:lnTo>
                      <a:pt x="72" y="503"/>
                    </a:lnTo>
                    <a:lnTo>
                      <a:pt x="72" y="431"/>
                    </a:lnTo>
                    <a:close/>
                    <a:moveTo>
                      <a:pt x="824" y="395"/>
                    </a:moveTo>
                    <a:lnTo>
                      <a:pt x="824" y="539"/>
                    </a:lnTo>
                    <a:lnTo>
                      <a:pt x="1040" y="539"/>
                    </a:lnTo>
                    <a:lnTo>
                      <a:pt x="1040" y="395"/>
                    </a:lnTo>
                    <a:lnTo>
                      <a:pt x="824" y="395"/>
                    </a:lnTo>
                    <a:close/>
                    <a:moveTo>
                      <a:pt x="573" y="395"/>
                    </a:moveTo>
                    <a:lnTo>
                      <a:pt x="575" y="539"/>
                    </a:lnTo>
                    <a:lnTo>
                      <a:pt x="789" y="539"/>
                    </a:lnTo>
                    <a:lnTo>
                      <a:pt x="789" y="395"/>
                    </a:lnTo>
                    <a:lnTo>
                      <a:pt x="573" y="395"/>
                    </a:lnTo>
                    <a:close/>
                    <a:moveTo>
                      <a:pt x="323" y="395"/>
                    </a:moveTo>
                    <a:lnTo>
                      <a:pt x="323" y="539"/>
                    </a:lnTo>
                    <a:lnTo>
                      <a:pt x="537" y="539"/>
                    </a:lnTo>
                    <a:lnTo>
                      <a:pt x="537" y="395"/>
                    </a:lnTo>
                    <a:lnTo>
                      <a:pt x="323" y="395"/>
                    </a:lnTo>
                    <a:close/>
                    <a:moveTo>
                      <a:pt x="36" y="395"/>
                    </a:moveTo>
                    <a:lnTo>
                      <a:pt x="36" y="539"/>
                    </a:lnTo>
                    <a:lnTo>
                      <a:pt x="287" y="539"/>
                    </a:lnTo>
                    <a:lnTo>
                      <a:pt x="287" y="395"/>
                    </a:lnTo>
                    <a:lnTo>
                      <a:pt x="36" y="395"/>
                    </a:lnTo>
                    <a:close/>
                    <a:moveTo>
                      <a:pt x="72" y="252"/>
                    </a:moveTo>
                    <a:lnTo>
                      <a:pt x="251" y="252"/>
                    </a:lnTo>
                    <a:lnTo>
                      <a:pt x="251" y="323"/>
                    </a:lnTo>
                    <a:lnTo>
                      <a:pt x="72" y="323"/>
                    </a:lnTo>
                    <a:lnTo>
                      <a:pt x="72" y="252"/>
                    </a:lnTo>
                    <a:close/>
                    <a:moveTo>
                      <a:pt x="824" y="216"/>
                    </a:moveTo>
                    <a:lnTo>
                      <a:pt x="824" y="359"/>
                    </a:lnTo>
                    <a:lnTo>
                      <a:pt x="1040" y="359"/>
                    </a:lnTo>
                    <a:lnTo>
                      <a:pt x="1040" y="216"/>
                    </a:lnTo>
                    <a:lnTo>
                      <a:pt x="824" y="216"/>
                    </a:lnTo>
                    <a:close/>
                    <a:moveTo>
                      <a:pt x="573" y="216"/>
                    </a:moveTo>
                    <a:lnTo>
                      <a:pt x="573" y="359"/>
                    </a:lnTo>
                    <a:lnTo>
                      <a:pt x="789" y="359"/>
                    </a:lnTo>
                    <a:lnTo>
                      <a:pt x="789" y="216"/>
                    </a:lnTo>
                    <a:lnTo>
                      <a:pt x="573" y="216"/>
                    </a:lnTo>
                    <a:close/>
                    <a:moveTo>
                      <a:pt x="323" y="216"/>
                    </a:moveTo>
                    <a:lnTo>
                      <a:pt x="323" y="359"/>
                    </a:lnTo>
                    <a:lnTo>
                      <a:pt x="537" y="359"/>
                    </a:lnTo>
                    <a:lnTo>
                      <a:pt x="537" y="216"/>
                    </a:lnTo>
                    <a:lnTo>
                      <a:pt x="323" y="216"/>
                    </a:lnTo>
                    <a:close/>
                    <a:moveTo>
                      <a:pt x="36" y="216"/>
                    </a:moveTo>
                    <a:lnTo>
                      <a:pt x="36" y="359"/>
                    </a:lnTo>
                    <a:lnTo>
                      <a:pt x="287" y="359"/>
                    </a:lnTo>
                    <a:lnTo>
                      <a:pt x="287" y="216"/>
                    </a:lnTo>
                    <a:lnTo>
                      <a:pt x="36" y="216"/>
                    </a:lnTo>
                    <a:close/>
                    <a:moveTo>
                      <a:pt x="860" y="72"/>
                    </a:moveTo>
                    <a:lnTo>
                      <a:pt x="1004" y="72"/>
                    </a:lnTo>
                    <a:lnTo>
                      <a:pt x="1004" y="144"/>
                    </a:lnTo>
                    <a:lnTo>
                      <a:pt x="860" y="144"/>
                    </a:lnTo>
                    <a:lnTo>
                      <a:pt x="860" y="72"/>
                    </a:lnTo>
                    <a:close/>
                    <a:moveTo>
                      <a:pt x="609" y="72"/>
                    </a:moveTo>
                    <a:lnTo>
                      <a:pt x="753" y="72"/>
                    </a:lnTo>
                    <a:lnTo>
                      <a:pt x="753" y="144"/>
                    </a:lnTo>
                    <a:lnTo>
                      <a:pt x="609" y="144"/>
                    </a:lnTo>
                    <a:lnTo>
                      <a:pt x="609" y="72"/>
                    </a:lnTo>
                    <a:close/>
                    <a:moveTo>
                      <a:pt x="359" y="72"/>
                    </a:moveTo>
                    <a:lnTo>
                      <a:pt x="503" y="72"/>
                    </a:lnTo>
                    <a:lnTo>
                      <a:pt x="503" y="144"/>
                    </a:lnTo>
                    <a:lnTo>
                      <a:pt x="359" y="144"/>
                    </a:lnTo>
                    <a:lnTo>
                      <a:pt x="359" y="72"/>
                    </a:lnTo>
                    <a:close/>
                    <a:moveTo>
                      <a:pt x="72" y="72"/>
                    </a:moveTo>
                    <a:lnTo>
                      <a:pt x="251" y="72"/>
                    </a:lnTo>
                    <a:lnTo>
                      <a:pt x="251" y="144"/>
                    </a:lnTo>
                    <a:lnTo>
                      <a:pt x="72" y="144"/>
                    </a:lnTo>
                    <a:lnTo>
                      <a:pt x="72" y="72"/>
                    </a:lnTo>
                    <a:close/>
                    <a:moveTo>
                      <a:pt x="824" y="36"/>
                    </a:moveTo>
                    <a:lnTo>
                      <a:pt x="824" y="180"/>
                    </a:lnTo>
                    <a:lnTo>
                      <a:pt x="1040" y="180"/>
                    </a:lnTo>
                    <a:lnTo>
                      <a:pt x="1040" y="36"/>
                    </a:lnTo>
                    <a:lnTo>
                      <a:pt x="824" y="36"/>
                    </a:lnTo>
                    <a:close/>
                    <a:moveTo>
                      <a:pt x="573" y="36"/>
                    </a:moveTo>
                    <a:lnTo>
                      <a:pt x="573" y="180"/>
                    </a:lnTo>
                    <a:lnTo>
                      <a:pt x="789" y="180"/>
                    </a:lnTo>
                    <a:lnTo>
                      <a:pt x="789" y="36"/>
                    </a:lnTo>
                    <a:lnTo>
                      <a:pt x="573" y="36"/>
                    </a:lnTo>
                    <a:close/>
                    <a:moveTo>
                      <a:pt x="323" y="36"/>
                    </a:moveTo>
                    <a:lnTo>
                      <a:pt x="323" y="180"/>
                    </a:lnTo>
                    <a:lnTo>
                      <a:pt x="537" y="180"/>
                    </a:lnTo>
                    <a:lnTo>
                      <a:pt x="537" y="36"/>
                    </a:lnTo>
                    <a:lnTo>
                      <a:pt x="323" y="36"/>
                    </a:lnTo>
                    <a:close/>
                    <a:moveTo>
                      <a:pt x="36" y="36"/>
                    </a:moveTo>
                    <a:lnTo>
                      <a:pt x="36" y="180"/>
                    </a:lnTo>
                    <a:lnTo>
                      <a:pt x="287" y="180"/>
                    </a:lnTo>
                    <a:lnTo>
                      <a:pt x="287" y="36"/>
                    </a:lnTo>
                    <a:lnTo>
                      <a:pt x="36" y="36"/>
                    </a:lnTo>
                    <a:close/>
                    <a:moveTo>
                      <a:pt x="36" y="0"/>
                    </a:moveTo>
                    <a:lnTo>
                      <a:pt x="1040" y="0"/>
                    </a:lnTo>
                    <a:lnTo>
                      <a:pt x="1059" y="6"/>
                    </a:lnTo>
                    <a:lnTo>
                      <a:pt x="1070" y="19"/>
                    </a:lnTo>
                    <a:lnTo>
                      <a:pt x="1076" y="36"/>
                    </a:lnTo>
                    <a:lnTo>
                      <a:pt x="1076" y="719"/>
                    </a:lnTo>
                    <a:lnTo>
                      <a:pt x="1076" y="721"/>
                    </a:lnTo>
                    <a:lnTo>
                      <a:pt x="1074" y="728"/>
                    </a:lnTo>
                    <a:lnTo>
                      <a:pt x="1072" y="736"/>
                    </a:lnTo>
                    <a:lnTo>
                      <a:pt x="1066" y="745"/>
                    </a:lnTo>
                    <a:lnTo>
                      <a:pt x="1055" y="751"/>
                    </a:lnTo>
                    <a:lnTo>
                      <a:pt x="1040" y="755"/>
                    </a:lnTo>
                    <a:lnTo>
                      <a:pt x="36" y="755"/>
                    </a:lnTo>
                    <a:lnTo>
                      <a:pt x="17" y="749"/>
                    </a:lnTo>
                    <a:lnTo>
                      <a:pt x="6" y="736"/>
                    </a:lnTo>
                    <a:lnTo>
                      <a:pt x="0" y="719"/>
                    </a:lnTo>
                    <a:lnTo>
                      <a:pt x="0" y="36"/>
                    </a:lnTo>
                    <a:lnTo>
                      <a:pt x="6" y="19"/>
                    </a:lnTo>
                    <a:lnTo>
                      <a:pt x="17" y="6"/>
                    </a:lnTo>
                    <a:lnTo>
                      <a:pt x="36"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nvGrpSpPr>
              <p:cNvPr id="18" name="グループ化 17"/>
              <p:cNvGrpSpPr/>
              <p:nvPr/>
            </p:nvGrpSpPr>
            <p:grpSpPr>
              <a:xfrm>
                <a:off x="1748349" y="5116639"/>
                <a:ext cx="829669" cy="904151"/>
                <a:chOff x="6399213" y="3455988"/>
                <a:chExt cx="636588" cy="693737"/>
              </a:xfrm>
            </p:grpSpPr>
            <p:sp>
              <p:nvSpPr>
                <p:cNvPr id="19" name="Freeform 85"/>
                <p:cNvSpPr>
                  <a:spLocks noEditPoints="1"/>
                </p:cNvSpPr>
                <p:nvPr/>
              </p:nvSpPr>
              <p:spPr bwMode="auto">
                <a:xfrm>
                  <a:off x="6543675" y="3455988"/>
                  <a:ext cx="347663" cy="347663"/>
                </a:xfrm>
                <a:custGeom>
                  <a:avLst/>
                  <a:gdLst>
                    <a:gd name="T0" fmla="*/ 101 w 201"/>
                    <a:gd name="T1" fmla="*/ 200 h 200"/>
                    <a:gd name="T2" fmla="*/ 171 w 201"/>
                    <a:gd name="T3" fmla="*/ 171 h 200"/>
                    <a:gd name="T4" fmla="*/ 201 w 201"/>
                    <a:gd name="T5" fmla="*/ 100 h 200"/>
                    <a:gd name="T6" fmla="*/ 171 w 201"/>
                    <a:gd name="T7" fmla="*/ 29 h 200"/>
                    <a:gd name="T8" fmla="*/ 101 w 201"/>
                    <a:gd name="T9" fmla="*/ 0 h 200"/>
                    <a:gd name="T10" fmla="*/ 30 w 201"/>
                    <a:gd name="T11" fmla="*/ 29 h 200"/>
                    <a:gd name="T12" fmla="*/ 0 w 201"/>
                    <a:gd name="T13" fmla="*/ 100 h 200"/>
                    <a:gd name="T14" fmla="*/ 30 w 201"/>
                    <a:gd name="T15" fmla="*/ 171 h 200"/>
                    <a:gd name="T16" fmla="*/ 101 w 201"/>
                    <a:gd name="T17" fmla="*/ 200 h 200"/>
                    <a:gd name="T18" fmla="*/ 101 w 201"/>
                    <a:gd name="T19" fmla="*/ 200 h 200"/>
                    <a:gd name="T20" fmla="*/ 101 w 201"/>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1" h="200">
                      <a:moveTo>
                        <a:pt x="101" y="200"/>
                      </a:moveTo>
                      <a:cubicBezTo>
                        <a:pt x="128" y="200"/>
                        <a:pt x="152" y="190"/>
                        <a:pt x="171" y="171"/>
                      </a:cubicBezTo>
                      <a:cubicBezTo>
                        <a:pt x="191" y="151"/>
                        <a:pt x="201" y="128"/>
                        <a:pt x="201" y="100"/>
                      </a:cubicBezTo>
                      <a:cubicBezTo>
                        <a:pt x="201" y="72"/>
                        <a:pt x="191" y="49"/>
                        <a:pt x="171" y="29"/>
                      </a:cubicBezTo>
                      <a:cubicBezTo>
                        <a:pt x="152" y="10"/>
                        <a:pt x="128" y="0"/>
                        <a:pt x="101" y="0"/>
                      </a:cubicBezTo>
                      <a:cubicBezTo>
                        <a:pt x="73" y="0"/>
                        <a:pt x="49" y="10"/>
                        <a:pt x="30" y="29"/>
                      </a:cubicBezTo>
                      <a:cubicBezTo>
                        <a:pt x="10" y="49"/>
                        <a:pt x="0" y="72"/>
                        <a:pt x="0" y="100"/>
                      </a:cubicBezTo>
                      <a:cubicBezTo>
                        <a:pt x="0" y="128"/>
                        <a:pt x="10" y="151"/>
                        <a:pt x="30" y="171"/>
                      </a:cubicBezTo>
                      <a:cubicBezTo>
                        <a:pt x="49" y="190"/>
                        <a:pt x="73" y="200"/>
                        <a:pt x="101" y="200"/>
                      </a:cubicBezTo>
                      <a:close/>
                      <a:moveTo>
                        <a:pt x="101" y="200"/>
                      </a:moveTo>
                      <a:cubicBezTo>
                        <a:pt x="101" y="200"/>
                        <a:pt x="101" y="200"/>
                        <a:pt x="101" y="20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sp>
              <p:nvSpPr>
                <p:cNvPr id="20" name="Freeform 86"/>
                <p:cNvSpPr>
                  <a:spLocks noEditPoints="1"/>
                </p:cNvSpPr>
                <p:nvPr/>
              </p:nvSpPr>
              <p:spPr bwMode="auto">
                <a:xfrm>
                  <a:off x="6399213" y="3775075"/>
                  <a:ext cx="636588" cy="374650"/>
                </a:xfrm>
                <a:custGeom>
                  <a:avLst/>
                  <a:gdLst>
                    <a:gd name="T0" fmla="*/ 366 w 367"/>
                    <a:gd name="T1" fmla="*/ 122 h 216"/>
                    <a:gd name="T2" fmla="*/ 363 w 367"/>
                    <a:gd name="T3" fmla="*/ 94 h 216"/>
                    <a:gd name="T4" fmla="*/ 356 w 367"/>
                    <a:gd name="T5" fmla="*/ 65 h 216"/>
                    <a:gd name="T6" fmla="*/ 344 w 367"/>
                    <a:gd name="T7" fmla="*/ 40 h 216"/>
                    <a:gd name="T8" fmla="*/ 328 w 367"/>
                    <a:gd name="T9" fmla="*/ 19 h 216"/>
                    <a:gd name="T10" fmla="*/ 306 w 367"/>
                    <a:gd name="T11" fmla="*/ 5 h 216"/>
                    <a:gd name="T12" fmla="*/ 277 w 367"/>
                    <a:gd name="T13" fmla="*/ 0 h 216"/>
                    <a:gd name="T14" fmla="*/ 266 w 367"/>
                    <a:gd name="T15" fmla="*/ 5 h 216"/>
                    <a:gd name="T16" fmla="*/ 247 w 367"/>
                    <a:gd name="T17" fmla="*/ 18 h 216"/>
                    <a:gd name="T18" fmla="*/ 218 w 367"/>
                    <a:gd name="T19" fmla="*/ 30 h 216"/>
                    <a:gd name="T20" fmla="*/ 184 w 367"/>
                    <a:gd name="T21" fmla="*/ 36 h 216"/>
                    <a:gd name="T22" fmla="*/ 149 w 367"/>
                    <a:gd name="T23" fmla="*/ 30 h 216"/>
                    <a:gd name="T24" fmla="*/ 121 w 367"/>
                    <a:gd name="T25" fmla="*/ 18 h 216"/>
                    <a:gd name="T26" fmla="*/ 101 w 367"/>
                    <a:gd name="T27" fmla="*/ 5 h 216"/>
                    <a:gd name="T28" fmla="*/ 90 w 367"/>
                    <a:gd name="T29" fmla="*/ 0 h 216"/>
                    <a:gd name="T30" fmla="*/ 61 w 367"/>
                    <a:gd name="T31" fmla="*/ 5 h 216"/>
                    <a:gd name="T32" fmla="*/ 39 w 367"/>
                    <a:gd name="T33" fmla="*/ 19 h 216"/>
                    <a:gd name="T34" fmla="*/ 23 w 367"/>
                    <a:gd name="T35" fmla="*/ 40 h 216"/>
                    <a:gd name="T36" fmla="*/ 11 w 367"/>
                    <a:gd name="T37" fmla="*/ 65 h 216"/>
                    <a:gd name="T38" fmla="*/ 5 w 367"/>
                    <a:gd name="T39" fmla="*/ 94 h 216"/>
                    <a:gd name="T40" fmla="*/ 1 w 367"/>
                    <a:gd name="T41" fmla="*/ 122 h 216"/>
                    <a:gd name="T42" fmla="*/ 0 w 367"/>
                    <a:gd name="T43" fmla="*/ 149 h 216"/>
                    <a:gd name="T44" fmla="*/ 19 w 367"/>
                    <a:gd name="T45" fmla="*/ 198 h 216"/>
                    <a:gd name="T46" fmla="*/ 70 w 367"/>
                    <a:gd name="T47" fmla="*/ 216 h 216"/>
                    <a:gd name="T48" fmla="*/ 297 w 367"/>
                    <a:gd name="T49" fmla="*/ 216 h 216"/>
                    <a:gd name="T50" fmla="*/ 348 w 367"/>
                    <a:gd name="T51" fmla="*/ 198 h 216"/>
                    <a:gd name="T52" fmla="*/ 367 w 367"/>
                    <a:gd name="T53" fmla="*/ 149 h 216"/>
                    <a:gd name="T54" fmla="*/ 366 w 367"/>
                    <a:gd name="T55" fmla="*/ 122 h 216"/>
                    <a:gd name="T56" fmla="*/ 366 w 367"/>
                    <a:gd name="T57" fmla="*/ 122 h 216"/>
                    <a:gd name="T58" fmla="*/ 366 w 367"/>
                    <a:gd name="T59"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216">
                      <a:moveTo>
                        <a:pt x="366" y="122"/>
                      </a:moveTo>
                      <a:cubicBezTo>
                        <a:pt x="366" y="113"/>
                        <a:pt x="364" y="104"/>
                        <a:pt x="363" y="94"/>
                      </a:cubicBezTo>
                      <a:cubicBezTo>
                        <a:pt x="361" y="83"/>
                        <a:pt x="358" y="74"/>
                        <a:pt x="356" y="65"/>
                      </a:cubicBezTo>
                      <a:cubicBezTo>
                        <a:pt x="353" y="57"/>
                        <a:pt x="349" y="48"/>
                        <a:pt x="344" y="40"/>
                      </a:cubicBezTo>
                      <a:cubicBezTo>
                        <a:pt x="340" y="32"/>
                        <a:pt x="334" y="25"/>
                        <a:pt x="328" y="19"/>
                      </a:cubicBezTo>
                      <a:cubicBezTo>
                        <a:pt x="322" y="13"/>
                        <a:pt x="315" y="8"/>
                        <a:pt x="306" y="5"/>
                      </a:cubicBezTo>
                      <a:cubicBezTo>
                        <a:pt x="297" y="1"/>
                        <a:pt x="287" y="0"/>
                        <a:pt x="277" y="0"/>
                      </a:cubicBezTo>
                      <a:cubicBezTo>
                        <a:pt x="275" y="0"/>
                        <a:pt x="272" y="1"/>
                        <a:pt x="266" y="5"/>
                      </a:cubicBezTo>
                      <a:cubicBezTo>
                        <a:pt x="260" y="9"/>
                        <a:pt x="254" y="13"/>
                        <a:pt x="247" y="18"/>
                      </a:cubicBezTo>
                      <a:cubicBezTo>
                        <a:pt x="239" y="22"/>
                        <a:pt x="230" y="26"/>
                        <a:pt x="218" y="30"/>
                      </a:cubicBezTo>
                      <a:cubicBezTo>
                        <a:pt x="207" y="34"/>
                        <a:pt x="195" y="36"/>
                        <a:pt x="184" y="36"/>
                      </a:cubicBezTo>
                      <a:cubicBezTo>
                        <a:pt x="172" y="36"/>
                        <a:pt x="160" y="34"/>
                        <a:pt x="149" y="30"/>
                      </a:cubicBezTo>
                      <a:cubicBezTo>
                        <a:pt x="137" y="26"/>
                        <a:pt x="128" y="22"/>
                        <a:pt x="121" y="18"/>
                      </a:cubicBezTo>
                      <a:cubicBezTo>
                        <a:pt x="113" y="13"/>
                        <a:pt x="107" y="9"/>
                        <a:pt x="101" y="5"/>
                      </a:cubicBezTo>
                      <a:cubicBezTo>
                        <a:pt x="95" y="1"/>
                        <a:pt x="92" y="0"/>
                        <a:pt x="90" y="0"/>
                      </a:cubicBezTo>
                      <a:cubicBezTo>
                        <a:pt x="80" y="0"/>
                        <a:pt x="70" y="1"/>
                        <a:pt x="61" y="5"/>
                      </a:cubicBezTo>
                      <a:cubicBezTo>
                        <a:pt x="52" y="8"/>
                        <a:pt x="45" y="13"/>
                        <a:pt x="39" y="19"/>
                      </a:cubicBezTo>
                      <a:cubicBezTo>
                        <a:pt x="33" y="25"/>
                        <a:pt x="27" y="32"/>
                        <a:pt x="23" y="40"/>
                      </a:cubicBezTo>
                      <a:cubicBezTo>
                        <a:pt x="18" y="48"/>
                        <a:pt x="14" y="57"/>
                        <a:pt x="11" y="65"/>
                      </a:cubicBezTo>
                      <a:cubicBezTo>
                        <a:pt x="9" y="74"/>
                        <a:pt x="6" y="83"/>
                        <a:pt x="5" y="94"/>
                      </a:cubicBezTo>
                      <a:cubicBezTo>
                        <a:pt x="3" y="104"/>
                        <a:pt x="2" y="113"/>
                        <a:pt x="1" y="122"/>
                      </a:cubicBezTo>
                      <a:cubicBezTo>
                        <a:pt x="0" y="131"/>
                        <a:pt x="0" y="140"/>
                        <a:pt x="0" y="149"/>
                      </a:cubicBezTo>
                      <a:cubicBezTo>
                        <a:pt x="0" y="170"/>
                        <a:pt x="6" y="186"/>
                        <a:pt x="19" y="198"/>
                      </a:cubicBezTo>
                      <a:cubicBezTo>
                        <a:pt x="32" y="210"/>
                        <a:pt x="49" y="216"/>
                        <a:pt x="70" y="216"/>
                      </a:cubicBezTo>
                      <a:cubicBezTo>
                        <a:pt x="297" y="216"/>
                        <a:pt x="297" y="216"/>
                        <a:pt x="297" y="216"/>
                      </a:cubicBezTo>
                      <a:cubicBezTo>
                        <a:pt x="319" y="216"/>
                        <a:pt x="335" y="210"/>
                        <a:pt x="348" y="198"/>
                      </a:cubicBezTo>
                      <a:cubicBezTo>
                        <a:pt x="361" y="186"/>
                        <a:pt x="367" y="170"/>
                        <a:pt x="367" y="149"/>
                      </a:cubicBezTo>
                      <a:cubicBezTo>
                        <a:pt x="367" y="140"/>
                        <a:pt x="367" y="131"/>
                        <a:pt x="366" y="122"/>
                      </a:cubicBezTo>
                      <a:close/>
                      <a:moveTo>
                        <a:pt x="366" y="122"/>
                      </a:moveTo>
                      <a:cubicBezTo>
                        <a:pt x="366" y="122"/>
                        <a:pt x="366" y="122"/>
                        <a:pt x="366" y="12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grpSp>
        </p:grpSp>
        <p:grpSp>
          <p:nvGrpSpPr>
            <p:cNvPr id="10" name="グループ化 9"/>
            <p:cNvGrpSpPr/>
            <p:nvPr/>
          </p:nvGrpSpPr>
          <p:grpSpPr>
            <a:xfrm>
              <a:off x="5950004" y="4617213"/>
              <a:ext cx="2217095" cy="1403577"/>
              <a:chOff x="1748349" y="4617213"/>
              <a:chExt cx="2217095" cy="1403577"/>
            </a:xfrm>
          </p:grpSpPr>
          <p:sp>
            <p:nvSpPr>
              <p:cNvPr id="11" name="Freeform 6"/>
              <p:cNvSpPr>
                <a:spLocks noChangeAspect="1" noEditPoints="1"/>
              </p:cNvSpPr>
              <p:nvPr/>
            </p:nvSpPr>
            <p:spPr bwMode="auto">
              <a:xfrm>
                <a:off x="2819604" y="4617213"/>
                <a:ext cx="1145840" cy="804006"/>
              </a:xfrm>
              <a:custGeom>
                <a:avLst/>
                <a:gdLst>
                  <a:gd name="T0" fmla="*/ 251 w 1076"/>
                  <a:gd name="T1" fmla="*/ 683 h 755"/>
                  <a:gd name="T2" fmla="*/ 824 w 1076"/>
                  <a:gd name="T3" fmla="*/ 575 h 755"/>
                  <a:gd name="T4" fmla="*/ 1040 w 1076"/>
                  <a:gd name="T5" fmla="*/ 575 h 755"/>
                  <a:gd name="T6" fmla="*/ 575 w 1076"/>
                  <a:gd name="T7" fmla="*/ 719 h 755"/>
                  <a:gd name="T8" fmla="*/ 573 w 1076"/>
                  <a:gd name="T9" fmla="*/ 575 h 755"/>
                  <a:gd name="T10" fmla="*/ 537 w 1076"/>
                  <a:gd name="T11" fmla="*/ 719 h 755"/>
                  <a:gd name="T12" fmla="*/ 36 w 1076"/>
                  <a:gd name="T13" fmla="*/ 575 h 755"/>
                  <a:gd name="T14" fmla="*/ 287 w 1076"/>
                  <a:gd name="T15" fmla="*/ 575 h 755"/>
                  <a:gd name="T16" fmla="*/ 251 w 1076"/>
                  <a:gd name="T17" fmla="*/ 431 h 755"/>
                  <a:gd name="T18" fmla="*/ 72 w 1076"/>
                  <a:gd name="T19" fmla="*/ 431 h 755"/>
                  <a:gd name="T20" fmla="*/ 1040 w 1076"/>
                  <a:gd name="T21" fmla="*/ 539 h 755"/>
                  <a:gd name="T22" fmla="*/ 573 w 1076"/>
                  <a:gd name="T23" fmla="*/ 395 h 755"/>
                  <a:gd name="T24" fmla="*/ 789 w 1076"/>
                  <a:gd name="T25" fmla="*/ 395 h 755"/>
                  <a:gd name="T26" fmla="*/ 323 w 1076"/>
                  <a:gd name="T27" fmla="*/ 539 h 755"/>
                  <a:gd name="T28" fmla="*/ 323 w 1076"/>
                  <a:gd name="T29" fmla="*/ 395 h 755"/>
                  <a:gd name="T30" fmla="*/ 287 w 1076"/>
                  <a:gd name="T31" fmla="*/ 539 h 755"/>
                  <a:gd name="T32" fmla="*/ 72 w 1076"/>
                  <a:gd name="T33" fmla="*/ 252 h 755"/>
                  <a:gd name="T34" fmla="*/ 72 w 1076"/>
                  <a:gd name="T35" fmla="*/ 323 h 755"/>
                  <a:gd name="T36" fmla="*/ 824 w 1076"/>
                  <a:gd name="T37" fmla="*/ 359 h 755"/>
                  <a:gd name="T38" fmla="*/ 824 w 1076"/>
                  <a:gd name="T39" fmla="*/ 216 h 755"/>
                  <a:gd name="T40" fmla="*/ 789 w 1076"/>
                  <a:gd name="T41" fmla="*/ 359 h 755"/>
                  <a:gd name="T42" fmla="*/ 323 w 1076"/>
                  <a:gd name="T43" fmla="*/ 216 h 755"/>
                  <a:gd name="T44" fmla="*/ 537 w 1076"/>
                  <a:gd name="T45" fmla="*/ 216 h 755"/>
                  <a:gd name="T46" fmla="*/ 36 w 1076"/>
                  <a:gd name="T47" fmla="*/ 359 h 755"/>
                  <a:gd name="T48" fmla="*/ 36 w 1076"/>
                  <a:gd name="T49" fmla="*/ 216 h 755"/>
                  <a:gd name="T50" fmla="*/ 1004 w 1076"/>
                  <a:gd name="T51" fmla="*/ 144 h 755"/>
                  <a:gd name="T52" fmla="*/ 609 w 1076"/>
                  <a:gd name="T53" fmla="*/ 72 h 755"/>
                  <a:gd name="T54" fmla="*/ 609 w 1076"/>
                  <a:gd name="T55" fmla="*/ 144 h 755"/>
                  <a:gd name="T56" fmla="*/ 503 w 1076"/>
                  <a:gd name="T57" fmla="*/ 72 h 755"/>
                  <a:gd name="T58" fmla="*/ 359 w 1076"/>
                  <a:gd name="T59" fmla="*/ 72 h 755"/>
                  <a:gd name="T60" fmla="*/ 251 w 1076"/>
                  <a:gd name="T61" fmla="*/ 144 h 755"/>
                  <a:gd name="T62" fmla="*/ 824 w 1076"/>
                  <a:gd name="T63" fmla="*/ 36 h 755"/>
                  <a:gd name="T64" fmla="*/ 1040 w 1076"/>
                  <a:gd name="T65" fmla="*/ 36 h 755"/>
                  <a:gd name="T66" fmla="*/ 573 w 1076"/>
                  <a:gd name="T67" fmla="*/ 180 h 755"/>
                  <a:gd name="T68" fmla="*/ 573 w 1076"/>
                  <a:gd name="T69" fmla="*/ 36 h 755"/>
                  <a:gd name="T70" fmla="*/ 537 w 1076"/>
                  <a:gd name="T71" fmla="*/ 180 h 755"/>
                  <a:gd name="T72" fmla="*/ 36 w 1076"/>
                  <a:gd name="T73" fmla="*/ 36 h 755"/>
                  <a:gd name="T74" fmla="*/ 287 w 1076"/>
                  <a:gd name="T75" fmla="*/ 36 h 755"/>
                  <a:gd name="T76" fmla="*/ 1040 w 1076"/>
                  <a:gd name="T77" fmla="*/ 0 h 755"/>
                  <a:gd name="T78" fmla="*/ 1076 w 1076"/>
                  <a:gd name="T79" fmla="*/ 36 h 755"/>
                  <a:gd name="T80" fmla="*/ 1074 w 1076"/>
                  <a:gd name="T81" fmla="*/ 728 h 755"/>
                  <a:gd name="T82" fmla="*/ 1055 w 1076"/>
                  <a:gd name="T83" fmla="*/ 751 h 755"/>
                  <a:gd name="T84" fmla="*/ 17 w 1076"/>
                  <a:gd name="T85" fmla="*/ 749 h 755"/>
                  <a:gd name="T86" fmla="*/ 0 w 1076"/>
                  <a:gd name="T87" fmla="*/ 36 h 755"/>
                  <a:gd name="T88" fmla="*/ 36 w 1076"/>
                  <a:gd name="T89" fmla="*/ 0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76" h="755">
                    <a:moveTo>
                      <a:pt x="72" y="611"/>
                    </a:moveTo>
                    <a:lnTo>
                      <a:pt x="251" y="611"/>
                    </a:lnTo>
                    <a:lnTo>
                      <a:pt x="251" y="683"/>
                    </a:lnTo>
                    <a:lnTo>
                      <a:pt x="72" y="683"/>
                    </a:lnTo>
                    <a:lnTo>
                      <a:pt x="72" y="611"/>
                    </a:lnTo>
                    <a:close/>
                    <a:moveTo>
                      <a:pt x="824" y="575"/>
                    </a:moveTo>
                    <a:lnTo>
                      <a:pt x="824" y="719"/>
                    </a:lnTo>
                    <a:lnTo>
                      <a:pt x="1040" y="719"/>
                    </a:lnTo>
                    <a:lnTo>
                      <a:pt x="1040" y="575"/>
                    </a:lnTo>
                    <a:lnTo>
                      <a:pt x="824" y="575"/>
                    </a:lnTo>
                    <a:close/>
                    <a:moveTo>
                      <a:pt x="573" y="575"/>
                    </a:moveTo>
                    <a:lnTo>
                      <a:pt x="575" y="719"/>
                    </a:lnTo>
                    <a:lnTo>
                      <a:pt x="789" y="719"/>
                    </a:lnTo>
                    <a:lnTo>
                      <a:pt x="789" y="575"/>
                    </a:lnTo>
                    <a:lnTo>
                      <a:pt x="573" y="575"/>
                    </a:lnTo>
                    <a:close/>
                    <a:moveTo>
                      <a:pt x="323" y="575"/>
                    </a:moveTo>
                    <a:lnTo>
                      <a:pt x="323" y="719"/>
                    </a:lnTo>
                    <a:lnTo>
                      <a:pt x="537" y="719"/>
                    </a:lnTo>
                    <a:lnTo>
                      <a:pt x="537" y="575"/>
                    </a:lnTo>
                    <a:lnTo>
                      <a:pt x="323" y="575"/>
                    </a:lnTo>
                    <a:close/>
                    <a:moveTo>
                      <a:pt x="36" y="575"/>
                    </a:moveTo>
                    <a:lnTo>
                      <a:pt x="36" y="719"/>
                    </a:lnTo>
                    <a:lnTo>
                      <a:pt x="287" y="719"/>
                    </a:lnTo>
                    <a:lnTo>
                      <a:pt x="287" y="575"/>
                    </a:lnTo>
                    <a:lnTo>
                      <a:pt x="36" y="575"/>
                    </a:lnTo>
                    <a:close/>
                    <a:moveTo>
                      <a:pt x="72" y="431"/>
                    </a:moveTo>
                    <a:lnTo>
                      <a:pt x="251" y="431"/>
                    </a:lnTo>
                    <a:lnTo>
                      <a:pt x="251" y="503"/>
                    </a:lnTo>
                    <a:lnTo>
                      <a:pt x="72" y="503"/>
                    </a:lnTo>
                    <a:lnTo>
                      <a:pt x="72" y="431"/>
                    </a:lnTo>
                    <a:close/>
                    <a:moveTo>
                      <a:pt x="824" y="395"/>
                    </a:moveTo>
                    <a:lnTo>
                      <a:pt x="824" y="539"/>
                    </a:lnTo>
                    <a:lnTo>
                      <a:pt x="1040" y="539"/>
                    </a:lnTo>
                    <a:lnTo>
                      <a:pt x="1040" y="395"/>
                    </a:lnTo>
                    <a:lnTo>
                      <a:pt x="824" y="395"/>
                    </a:lnTo>
                    <a:close/>
                    <a:moveTo>
                      <a:pt x="573" y="395"/>
                    </a:moveTo>
                    <a:lnTo>
                      <a:pt x="575" y="539"/>
                    </a:lnTo>
                    <a:lnTo>
                      <a:pt x="789" y="539"/>
                    </a:lnTo>
                    <a:lnTo>
                      <a:pt x="789" y="395"/>
                    </a:lnTo>
                    <a:lnTo>
                      <a:pt x="573" y="395"/>
                    </a:lnTo>
                    <a:close/>
                    <a:moveTo>
                      <a:pt x="323" y="395"/>
                    </a:moveTo>
                    <a:lnTo>
                      <a:pt x="323" y="539"/>
                    </a:lnTo>
                    <a:lnTo>
                      <a:pt x="537" y="539"/>
                    </a:lnTo>
                    <a:lnTo>
                      <a:pt x="537" y="395"/>
                    </a:lnTo>
                    <a:lnTo>
                      <a:pt x="323" y="395"/>
                    </a:lnTo>
                    <a:close/>
                    <a:moveTo>
                      <a:pt x="36" y="395"/>
                    </a:moveTo>
                    <a:lnTo>
                      <a:pt x="36" y="539"/>
                    </a:lnTo>
                    <a:lnTo>
                      <a:pt x="287" y="539"/>
                    </a:lnTo>
                    <a:lnTo>
                      <a:pt x="287" y="395"/>
                    </a:lnTo>
                    <a:lnTo>
                      <a:pt x="36" y="395"/>
                    </a:lnTo>
                    <a:close/>
                    <a:moveTo>
                      <a:pt x="72" y="252"/>
                    </a:moveTo>
                    <a:lnTo>
                      <a:pt x="251" y="252"/>
                    </a:lnTo>
                    <a:lnTo>
                      <a:pt x="251" y="323"/>
                    </a:lnTo>
                    <a:lnTo>
                      <a:pt x="72" y="323"/>
                    </a:lnTo>
                    <a:lnTo>
                      <a:pt x="72" y="252"/>
                    </a:lnTo>
                    <a:close/>
                    <a:moveTo>
                      <a:pt x="824" y="216"/>
                    </a:moveTo>
                    <a:lnTo>
                      <a:pt x="824" y="359"/>
                    </a:lnTo>
                    <a:lnTo>
                      <a:pt x="1040" y="359"/>
                    </a:lnTo>
                    <a:lnTo>
                      <a:pt x="1040" y="216"/>
                    </a:lnTo>
                    <a:lnTo>
                      <a:pt x="824" y="216"/>
                    </a:lnTo>
                    <a:close/>
                    <a:moveTo>
                      <a:pt x="573" y="216"/>
                    </a:moveTo>
                    <a:lnTo>
                      <a:pt x="573" y="359"/>
                    </a:lnTo>
                    <a:lnTo>
                      <a:pt x="789" y="359"/>
                    </a:lnTo>
                    <a:lnTo>
                      <a:pt x="789" y="216"/>
                    </a:lnTo>
                    <a:lnTo>
                      <a:pt x="573" y="216"/>
                    </a:lnTo>
                    <a:close/>
                    <a:moveTo>
                      <a:pt x="323" y="216"/>
                    </a:moveTo>
                    <a:lnTo>
                      <a:pt x="323" y="359"/>
                    </a:lnTo>
                    <a:lnTo>
                      <a:pt x="537" y="359"/>
                    </a:lnTo>
                    <a:lnTo>
                      <a:pt x="537" y="216"/>
                    </a:lnTo>
                    <a:lnTo>
                      <a:pt x="323" y="216"/>
                    </a:lnTo>
                    <a:close/>
                    <a:moveTo>
                      <a:pt x="36" y="216"/>
                    </a:moveTo>
                    <a:lnTo>
                      <a:pt x="36" y="359"/>
                    </a:lnTo>
                    <a:lnTo>
                      <a:pt x="287" y="359"/>
                    </a:lnTo>
                    <a:lnTo>
                      <a:pt x="287" y="216"/>
                    </a:lnTo>
                    <a:lnTo>
                      <a:pt x="36" y="216"/>
                    </a:lnTo>
                    <a:close/>
                    <a:moveTo>
                      <a:pt x="860" y="72"/>
                    </a:moveTo>
                    <a:lnTo>
                      <a:pt x="1004" y="72"/>
                    </a:lnTo>
                    <a:lnTo>
                      <a:pt x="1004" y="144"/>
                    </a:lnTo>
                    <a:lnTo>
                      <a:pt x="860" y="144"/>
                    </a:lnTo>
                    <a:lnTo>
                      <a:pt x="860" y="72"/>
                    </a:lnTo>
                    <a:close/>
                    <a:moveTo>
                      <a:pt x="609" y="72"/>
                    </a:moveTo>
                    <a:lnTo>
                      <a:pt x="753" y="72"/>
                    </a:lnTo>
                    <a:lnTo>
                      <a:pt x="753" y="144"/>
                    </a:lnTo>
                    <a:lnTo>
                      <a:pt x="609" y="144"/>
                    </a:lnTo>
                    <a:lnTo>
                      <a:pt x="609" y="72"/>
                    </a:lnTo>
                    <a:close/>
                    <a:moveTo>
                      <a:pt x="359" y="72"/>
                    </a:moveTo>
                    <a:lnTo>
                      <a:pt x="503" y="72"/>
                    </a:lnTo>
                    <a:lnTo>
                      <a:pt x="503" y="144"/>
                    </a:lnTo>
                    <a:lnTo>
                      <a:pt x="359" y="144"/>
                    </a:lnTo>
                    <a:lnTo>
                      <a:pt x="359" y="72"/>
                    </a:lnTo>
                    <a:close/>
                    <a:moveTo>
                      <a:pt x="72" y="72"/>
                    </a:moveTo>
                    <a:lnTo>
                      <a:pt x="251" y="72"/>
                    </a:lnTo>
                    <a:lnTo>
                      <a:pt x="251" y="144"/>
                    </a:lnTo>
                    <a:lnTo>
                      <a:pt x="72" y="144"/>
                    </a:lnTo>
                    <a:lnTo>
                      <a:pt x="72" y="72"/>
                    </a:lnTo>
                    <a:close/>
                    <a:moveTo>
                      <a:pt x="824" y="36"/>
                    </a:moveTo>
                    <a:lnTo>
                      <a:pt x="824" y="180"/>
                    </a:lnTo>
                    <a:lnTo>
                      <a:pt x="1040" y="180"/>
                    </a:lnTo>
                    <a:lnTo>
                      <a:pt x="1040" y="36"/>
                    </a:lnTo>
                    <a:lnTo>
                      <a:pt x="824" y="36"/>
                    </a:lnTo>
                    <a:close/>
                    <a:moveTo>
                      <a:pt x="573" y="36"/>
                    </a:moveTo>
                    <a:lnTo>
                      <a:pt x="573" y="180"/>
                    </a:lnTo>
                    <a:lnTo>
                      <a:pt x="789" y="180"/>
                    </a:lnTo>
                    <a:lnTo>
                      <a:pt x="789" y="36"/>
                    </a:lnTo>
                    <a:lnTo>
                      <a:pt x="573" y="36"/>
                    </a:lnTo>
                    <a:close/>
                    <a:moveTo>
                      <a:pt x="323" y="36"/>
                    </a:moveTo>
                    <a:lnTo>
                      <a:pt x="323" y="180"/>
                    </a:lnTo>
                    <a:lnTo>
                      <a:pt x="537" y="180"/>
                    </a:lnTo>
                    <a:lnTo>
                      <a:pt x="537" y="36"/>
                    </a:lnTo>
                    <a:lnTo>
                      <a:pt x="323" y="36"/>
                    </a:lnTo>
                    <a:close/>
                    <a:moveTo>
                      <a:pt x="36" y="36"/>
                    </a:moveTo>
                    <a:lnTo>
                      <a:pt x="36" y="180"/>
                    </a:lnTo>
                    <a:lnTo>
                      <a:pt x="287" y="180"/>
                    </a:lnTo>
                    <a:lnTo>
                      <a:pt x="287" y="36"/>
                    </a:lnTo>
                    <a:lnTo>
                      <a:pt x="36" y="36"/>
                    </a:lnTo>
                    <a:close/>
                    <a:moveTo>
                      <a:pt x="36" y="0"/>
                    </a:moveTo>
                    <a:lnTo>
                      <a:pt x="1040" y="0"/>
                    </a:lnTo>
                    <a:lnTo>
                      <a:pt x="1059" y="6"/>
                    </a:lnTo>
                    <a:lnTo>
                      <a:pt x="1070" y="19"/>
                    </a:lnTo>
                    <a:lnTo>
                      <a:pt x="1076" y="36"/>
                    </a:lnTo>
                    <a:lnTo>
                      <a:pt x="1076" y="719"/>
                    </a:lnTo>
                    <a:lnTo>
                      <a:pt x="1076" y="721"/>
                    </a:lnTo>
                    <a:lnTo>
                      <a:pt x="1074" y="728"/>
                    </a:lnTo>
                    <a:lnTo>
                      <a:pt x="1072" y="736"/>
                    </a:lnTo>
                    <a:lnTo>
                      <a:pt x="1066" y="745"/>
                    </a:lnTo>
                    <a:lnTo>
                      <a:pt x="1055" y="751"/>
                    </a:lnTo>
                    <a:lnTo>
                      <a:pt x="1040" y="755"/>
                    </a:lnTo>
                    <a:lnTo>
                      <a:pt x="36" y="755"/>
                    </a:lnTo>
                    <a:lnTo>
                      <a:pt x="17" y="749"/>
                    </a:lnTo>
                    <a:lnTo>
                      <a:pt x="6" y="736"/>
                    </a:lnTo>
                    <a:lnTo>
                      <a:pt x="0" y="719"/>
                    </a:lnTo>
                    <a:lnTo>
                      <a:pt x="0" y="36"/>
                    </a:lnTo>
                    <a:lnTo>
                      <a:pt x="6" y="19"/>
                    </a:lnTo>
                    <a:lnTo>
                      <a:pt x="17" y="6"/>
                    </a:lnTo>
                    <a:lnTo>
                      <a:pt x="36" y="0"/>
                    </a:lnTo>
                    <a:close/>
                  </a:path>
                </a:pathLst>
              </a:custGeom>
              <a:solidFill>
                <a:schemeClr val="tx2"/>
              </a:solidFill>
              <a:ln w="0">
                <a:noFill/>
                <a:prstDash val="solid"/>
                <a:round/>
                <a:headEnd/>
                <a:tailEnd/>
              </a:ln>
            </p:spPr>
            <p:txBody>
              <a:bodyPr vert="horz" wrap="square" lIns="137160" tIns="68580" rIns="137160" bIns="68580" numCol="1" anchor="t" anchorCtr="0" compatLnSpc="1">
                <a:prstTxWarp prst="textNoShape">
                  <a:avLst/>
                </a:prstTxWarp>
              </a:bodyPr>
              <a:lstStyle/>
              <a:p>
                <a:pPr defTabSz="1371600"/>
                <a:endParaRPr lang="ja-JP" altLang="en-US" sz="2700">
                  <a:solidFill>
                    <a:srgbClr val="4D4D4D"/>
                  </a:solidFill>
                </a:endParaRPr>
              </a:p>
            </p:txBody>
          </p:sp>
          <p:grpSp>
            <p:nvGrpSpPr>
              <p:cNvPr id="12" name="グループ化 11"/>
              <p:cNvGrpSpPr/>
              <p:nvPr/>
            </p:nvGrpSpPr>
            <p:grpSpPr>
              <a:xfrm>
                <a:off x="1748349" y="5116639"/>
                <a:ext cx="829669" cy="904151"/>
                <a:chOff x="6399213" y="3455988"/>
                <a:chExt cx="636588" cy="693737"/>
              </a:xfrm>
            </p:grpSpPr>
            <p:sp>
              <p:nvSpPr>
                <p:cNvPr id="13" name="Freeform 85"/>
                <p:cNvSpPr>
                  <a:spLocks noEditPoints="1"/>
                </p:cNvSpPr>
                <p:nvPr/>
              </p:nvSpPr>
              <p:spPr bwMode="auto">
                <a:xfrm>
                  <a:off x="6543675" y="3455988"/>
                  <a:ext cx="347663" cy="347663"/>
                </a:xfrm>
                <a:custGeom>
                  <a:avLst/>
                  <a:gdLst>
                    <a:gd name="T0" fmla="*/ 101 w 201"/>
                    <a:gd name="T1" fmla="*/ 200 h 200"/>
                    <a:gd name="T2" fmla="*/ 171 w 201"/>
                    <a:gd name="T3" fmla="*/ 171 h 200"/>
                    <a:gd name="T4" fmla="*/ 201 w 201"/>
                    <a:gd name="T5" fmla="*/ 100 h 200"/>
                    <a:gd name="T6" fmla="*/ 171 w 201"/>
                    <a:gd name="T7" fmla="*/ 29 h 200"/>
                    <a:gd name="T8" fmla="*/ 101 w 201"/>
                    <a:gd name="T9" fmla="*/ 0 h 200"/>
                    <a:gd name="T10" fmla="*/ 30 w 201"/>
                    <a:gd name="T11" fmla="*/ 29 h 200"/>
                    <a:gd name="T12" fmla="*/ 0 w 201"/>
                    <a:gd name="T13" fmla="*/ 100 h 200"/>
                    <a:gd name="T14" fmla="*/ 30 w 201"/>
                    <a:gd name="T15" fmla="*/ 171 h 200"/>
                    <a:gd name="T16" fmla="*/ 101 w 201"/>
                    <a:gd name="T17" fmla="*/ 200 h 200"/>
                    <a:gd name="T18" fmla="*/ 101 w 201"/>
                    <a:gd name="T19" fmla="*/ 200 h 200"/>
                    <a:gd name="T20" fmla="*/ 101 w 201"/>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1" h="200">
                      <a:moveTo>
                        <a:pt x="101" y="200"/>
                      </a:moveTo>
                      <a:cubicBezTo>
                        <a:pt x="128" y="200"/>
                        <a:pt x="152" y="190"/>
                        <a:pt x="171" y="171"/>
                      </a:cubicBezTo>
                      <a:cubicBezTo>
                        <a:pt x="191" y="151"/>
                        <a:pt x="201" y="128"/>
                        <a:pt x="201" y="100"/>
                      </a:cubicBezTo>
                      <a:cubicBezTo>
                        <a:pt x="201" y="72"/>
                        <a:pt x="191" y="49"/>
                        <a:pt x="171" y="29"/>
                      </a:cubicBezTo>
                      <a:cubicBezTo>
                        <a:pt x="152" y="10"/>
                        <a:pt x="128" y="0"/>
                        <a:pt x="101" y="0"/>
                      </a:cubicBezTo>
                      <a:cubicBezTo>
                        <a:pt x="73" y="0"/>
                        <a:pt x="49" y="10"/>
                        <a:pt x="30" y="29"/>
                      </a:cubicBezTo>
                      <a:cubicBezTo>
                        <a:pt x="10" y="49"/>
                        <a:pt x="0" y="72"/>
                        <a:pt x="0" y="100"/>
                      </a:cubicBezTo>
                      <a:cubicBezTo>
                        <a:pt x="0" y="128"/>
                        <a:pt x="10" y="151"/>
                        <a:pt x="30" y="171"/>
                      </a:cubicBezTo>
                      <a:cubicBezTo>
                        <a:pt x="49" y="190"/>
                        <a:pt x="73" y="200"/>
                        <a:pt x="101" y="200"/>
                      </a:cubicBezTo>
                      <a:close/>
                      <a:moveTo>
                        <a:pt x="101" y="200"/>
                      </a:moveTo>
                      <a:cubicBezTo>
                        <a:pt x="101" y="200"/>
                        <a:pt x="101" y="200"/>
                        <a:pt x="101" y="20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sp>
              <p:nvSpPr>
                <p:cNvPr id="14" name="Freeform 86"/>
                <p:cNvSpPr>
                  <a:spLocks noEditPoints="1"/>
                </p:cNvSpPr>
                <p:nvPr/>
              </p:nvSpPr>
              <p:spPr bwMode="auto">
                <a:xfrm>
                  <a:off x="6399213" y="3775075"/>
                  <a:ext cx="636588" cy="374650"/>
                </a:xfrm>
                <a:custGeom>
                  <a:avLst/>
                  <a:gdLst>
                    <a:gd name="T0" fmla="*/ 366 w 367"/>
                    <a:gd name="T1" fmla="*/ 122 h 216"/>
                    <a:gd name="T2" fmla="*/ 363 w 367"/>
                    <a:gd name="T3" fmla="*/ 94 h 216"/>
                    <a:gd name="T4" fmla="*/ 356 w 367"/>
                    <a:gd name="T5" fmla="*/ 65 h 216"/>
                    <a:gd name="T6" fmla="*/ 344 w 367"/>
                    <a:gd name="T7" fmla="*/ 40 h 216"/>
                    <a:gd name="T8" fmla="*/ 328 w 367"/>
                    <a:gd name="T9" fmla="*/ 19 h 216"/>
                    <a:gd name="T10" fmla="*/ 306 w 367"/>
                    <a:gd name="T11" fmla="*/ 5 h 216"/>
                    <a:gd name="T12" fmla="*/ 277 w 367"/>
                    <a:gd name="T13" fmla="*/ 0 h 216"/>
                    <a:gd name="T14" fmla="*/ 266 w 367"/>
                    <a:gd name="T15" fmla="*/ 5 h 216"/>
                    <a:gd name="T16" fmla="*/ 247 w 367"/>
                    <a:gd name="T17" fmla="*/ 18 h 216"/>
                    <a:gd name="T18" fmla="*/ 218 w 367"/>
                    <a:gd name="T19" fmla="*/ 30 h 216"/>
                    <a:gd name="T20" fmla="*/ 184 w 367"/>
                    <a:gd name="T21" fmla="*/ 36 h 216"/>
                    <a:gd name="T22" fmla="*/ 149 w 367"/>
                    <a:gd name="T23" fmla="*/ 30 h 216"/>
                    <a:gd name="T24" fmla="*/ 121 w 367"/>
                    <a:gd name="T25" fmla="*/ 18 h 216"/>
                    <a:gd name="T26" fmla="*/ 101 w 367"/>
                    <a:gd name="T27" fmla="*/ 5 h 216"/>
                    <a:gd name="T28" fmla="*/ 90 w 367"/>
                    <a:gd name="T29" fmla="*/ 0 h 216"/>
                    <a:gd name="T30" fmla="*/ 61 w 367"/>
                    <a:gd name="T31" fmla="*/ 5 h 216"/>
                    <a:gd name="T32" fmla="*/ 39 w 367"/>
                    <a:gd name="T33" fmla="*/ 19 h 216"/>
                    <a:gd name="T34" fmla="*/ 23 w 367"/>
                    <a:gd name="T35" fmla="*/ 40 h 216"/>
                    <a:gd name="T36" fmla="*/ 11 w 367"/>
                    <a:gd name="T37" fmla="*/ 65 h 216"/>
                    <a:gd name="T38" fmla="*/ 5 w 367"/>
                    <a:gd name="T39" fmla="*/ 94 h 216"/>
                    <a:gd name="T40" fmla="*/ 1 w 367"/>
                    <a:gd name="T41" fmla="*/ 122 h 216"/>
                    <a:gd name="T42" fmla="*/ 0 w 367"/>
                    <a:gd name="T43" fmla="*/ 149 h 216"/>
                    <a:gd name="T44" fmla="*/ 19 w 367"/>
                    <a:gd name="T45" fmla="*/ 198 h 216"/>
                    <a:gd name="T46" fmla="*/ 70 w 367"/>
                    <a:gd name="T47" fmla="*/ 216 h 216"/>
                    <a:gd name="T48" fmla="*/ 297 w 367"/>
                    <a:gd name="T49" fmla="*/ 216 h 216"/>
                    <a:gd name="T50" fmla="*/ 348 w 367"/>
                    <a:gd name="T51" fmla="*/ 198 h 216"/>
                    <a:gd name="T52" fmla="*/ 367 w 367"/>
                    <a:gd name="T53" fmla="*/ 149 h 216"/>
                    <a:gd name="T54" fmla="*/ 366 w 367"/>
                    <a:gd name="T55" fmla="*/ 122 h 216"/>
                    <a:gd name="T56" fmla="*/ 366 w 367"/>
                    <a:gd name="T57" fmla="*/ 122 h 216"/>
                    <a:gd name="T58" fmla="*/ 366 w 367"/>
                    <a:gd name="T59"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216">
                      <a:moveTo>
                        <a:pt x="366" y="122"/>
                      </a:moveTo>
                      <a:cubicBezTo>
                        <a:pt x="366" y="113"/>
                        <a:pt x="364" y="104"/>
                        <a:pt x="363" y="94"/>
                      </a:cubicBezTo>
                      <a:cubicBezTo>
                        <a:pt x="361" y="83"/>
                        <a:pt x="358" y="74"/>
                        <a:pt x="356" y="65"/>
                      </a:cubicBezTo>
                      <a:cubicBezTo>
                        <a:pt x="353" y="57"/>
                        <a:pt x="349" y="48"/>
                        <a:pt x="344" y="40"/>
                      </a:cubicBezTo>
                      <a:cubicBezTo>
                        <a:pt x="340" y="32"/>
                        <a:pt x="334" y="25"/>
                        <a:pt x="328" y="19"/>
                      </a:cubicBezTo>
                      <a:cubicBezTo>
                        <a:pt x="322" y="13"/>
                        <a:pt x="315" y="8"/>
                        <a:pt x="306" y="5"/>
                      </a:cubicBezTo>
                      <a:cubicBezTo>
                        <a:pt x="297" y="1"/>
                        <a:pt x="287" y="0"/>
                        <a:pt x="277" y="0"/>
                      </a:cubicBezTo>
                      <a:cubicBezTo>
                        <a:pt x="275" y="0"/>
                        <a:pt x="272" y="1"/>
                        <a:pt x="266" y="5"/>
                      </a:cubicBezTo>
                      <a:cubicBezTo>
                        <a:pt x="260" y="9"/>
                        <a:pt x="254" y="13"/>
                        <a:pt x="247" y="18"/>
                      </a:cubicBezTo>
                      <a:cubicBezTo>
                        <a:pt x="239" y="22"/>
                        <a:pt x="230" y="26"/>
                        <a:pt x="218" y="30"/>
                      </a:cubicBezTo>
                      <a:cubicBezTo>
                        <a:pt x="207" y="34"/>
                        <a:pt x="195" y="36"/>
                        <a:pt x="184" y="36"/>
                      </a:cubicBezTo>
                      <a:cubicBezTo>
                        <a:pt x="172" y="36"/>
                        <a:pt x="160" y="34"/>
                        <a:pt x="149" y="30"/>
                      </a:cubicBezTo>
                      <a:cubicBezTo>
                        <a:pt x="137" y="26"/>
                        <a:pt x="128" y="22"/>
                        <a:pt x="121" y="18"/>
                      </a:cubicBezTo>
                      <a:cubicBezTo>
                        <a:pt x="113" y="13"/>
                        <a:pt x="107" y="9"/>
                        <a:pt x="101" y="5"/>
                      </a:cubicBezTo>
                      <a:cubicBezTo>
                        <a:pt x="95" y="1"/>
                        <a:pt x="92" y="0"/>
                        <a:pt x="90" y="0"/>
                      </a:cubicBezTo>
                      <a:cubicBezTo>
                        <a:pt x="80" y="0"/>
                        <a:pt x="70" y="1"/>
                        <a:pt x="61" y="5"/>
                      </a:cubicBezTo>
                      <a:cubicBezTo>
                        <a:pt x="52" y="8"/>
                        <a:pt x="45" y="13"/>
                        <a:pt x="39" y="19"/>
                      </a:cubicBezTo>
                      <a:cubicBezTo>
                        <a:pt x="33" y="25"/>
                        <a:pt x="27" y="32"/>
                        <a:pt x="23" y="40"/>
                      </a:cubicBezTo>
                      <a:cubicBezTo>
                        <a:pt x="18" y="48"/>
                        <a:pt x="14" y="57"/>
                        <a:pt x="11" y="65"/>
                      </a:cubicBezTo>
                      <a:cubicBezTo>
                        <a:pt x="9" y="74"/>
                        <a:pt x="6" y="83"/>
                        <a:pt x="5" y="94"/>
                      </a:cubicBezTo>
                      <a:cubicBezTo>
                        <a:pt x="3" y="104"/>
                        <a:pt x="2" y="113"/>
                        <a:pt x="1" y="122"/>
                      </a:cubicBezTo>
                      <a:cubicBezTo>
                        <a:pt x="0" y="131"/>
                        <a:pt x="0" y="140"/>
                        <a:pt x="0" y="149"/>
                      </a:cubicBezTo>
                      <a:cubicBezTo>
                        <a:pt x="0" y="170"/>
                        <a:pt x="6" y="186"/>
                        <a:pt x="19" y="198"/>
                      </a:cubicBezTo>
                      <a:cubicBezTo>
                        <a:pt x="32" y="210"/>
                        <a:pt x="49" y="216"/>
                        <a:pt x="70" y="216"/>
                      </a:cubicBezTo>
                      <a:cubicBezTo>
                        <a:pt x="297" y="216"/>
                        <a:pt x="297" y="216"/>
                        <a:pt x="297" y="216"/>
                      </a:cubicBezTo>
                      <a:cubicBezTo>
                        <a:pt x="319" y="216"/>
                        <a:pt x="335" y="210"/>
                        <a:pt x="348" y="198"/>
                      </a:cubicBezTo>
                      <a:cubicBezTo>
                        <a:pt x="361" y="186"/>
                        <a:pt x="367" y="170"/>
                        <a:pt x="367" y="149"/>
                      </a:cubicBezTo>
                      <a:cubicBezTo>
                        <a:pt x="367" y="140"/>
                        <a:pt x="367" y="131"/>
                        <a:pt x="366" y="122"/>
                      </a:cubicBezTo>
                      <a:close/>
                      <a:moveTo>
                        <a:pt x="366" y="122"/>
                      </a:moveTo>
                      <a:cubicBezTo>
                        <a:pt x="366" y="122"/>
                        <a:pt x="366" y="122"/>
                        <a:pt x="366" y="12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52" tIns="91426" rIns="182852" bIns="91426" numCol="1" anchor="t" anchorCtr="0" compatLnSpc="1">
                  <a:prstTxWarp prst="textNoShape">
                    <a:avLst/>
                  </a:prstTxWarp>
                </a:bodyPr>
                <a:lstStyle/>
                <a:p>
                  <a:pPr defTabSz="1828617"/>
                  <a:endParaRPr lang="ja-JP" altLang="en-US" sz="7199">
                    <a:solidFill>
                      <a:srgbClr val="333333"/>
                    </a:solidFill>
                  </a:endParaRPr>
                </a:p>
              </p:txBody>
            </p:sp>
          </p:grpSp>
        </p:grpSp>
      </p:grpSp>
      <p:grpSp>
        <p:nvGrpSpPr>
          <p:cNvPr id="24" name="グループ化 23"/>
          <p:cNvGrpSpPr/>
          <p:nvPr/>
        </p:nvGrpSpPr>
        <p:grpSpPr>
          <a:xfrm>
            <a:off x="4572000" y="3611746"/>
            <a:ext cx="3224499" cy="1289067"/>
            <a:chOff x="1246527" y="3752603"/>
            <a:chExt cx="3224499" cy="1289067"/>
          </a:xfrm>
        </p:grpSpPr>
        <p:sp>
          <p:nvSpPr>
            <p:cNvPr id="21" name="円形吹き出し 20"/>
            <p:cNvSpPr/>
            <p:nvPr/>
          </p:nvSpPr>
          <p:spPr>
            <a:xfrm>
              <a:off x="1246527" y="3752603"/>
              <a:ext cx="3224499" cy="1289067"/>
            </a:xfrm>
            <a:custGeom>
              <a:avLst/>
              <a:gdLst>
                <a:gd name="connsiteX0" fmla="*/ 564047 w 3222757"/>
                <a:gd name="connsiteY0" fmla="*/ 1081435 h 926275"/>
                <a:gd name="connsiteX1" fmla="*/ 642541 w 3222757"/>
                <a:gd name="connsiteY1" fmla="*/ 833213 h 926275"/>
                <a:gd name="connsiteX2" fmla="*/ 1373420 w 3222757"/>
                <a:gd name="connsiteY2" fmla="*/ 5077 h 926275"/>
                <a:gd name="connsiteX3" fmla="*/ 2243106 w 3222757"/>
                <a:gd name="connsiteY3" fmla="*/ 37074 h 926275"/>
                <a:gd name="connsiteX4" fmla="*/ 1996083 w 3222757"/>
                <a:gd name="connsiteY4" fmla="*/ 912882 h 926275"/>
                <a:gd name="connsiteX5" fmla="*/ 1195428 w 3222757"/>
                <a:gd name="connsiteY5" fmla="*/ 910579 h 926275"/>
                <a:gd name="connsiteX6" fmla="*/ 564047 w 3222757"/>
                <a:gd name="connsiteY6" fmla="*/ 1081435 h 926275"/>
                <a:gd name="connsiteX0" fmla="*/ 565557 w 3224499"/>
                <a:gd name="connsiteY0" fmla="*/ 1081435 h 1081435"/>
                <a:gd name="connsiteX1" fmla="*/ 644051 w 3224499"/>
                <a:gd name="connsiteY1" fmla="*/ 833213 h 1081435"/>
                <a:gd name="connsiteX2" fmla="*/ 1374930 w 3224499"/>
                <a:gd name="connsiteY2" fmla="*/ 5077 h 1081435"/>
                <a:gd name="connsiteX3" fmla="*/ 2244616 w 3224499"/>
                <a:gd name="connsiteY3" fmla="*/ 37074 h 1081435"/>
                <a:gd name="connsiteX4" fmla="*/ 1997593 w 3224499"/>
                <a:gd name="connsiteY4" fmla="*/ 912882 h 1081435"/>
                <a:gd name="connsiteX5" fmla="*/ 944525 w 3224499"/>
                <a:gd name="connsiteY5" fmla="*/ 901054 h 1081435"/>
                <a:gd name="connsiteX6" fmla="*/ 565557 w 3224499"/>
                <a:gd name="connsiteY6" fmla="*/ 1081435 h 1081435"/>
                <a:gd name="connsiteX0" fmla="*/ 924332 w 3224499"/>
                <a:gd name="connsiteY0" fmla="*/ 1120057 h 1120057"/>
                <a:gd name="connsiteX1" fmla="*/ 644051 w 3224499"/>
                <a:gd name="connsiteY1" fmla="*/ 833213 h 1120057"/>
                <a:gd name="connsiteX2" fmla="*/ 1374930 w 3224499"/>
                <a:gd name="connsiteY2" fmla="*/ 5077 h 1120057"/>
                <a:gd name="connsiteX3" fmla="*/ 2244616 w 3224499"/>
                <a:gd name="connsiteY3" fmla="*/ 37074 h 1120057"/>
                <a:gd name="connsiteX4" fmla="*/ 1997593 w 3224499"/>
                <a:gd name="connsiteY4" fmla="*/ 912882 h 1120057"/>
                <a:gd name="connsiteX5" fmla="*/ 944525 w 3224499"/>
                <a:gd name="connsiteY5" fmla="*/ 901054 h 1120057"/>
                <a:gd name="connsiteX6" fmla="*/ 924332 w 3224499"/>
                <a:gd name="connsiteY6" fmla="*/ 1120057 h 112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4499" h="1120057">
                  <a:moveTo>
                    <a:pt x="924332" y="1120057"/>
                  </a:moveTo>
                  <a:lnTo>
                    <a:pt x="644051" y="833213"/>
                  </a:lnTo>
                  <a:cubicBezTo>
                    <a:pt x="-498185" y="586188"/>
                    <a:pt x="-38868" y="65749"/>
                    <a:pt x="1374930" y="5077"/>
                  </a:cubicBezTo>
                  <a:cubicBezTo>
                    <a:pt x="1669543" y="-7566"/>
                    <a:pt x="1970583" y="3510"/>
                    <a:pt x="2244616" y="37074"/>
                  </a:cubicBezTo>
                  <a:cubicBezTo>
                    <a:pt x="3668891" y="211526"/>
                    <a:pt x="3501036" y="806646"/>
                    <a:pt x="1997593" y="912882"/>
                  </a:cubicBezTo>
                  <a:cubicBezTo>
                    <a:pt x="1734284" y="931488"/>
                    <a:pt x="1206485" y="921171"/>
                    <a:pt x="944525" y="901054"/>
                  </a:cubicBezTo>
                  <a:lnTo>
                    <a:pt x="924332" y="1120057"/>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endParaRPr>
            </a:p>
          </p:txBody>
        </p:sp>
        <p:sp>
          <p:nvSpPr>
            <p:cNvPr id="23" name="テキスト ボックス 22"/>
            <p:cNvSpPr txBox="1"/>
            <p:nvPr/>
          </p:nvSpPr>
          <p:spPr>
            <a:xfrm>
              <a:off x="1679453" y="3838483"/>
              <a:ext cx="2358646" cy="954107"/>
            </a:xfrm>
            <a:prstGeom prst="rect">
              <a:avLst/>
            </a:prstGeom>
            <a:noFill/>
            <a:ln w="19050">
              <a:noFill/>
            </a:ln>
          </p:spPr>
          <p:txBody>
            <a:bodyPr wrap="square" rtlCol="0">
              <a:spAutoFit/>
            </a:bodyPr>
            <a:lstStyle/>
            <a:p>
              <a:pPr algn="ctr"/>
              <a:r>
                <a:rPr lang="ja-JP" altLang="en-US" sz="2800" dirty="0" smtClean="0"/>
                <a:t>✕✕って</a:t>
              </a:r>
              <a:r>
                <a:rPr lang="ja-JP" altLang="en-US" sz="2800" dirty="0"/>
                <a:t>科目</a:t>
              </a:r>
              <a:r>
                <a:rPr lang="en-US" altLang="ja-JP" sz="2800" dirty="0"/>
                <a:t/>
              </a:r>
              <a:br>
                <a:rPr lang="en-US" altLang="ja-JP" sz="2800" dirty="0"/>
              </a:br>
              <a:r>
                <a:rPr lang="en-US" altLang="ja-JP" sz="2800" dirty="0" smtClean="0"/>
                <a:t>A+</a:t>
              </a:r>
              <a:r>
                <a:rPr lang="ja-JP" altLang="en-US" sz="2800" dirty="0" smtClean="0"/>
                <a:t>取れるよ</a:t>
              </a:r>
              <a:endParaRPr lang="ja-JP" altLang="en-US" sz="2800" dirty="0"/>
            </a:p>
          </p:txBody>
        </p:sp>
      </p:grpSp>
      <p:grpSp>
        <p:nvGrpSpPr>
          <p:cNvPr id="28" name="グループ化 27"/>
          <p:cNvGrpSpPr/>
          <p:nvPr/>
        </p:nvGrpSpPr>
        <p:grpSpPr>
          <a:xfrm>
            <a:off x="469433" y="3611746"/>
            <a:ext cx="3224499" cy="1282717"/>
            <a:chOff x="412283" y="3586346"/>
            <a:chExt cx="3224499" cy="1282717"/>
          </a:xfrm>
        </p:grpSpPr>
        <p:sp>
          <p:nvSpPr>
            <p:cNvPr id="26" name="円形吹き出し 20"/>
            <p:cNvSpPr/>
            <p:nvPr/>
          </p:nvSpPr>
          <p:spPr>
            <a:xfrm>
              <a:off x="412283" y="3586346"/>
              <a:ext cx="3224499" cy="1282717"/>
            </a:xfrm>
            <a:custGeom>
              <a:avLst/>
              <a:gdLst>
                <a:gd name="connsiteX0" fmla="*/ 564047 w 3222757"/>
                <a:gd name="connsiteY0" fmla="*/ 1081435 h 926275"/>
                <a:gd name="connsiteX1" fmla="*/ 642541 w 3222757"/>
                <a:gd name="connsiteY1" fmla="*/ 833213 h 926275"/>
                <a:gd name="connsiteX2" fmla="*/ 1373420 w 3222757"/>
                <a:gd name="connsiteY2" fmla="*/ 5077 h 926275"/>
                <a:gd name="connsiteX3" fmla="*/ 2243106 w 3222757"/>
                <a:gd name="connsiteY3" fmla="*/ 37074 h 926275"/>
                <a:gd name="connsiteX4" fmla="*/ 1996083 w 3222757"/>
                <a:gd name="connsiteY4" fmla="*/ 912882 h 926275"/>
                <a:gd name="connsiteX5" fmla="*/ 1195428 w 3222757"/>
                <a:gd name="connsiteY5" fmla="*/ 910579 h 926275"/>
                <a:gd name="connsiteX6" fmla="*/ 564047 w 3222757"/>
                <a:gd name="connsiteY6" fmla="*/ 1081435 h 926275"/>
                <a:gd name="connsiteX0" fmla="*/ 565557 w 3224499"/>
                <a:gd name="connsiteY0" fmla="*/ 1081435 h 1081435"/>
                <a:gd name="connsiteX1" fmla="*/ 644051 w 3224499"/>
                <a:gd name="connsiteY1" fmla="*/ 833213 h 1081435"/>
                <a:gd name="connsiteX2" fmla="*/ 1374930 w 3224499"/>
                <a:gd name="connsiteY2" fmla="*/ 5077 h 1081435"/>
                <a:gd name="connsiteX3" fmla="*/ 2244616 w 3224499"/>
                <a:gd name="connsiteY3" fmla="*/ 37074 h 1081435"/>
                <a:gd name="connsiteX4" fmla="*/ 1997593 w 3224499"/>
                <a:gd name="connsiteY4" fmla="*/ 912882 h 1081435"/>
                <a:gd name="connsiteX5" fmla="*/ 944525 w 3224499"/>
                <a:gd name="connsiteY5" fmla="*/ 901054 h 1081435"/>
                <a:gd name="connsiteX6" fmla="*/ 565557 w 3224499"/>
                <a:gd name="connsiteY6" fmla="*/ 1081435 h 1081435"/>
                <a:gd name="connsiteX0" fmla="*/ 908457 w 3224499"/>
                <a:gd name="connsiteY0" fmla="*/ 1114540 h 1114540"/>
                <a:gd name="connsiteX1" fmla="*/ 644051 w 3224499"/>
                <a:gd name="connsiteY1" fmla="*/ 833213 h 1114540"/>
                <a:gd name="connsiteX2" fmla="*/ 1374930 w 3224499"/>
                <a:gd name="connsiteY2" fmla="*/ 5077 h 1114540"/>
                <a:gd name="connsiteX3" fmla="*/ 2244616 w 3224499"/>
                <a:gd name="connsiteY3" fmla="*/ 37074 h 1114540"/>
                <a:gd name="connsiteX4" fmla="*/ 1997593 w 3224499"/>
                <a:gd name="connsiteY4" fmla="*/ 912882 h 1114540"/>
                <a:gd name="connsiteX5" fmla="*/ 944525 w 3224499"/>
                <a:gd name="connsiteY5" fmla="*/ 901054 h 1114540"/>
                <a:gd name="connsiteX6" fmla="*/ 908457 w 3224499"/>
                <a:gd name="connsiteY6" fmla="*/ 1114540 h 1114540"/>
                <a:gd name="connsiteX0" fmla="*/ 800507 w 3224499"/>
                <a:gd name="connsiteY0" fmla="*/ 1114540 h 1114540"/>
                <a:gd name="connsiteX1" fmla="*/ 644051 w 3224499"/>
                <a:gd name="connsiteY1" fmla="*/ 833213 h 1114540"/>
                <a:gd name="connsiteX2" fmla="*/ 1374930 w 3224499"/>
                <a:gd name="connsiteY2" fmla="*/ 5077 h 1114540"/>
                <a:gd name="connsiteX3" fmla="*/ 2244616 w 3224499"/>
                <a:gd name="connsiteY3" fmla="*/ 37074 h 1114540"/>
                <a:gd name="connsiteX4" fmla="*/ 1997593 w 3224499"/>
                <a:gd name="connsiteY4" fmla="*/ 912882 h 1114540"/>
                <a:gd name="connsiteX5" fmla="*/ 944525 w 3224499"/>
                <a:gd name="connsiteY5" fmla="*/ 901054 h 1114540"/>
                <a:gd name="connsiteX6" fmla="*/ 800507 w 3224499"/>
                <a:gd name="connsiteY6" fmla="*/ 1114540 h 11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4499" h="1114540">
                  <a:moveTo>
                    <a:pt x="800507" y="1114540"/>
                  </a:moveTo>
                  <a:lnTo>
                    <a:pt x="644051" y="833213"/>
                  </a:lnTo>
                  <a:cubicBezTo>
                    <a:pt x="-498185" y="586188"/>
                    <a:pt x="-38868" y="65749"/>
                    <a:pt x="1374930" y="5077"/>
                  </a:cubicBezTo>
                  <a:cubicBezTo>
                    <a:pt x="1669543" y="-7566"/>
                    <a:pt x="1970583" y="3510"/>
                    <a:pt x="2244616" y="37074"/>
                  </a:cubicBezTo>
                  <a:cubicBezTo>
                    <a:pt x="3668891" y="211526"/>
                    <a:pt x="3501036" y="806646"/>
                    <a:pt x="1997593" y="912882"/>
                  </a:cubicBezTo>
                  <a:cubicBezTo>
                    <a:pt x="1734284" y="931488"/>
                    <a:pt x="1206485" y="921171"/>
                    <a:pt x="944525" y="901054"/>
                  </a:cubicBezTo>
                  <a:lnTo>
                    <a:pt x="800507" y="111454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endParaRPr>
            </a:p>
          </p:txBody>
        </p:sp>
        <p:sp>
          <p:nvSpPr>
            <p:cNvPr id="27" name="テキスト ボックス 26"/>
            <p:cNvSpPr txBox="1"/>
            <p:nvPr/>
          </p:nvSpPr>
          <p:spPr>
            <a:xfrm>
              <a:off x="845209" y="3672226"/>
              <a:ext cx="2358646" cy="954107"/>
            </a:xfrm>
            <a:prstGeom prst="rect">
              <a:avLst/>
            </a:prstGeom>
            <a:noFill/>
            <a:ln w="19050">
              <a:noFill/>
            </a:ln>
          </p:spPr>
          <p:txBody>
            <a:bodyPr wrap="square" rtlCol="0">
              <a:spAutoFit/>
            </a:bodyPr>
            <a:lstStyle/>
            <a:p>
              <a:pPr algn="ctr"/>
              <a:r>
                <a:rPr lang="ja-JP" altLang="en-US" sz="2800" dirty="0"/>
                <a:t>〇〇って科目</a:t>
              </a:r>
              <a:r>
                <a:rPr lang="en-US" altLang="ja-JP" sz="2800" dirty="0"/>
                <a:t/>
              </a:r>
              <a:br>
                <a:rPr lang="en-US" altLang="ja-JP" sz="2800" dirty="0"/>
              </a:br>
              <a:r>
                <a:rPr lang="ja-JP" altLang="en-US" sz="2800" dirty="0"/>
                <a:t>楽らしい</a:t>
              </a:r>
              <a:r>
                <a:rPr lang="ja-JP" altLang="en-US" sz="2800" dirty="0" smtClean="0"/>
                <a:t>よ</a:t>
              </a:r>
              <a:endParaRPr lang="ja-JP" altLang="en-US" sz="2800" dirty="0"/>
            </a:p>
          </p:txBody>
        </p:sp>
      </p:grpSp>
      <p:sp>
        <p:nvSpPr>
          <p:cNvPr id="29" name="テキスト ボックス 28"/>
          <p:cNvSpPr txBox="1"/>
          <p:nvPr/>
        </p:nvSpPr>
        <p:spPr>
          <a:xfrm>
            <a:off x="228599" y="2474511"/>
            <a:ext cx="4177145" cy="523220"/>
          </a:xfrm>
          <a:prstGeom prst="rect">
            <a:avLst/>
          </a:prstGeom>
          <a:noFill/>
          <a:ln w="19050">
            <a:noFill/>
          </a:ln>
        </p:spPr>
        <p:txBody>
          <a:bodyPr wrap="square" rtlCol="0">
            <a:spAutoFit/>
          </a:bodyPr>
          <a:lstStyle/>
          <a:p>
            <a:r>
              <a:rPr kumimoji="1" lang="ja-JP" altLang="en-US" sz="2800" dirty="0" smtClean="0"/>
              <a:t>例</a:t>
            </a:r>
            <a:r>
              <a:rPr kumimoji="1" lang="en-US" altLang="ja-JP" sz="2800" dirty="0" smtClean="0"/>
              <a:t>) </a:t>
            </a:r>
            <a:r>
              <a:rPr kumimoji="1" lang="ja-JP" altLang="en-US" sz="2800" dirty="0" smtClean="0"/>
              <a:t>類似したタスクの場合</a:t>
            </a:r>
            <a:endParaRPr kumimoji="1" lang="ja-JP" altLang="en-US" sz="2800" dirty="0" smtClean="0"/>
          </a:p>
        </p:txBody>
      </p:sp>
    </p:spTree>
    <p:extLst>
      <p:ext uri="{BB962C8B-B14F-4D97-AF65-F5344CB8AC3E}">
        <p14:creationId xmlns:p14="http://schemas.microsoft.com/office/powerpoint/2010/main" val="2030469671"/>
      </p:ext>
    </p:extLst>
  </p:cSld>
  <p:clrMapOvr>
    <a:masterClrMapping/>
  </p:clrMapOvr>
</p:sld>
</file>

<file path=ppt/theme/theme1.xml><?xml version="1.0" encoding="utf-8"?>
<a:theme xmlns:a="http://schemas.openxmlformats.org/drawingml/2006/main" name="Theme_Lab">
  <a:themeElements>
    <a:clrScheme name="ユーザー定義 1">
      <a:dk1>
        <a:srgbClr val="000000"/>
      </a:dk1>
      <a:lt1>
        <a:srgbClr val="FFFAF5"/>
      </a:lt1>
      <a:dk2>
        <a:srgbClr val="000000"/>
      </a:dk2>
      <a:lt2>
        <a:srgbClr val="808080"/>
      </a:lt2>
      <a:accent1>
        <a:srgbClr val="FF1D38"/>
      </a:accent1>
      <a:accent2>
        <a:srgbClr val="333399"/>
      </a:accent2>
      <a:accent3>
        <a:srgbClr val="34ADFD"/>
      </a:accent3>
      <a:accent4>
        <a:srgbClr val="FFFF00"/>
      </a:accent4>
      <a:accent5>
        <a:srgbClr val="00B050"/>
      </a:accent5>
      <a:accent6>
        <a:srgbClr val="F93DD5"/>
      </a:accent6>
      <a:hlink>
        <a:srgbClr val="009999"/>
      </a:hlink>
      <a:folHlink>
        <a:srgbClr val="99CC00"/>
      </a:folHlink>
    </a:clrScheme>
    <a:fontScheme name="ユーザー定義 1">
      <a:majorFont>
        <a:latin typeface="Arial"/>
        <a:ea typeface="ＭＳ Ｐゴシック"/>
        <a:cs typeface=""/>
      </a:majorFont>
      <a:minorFont>
        <a:latin typeface="Arial"/>
        <a:ea typeface="ＭＳ P 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762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w="19050">
          <a:noFill/>
        </a:ln>
      </a:spPr>
      <a:bodyPr wrap="square" rtlCol="0">
        <a:spAutoFit/>
      </a:bodyPr>
      <a:lstStyle>
        <a:defPPr algn="ctr">
          <a:defRPr kumimoji="1" sz="2800" dirty="0" smtClean="0"/>
        </a:defPPr>
      </a:lstStyle>
    </a:txDef>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_Lab" id="{1BF3D9E7-0E3F-405E-A7C2-9287BF6F8045}" vid="{44580BCE-2164-458F-848B-E0E027AD84CB}"/>
    </a:ext>
  </a:extLst>
</a:theme>
</file>

<file path=docProps/app.xml><?xml version="1.0" encoding="utf-8"?>
<Properties xmlns="http://schemas.openxmlformats.org/officeDocument/2006/extended-properties" xmlns:vt="http://schemas.openxmlformats.org/officeDocument/2006/docPropsVTypes">
  <Template>Theme_lab</Template>
  <TotalTime>155</TotalTime>
  <Words>153</Words>
  <Application>Microsoft Office PowerPoint</Application>
  <PresentationFormat>画面に合わせる (4:3)</PresentationFormat>
  <Paragraphs>41</Paragraphs>
  <Slides>11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ＭＳ P ゴシック</vt:lpstr>
      <vt:lpstr>ＭＳ Ｐゴシック</vt:lpstr>
      <vt:lpstr>Arial</vt:lpstr>
      <vt:lpstr>Times New Roman</vt:lpstr>
      <vt:lpstr>Theme_Lab</vt:lpstr>
      <vt:lpstr>PowerPoint プレゼンテーション</vt:lpstr>
      <vt:lpstr>マルチタスクとは</vt:lpstr>
      <vt:lpstr>マルチタスクとは</vt:lpstr>
      <vt:lpstr>マルチタスクの特徴</vt:lpstr>
      <vt:lpstr>マルチタスクの特徴</vt:lpstr>
      <vt:lpstr>提案するテスト問題</vt:lpstr>
      <vt:lpstr>数値実験</vt:lpstr>
      <vt:lpstr>実験結果</vt:lpstr>
      <vt:lpstr>まとめ</vt:lpstr>
      <vt:lpstr>PowerPoint プレゼンテーション</vt:lpstr>
      <vt:lpstr>マルチタスクの特徴</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瓜田 俊貴</dc:creator>
  <cp:lastModifiedBy>瓜田 俊貴</cp:lastModifiedBy>
  <cp:revision>14</cp:revision>
  <dcterms:created xsi:type="dcterms:W3CDTF">2020-02-09T12:48:10Z</dcterms:created>
  <dcterms:modified xsi:type="dcterms:W3CDTF">2020-02-09T15:23:15Z</dcterms:modified>
</cp:coreProperties>
</file>