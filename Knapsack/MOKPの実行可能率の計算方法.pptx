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</p:sldMasterIdLst>
  <p:sldIdLst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68" r:id="rId16"/>
    <p:sldId id="27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　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12" name="コンテンツ プレースホルダー 11"/>
          <p:cNvSpPr>
            <a:spLocks noGrp="1"/>
          </p:cNvSpPr>
          <p:nvPr>
            <p:ph sz="quarter" idx="14"/>
          </p:nvPr>
        </p:nvSpPr>
        <p:spPr>
          <a:xfrm>
            <a:off x="381000" y="4318000"/>
            <a:ext cx="11430000" cy="939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97526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1603" y="2808239"/>
            <a:ext cx="10972800" cy="1031967"/>
          </a:xfrm>
          <a:ln>
            <a:noFill/>
          </a:ln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1316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sz="quarter" idx="13" hasCustomPrompt="1"/>
          </p:nvPr>
        </p:nvSpPr>
        <p:spPr>
          <a:xfrm>
            <a:off x="381000" y="6356349"/>
            <a:ext cx="4990328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 dirty="0" smtClean="0"/>
              <a:t>項目</a:t>
            </a:r>
          </a:p>
        </p:txBody>
      </p:sp>
      <p:sp>
        <p:nvSpPr>
          <p:cNvPr id="12" name="コンテンツ プレースホルダー 11"/>
          <p:cNvSpPr>
            <a:spLocks noGrp="1"/>
          </p:cNvSpPr>
          <p:nvPr>
            <p:ph sz="quarter" idx="14"/>
          </p:nvPr>
        </p:nvSpPr>
        <p:spPr>
          <a:xfrm>
            <a:off x="498567" y="1705430"/>
            <a:ext cx="11430000" cy="4622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1800"/>
              </a:spcAft>
              <a:buNone/>
              <a:defRPr sz="3200"/>
            </a:lvl1pPr>
            <a:lvl2pPr>
              <a:lnSpc>
                <a:spcPct val="100000"/>
              </a:lnSpc>
              <a:spcAft>
                <a:spcPts val="1800"/>
              </a:spcAft>
              <a:defRPr/>
            </a:lvl2pPr>
            <a:lvl3pPr>
              <a:lnSpc>
                <a:spcPct val="100000"/>
              </a:lnSpc>
              <a:spcAft>
                <a:spcPts val="1800"/>
              </a:spcAft>
              <a:defRPr/>
            </a:lvl3pPr>
            <a:lvl4pPr>
              <a:lnSpc>
                <a:spcPct val="100000"/>
              </a:lnSpc>
              <a:spcAft>
                <a:spcPts val="1800"/>
              </a:spcAft>
              <a:defRPr/>
            </a:lvl4pPr>
            <a:lvl5pPr>
              <a:lnSpc>
                <a:spcPct val="100000"/>
              </a:lnSpc>
              <a:spcAft>
                <a:spcPts val="1800"/>
              </a:spcAft>
              <a:defRPr/>
            </a:lvl5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15966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1603" y="2808239"/>
            <a:ext cx="10972800" cy="1031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-32112" y="2330448"/>
            <a:ext cx="11049001" cy="1720854"/>
            <a:chOff x="-57514" y="2679701"/>
            <a:chExt cx="11049001" cy="1720854"/>
          </a:xfrm>
        </p:grpSpPr>
        <p:sp>
          <p:nvSpPr>
            <p:cNvPr id="17" name="五角形 14"/>
            <p:cNvSpPr/>
            <p:nvPr/>
          </p:nvSpPr>
          <p:spPr>
            <a:xfrm rot="5400000">
              <a:off x="4606560" y="-1984373"/>
              <a:ext cx="1720854" cy="11049001"/>
            </a:xfrm>
            <a:custGeom>
              <a:avLst/>
              <a:gdLst>
                <a:gd name="connsiteX0" fmla="*/ 4 w 4209142"/>
                <a:gd name="connsiteY0" fmla="*/ 2101157 h 5500914"/>
                <a:gd name="connsiteX1" fmla="*/ 2104571 w 4209142"/>
                <a:gd name="connsiteY1" fmla="*/ 0 h 5500914"/>
                <a:gd name="connsiteX2" fmla="*/ 4209138 w 4209142"/>
                <a:gd name="connsiteY2" fmla="*/ 2101157 h 5500914"/>
                <a:gd name="connsiteX3" fmla="*/ 3405265 w 4209142"/>
                <a:gd name="connsiteY3" fmla="*/ 5500900 h 5500914"/>
                <a:gd name="connsiteX4" fmla="*/ 803877 w 4209142"/>
                <a:gd name="connsiteY4" fmla="*/ 5500900 h 5500914"/>
                <a:gd name="connsiteX5" fmla="*/ 4 w 4209142"/>
                <a:gd name="connsiteY5" fmla="*/ 2101157 h 5500914"/>
                <a:gd name="connsiteX0" fmla="*/ 0 w 3410848"/>
                <a:gd name="connsiteY0" fmla="*/ 2101157 h 5500900"/>
                <a:gd name="connsiteX1" fmla="*/ 1306281 w 3410848"/>
                <a:gd name="connsiteY1" fmla="*/ 0 h 5500900"/>
                <a:gd name="connsiteX2" fmla="*/ 3410848 w 3410848"/>
                <a:gd name="connsiteY2" fmla="*/ 2101157 h 5500900"/>
                <a:gd name="connsiteX3" fmla="*/ 2606975 w 3410848"/>
                <a:gd name="connsiteY3" fmla="*/ 5500900 h 5500900"/>
                <a:gd name="connsiteX4" fmla="*/ 5587 w 3410848"/>
                <a:gd name="connsiteY4" fmla="*/ 5500900 h 5500900"/>
                <a:gd name="connsiteX5" fmla="*/ 0 w 3410848"/>
                <a:gd name="connsiteY5" fmla="*/ 2101157 h 5500900"/>
                <a:gd name="connsiteX0" fmla="*/ 0 w 2685134"/>
                <a:gd name="connsiteY0" fmla="*/ 2101157 h 5500900"/>
                <a:gd name="connsiteX1" fmla="*/ 1306281 w 2685134"/>
                <a:gd name="connsiteY1" fmla="*/ 0 h 5500900"/>
                <a:gd name="connsiteX2" fmla="*/ 2685134 w 2685134"/>
                <a:gd name="connsiteY2" fmla="*/ 2057614 h 5500900"/>
                <a:gd name="connsiteX3" fmla="*/ 2606975 w 2685134"/>
                <a:gd name="connsiteY3" fmla="*/ 5500900 h 5500900"/>
                <a:gd name="connsiteX4" fmla="*/ 5587 w 2685134"/>
                <a:gd name="connsiteY4" fmla="*/ 5500900 h 5500900"/>
                <a:gd name="connsiteX5" fmla="*/ 0 w 2685134"/>
                <a:gd name="connsiteY5" fmla="*/ 2101157 h 5500900"/>
                <a:gd name="connsiteX0" fmla="*/ 0 w 2612562"/>
                <a:gd name="connsiteY0" fmla="*/ 2101157 h 5500900"/>
                <a:gd name="connsiteX1" fmla="*/ 1306281 w 2612562"/>
                <a:gd name="connsiteY1" fmla="*/ 0 h 5500900"/>
                <a:gd name="connsiteX2" fmla="*/ 2612562 w 2612562"/>
                <a:gd name="connsiteY2" fmla="*/ 2057614 h 5500900"/>
                <a:gd name="connsiteX3" fmla="*/ 2606975 w 2612562"/>
                <a:gd name="connsiteY3" fmla="*/ 5500900 h 5500900"/>
                <a:gd name="connsiteX4" fmla="*/ 5587 w 2612562"/>
                <a:gd name="connsiteY4" fmla="*/ 5500900 h 5500900"/>
                <a:gd name="connsiteX5" fmla="*/ 0 w 2612562"/>
                <a:gd name="connsiteY5" fmla="*/ 2101157 h 5500900"/>
                <a:gd name="connsiteX0" fmla="*/ -1 w 2649306"/>
                <a:gd name="connsiteY0" fmla="*/ 364839 h 5500900"/>
                <a:gd name="connsiteX1" fmla="*/ 1343025 w 2649306"/>
                <a:gd name="connsiteY1" fmla="*/ 0 h 5500900"/>
                <a:gd name="connsiteX2" fmla="*/ 2649306 w 2649306"/>
                <a:gd name="connsiteY2" fmla="*/ 2057614 h 5500900"/>
                <a:gd name="connsiteX3" fmla="*/ 2643719 w 2649306"/>
                <a:gd name="connsiteY3" fmla="*/ 5500900 h 5500900"/>
                <a:gd name="connsiteX4" fmla="*/ 42331 w 2649306"/>
                <a:gd name="connsiteY4" fmla="*/ 5500900 h 5500900"/>
                <a:gd name="connsiteX5" fmla="*/ -1 w 2649306"/>
                <a:gd name="connsiteY5" fmla="*/ 364839 h 5500900"/>
                <a:gd name="connsiteX0" fmla="*/ -1 w 2686050"/>
                <a:gd name="connsiteY0" fmla="*/ 364839 h 5500900"/>
                <a:gd name="connsiteX1" fmla="*/ 1343025 w 2686050"/>
                <a:gd name="connsiteY1" fmla="*/ 0 h 5500900"/>
                <a:gd name="connsiteX2" fmla="*/ 2686049 w 2686050"/>
                <a:gd name="connsiteY2" fmla="*/ 567146 h 5500900"/>
                <a:gd name="connsiteX3" fmla="*/ 2643719 w 2686050"/>
                <a:gd name="connsiteY3" fmla="*/ 5500900 h 5500900"/>
                <a:gd name="connsiteX4" fmla="*/ 42331 w 2686050"/>
                <a:gd name="connsiteY4" fmla="*/ 5500900 h 5500900"/>
                <a:gd name="connsiteX5" fmla="*/ -1 w 2686050"/>
                <a:gd name="connsiteY5" fmla="*/ 364839 h 5500900"/>
                <a:gd name="connsiteX0" fmla="*/ -1 w 2686050"/>
                <a:gd name="connsiteY0" fmla="*/ 203501 h 5339562"/>
                <a:gd name="connsiteX1" fmla="*/ 1343025 w 2686050"/>
                <a:gd name="connsiteY1" fmla="*/ 0 h 5339562"/>
                <a:gd name="connsiteX2" fmla="*/ 2686049 w 2686050"/>
                <a:gd name="connsiteY2" fmla="*/ 405808 h 5339562"/>
                <a:gd name="connsiteX3" fmla="*/ 2643719 w 2686050"/>
                <a:gd name="connsiteY3" fmla="*/ 5339562 h 5339562"/>
                <a:gd name="connsiteX4" fmla="*/ 42331 w 2686050"/>
                <a:gd name="connsiteY4" fmla="*/ 5339562 h 5339562"/>
                <a:gd name="connsiteX5" fmla="*/ -1 w 2686050"/>
                <a:gd name="connsiteY5" fmla="*/ 203501 h 5339562"/>
                <a:gd name="connsiteX0" fmla="*/ -1 w 2686050"/>
                <a:gd name="connsiteY0" fmla="*/ 203502 h 5339563"/>
                <a:gd name="connsiteX1" fmla="*/ 938832 w 2686050"/>
                <a:gd name="connsiteY1" fmla="*/ 0 h 5339563"/>
                <a:gd name="connsiteX2" fmla="*/ 2686049 w 2686050"/>
                <a:gd name="connsiteY2" fmla="*/ 405809 h 5339563"/>
                <a:gd name="connsiteX3" fmla="*/ 2643719 w 2686050"/>
                <a:gd name="connsiteY3" fmla="*/ 5339563 h 5339563"/>
                <a:gd name="connsiteX4" fmla="*/ 42331 w 2686050"/>
                <a:gd name="connsiteY4" fmla="*/ 5339563 h 5339563"/>
                <a:gd name="connsiteX5" fmla="*/ -1 w 2686050"/>
                <a:gd name="connsiteY5" fmla="*/ 203502 h 5339563"/>
                <a:gd name="connsiteX0" fmla="*/ 343488 w 3029539"/>
                <a:gd name="connsiteY0" fmla="*/ 203502 h 5339563"/>
                <a:gd name="connsiteX1" fmla="*/ 1282321 w 3029539"/>
                <a:gd name="connsiteY1" fmla="*/ 0 h 5339563"/>
                <a:gd name="connsiteX2" fmla="*/ 3029538 w 3029539"/>
                <a:gd name="connsiteY2" fmla="*/ 405809 h 5339563"/>
                <a:gd name="connsiteX3" fmla="*/ 2987208 w 3029539"/>
                <a:gd name="connsiteY3" fmla="*/ 5339563 h 5339563"/>
                <a:gd name="connsiteX4" fmla="*/ 6 w 3029539"/>
                <a:gd name="connsiteY4" fmla="*/ 5326118 h 5339563"/>
                <a:gd name="connsiteX5" fmla="*/ 343488 w 3029539"/>
                <a:gd name="connsiteY5" fmla="*/ 203502 h 5339563"/>
                <a:gd name="connsiteX0" fmla="*/ 0 w 3071873"/>
                <a:gd name="connsiteY0" fmla="*/ 203502 h 5339563"/>
                <a:gd name="connsiteX1" fmla="*/ 1324655 w 3071873"/>
                <a:gd name="connsiteY1" fmla="*/ 0 h 5339563"/>
                <a:gd name="connsiteX2" fmla="*/ 3071872 w 3071873"/>
                <a:gd name="connsiteY2" fmla="*/ 405809 h 5339563"/>
                <a:gd name="connsiteX3" fmla="*/ 3029542 w 3071873"/>
                <a:gd name="connsiteY3" fmla="*/ 5339563 h 5339563"/>
                <a:gd name="connsiteX4" fmla="*/ 42340 w 3071873"/>
                <a:gd name="connsiteY4" fmla="*/ 5326118 h 5339563"/>
                <a:gd name="connsiteX5" fmla="*/ 0 w 3071873"/>
                <a:gd name="connsiteY5" fmla="*/ 203502 h 5339563"/>
                <a:gd name="connsiteX0" fmla="*/ 0 w 3071873"/>
                <a:gd name="connsiteY0" fmla="*/ 203502 h 5339563"/>
                <a:gd name="connsiteX1" fmla="*/ 1324655 w 3071873"/>
                <a:gd name="connsiteY1" fmla="*/ 0 h 5339563"/>
                <a:gd name="connsiteX2" fmla="*/ 3071872 w 3071873"/>
                <a:gd name="connsiteY2" fmla="*/ 405809 h 5339563"/>
                <a:gd name="connsiteX3" fmla="*/ 3029542 w 3071873"/>
                <a:gd name="connsiteY3" fmla="*/ 5339563 h 5339563"/>
                <a:gd name="connsiteX4" fmla="*/ 42340 w 3071873"/>
                <a:gd name="connsiteY4" fmla="*/ 5326118 h 5339563"/>
                <a:gd name="connsiteX5" fmla="*/ 0 w 3071873"/>
                <a:gd name="connsiteY5" fmla="*/ 203502 h 5339563"/>
                <a:gd name="connsiteX0" fmla="*/ 54159 w 3029577"/>
                <a:gd name="connsiteY0" fmla="*/ 203502 h 5339563"/>
                <a:gd name="connsiteX1" fmla="*/ 1282359 w 3029577"/>
                <a:gd name="connsiteY1" fmla="*/ 0 h 5339563"/>
                <a:gd name="connsiteX2" fmla="*/ 3029576 w 3029577"/>
                <a:gd name="connsiteY2" fmla="*/ 405809 h 5339563"/>
                <a:gd name="connsiteX3" fmla="*/ 2987246 w 3029577"/>
                <a:gd name="connsiteY3" fmla="*/ 5339563 h 5339563"/>
                <a:gd name="connsiteX4" fmla="*/ 44 w 3029577"/>
                <a:gd name="connsiteY4" fmla="*/ 5326118 h 5339563"/>
                <a:gd name="connsiteX5" fmla="*/ 54159 w 3029577"/>
                <a:gd name="connsiteY5" fmla="*/ 203502 h 5339563"/>
                <a:gd name="connsiteX0" fmla="*/ 6125 w 3029772"/>
                <a:gd name="connsiteY0" fmla="*/ 203500 h 5339563"/>
                <a:gd name="connsiteX1" fmla="*/ 1282554 w 3029772"/>
                <a:gd name="connsiteY1" fmla="*/ 0 h 5339563"/>
                <a:gd name="connsiteX2" fmla="*/ 3029771 w 3029772"/>
                <a:gd name="connsiteY2" fmla="*/ 405809 h 5339563"/>
                <a:gd name="connsiteX3" fmla="*/ 2987441 w 3029772"/>
                <a:gd name="connsiteY3" fmla="*/ 5339563 h 5339563"/>
                <a:gd name="connsiteX4" fmla="*/ 239 w 3029772"/>
                <a:gd name="connsiteY4" fmla="*/ 5326118 h 5339563"/>
                <a:gd name="connsiteX5" fmla="*/ 6125 w 3029772"/>
                <a:gd name="connsiteY5" fmla="*/ 203500 h 5339563"/>
                <a:gd name="connsiteX0" fmla="*/ 6125 w 3029772"/>
                <a:gd name="connsiteY0" fmla="*/ 149720 h 5285783"/>
                <a:gd name="connsiteX1" fmla="*/ 1282553 w 3029772"/>
                <a:gd name="connsiteY1" fmla="*/ 0 h 5285783"/>
                <a:gd name="connsiteX2" fmla="*/ 3029771 w 3029772"/>
                <a:gd name="connsiteY2" fmla="*/ 352029 h 5285783"/>
                <a:gd name="connsiteX3" fmla="*/ 2987441 w 3029772"/>
                <a:gd name="connsiteY3" fmla="*/ 5285783 h 5285783"/>
                <a:gd name="connsiteX4" fmla="*/ 239 w 3029772"/>
                <a:gd name="connsiteY4" fmla="*/ 5272338 h 5285783"/>
                <a:gd name="connsiteX5" fmla="*/ 6125 w 3029772"/>
                <a:gd name="connsiteY5" fmla="*/ 149720 h 5285783"/>
                <a:gd name="connsiteX0" fmla="*/ 6123 w 3029772"/>
                <a:gd name="connsiteY0" fmla="*/ 237111 h 5285783"/>
                <a:gd name="connsiteX1" fmla="*/ 1282553 w 3029772"/>
                <a:gd name="connsiteY1" fmla="*/ 0 h 5285783"/>
                <a:gd name="connsiteX2" fmla="*/ 3029771 w 3029772"/>
                <a:gd name="connsiteY2" fmla="*/ 352029 h 5285783"/>
                <a:gd name="connsiteX3" fmla="*/ 2987441 w 3029772"/>
                <a:gd name="connsiteY3" fmla="*/ 5285783 h 5285783"/>
                <a:gd name="connsiteX4" fmla="*/ 239 w 3029772"/>
                <a:gd name="connsiteY4" fmla="*/ 5272338 h 5285783"/>
                <a:gd name="connsiteX5" fmla="*/ 6123 w 3029772"/>
                <a:gd name="connsiteY5" fmla="*/ 237111 h 5285783"/>
                <a:gd name="connsiteX0" fmla="*/ 6123 w 3029772"/>
                <a:gd name="connsiteY0" fmla="*/ 270725 h 5319397"/>
                <a:gd name="connsiteX1" fmla="*/ 1282552 w 3029772"/>
                <a:gd name="connsiteY1" fmla="*/ 0 h 5319397"/>
                <a:gd name="connsiteX2" fmla="*/ 3029771 w 3029772"/>
                <a:gd name="connsiteY2" fmla="*/ 385643 h 5319397"/>
                <a:gd name="connsiteX3" fmla="*/ 2987441 w 3029772"/>
                <a:gd name="connsiteY3" fmla="*/ 5319397 h 5319397"/>
                <a:gd name="connsiteX4" fmla="*/ 239 w 3029772"/>
                <a:gd name="connsiteY4" fmla="*/ 5305952 h 5319397"/>
                <a:gd name="connsiteX5" fmla="*/ 6123 w 3029772"/>
                <a:gd name="connsiteY5" fmla="*/ 270725 h 531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29772" h="5319397">
                  <a:moveTo>
                    <a:pt x="6123" y="270725"/>
                  </a:moveTo>
                  <a:lnTo>
                    <a:pt x="1282552" y="0"/>
                  </a:lnTo>
                  <a:lnTo>
                    <a:pt x="3029771" y="385643"/>
                  </a:lnTo>
                  <a:cubicBezTo>
                    <a:pt x="3027909" y="1533405"/>
                    <a:pt x="2989303" y="4171635"/>
                    <a:pt x="2987441" y="5319397"/>
                  </a:cubicBezTo>
                  <a:lnTo>
                    <a:pt x="239" y="5305952"/>
                  </a:lnTo>
                  <a:cubicBezTo>
                    <a:pt x="-1623" y="4172704"/>
                    <a:pt x="7985" y="1403973"/>
                    <a:pt x="6123" y="270725"/>
                  </a:cubicBezTo>
                  <a:close/>
                </a:path>
              </a:pathLst>
            </a:custGeom>
            <a:solidFill>
              <a:srgbClr val="054EF1">
                <a:alpha val="6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rgbClr val="FFEDB9"/>
                </a:solidFill>
              </a:endParaRPr>
            </a:p>
          </p:txBody>
        </p:sp>
        <p:sp>
          <p:nvSpPr>
            <p:cNvPr id="15" name="五角形 14"/>
            <p:cNvSpPr/>
            <p:nvPr/>
          </p:nvSpPr>
          <p:spPr>
            <a:xfrm rot="5400000">
              <a:off x="4558935" y="-1635124"/>
              <a:ext cx="1454153" cy="10617200"/>
            </a:xfrm>
            <a:custGeom>
              <a:avLst/>
              <a:gdLst>
                <a:gd name="connsiteX0" fmla="*/ 4 w 4209142"/>
                <a:gd name="connsiteY0" fmla="*/ 2101157 h 5500914"/>
                <a:gd name="connsiteX1" fmla="*/ 2104571 w 4209142"/>
                <a:gd name="connsiteY1" fmla="*/ 0 h 5500914"/>
                <a:gd name="connsiteX2" fmla="*/ 4209138 w 4209142"/>
                <a:gd name="connsiteY2" fmla="*/ 2101157 h 5500914"/>
                <a:gd name="connsiteX3" fmla="*/ 3405265 w 4209142"/>
                <a:gd name="connsiteY3" fmla="*/ 5500900 h 5500914"/>
                <a:gd name="connsiteX4" fmla="*/ 803877 w 4209142"/>
                <a:gd name="connsiteY4" fmla="*/ 5500900 h 5500914"/>
                <a:gd name="connsiteX5" fmla="*/ 4 w 4209142"/>
                <a:gd name="connsiteY5" fmla="*/ 2101157 h 5500914"/>
                <a:gd name="connsiteX0" fmla="*/ 0 w 3410848"/>
                <a:gd name="connsiteY0" fmla="*/ 2101157 h 5500900"/>
                <a:gd name="connsiteX1" fmla="*/ 1306281 w 3410848"/>
                <a:gd name="connsiteY1" fmla="*/ 0 h 5500900"/>
                <a:gd name="connsiteX2" fmla="*/ 3410848 w 3410848"/>
                <a:gd name="connsiteY2" fmla="*/ 2101157 h 5500900"/>
                <a:gd name="connsiteX3" fmla="*/ 2606975 w 3410848"/>
                <a:gd name="connsiteY3" fmla="*/ 5500900 h 5500900"/>
                <a:gd name="connsiteX4" fmla="*/ 5587 w 3410848"/>
                <a:gd name="connsiteY4" fmla="*/ 5500900 h 5500900"/>
                <a:gd name="connsiteX5" fmla="*/ 0 w 3410848"/>
                <a:gd name="connsiteY5" fmla="*/ 2101157 h 5500900"/>
                <a:gd name="connsiteX0" fmla="*/ 0 w 2685134"/>
                <a:gd name="connsiteY0" fmla="*/ 2101157 h 5500900"/>
                <a:gd name="connsiteX1" fmla="*/ 1306281 w 2685134"/>
                <a:gd name="connsiteY1" fmla="*/ 0 h 5500900"/>
                <a:gd name="connsiteX2" fmla="*/ 2685134 w 2685134"/>
                <a:gd name="connsiteY2" fmla="*/ 2057614 h 5500900"/>
                <a:gd name="connsiteX3" fmla="*/ 2606975 w 2685134"/>
                <a:gd name="connsiteY3" fmla="*/ 5500900 h 5500900"/>
                <a:gd name="connsiteX4" fmla="*/ 5587 w 2685134"/>
                <a:gd name="connsiteY4" fmla="*/ 5500900 h 5500900"/>
                <a:gd name="connsiteX5" fmla="*/ 0 w 2685134"/>
                <a:gd name="connsiteY5" fmla="*/ 2101157 h 5500900"/>
                <a:gd name="connsiteX0" fmla="*/ 0 w 2612562"/>
                <a:gd name="connsiteY0" fmla="*/ 2101157 h 5500900"/>
                <a:gd name="connsiteX1" fmla="*/ 1306281 w 2612562"/>
                <a:gd name="connsiteY1" fmla="*/ 0 h 5500900"/>
                <a:gd name="connsiteX2" fmla="*/ 2612562 w 2612562"/>
                <a:gd name="connsiteY2" fmla="*/ 2057614 h 5500900"/>
                <a:gd name="connsiteX3" fmla="*/ 2606975 w 2612562"/>
                <a:gd name="connsiteY3" fmla="*/ 5500900 h 5500900"/>
                <a:gd name="connsiteX4" fmla="*/ 5587 w 2612562"/>
                <a:gd name="connsiteY4" fmla="*/ 5500900 h 5500900"/>
                <a:gd name="connsiteX5" fmla="*/ 0 w 2612562"/>
                <a:gd name="connsiteY5" fmla="*/ 2101157 h 5500900"/>
                <a:gd name="connsiteX0" fmla="*/ -1 w 2649306"/>
                <a:gd name="connsiteY0" fmla="*/ 364839 h 5500900"/>
                <a:gd name="connsiteX1" fmla="*/ 1343025 w 2649306"/>
                <a:gd name="connsiteY1" fmla="*/ 0 h 5500900"/>
                <a:gd name="connsiteX2" fmla="*/ 2649306 w 2649306"/>
                <a:gd name="connsiteY2" fmla="*/ 2057614 h 5500900"/>
                <a:gd name="connsiteX3" fmla="*/ 2643719 w 2649306"/>
                <a:gd name="connsiteY3" fmla="*/ 5500900 h 5500900"/>
                <a:gd name="connsiteX4" fmla="*/ 42331 w 2649306"/>
                <a:gd name="connsiteY4" fmla="*/ 5500900 h 5500900"/>
                <a:gd name="connsiteX5" fmla="*/ -1 w 2649306"/>
                <a:gd name="connsiteY5" fmla="*/ 364839 h 5500900"/>
                <a:gd name="connsiteX0" fmla="*/ -1 w 2686050"/>
                <a:gd name="connsiteY0" fmla="*/ 364839 h 5500900"/>
                <a:gd name="connsiteX1" fmla="*/ 1343025 w 2686050"/>
                <a:gd name="connsiteY1" fmla="*/ 0 h 5500900"/>
                <a:gd name="connsiteX2" fmla="*/ 2686049 w 2686050"/>
                <a:gd name="connsiteY2" fmla="*/ 567146 h 5500900"/>
                <a:gd name="connsiteX3" fmla="*/ 2643719 w 2686050"/>
                <a:gd name="connsiteY3" fmla="*/ 5500900 h 5500900"/>
                <a:gd name="connsiteX4" fmla="*/ 42331 w 2686050"/>
                <a:gd name="connsiteY4" fmla="*/ 5500900 h 5500900"/>
                <a:gd name="connsiteX5" fmla="*/ -1 w 2686050"/>
                <a:gd name="connsiteY5" fmla="*/ 364839 h 5500900"/>
                <a:gd name="connsiteX0" fmla="*/ -1 w 2686050"/>
                <a:gd name="connsiteY0" fmla="*/ 203501 h 5339562"/>
                <a:gd name="connsiteX1" fmla="*/ 1343025 w 2686050"/>
                <a:gd name="connsiteY1" fmla="*/ 0 h 5339562"/>
                <a:gd name="connsiteX2" fmla="*/ 2686049 w 2686050"/>
                <a:gd name="connsiteY2" fmla="*/ 405808 h 5339562"/>
                <a:gd name="connsiteX3" fmla="*/ 2643719 w 2686050"/>
                <a:gd name="connsiteY3" fmla="*/ 5339562 h 5339562"/>
                <a:gd name="connsiteX4" fmla="*/ 42331 w 2686050"/>
                <a:gd name="connsiteY4" fmla="*/ 5339562 h 5339562"/>
                <a:gd name="connsiteX5" fmla="*/ -1 w 2686050"/>
                <a:gd name="connsiteY5" fmla="*/ 203501 h 5339562"/>
                <a:gd name="connsiteX0" fmla="*/ -1 w 2686050"/>
                <a:gd name="connsiteY0" fmla="*/ 203502 h 5339563"/>
                <a:gd name="connsiteX1" fmla="*/ 938832 w 2686050"/>
                <a:gd name="connsiteY1" fmla="*/ 0 h 5339563"/>
                <a:gd name="connsiteX2" fmla="*/ 2686049 w 2686050"/>
                <a:gd name="connsiteY2" fmla="*/ 405809 h 5339563"/>
                <a:gd name="connsiteX3" fmla="*/ 2643719 w 2686050"/>
                <a:gd name="connsiteY3" fmla="*/ 5339563 h 5339563"/>
                <a:gd name="connsiteX4" fmla="*/ 42331 w 2686050"/>
                <a:gd name="connsiteY4" fmla="*/ 5339563 h 5339563"/>
                <a:gd name="connsiteX5" fmla="*/ -1 w 2686050"/>
                <a:gd name="connsiteY5" fmla="*/ 203502 h 5339563"/>
                <a:gd name="connsiteX0" fmla="*/ -1 w 2686050"/>
                <a:gd name="connsiteY0" fmla="*/ 176612 h 5312673"/>
                <a:gd name="connsiteX1" fmla="*/ 861266 w 2686050"/>
                <a:gd name="connsiteY1" fmla="*/ 0 h 5312673"/>
                <a:gd name="connsiteX2" fmla="*/ 2686049 w 2686050"/>
                <a:gd name="connsiteY2" fmla="*/ 378919 h 5312673"/>
                <a:gd name="connsiteX3" fmla="*/ 2643719 w 2686050"/>
                <a:gd name="connsiteY3" fmla="*/ 5312673 h 5312673"/>
                <a:gd name="connsiteX4" fmla="*/ 42331 w 2686050"/>
                <a:gd name="connsiteY4" fmla="*/ 5312673 h 5312673"/>
                <a:gd name="connsiteX5" fmla="*/ -1 w 2686050"/>
                <a:gd name="connsiteY5" fmla="*/ 176612 h 531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86050" h="5312673">
                  <a:moveTo>
                    <a:pt x="-1" y="176612"/>
                  </a:moveTo>
                  <a:lnTo>
                    <a:pt x="861266" y="0"/>
                  </a:lnTo>
                  <a:lnTo>
                    <a:pt x="2686049" y="378919"/>
                  </a:lnTo>
                  <a:cubicBezTo>
                    <a:pt x="2684187" y="1526681"/>
                    <a:pt x="2645581" y="4164911"/>
                    <a:pt x="2643719" y="5312673"/>
                  </a:cubicBezTo>
                  <a:lnTo>
                    <a:pt x="42331" y="5312673"/>
                  </a:lnTo>
                  <a:cubicBezTo>
                    <a:pt x="40469" y="4179425"/>
                    <a:pt x="1861" y="1309860"/>
                    <a:pt x="-1" y="176612"/>
                  </a:cubicBezTo>
                  <a:close/>
                </a:path>
              </a:pathLst>
            </a:custGeom>
            <a:solidFill>
              <a:srgbClr val="2265FA">
                <a:alpha val="6980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srgbClr val="FFEDB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20487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五角形 14"/>
          <p:cNvSpPr/>
          <p:nvPr/>
        </p:nvSpPr>
        <p:spPr>
          <a:xfrm rot="16200000" flipH="1">
            <a:off x="11593206" y="6122681"/>
            <a:ext cx="359388" cy="838201"/>
          </a:xfrm>
          <a:custGeom>
            <a:avLst/>
            <a:gdLst>
              <a:gd name="connsiteX0" fmla="*/ 4 w 4209142"/>
              <a:gd name="connsiteY0" fmla="*/ 2101157 h 5500914"/>
              <a:gd name="connsiteX1" fmla="*/ 2104571 w 4209142"/>
              <a:gd name="connsiteY1" fmla="*/ 0 h 5500914"/>
              <a:gd name="connsiteX2" fmla="*/ 4209138 w 4209142"/>
              <a:gd name="connsiteY2" fmla="*/ 2101157 h 5500914"/>
              <a:gd name="connsiteX3" fmla="*/ 3405265 w 4209142"/>
              <a:gd name="connsiteY3" fmla="*/ 5500900 h 5500914"/>
              <a:gd name="connsiteX4" fmla="*/ 803877 w 4209142"/>
              <a:gd name="connsiteY4" fmla="*/ 5500900 h 5500914"/>
              <a:gd name="connsiteX5" fmla="*/ 4 w 4209142"/>
              <a:gd name="connsiteY5" fmla="*/ 2101157 h 5500914"/>
              <a:gd name="connsiteX0" fmla="*/ 0 w 3410848"/>
              <a:gd name="connsiteY0" fmla="*/ 2101157 h 5500900"/>
              <a:gd name="connsiteX1" fmla="*/ 1306281 w 3410848"/>
              <a:gd name="connsiteY1" fmla="*/ 0 h 5500900"/>
              <a:gd name="connsiteX2" fmla="*/ 3410848 w 3410848"/>
              <a:gd name="connsiteY2" fmla="*/ 2101157 h 5500900"/>
              <a:gd name="connsiteX3" fmla="*/ 2606975 w 3410848"/>
              <a:gd name="connsiteY3" fmla="*/ 5500900 h 5500900"/>
              <a:gd name="connsiteX4" fmla="*/ 5587 w 3410848"/>
              <a:gd name="connsiteY4" fmla="*/ 5500900 h 5500900"/>
              <a:gd name="connsiteX5" fmla="*/ 0 w 3410848"/>
              <a:gd name="connsiteY5" fmla="*/ 2101157 h 5500900"/>
              <a:gd name="connsiteX0" fmla="*/ 0 w 2685134"/>
              <a:gd name="connsiteY0" fmla="*/ 2101157 h 5500900"/>
              <a:gd name="connsiteX1" fmla="*/ 1306281 w 2685134"/>
              <a:gd name="connsiteY1" fmla="*/ 0 h 5500900"/>
              <a:gd name="connsiteX2" fmla="*/ 2685134 w 2685134"/>
              <a:gd name="connsiteY2" fmla="*/ 2057614 h 5500900"/>
              <a:gd name="connsiteX3" fmla="*/ 2606975 w 2685134"/>
              <a:gd name="connsiteY3" fmla="*/ 5500900 h 5500900"/>
              <a:gd name="connsiteX4" fmla="*/ 5587 w 2685134"/>
              <a:gd name="connsiteY4" fmla="*/ 5500900 h 5500900"/>
              <a:gd name="connsiteX5" fmla="*/ 0 w 2685134"/>
              <a:gd name="connsiteY5" fmla="*/ 2101157 h 5500900"/>
              <a:gd name="connsiteX0" fmla="*/ 0 w 2612562"/>
              <a:gd name="connsiteY0" fmla="*/ 2101157 h 5500900"/>
              <a:gd name="connsiteX1" fmla="*/ 1306281 w 2612562"/>
              <a:gd name="connsiteY1" fmla="*/ 0 h 5500900"/>
              <a:gd name="connsiteX2" fmla="*/ 2612562 w 2612562"/>
              <a:gd name="connsiteY2" fmla="*/ 2057614 h 5500900"/>
              <a:gd name="connsiteX3" fmla="*/ 2606975 w 2612562"/>
              <a:gd name="connsiteY3" fmla="*/ 5500900 h 5500900"/>
              <a:gd name="connsiteX4" fmla="*/ 5587 w 2612562"/>
              <a:gd name="connsiteY4" fmla="*/ 5500900 h 5500900"/>
              <a:gd name="connsiteX5" fmla="*/ 0 w 2612562"/>
              <a:gd name="connsiteY5" fmla="*/ 2101157 h 5500900"/>
              <a:gd name="connsiteX0" fmla="*/ -1 w 2649306"/>
              <a:gd name="connsiteY0" fmla="*/ 364839 h 5500900"/>
              <a:gd name="connsiteX1" fmla="*/ 1343025 w 2649306"/>
              <a:gd name="connsiteY1" fmla="*/ 0 h 5500900"/>
              <a:gd name="connsiteX2" fmla="*/ 2649306 w 2649306"/>
              <a:gd name="connsiteY2" fmla="*/ 2057614 h 5500900"/>
              <a:gd name="connsiteX3" fmla="*/ 2643719 w 2649306"/>
              <a:gd name="connsiteY3" fmla="*/ 5500900 h 5500900"/>
              <a:gd name="connsiteX4" fmla="*/ 42331 w 2649306"/>
              <a:gd name="connsiteY4" fmla="*/ 5500900 h 5500900"/>
              <a:gd name="connsiteX5" fmla="*/ -1 w 2649306"/>
              <a:gd name="connsiteY5" fmla="*/ 364839 h 5500900"/>
              <a:gd name="connsiteX0" fmla="*/ -1 w 2686050"/>
              <a:gd name="connsiteY0" fmla="*/ 364839 h 5500900"/>
              <a:gd name="connsiteX1" fmla="*/ 1343025 w 2686050"/>
              <a:gd name="connsiteY1" fmla="*/ 0 h 5500900"/>
              <a:gd name="connsiteX2" fmla="*/ 2686049 w 2686050"/>
              <a:gd name="connsiteY2" fmla="*/ 567146 h 5500900"/>
              <a:gd name="connsiteX3" fmla="*/ 2643719 w 2686050"/>
              <a:gd name="connsiteY3" fmla="*/ 5500900 h 5500900"/>
              <a:gd name="connsiteX4" fmla="*/ 42331 w 2686050"/>
              <a:gd name="connsiteY4" fmla="*/ 5500900 h 5500900"/>
              <a:gd name="connsiteX5" fmla="*/ -1 w 2686050"/>
              <a:gd name="connsiteY5" fmla="*/ 364839 h 5500900"/>
              <a:gd name="connsiteX0" fmla="*/ -1 w 2686050"/>
              <a:gd name="connsiteY0" fmla="*/ 203501 h 5339562"/>
              <a:gd name="connsiteX1" fmla="*/ 1343025 w 2686050"/>
              <a:gd name="connsiteY1" fmla="*/ 0 h 5339562"/>
              <a:gd name="connsiteX2" fmla="*/ 2686049 w 2686050"/>
              <a:gd name="connsiteY2" fmla="*/ 405808 h 5339562"/>
              <a:gd name="connsiteX3" fmla="*/ 2643719 w 2686050"/>
              <a:gd name="connsiteY3" fmla="*/ 5339562 h 5339562"/>
              <a:gd name="connsiteX4" fmla="*/ 42331 w 2686050"/>
              <a:gd name="connsiteY4" fmla="*/ 5339562 h 5339562"/>
              <a:gd name="connsiteX5" fmla="*/ -1 w 2686050"/>
              <a:gd name="connsiteY5" fmla="*/ 203501 h 5339562"/>
              <a:gd name="connsiteX0" fmla="*/ -1 w 2686050"/>
              <a:gd name="connsiteY0" fmla="*/ 203502 h 5339563"/>
              <a:gd name="connsiteX1" fmla="*/ 938832 w 2686050"/>
              <a:gd name="connsiteY1" fmla="*/ 0 h 5339563"/>
              <a:gd name="connsiteX2" fmla="*/ 2686049 w 2686050"/>
              <a:gd name="connsiteY2" fmla="*/ 405809 h 5339563"/>
              <a:gd name="connsiteX3" fmla="*/ 2643719 w 2686050"/>
              <a:gd name="connsiteY3" fmla="*/ 5339563 h 5339563"/>
              <a:gd name="connsiteX4" fmla="*/ 42331 w 2686050"/>
              <a:gd name="connsiteY4" fmla="*/ 5339563 h 5339563"/>
              <a:gd name="connsiteX5" fmla="*/ -1 w 2686050"/>
              <a:gd name="connsiteY5" fmla="*/ 203502 h 5339563"/>
              <a:gd name="connsiteX0" fmla="*/ 0 w 2686050"/>
              <a:gd name="connsiteY0" fmla="*/ 707794 h 5339563"/>
              <a:gd name="connsiteX1" fmla="*/ 938832 w 2686050"/>
              <a:gd name="connsiteY1" fmla="*/ 0 h 5339563"/>
              <a:gd name="connsiteX2" fmla="*/ 2686049 w 2686050"/>
              <a:gd name="connsiteY2" fmla="*/ 405809 h 5339563"/>
              <a:gd name="connsiteX3" fmla="*/ 2643719 w 2686050"/>
              <a:gd name="connsiteY3" fmla="*/ 5339563 h 5339563"/>
              <a:gd name="connsiteX4" fmla="*/ 42331 w 2686050"/>
              <a:gd name="connsiteY4" fmla="*/ 5339563 h 5339563"/>
              <a:gd name="connsiteX5" fmla="*/ 0 w 2686050"/>
              <a:gd name="connsiteY5" fmla="*/ 707794 h 5339563"/>
              <a:gd name="connsiteX0" fmla="*/ 0 w 2643860"/>
              <a:gd name="connsiteY0" fmla="*/ 707794 h 5339563"/>
              <a:gd name="connsiteX1" fmla="*/ 938832 w 2643860"/>
              <a:gd name="connsiteY1" fmla="*/ 0 h 5339563"/>
              <a:gd name="connsiteX2" fmla="*/ 2629993 w 2643860"/>
              <a:gd name="connsiteY2" fmla="*/ 880436 h 5339563"/>
              <a:gd name="connsiteX3" fmla="*/ 2643719 w 2643860"/>
              <a:gd name="connsiteY3" fmla="*/ 5339563 h 5339563"/>
              <a:gd name="connsiteX4" fmla="*/ 42331 w 2643860"/>
              <a:gd name="connsiteY4" fmla="*/ 5339563 h 5339563"/>
              <a:gd name="connsiteX5" fmla="*/ 0 w 2643860"/>
              <a:gd name="connsiteY5" fmla="*/ 707794 h 533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3860" h="5339563">
                <a:moveTo>
                  <a:pt x="0" y="707794"/>
                </a:moveTo>
                <a:lnTo>
                  <a:pt x="938832" y="0"/>
                </a:lnTo>
                <a:lnTo>
                  <a:pt x="2629993" y="880436"/>
                </a:lnTo>
                <a:cubicBezTo>
                  <a:pt x="2628131" y="2028198"/>
                  <a:pt x="2645581" y="4191801"/>
                  <a:pt x="2643719" y="5339563"/>
                </a:cubicBezTo>
                <a:lnTo>
                  <a:pt x="42331" y="5339563"/>
                </a:lnTo>
                <a:cubicBezTo>
                  <a:pt x="40469" y="4206315"/>
                  <a:pt x="1862" y="1841042"/>
                  <a:pt x="0" y="707794"/>
                </a:cubicBezTo>
                <a:close/>
              </a:path>
            </a:pathLst>
          </a:custGeom>
          <a:solidFill>
            <a:srgbClr val="2265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五角形 14"/>
          <p:cNvSpPr/>
          <p:nvPr/>
        </p:nvSpPr>
        <p:spPr>
          <a:xfrm rot="5400000">
            <a:off x="4611368" y="-4458969"/>
            <a:ext cx="1041403" cy="10314942"/>
          </a:xfrm>
          <a:custGeom>
            <a:avLst/>
            <a:gdLst>
              <a:gd name="connsiteX0" fmla="*/ 4 w 4209142"/>
              <a:gd name="connsiteY0" fmla="*/ 2101157 h 5500914"/>
              <a:gd name="connsiteX1" fmla="*/ 2104571 w 4209142"/>
              <a:gd name="connsiteY1" fmla="*/ 0 h 5500914"/>
              <a:gd name="connsiteX2" fmla="*/ 4209138 w 4209142"/>
              <a:gd name="connsiteY2" fmla="*/ 2101157 h 5500914"/>
              <a:gd name="connsiteX3" fmla="*/ 3405265 w 4209142"/>
              <a:gd name="connsiteY3" fmla="*/ 5500900 h 5500914"/>
              <a:gd name="connsiteX4" fmla="*/ 803877 w 4209142"/>
              <a:gd name="connsiteY4" fmla="*/ 5500900 h 5500914"/>
              <a:gd name="connsiteX5" fmla="*/ 4 w 4209142"/>
              <a:gd name="connsiteY5" fmla="*/ 2101157 h 5500914"/>
              <a:gd name="connsiteX0" fmla="*/ 0 w 3410848"/>
              <a:gd name="connsiteY0" fmla="*/ 2101157 h 5500900"/>
              <a:gd name="connsiteX1" fmla="*/ 1306281 w 3410848"/>
              <a:gd name="connsiteY1" fmla="*/ 0 h 5500900"/>
              <a:gd name="connsiteX2" fmla="*/ 3410848 w 3410848"/>
              <a:gd name="connsiteY2" fmla="*/ 2101157 h 5500900"/>
              <a:gd name="connsiteX3" fmla="*/ 2606975 w 3410848"/>
              <a:gd name="connsiteY3" fmla="*/ 5500900 h 5500900"/>
              <a:gd name="connsiteX4" fmla="*/ 5587 w 3410848"/>
              <a:gd name="connsiteY4" fmla="*/ 5500900 h 5500900"/>
              <a:gd name="connsiteX5" fmla="*/ 0 w 3410848"/>
              <a:gd name="connsiteY5" fmla="*/ 2101157 h 5500900"/>
              <a:gd name="connsiteX0" fmla="*/ 0 w 2685134"/>
              <a:gd name="connsiteY0" fmla="*/ 2101157 h 5500900"/>
              <a:gd name="connsiteX1" fmla="*/ 1306281 w 2685134"/>
              <a:gd name="connsiteY1" fmla="*/ 0 h 5500900"/>
              <a:gd name="connsiteX2" fmla="*/ 2685134 w 2685134"/>
              <a:gd name="connsiteY2" fmla="*/ 2057614 h 5500900"/>
              <a:gd name="connsiteX3" fmla="*/ 2606975 w 2685134"/>
              <a:gd name="connsiteY3" fmla="*/ 5500900 h 5500900"/>
              <a:gd name="connsiteX4" fmla="*/ 5587 w 2685134"/>
              <a:gd name="connsiteY4" fmla="*/ 5500900 h 5500900"/>
              <a:gd name="connsiteX5" fmla="*/ 0 w 2685134"/>
              <a:gd name="connsiteY5" fmla="*/ 2101157 h 5500900"/>
              <a:gd name="connsiteX0" fmla="*/ 0 w 2612562"/>
              <a:gd name="connsiteY0" fmla="*/ 2101157 h 5500900"/>
              <a:gd name="connsiteX1" fmla="*/ 1306281 w 2612562"/>
              <a:gd name="connsiteY1" fmla="*/ 0 h 5500900"/>
              <a:gd name="connsiteX2" fmla="*/ 2612562 w 2612562"/>
              <a:gd name="connsiteY2" fmla="*/ 2057614 h 5500900"/>
              <a:gd name="connsiteX3" fmla="*/ 2606975 w 2612562"/>
              <a:gd name="connsiteY3" fmla="*/ 5500900 h 5500900"/>
              <a:gd name="connsiteX4" fmla="*/ 5587 w 2612562"/>
              <a:gd name="connsiteY4" fmla="*/ 5500900 h 5500900"/>
              <a:gd name="connsiteX5" fmla="*/ 0 w 2612562"/>
              <a:gd name="connsiteY5" fmla="*/ 2101157 h 5500900"/>
              <a:gd name="connsiteX0" fmla="*/ -1 w 2649306"/>
              <a:gd name="connsiteY0" fmla="*/ 364839 h 5500900"/>
              <a:gd name="connsiteX1" fmla="*/ 1343025 w 2649306"/>
              <a:gd name="connsiteY1" fmla="*/ 0 h 5500900"/>
              <a:gd name="connsiteX2" fmla="*/ 2649306 w 2649306"/>
              <a:gd name="connsiteY2" fmla="*/ 2057614 h 5500900"/>
              <a:gd name="connsiteX3" fmla="*/ 2643719 w 2649306"/>
              <a:gd name="connsiteY3" fmla="*/ 5500900 h 5500900"/>
              <a:gd name="connsiteX4" fmla="*/ 42331 w 2649306"/>
              <a:gd name="connsiteY4" fmla="*/ 5500900 h 5500900"/>
              <a:gd name="connsiteX5" fmla="*/ -1 w 2649306"/>
              <a:gd name="connsiteY5" fmla="*/ 364839 h 5500900"/>
              <a:gd name="connsiteX0" fmla="*/ -1 w 2686050"/>
              <a:gd name="connsiteY0" fmla="*/ 364839 h 5500900"/>
              <a:gd name="connsiteX1" fmla="*/ 1343025 w 2686050"/>
              <a:gd name="connsiteY1" fmla="*/ 0 h 5500900"/>
              <a:gd name="connsiteX2" fmla="*/ 2686049 w 2686050"/>
              <a:gd name="connsiteY2" fmla="*/ 567146 h 5500900"/>
              <a:gd name="connsiteX3" fmla="*/ 2643719 w 2686050"/>
              <a:gd name="connsiteY3" fmla="*/ 5500900 h 5500900"/>
              <a:gd name="connsiteX4" fmla="*/ 42331 w 2686050"/>
              <a:gd name="connsiteY4" fmla="*/ 5500900 h 5500900"/>
              <a:gd name="connsiteX5" fmla="*/ -1 w 2686050"/>
              <a:gd name="connsiteY5" fmla="*/ 364839 h 5500900"/>
              <a:gd name="connsiteX0" fmla="*/ -1 w 2686050"/>
              <a:gd name="connsiteY0" fmla="*/ 203501 h 5339562"/>
              <a:gd name="connsiteX1" fmla="*/ 1343025 w 2686050"/>
              <a:gd name="connsiteY1" fmla="*/ 0 h 5339562"/>
              <a:gd name="connsiteX2" fmla="*/ 2686049 w 2686050"/>
              <a:gd name="connsiteY2" fmla="*/ 405808 h 5339562"/>
              <a:gd name="connsiteX3" fmla="*/ 2643719 w 2686050"/>
              <a:gd name="connsiteY3" fmla="*/ 5339562 h 5339562"/>
              <a:gd name="connsiteX4" fmla="*/ 42331 w 2686050"/>
              <a:gd name="connsiteY4" fmla="*/ 5339562 h 5339562"/>
              <a:gd name="connsiteX5" fmla="*/ -1 w 2686050"/>
              <a:gd name="connsiteY5" fmla="*/ 203501 h 5339562"/>
              <a:gd name="connsiteX0" fmla="*/ -1 w 2686050"/>
              <a:gd name="connsiteY0" fmla="*/ 203502 h 5339563"/>
              <a:gd name="connsiteX1" fmla="*/ 938832 w 2686050"/>
              <a:gd name="connsiteY1" fmla="*/ 0 h 5339563"/>
              <a:gd name="connsiteX2" fmla="*/ 2686049 w 2686050"/>
              <a:gd name="connsiteY2" fmla="*/ 405809 h 5339563"/>
              <a:gd name="connsiteX3" fmla="*/ 2643719 w 2686050"/>
              <a:gd name="connsiteY3" fmla="*/ 5339563 h 5339563"/>
              <a:gd name="connsiteX4" fmla="*/ 42331 w 2686050"/>
              <a:gd name="connsiteY4" fmla="*/ 5339563 h 5339563"/>
              <a:gd name="connsiteX5" fmla="*/ -1 w 2686050"/>
              <a:gd name="connsiteY5" fmla="*/ 203502 h 5339563"/>
              <a:gd name="connsiteX0" fmla="*/ 343488 w 3029539"/>
              <a:gd name="connsiteY0" fmla="*/ 203502 h 5339563"/>
              <a:gd name="connsiteX1" fmla="*/ 1282321 w 3029539"/>
              <a:gd name="connsiteY1" fmla="*/ 0 h 5339563"/>
              <a:gd name="connsiteX2" fmla="*/ 3029538 w 3029539"/>
              <a:gd name="connsiteY2" fmla="*/ 405809 h 5339563"/>
              <a:gd name="connsiteX3" fmla="*/ 2987208 w 3029539"/>
              <a:gd name="connsiteY3" fmla="*/ 5339563 h 5339563"/>
              <a:gd name="connsiteX4" fmla="*/ 6 w 3029539"/>
              <a:gd name="connsiteY4" fmla="*/ 5326118 h 5339563"/>
              <a:gd name="connsiteX5" fmla="*/ 343488 w 3029539"/>
              <a:gd name="connsiteY5" fmla="*/ 203502 h 5339563"/>
              <a:gd name="connsiteX0" fmla="*/ 0 w 3071873"/>
              <a:gd name="connsiteY0" fmla="*/ 203502 h 5339563"/>
              <a:gd name="connsiteX1" fmla="*/ 1324655 w 3071873"/>
              <a:gd name="connsiteY1" fmla="*/ 0 h 5339563"/>
              <a:gd name="connsiteX2" fmla="*/ 3071872 w 3071873"/>
              <a:gd name="connsiteY2" fmla="*/ 405809 h 5339563"/>
              <a:gd name="connsiteX3" fmla="*/ 3029542 w 3071873"/>
              <a:gd name="connsiteY3" fmla="*/ 5339563 h 5339563"/>
              <a:gd name="connsiteX4" fmla="*/ 42340 w 3071873"/>
              <a:gd name="connsiteY4" fmla="*/ 5326118 h 5339563"/>
              <a:gd name="connsiteX5" fmla="*/ 0 w 3071873"/>
              <a:gd name="connsiteY5" fmla="*/ 203502 h 5339563"/>
              <a:gd name="connsiteX0" fmla="*/ 0 w 3071873"/>
              <a:gd name="connsiteY0" fmla="*/ 203502 h 5339563"/>
              <a:gd name="connsiteX1" fmla="*/ 1324655 w 3071873"/>
              <a:gd name="connsiteY1" fmla="*/ 0 h 5339563"/>
              <a:gd name="connsiteX2" fmla="*/ 3071872 w 3071873"/>
              <a:gd name="connsiteY2" fmla="*/ 405809 h 5339563"/>
              <a:gd name="connsiteX3" fmla="*/ 3029542 w 3071873"/>
              <a:gd name="connsiteY3" fmla="*/ 5339563 h 5339563"/>
              <a:gd name="connsiteX4" fmla="*/ 42340 w 3071873"/>
              <a:gd name="connsiteY4" fmla="*/ 5326118 h 5339563"/>
              <a:gd name="connsiteX5" fmla="*/ 0 w 3071873"/>
              <a:gd name="connsiteY5" fmla="*/ 203502 h 5339563"/>
              <a:gd name="connsiteX0" fmla="*/ 54159 w 3029577"/>
              <a:gd name="connsiteY0" fmla="*/ 203502 h 5339563"/>
              <a:gd name="connsiteX1" fmla="*/ 1282359 w 3029577"/>
              <a:gd name="connsiteY1" fmla="*/ 0 h 5339563"/>
              <a:gd name="connsiteX2" fmla="*/ 3029576 w 3029577"/>
              <a:gd name="connsiteY2" fmla="*/ 405809 h 5339563"/>
              <a:gd name="connsiteX3" fmla="*/ 2987246 w 3029577"/>
              <a:gd name="connsiteY3" fmla="*/ 5339563 h 5339563"/>
              <a:gd name="connsiteX4" fmla="*/ 44 w 3029577"/>
              <a:gd name="connsiteY4" fmla="*/ 5326118 h 5339563"/>
              <a:gd name="connsiteX5" fmla="*/ 54159 w 3029577"/>
              <a:gd name="connsiteY5" fmla="*/ 203502 h 5339563"/>
              <a:gd name="connsiteX0" fmla="*/ 6125 w 3029772"/>
              <a:gd name="connsiteY0" fmla="*/ 203500 h 5339563"/>
              <a:gd name="connsiteX1" fmla="*/ 1282554 w 3029772"/>
              <a:gd name="connsiteY1" fmla="*/ 0 h 5339563"/>
              <a:gd name="connsiteX2" fmla="*/ 3029771 w 3029772"/>
              <a:gd name="connsiteY2" fmla="*/ 405809 h 5339563"/>
              <a:gd name="connsiteX3" fmla="*/ 2987441 w 3029772"/>
              <a:gd name="connsiteY3" fmla="*/ 5339563 h 5339563"/>
              <a:gd name="connsiteX4" fmla="*/ 239 w 3029772"/>
              <a:gd name="connsiteY4" fmla="*/ 5326118 h 5339563"/>
              <a:gd name="connsiteX5" fmla="*/ 6125 w 3029772"/>
              <a:gd name="connsiteY5" fmla="*/ 203500 h 5339563"/>
              <a:gd name="connsiteX0" fmla="*/ 6125 w 3029772"/>
              <a:gd name="connsiteY0" fmla="*/ 149720 h 5285783"/>
              <a:gd name="connsiteX1" fmla="*/ 1282553 w 3029772"/>
              <a:gd name="connsiteY1" fmla="*/ 0 h 5285783"/>
              <a:gd name="connsiteX2" fmla="*/ 3029771 w 3029772"/>
              <a:gd name="connsiteY2" fmla="*/ 352029 h 5285783"/>
              <a:gd name="connsiteX3" fmla="*/ 2987441 w 3029772"/>
              <a:gd name="connsiteY3" fmla="*/ 5285783 h 5285783"/>
              <a:gd name="connsiteX4" fmla="*/ 239 w 3029772"/>
              <a:gd name="connsiteY4" fmla="*/ 5272338 h 5285783"/>
              <a:gd name="connsiteX5" fmla="*/ 6125 w 3029772"/>
              <a:gd name="connsiteY5" fmla="*/ 149720 h 5285783"/>
              <a:gd name="connsiteX0" fmla="*/ 6123 w 3029772"/>
              <a:gd name="connsiteY0" fmla="*/ 237111 h 5285783"/>
              <a:gd name="connsiteX1" fmla="*/ 1282553 w 3029772"/>
              <a:gd name="connsiteY1" fmla="*/ 0 h 5285783"/>
              <a:gd name="connsiteX2" fmla="*/ 3029771 w 3029772"/>
              <a:gd name="connsiteY2" fmla="*/ 352029 h 5285783"/>
              <a:gd name="connsiteX3" fmla="*/ 2987441 w 3029772"/>
              <a:gd name="connsiteY3" fmla="*/ 5285783 h 5285783"/>
              <a:gd name="connsiteX4" fmla="*/ 239 w 3029772"/>
              <a:gd name="connsiteY4" fmla="*/ 5272338 h 5285783"/>
              <a:gd name="connsiteX5" fmla="*/ 6123 w 3029772"/>
              <a:gd name="connsiteY5" fmla="*/ 237111 h 5285783"/>
              <a:gd name="connsiteX0" fmla="*/ 6123 w 3029772"/>
              <a:gd name="connsiteY0" fmla="*/ 270725 h 5319397"/>
              <a:gd name="connsiteX1" fmla="*/ 1282552 w 3029772"/>
              <a:gd name="connsiteY1" fmla="*/ 0 h 5319397"/>
              <a:gd name="connsiteX2" fmla="*/ 3029771 w 3029772"/>
              <a:gd name="connsiteY2" fmla="*/ 385643 h 5319397"/>
              <a:gd name="connsiteX3" fmla="*/ 2987441 w 3029772"/>
              <a:gd name="connsiteY3" fmla="*/ 5319397 h 5319397"/>
              <a:gd name="connsiteX4" fmla="*/ 239 w 3029772"/>
              <a:gd name="connsiteY4" fmla="*/ 5305952 h 5319397"/>
              <a:gd name="connsiteX5" fmla="*/ 6123 w 3029772"/>
              <a:gd name="connsiteY5" fmla="*/ 270725 h 5319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9772" h="5319397">
                <a:moveTo>
                  <a:pt x="6123" y="270725"/>
                </a:moveTo>
                <a:lnTo>
                  <a:pt x="1282552" y="0"/>
                </a:lnTo>
                <a:lnTo>
                  <a:pt x="3029771" y="385643"/>
                </a:lnTo>
                <a:cubicBezTo>
                  <a:pt x="3027909" y="1533405"/>
                  <a:pt x="2989303" y="4171635"/>
                  <a:pt x="2987441" y="5319397"/>
                </a:cubicBezTo>
                <a:lnTo>
                  <a:pt x="239" y="5305952"/>
                </a:lnTo>
                <a:cubicBezTo>
                  <a:pt x="-1623" y="4172704"/>
                  <a:pt x="7985" y="1403973"/>
                  <a:pt x="6123" y="270725"/>
                </a:cubicBezTo>
                <a:close/>
              </a:path>
            </a:pathLst>
          </a:custGeom>
          <a:solidFill>
            <a:srgbClr val="054EF1">
              <a:alpha val="6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81000" y="339633"/>
            <a:ext cx="10972800" cy="1031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683239" y="6356351"/>
            <a:ext cx="1242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40DD3-3FC1-4D50-A81B-B61493FA2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五角形 14"/>
          <p:cNvSpPr/>
          <p:nvPr/>
        </p:nvSpPr>
        <p:spPr>
          <a:xfrm rot="5400000">
            <a:off x="4578533" y="-4238899"/>
            <a:ext cx="879570" cy="10036636"/>
          </a:xfrm>
          <a:custGeom>
            <a:avLst/>
            <a:gdLst>
              <a:gd name="connsiteX0" fmla="*/ 4 w 4209142"/>
              <a:gd name="connsiteY0" fmla="*/ 2101157 h 5500914"/>
              <a:gd name="connsiteX1" fmla="*/ 2104571 w 4209142"/>
              <a:gd name="connsiteY1" fmla="*/ 0 h 5500914"/>
              <a:gd name="connsiteX2" fmla="*/ 4209138 w 4209142"/>
              <a:gd name="connsiteY2" fmla="*/ 2101157 h 5500914"/>
              <a:gd name="connsiteX3" fmla="*/ 3405265 w 4209142"/>
              <a:gd name="connsiteY3" fmla="*/ 5500900 h 5500914"/>
              <a:gd name="connsiteX4" fmla="*/ 803877 w 4209142"/>
              <a:gd name="connsiteY4" fmla="*/ 5500900 h 5500914"/>
              <a:gd name="connsiteX5" fmla="*/ 4 w 4209142"/>
              <a:gd name="connsiteY5" fmla="*/ 2101157 h 5500914"/>
              <a:gd name="connsiteX0" fmla="*/ 0 w 3410848"/>
              <a:gd name="connsiteY0" fmla="*/ 2101157 h 5500900"/>
              <a:gd name="connsiteX1" fmla="*/ 1306281 w 3410848"/>
              <a:gd name="connsiteY1" fmla="*/ 0 h 5500900"/>
              <a:gd name="connsiteX2" fmla="*/ 3410848 w 3410848"/>
              <a:gd name="connsiteY2" fmla="*/ 2101157 h 5500900"/>
              <a:gd name="connsiteX3" fmla="*/ 2606975 w 3410848"/>
              <a:gd name="connsiteY3" fmla="*/ 5500900 h 5500900"/>
              <a:gd name="connsiteX4" fmla="*/ 5587 w 3410848"/>
              <a:gd name="connsiteY4" fmla="*/ 5500900 h 5500900"/>
              <a:gd name="connsiteX5" fmla="*/ 0 w 3410848"/>
              <a:gd name="connsiteY5" fmla="*/ 2101157 h 5500900"/>
              <a:gd name="connsiteX0" fmla="*/ 0 w 2685134"/>
              <a:gd name="connsiteY0" fmla="*/ 2101157 h 5500900"/>
              <a:gd name="connsiteX1" fmla="*/ 1306281 w 2685134"/>
              <a:gd name="connsiteY1" fmla="*/ 0 h 5500900"/>
              <a:gd name="connsiteX2" fmla="*/ 2685134 w 2685134"/>
              <a:gd name="connsiteY2" fmla="*/ 2057614 h 5500900"/>
              <a:gd name="connsiteX3" fmla="*/ 2606975 w 2685134"/>
              <a:gd name="connsiteY3" fmla="*/ 5500900 h 5500900"/>
              <a:gd name="connsiteX4" fmla="*/ 5587 w 2685134"/>
              <a:gd name="connsiteY4" fmla="*/ 5500900 h 5500900"/>
              <a:gd name="connsiteX5" fmla="*/ 0 w 2685134"/>
              <a:gd name="connsiteY5" fmla="*/ 2101157 h 5500900"/>
              <a:gd name="connsiteX0" fmla="*/ 0 w 2612562"/>
              <a:gd name="connsiteY0" fmla="*/ 2101157 h 5500900"/>
              <a:gd name="connsiteX1" fmla="*/ 1306281 w 2612562"/>
              <a:gd name="connsiteY1" fmla="*/ 0 h 5500900"/>
              <a:gd name="connsiteX2" fmla="*/ 2612562 w 2612562"/>
              <a:gd name="connsiteY2" fmla="*/ 2057614 h 5500900"/>
              <a:gd name="connsiteX3" fmla="*/ 2606975 w 2612562"/>
              <a:gd name="connsiteY3" fmla="*/ 5500900 h 5500900"/>
              <a:gd name="connsiteX4" fmla="*/ 5587 w 2612562"/>
              <a:gd name="connsiteY4" fmla="*/ 5500900 h 5500900"/>
              <a:gd name="connsiteX5" fmla="*/ 0 w 2612562"/>
              <a:gd name="connsiteY5" fmla="*/ 2101157 h 5500900"/>
              <a:gd name="connsiteX0" fmla="*/ -1 w 2649306"/>
              <a:gd name="connsiteY0" fmla="*/ 364839 h 5500900"/>
              <a:gd name="connsiteX1" fmla="*/ 1343025 w 2649306"/>
              <a:gd name="connsiteY1" fmla="*/ 0 h 5500900"/>
              <a:gd name="connsiteX2" fmla="*/ 2649306 w 2649306"/>
              <a:gd name="connsiteY2" fmla="*/ 2057614 h 5500900"/>
              <a:gd name="connsiteX3" fmla="*/ 2643719 w 2649306"/>
              <a:gd name="connsiteY3" fmla="*/ 5500900 h 5500900"/>
              <a:gd name="connsiteX4" fmla="*/ 42331 w 2649306"/>
              <a:gd name="connsiteY4" fmla="*/ 5500900 h 5500900"/>
              <a:gd name="connsiteX5" fmla="*/ -1 w 2649306"/>
              <a:gd name="connsiteY5" fmla="*/ 364839 h 5500900"/>
              <a:gd name="connsiteX0" fmla="*/ -1 w 2686050"/>
              <a:gd name="connsiteY0" fmla="*/ 364839 h 5500900"/>
              <a:gd name="connsiteX1" fmla="*/ 1343025 w 2686050"/>
              <a:gd name="connsiteY1" fmla="*/ 0 h 5500900"/>
              <a:gd name="connsiteX2" fmla="*/ 2686049 w 2686050"/>
              <a:gd name="connsiteY2" fmla="*/ 567146 h 5500900"/>
              <a:gd name="connsiteX3" fmla="*/ 2643719 w 2686050"/>
              <a:gd name="connsiteY3" fmla="*/ 5500900 h 5500900"/>
              <a:gd name="connsiteX4" fmla="*/ 42331 w 2686050"/>
              <a:gd name="connsiteY4" fmla="*/ 5500900 h 5500900"/>
              <a:gd name="connsiteX5" fmla="*/ -1 w 2686050"/>
              <a:gd name="connsiteY5" fmla="*/ 364839 h 5500900"/>
              <a:gd name="connsiteX0" fmla="*/ -1 w 2686050"/>
              <a:gd name="connsiteY0" fmla="*/ 203501 h 5339562"/>
              <a:gd name="connsiteX1" fmla="*/ 1343025 w 2686050"/>
              <a:gd name="connsiteY1" fmla="*/ 0 h 5339562"/>
              <a:gd name="connsiteX2" fmla="*/ 2686049 w 2686050"/>
              <a:gd name="connsiteY2" fmla="*/ 405808 h 5339562"/>
              <a:gd name="connsiteX3" fmla="*/ 2643719 w 2686050"/>
              <a:gd name="connsiteY3" fmla="*/ 5339562 h 5339562"/>
              <a:gd name="connsiteX4" fmla="*/ 42331 w 2686050"/>
              <a:gd name="connsiteY4" fmla="*/ 5339562 h 5339562"/>
              <a:gd name="connsiteX5" fmla="*/ -1 w 2686050"/>
              <a:gd name="connsiteY5" fmla="*/ 203501 h 5339562"/>
              <a:gd name="connsiteX0" fmla="*/ -1 w 2686050"/>
              <a:gd name="connsiteY0" fmla="*/ 203502 h 5339563"/>
              <a:gd name="connsiteX1" fmla="*/ 938832 w 2686050"/>
              <a:gd name="connsiteY1" fmla="*/ 0 h 5339563"/>
              <a:gd name="connsiteX2" fmla="*/ 2686049 w 2686050"/>
              <a:gd name="connsiteY2" fmla="*/ 405809 h 5339563"/>
              <a:gd name="connsiteX3" fmla="*/ 2643719 w 2686050"/>
              <a:gd name="connsiteY3" fmla="*/ 5339563 h 5339563"/>
              <a:gd name="connsiteX4" fmla="*/ 42331 w 2686050"/>
              <a:gd name="connsiteY4" fmla="*/ 5339563 h 5339563"/>
              <a:gd name="connsiteX5" fmla="*/ -1 w 2686050"/>
              <a:gd name="connsiteY5" fmla="*/ 203502 h 5339563"/>
              <a:gd name="connsiteX0" fmla="*/ -1 w 2686050"/>
              <a:gd name="connsiteY0" fmla="*/ 176612 h 5312673"/>
              <a:gd name="connsiteX1" fmla="*/ 861266 w 2686050"/>
              <a:gd name="connsiteY1" fmla="*/ 0 h 5312673"/>
              <a:gd name="connsiteX2" fmla="*/ 2686049 w 2686050"/>
              <a:gd name="connsiteY2" fmla="*/ 378919 h 5312673"/>
              <a:gd name="connsiteX3" fmla="*/ 2643719 w 2686050"/>
              <a:gd name="connsiteY3" fmla="*/ 5312673 h 5312673"/>
              <a:gd name="connsiteX4" fmla="*/ 42331 w 2686050"/>
              <a:gd name="connsiteY4" fmla="*/ 5312673 h 5312673"/>
              <a:gd name="connsiteX5" fmla="*/ -1 w 2686050"/>
              <a:gd name="connsiteY5" fmla="*/ 176612 h 531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6050" h="5312673">
                <a:moveTo>
                  <a:pt x="-1" y="176612"/>
                </a:moveTo>
                <a:lnTo>
                  <a:pt x="861266" y="0"/>
                </a:lnTo>
                <a:lnTo>
                  <a:pt x="2686049" y="378919"/>
                </a:lnTo>
                <a:cubicBezTo>
                  <a:pt x="2684187" y="1526681"/>
                  <a:pt x="2645581" y="4164911"/>
                  <a:pt x="2643719" y="5312673"/>
                </a:cubicBezTo>
                <a:lnTo>
                  <a:pt x="42331" y="5312673"/>
                </a:lnTo>
                <a:cubicBezTo>
                  <a:pt x="40469" y="4179425"/>
                  <a:pt x="1861" y="1309860"/>
                  <a:pt x="-1" y="176612"/>
                </a:cubicBezTo>
                <a:close/>
              </a:path>
            </a:pathLst>
          </a:custGeom>
          <a:solidFill>
            <a:srgbClr val="2265FA">
              <a:alpha val="6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707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MOKP</a:t>
            </a:r>
            <a:r>
              <a:rPr kumimoji="1" lang="ja-JP" altLang="en-US" dirty="0" smtClean="0"/>
              <a:t>の実行可能率の計算方法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9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略称の定義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略称の定義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そのまま記述すると長すぎるので</a:t>
            </a:r>
            <a:endParaRPr kumimoji="1" lang="en-US" altLang="ja-JP" dirty="0" smtClean="0"/>
          </a:p>
          <a:p>
            <a:pPr>
              <a:tabLst>
                <a:tab pos="6186488" algn="l"/>
              </a:tabLst>
            </a:pPr>
            <a:r>
              <a:rPr lang="ja-JP" altLang="en-US" sz="2800" dirty="0"/>
              <a:t>多目的ナップサック</a:t>
            </a:r>
            <a:r>
              <a:rPr lang="ja-JP" altLang="en-US" sz="2800" dirty="0" smtClean="0"/>
              <a:t>問題</a:t>
            </a:r>
            <a:r>
              <a:rPr lang="en-US" altLang="ja-JP" sz="2800" dirty="0" smtClean="0"/>
              <a:t>:</a:t>
            </a:r>
            <a:r>
              <a:rPr lang="en-US" altLang="ja-JP" sz="2800" dirty="0"/>
              <a:t>	</a:t>
            </a:r>
            <a:r>
              <a:rPr lang="en-US" altLang="ja-JP" sz="2800" dirty="0" smtClean="0"/>
              <a:t>MOKP</a:t>
            </a:r>
            <a:br>
              <a:rPr lang="en-US" altLang="ja-JP" sz="2800" dirty="0" smtClean="0"/>
            </a:br>
            <a:r>
              <a:rPr lang="ja-JP" altLang="en-US" sz="2800" dirty="0" smtClean="0"/>
              <a:t>すべての解の中で実行可能な解の割合</a:t>
            </a:r>
            <a:r>
              <a:rPr lang="en-US" altLang="ja-JP" sz="2800" dirty="0" smtClean="0"/>
              <a:t>:</a:t>
            </a:r>
            <a:r>
              <a:rPr lang="en-US" altLang="ja-JP" sz="2800" dirty="0"/>
              <a:t>	</a:t>
            </a:r>
            <a:r>
              <a:rPr lang="ja-JP" altLang="en-US" sz="2800" dirty="0" smtClean="0"/>
              <a:t>実行可能率</a:t>
            </a:r>
            <a:r>
              <a:rPr lang="en-US" altLang="ja-JP" sz="2800" dirty="0" smtClean="0"/>
              <a:t>(FR)</a:t>
            </a:r>
            <a:endParaRPr lang="en-US" altLang="ja-JP" sz="2800" dirty="0"/>
          </a:p>
          <a:p>
            <a:r>
              <a:rPr lang="ja-JP" altLang="en-US" dirty="0" smtClean="0"/>
              <a:t>と省略して記述しています．</a:t>
            </a:r>
            <a:endParaRPr lang="en-US" altLang="ja-JP" dirty="0" smtClean="0"/>
          </a:p>
          <a:p>
            <a:r>
              <a:rPr lang="ja-JP" altLang="en-US" dirty="0" smtClean="0"/>
              <a:t>なお，実行可能率という言葉は，恐らく一般的に使われない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表現なので，注意しておいてください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3837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実行可能率の計算方法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どのように実行可能率を計算するか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考え方</a:t>
            </a:r>
            <a:r>
              <a:rPr kumimoji="1" lang="en-US" altLang="ja-JP" dirty="0" smtClean="0"/>
              <a:t>:</a:t>
            </a:r>
          </a:p>
          <a:p>
            <a:r>
              <a:rPr lang="ja-JP" altLang="en-US" dirty="0"/>
              <a:t>任意</a:t>
            </a:r>
            <a:r>
              <a:rPr lang="ja-JP" altLang="en-US" dirty="0" smtClean="0"/>
              <a:t>のアイテム数の解について，実行可能率を計算することは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非常に難しい．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そこで，特定のアイテム数の解について，実行可能率を計算し，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それの総和をとることで，実行可能率を計算することを考える．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761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実行可能率の計算方法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4</a:t>
            </a:fld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どのように実行可能率を計算するか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つまり，実行可能率を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kumimoji="1" lang="ja-JP" altLang="en-US" dirty="0" err="1" smtClean="0"/>
              <a:t>，</a:t>
            </a:r>
            <a:r>
              <a:rPr kumimoji="1" lang="ja-JP" altLang="en-US" dirty="0" smtClean="0"/>
              <a:t>総アイテム数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 smtClean="0"/>
              <a:t>としたとき，</a:t>
            </a:r>
            <a:endParaRPr kumimoji="1" lang="en-US" altLang="ja-JP" dirty="0" smtClean="0"/>
          </a:p>
          <a:p>
            <a:pPr algn="ctr"/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ja-JP" altLang="en-US" dirty="0" smtClean="0"/>
              <a:t> </a:t>
            </a:r>
            <a:r>
              <a:rPr lang="en-US" altLang="ja-JP" dirty="0" smtClean="0"/>
              <a:t>=</a:t>
            </a:r>
            <a:r>
              <a:rPr lang="ja-JP" altLang="en-US" dirty="0" smtClean="0"/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 smtClean="0"/>
              <a:t>)</a:t>
            </a:r>
          </a:p>
          <a:p>
            <a:r>
              <a:rPr lang="ja-JP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のように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のみで求まるような関数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を探すことは難しい．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87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実行可能率の計算方法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どのように実行可能率を計算するか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そこで，</a:t>
            </a:r>
            <a:r>
              <a:rPr lang="ja-JP" altLang="en-US" dirty="0"/>
              <a:t>解の中に含まれるアイテム数が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のときの実行可能率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を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=</a:t>
            </a:r>
            <a:r>
              <a:rPr kumimoji="1" lang="ja-JP" altLang="en-US" dirty="0" smtClean="0"/>
              <a:t>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ja-JP" dirty="0" smtClean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 smtClean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×</a:t>
            </a:r>
            <a:r>
              <a:rPr kumimoji="1" lang="ja-JP" altLang="en-US" dirty="0" smtClean="0"/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ja-JP" dirty="0" smtClean="0"/>
              <a:t>(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 smtClean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ja-JP" dirty="0" smtClean="0"/>
              <a:t>)</a:t>
            </a:r>
          </a:p>
          <a:p>
            <a:r>
              <a:rPr kumimoji="1" lang="ja-JP" altLang="en-US" dirty="0" smtClean="0"/>
              <a:t>のように，含まれるアイテム数が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ja-JP" altLang="en-US" dirty="0" smtClean="0"/>
              <a:t>となる確率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ja-JP" altLang="en-US" dirty="0" smtClean="0"/>
              <a:t>と，そのときの実行可能率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ja-JP" altLang="en-US" dirty="0" smtClean="0"/>
              <a:t>の積で計算することを考える．このとき，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ja-JP" altLang="en-US" dirty="0" smtClean="0"/>
              <a:t>は</a:t>
            </a:r>
            <a:endParaRPr lang="en-US" altLang="ja-JP" dirty="0" smtClean="0"/>
          </a:p>
          <a:p>
            <a:pPr algn="ctr"/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ja-JP" altLang="en-US" dirty="0" smtClean="0"/>
              <a:t>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>
                <a:latin typeface="Symbol" panose="05050102010706020507" pitchFamily="18" charset="2"/>
              </a:rPr>
              <a:t> </a:t>
            </a:r>
            <a:r>
              <a:rPr lang="en-US" altLang="ja-JP" dirty="0" smtClean="0">
                <a:latin typeface="Symbol" panose="05050102010706020507" pitchFamily="18" charset="2"/>
              </a:rPr>
              <a:t>  </a:t>
            </a:r>
            <a:r>
              <a:rPr lang="ja-JP" altLang="en-US" dirty="0" smtClean="0">
                <a:latin typeface="Symbol" panose="05050102010706020507" pitchFamily="18" charset="2"/>
              </a:rPr>
              <a:t> 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/>
              <a:t> </a:t>
            </a:r>
            <a:endParaRPr lang="en-US" altLang="ja-JP" dirty="0" smtClean="0"/>
          </a:p>
          <a:p>
            <a:r>
              <a:rPr kumimoji="1" lang="ja-JP" altLang="en-US" dirty="0" smtClean="0"/>
              <a:t>で計算できる．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4785756" y="4477084"/>
            <a:ext cx="3123211" cy="1032448"/>
            <a:chOff x="4785756" y="4477084"/>
            <a:chExt cx="3123211" cy="103244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4785756" y="5140200"/>
              <a:ext cx="31232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ja-JP" dirty="0" smtClean="0"/>
                <a:t> = 1</a:t>
              </a:r>
              <a:endParaRPr kumimoji="1" lang="ja-JP" altLang="en-US" dirty="0" smtClean="0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4785756" y="4477084"/>
              <a:ext cx="31232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ja-JP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4910447" y="4566699"/>
              <a:ext cx="28738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800" dirty="0" smtClean="0">
                  <a:latin typeface="Symbol" panose="05050102010706020507" pitchFamily="18" charset="2"/>
                </a:rPr>
                <a:t>S</a:t>
              </a:r>
              <a:endParaRPr kumimoji="1" lang="ja-JP" altLang="en-US" sz="3200" dirty="0" smtClean="0">
                <a:latin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511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/>
              <a:t>の導出について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6</a:t>
            </a:fld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algn="ctr"/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/>
              <a:t>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lang="ja-JP" altLang="en-US" dirty="0"/>
              <a:t> </a:t>
            </a:r>
            <a:r>
              <a:rPr lang="en-US" altLang="ja-JP" dirty="0"/>
              <a:t>×</a:t>
            </a:r>
            <a:r>
              <a:rPr lang="ja-JP" altLang="en-US" dirty="0"/>
              <a:t>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</a:p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kumimoji="1" lang="ja-JP" altLang="en-US" dirty="0" smtClean="0"/>
              <a:t>は，</a:t>
            </a:r>
            <a:r>
              <a:rPr lang="ja-JP" altLang="en-US" dirty="0" smtClean="0"/>
              <a:t>含まれる</a:t>
            </a:r>
            <a:r>
              <a:rPr lang="ja-JP" altLang="en-US" dirty="0"/>
              <a:t>アイテム数が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ja-JP" altLang="en-US" dirty="0" smtClean="0"/>
              <a:t>となる確率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なので，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アイテムが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個の解の総数が</a:t>
            </a:r>
            <a:r>
              <a:rPr lang="en-US" altLang="ja-JP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ja-JP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ja-JP" altLang="en-US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，解の総数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が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なので，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en-US" altLang="ja-JP" dirty="0" smtClean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となる．</a:t>
            </a:r>
            <a:endParaRPr kumimoji="1" lang="ja-JP" altLang="en-US" dirty="0"/>
          </a:p>
        </p:txBody>
      </p:sp>
      <p:grpSp>
        <p:nvGrpSpPr>
          <p:cNvPr id="25" name="Group 4"/>
          <p:cNvGrpSpPr>
            <a:grpSpLocks noChangeAspect="1"/>
          </p:cNvGrpSpPr>
          <p:nvPr/>
        </p:nvGrpSpPr>
        <p:grpSpPr bwMode="auto">
          <a:xfrm>
            <a:off x="4697258" y="3662007"/>
            <a:ext cx="2797485" cy="955068"/>
            <a:chOff x="726" y="3295"/>
            <a:chExt cx="1198" cy="409"/>
          </a:xfrm>
          <a:solidFill>
            <a:schemeClr val="tx1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726" y="3427"/>
              <a:ext cx="134" cy="175"/>
            </a:xfrm>
            <a:custGeom>
              <a:avLst/>
              <a:gdLst>
                <a:gd name="T0" fmla="*/ 73 w 145"/>
                <a:gd name="T1" fmla="*/ 166 h 190"/>
                <a:gd name="T2" fmla="*/ 73 w 145"/>
                <a:gd name="T3" fmla="*/ 155 h 190"/>
                <a:gd name="T4" fmla="*/ 74 w 145"/>
                <a:gd name="T5" fmla="*/ 151 h 190"/>
                <a:gd name="T6" fmla="*/ 74 w 145"/>
                <a:gd name="T7" fmla="*/ 150 h 190"/>
                <a:gd name="T8" fmla="*/ 71 w 145"/>
                <a:gd name="T9" fmla="*/ 151 h 190"/>
                <a:gd name="T10" fmla="*/ 53 w 145"/>
                <a:gd name="T11" fmla="*/ 154 h 190"/>
                <a:gd name="T12" fmla="*/ 18 w 145"/>
                <a:gd name="T13" fmla="*/ 142 h 190"/>
                <a:gd name="T14" fmla="*/ 0 w 145"/>
                <a:gd name="T15" fmla="*/ 107 h 190"/>
                <a:gd name="T16" fmla="*/ 0 w 145"/>
                <a:gd name="T17" fmla="*/ 97 h 190"/>
                <a:gd name="T18" fmla="*/ 10 w 145"/>
                <a:gd name="T19" fmla="*/ 57 h 190"/>
                <a:gd name="T20" fmla="*/ 37 w 145"/>
                <a:gd name="T21" fmla="*/ 22 h 190"/>
                <a:gd name="T22" fmla="*/ 89 w 145"/>
                <a:gd name="T23" fmla="*/ 0 h 190"/>
                <a:gd name="T24" fmla="*/ 100 w 145"/>
                <a:gd name="T25" fmla="*/ 1 h 190"/>
                <a:gd name="T26" fmla="*/ 132 w 145"/>
                <a:gd name="T27" fmla="*/ 19 h 190"/>
                <a:gd name="T28" fmla="*/ 145 w 145"/>
                <a:gd name="T29" fmla="*/ 57 h 190"/>
                <a:gd name="T30" fmla="*/ 114 w 145"/>
                <a:gd name="T31" fmla="*/ 126 h 190"/>
                <a:gd name="T32" fmla="*/ 86 w 145"/>
                <a:gd name="T33" fmla="*/ 146 h 190"/>
                <a:gd name="T34" fmla="*/ 83 w 145"/>
                <a:gd name="T35" fmla="*/ 147 h 190"/>
                <a:gd name="T36" fmla="*/ 83 w 145"/>
                <a:gd name="T37" fmla="*/ 148 h 190"/>
                <a:gd name="T38" fmla="*/ 84 w 145"/>
                <a:gd name="T39" fmla="*/ 154 h 190"/>
                <a:gd name="T40" fmla="*/ 88 w 145"/>
                <a:gd name="T41" fmla="*/ 163 h 190"/>
                <a:gd name="T42" fmla="*/ 98 w 145"/>
                <a:gd name="T43" fmla="*/ 166 h 190"/>
                <a:gd name="T44" fmla="*/ 112 w 145"/>
                <a:gd name="T45" fmla="*/ 162 h 190"/>
                <a:gd name="T46" fmla="*/ 121 w 145"/>
                <a:gd name="T47" fmla="*/ 150 h 190"/>
                <a:gd name="T48" fmla="*/ 124 w 145"/>
                <a:gd name="T49" fmla="*/ 147 h 190"/>
                <a:gd name="T50" fmla="*/ 126 w 145"/>
                <a:gd name="T51" fmla="*/ 148 h 190"/>
                <a:gd name="T52" fmla="*/ 124 w 145"/>
                <a:gd name="T53" fmla="*/ 156 h 190"/>
                <a:gd name="T54" fmla="*/ 118 w 145"/>
                <a:gd name="T55" fmla="*/ 170 h 190"/>
                <a:gd name="T56" fmla="*/ 107 w 145"/>
                <a:gd name="T57" fmla="*/ 184 h 190"/>
                <a:gd name="T58" fmla="*/ 90 w 145"/>
                <a:gd name="T59" fmla="*/ 190 h 190"/>
                <a:gd name="T60" fmla="*/ 73 w 145"/>
                <a:gd name="T61" fmla="*/ 167 h 190"/>
                <a:gd name="T62" fmla="*/ 73 w 145"/>
                <a:gd name="T63" fmla="*/ 166 h 190"/>
                <a:gd name="T64" fmla="*/ 123 w 145"/>
                <a:gd name="T65" fmla="*/ 50 h 190"/>
                <a:gd name="T66" fmla="*/ 120 w 145"/>
                <a:gd name="T67" fmla="*/ 30 h 190"/>
                <a:gd name="T68" fmla="*/ 111 w 145"/>
                <a:gd name="T69" fmla="*/ 17 h 190"/>
                <a:gd name="T70" fmla="*/ 101 w 145"/>
                <a:gd name="T71" fmla="*/ 11 h 190"/>
                <a:gd name="T72" fmla="*/ 90 w 145"/>
                <a:gd name="T73" fmla="*/ 9 h 190"/>
                <a:gd name="T74" fmla="*/ 69 w 145"/>
                <a:gd name="T75" fmla="*/ 14 h 190"/>
                <a:gd name="T76" fmla="*/ 34 w 145"/>
                <a:gd name="T77" fmla="*/ 51 h 190"/>
                <a:gd name="T78" fmla="*/ 21 w 145"/>
                <a:gd name="T79" fmla="*/ 103 h 190"/>
                <a:gd name="T80" fmla="*/ 33 w 145"/>
                <a:gd name="T81" fmla="*/ 136 h 190"/>
                <a:gd name="T82" fmla="*/ 39 w 145"/>
                <a:gd name="T83" fmla="*/ 141 h 190"/>
                <a:gd name="T84" fmla="*/ 39 w 145"/>
                <a:gd name="T85" fmla="*/ 139 h 190"/>
                <a:gd name="T86" fmla="*/ 46 w 145"/>
                <a:gd name="T87" fmla="*/ 124 h 190"/>
                <a:gd name="T88" fmla="*/ 62 w 145"/>
                <a:gd name="T89" fmla="*/ 116 h 190"/>
                <a:gd name="T90" fmla="*/ 71 w 145"/>
                <a:gd name="T91" fmla="*/ 119 h 190"/>
                <a:gd name="T92" fmla="*/ 77 w 145"/>
                <a:gd name="T93" fmla="*/ 125 h 190"/>
                <a:gd name="T94" fmla="*/ 80 w 145"/>
                <a:gd name="T95" fmla="*/ 132 h 190"/>
                <a:gd name="T96" fmla="*/ 81 w 145"/>
                <a:gd name="T97" fmla="*/ 137 h 190"/>
                <a:gd name="T98" fmla="*/ 84 w 145"/>
                <a:gd name="T99" fmla="*/ 135 h 190"/>
                <a:gd name="T100" fmla="*/ 107 w 145"/>
                <a:gd name="T101" fmla="*/ 110 h 190"/>
                <a:gd name="T102" fmla="*/ 120 w 145"/>
                <a:gd name="T103" fmla="*/ 78 h 190"/>
                <a:gd name="T104" fmla="*/ 123 w 145"/>
                <a:gd name="T105" fmla="*/ 50 h 190"/>
                <a:gd name="T106" fmla="*/ 55 w 145"/>
                <a:gd name="T107" fmla="*/ 145 h 190"/>
                <a:gd name="T108" fmla="*/ 74 w 145"/>
                <a:gd name="T109" fmla="*/ 141 h 190"/>
                <a:gd name="T110" fmla="*/ 74 w 145"/>
                <a:gd name="T111" fmla="*/ 139 h 190"/>
                <a:gd name="T112" fmla="*/ 66 w 145"/>
                <a:gd name="T113" fmla="*/ 125 h 190"/>
                <a:gd name="T114" fmla="*/ 62 w 145"/>
                <a:gd name="T115" fmla="*/ 124 h 190"/>
                <a:gd name="T116" fmla="*/ 61 w 145"/>
                <a:gd name="T117" fmla="*/ 124 h 190"/>
                <a:gd name="T118" fmla="*/ 60 w 145"/>
                <a:gd name="T119" fmla="*/ 124 h 190"/>
                <a:gd name="T120" fmla="*/ 51 w 145"/>
                <a:gd name="T121" fmla="*/ 128 h 190"/>
                <a:gd name="T122" fmla="*/ 47 w 145"/>
                <a:gd name="T123" fmla="*/ 138 h 190"/>
                <a:gd name="T124" fmla="*/ 55 w 145"/>
                <a:gd name="T125" fmla="*/ 1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" h="190">
                  <a:moveTo>
                    <a:pt x="73" y="166"/>
                  </a:moveTo>
                  <a:cubicBezTo>
                    <a:pt x="73" y="161"/>
                    <a:pt x="73" y="158"/>
                    <a:pt x="73" y="155"/>
                  </a:cubicBezTo>
                  <a:cubicBezTo>
                    <a:pt x="74" y="153"/>
                    <a:pt x="74" y="152"/>
                    <a:pt x="74" y="151"/>
                  </a:cubicBezTo>
                  <a:lnTo>
                    <a:pt x="74" y="150"/>
                  </a:lnTo>
                  <a:lnTo>
                    <a:pt x="71" y="151"/>
                  </a:lnTo>
                  <a:cubicBezTo>
                    <a:pt x="64" y="153"/>
                    <a:pt x="58" y="154"/>
                    <a:pt x="53" y="154"/>
                  </a:cubicBezTo>
                  <a:cubicBezTo>
                    <a:pt x="40" y="154"/>
                    <a:pt x="28" y="150"/>
                    <a:pt x="18" y="142"/>
                  </a:cubicBezTo>
                  <a:cubicBezTo>
                    <a:pt x="8" y="134"/>
                    <a:pt x="2" y="122"/>
                    <a:pt x="0" y="107"/>
                  </a:cubicBezTo>
                  <a:cubicBezTo>
                    <a:pt x="0" y="105"/>
                    <a:pt x="0" y="102"/>
                    <a:pt x="0" y="97"/>
                  </a:cubicBezTo>
                  <a:cubicBezTo>
                    <a:pt x="0" y="83"/>
                    <a:pt x="3" y="69"/>
                    <a:pt x="10" y="57"/>
                  </a:cubicBezTo>
                  <a:cubicBezTo>
                    <a:pt x="16" y="44"/>
                    <a:pt x="26" y="32"/>
                    <a:pt x="37" y="22"/>
                  </a:cubicBezTo>
                  <a:cubicBezTo>
                    <a:pt x="54" y="8"/>
                    <a:pt x="72" y="0"/>
                    <a:pt x="89" y="0"/>
                  </a:cubicBezTo>
                  <a:cubicBezTo>
                    <a:pt x="95" y="0"/>
                    <a:pt x="98" y="0"/>
                    <a:pt x="100" y="1"/>
                  </a:cubicBezTo>
                  <a:cubicBezTo>
                    <a:pt x="113" y="3"/>
                    <a:pt x="124" y="9"/>
                    <a:pt x="132" y="19"/>
                  </a:cubicBezTo>
                  <a:cubicBezTo>
                    <a:pt x="141" y="29"/>
                    <a:pt x="145" y="42"/>
                    <a:pt x="145" y="57"/>
                  </a:cubicBezTo>
                  <a:cubicBezTo>
                    <a:pt x="145" y="82"/>
                    <a:pt x="135" y="106"/>
                    <a:pt x="114" y="126"/>
                  </a:cubicBezTo>
                  <a:cubicBezTo>
                    <a:pt x="105" y="135"/>
                    <a:pt x="96" y="141"/>
                    <a:pt x="86" y="146"/>
                  </a:cubicBezTo>
                  <a:lnTo>
                    <a:pt x="83" y="147"/>
                  </a:lnTo>
                  <a:lnTo>
                    <a:pt x="83" y="148"/>
                  </a:lnTo>
                  <a:cubicBezTo>
                    <a:pt x="83" y="148"/>
                    <a:pt x="83" y="150"/>
                    <a:pt x="84" y="154"/>
                  </a:cubicBezTo>
                  <a:cubicBezTo>
                    <a:pt x="84" y="158"/>
                    <a:pt x="86" y="161"/>
                    <a:pt x="88" y="163"/>
                  </a:cubicBezTo>
                  <a:cubicBezTo>
                    <a:pt x="90" y="165"/>
                    <a:pt x="94" y="166"/>
                    <a:pt x="98" y="166"/>
                  </a:cubicBezTo>
                  <a:cubicBezTo>
                    <a:pt x="103" y="166"/>
                    <a:pt x="108" y="165"/>
                    <a:pt x="112" y="162"/>
                  </a:cubicBezTo>
                  <a:cubicBezTo>
                    <a:pt x="117" y="158"/>
                    <a:pt x="119" y="154"/>
                    <a:pt x="121" y="150"/>
                  </a:cubicBezTo>
                  <a:cubicBezTo>
                    <a:pt x="122" y="148"/>
                    <a:pt x="123" y="147"/>
                    <a:pt x="124" y="147"/>
                  </a:cubicBezTo>
                  <a:cubicBezTo>
                    <a:pt x="125" y="147"/>
                    <a:pt x="126" y="147"/>
                    <a:pt x="126" y="148"/>
                  </a:cubicBezTo>
                  <a:cubicBezTo>
                    <a:pt x="126" y="150"/>
                    <a:pt x="125" y="152"/>
                    <a:pt x="124" y="156"/>
                  </a:cubicBezTo>
                  <a:cubicBezTo>
                    <a:pt x="122" y="160"/>
                    <a:pt x="120" y="165"/>
                    <a:pt x="118" y="170"/>
                  </a:cubicBezTo>
                  <a:cubicBezTo>
                    <a:pt x="115" y="175"/>
                    <a:pt x="112" y="180"/>
                    <a:pt x="107" y="184"/>
                  </a:cubicBezTo>
                  <a:cubicBezTo>
                    <a:pt x="101" y="188"/>
                    <a:pt x="96" y="190"/>
                    <a:pt x="90" y="190"/>
                  </a:cubicBezTo>
                  <a:cubicBezTo>
                    <a:pt x="79" y="190"/>
                    <a:pt x="73" y="182"/>
                    <a:pt x="73" y="167"/>
                  </a:cubicBezTo>
                  <a:lnTo>
                    <a:pt x="73" y="166"/>
                  </a:lnTo>
                  <a:close/>
                  <a:moveTo>
                    <a:pt x="123" y="50"/>
                  </a:moveTo>
                  <a:cubicBezTo>
                    <a:pt x="123" y="42"/>
                    <a:pt x="122" y="36"/>
                    <a:pt x="120" y="30"/>
                  </a:cubicBezTo>
                  <a:cubicBezTo>
                    <a:pt x="118" y="24"/>
                    <a:pt x="115" y="20"/>
                    <a:pt x="111" y="17"/>
                  </a:cubicBezTo>
                  <a:cubicBezTo>
                    <a:pt x="108" y="14"/>
                    <a:pt x="104" y="12"/>
                    <a:pt x="101" y="11"/>
                  </a:cubicBezTo>
                  <a:cubicBezTo>
                    <a:pt x="97" y="9"/>
                    <a:pt x="94" y="9"/>
                    <a:pt x="90" y="9"/>
                  </a:cubicBezTo>
                  <a:cubicBezTo>
                    <a:pt x="83" y="9"/>
                    <a:pt x="76" y="10"/>
                    <a:pt x="69" y="14"/>
                  </a:cubicBezTo>
                  <a:cubicBezTo>
                    <a:pt x="55" y="21"/>
                    <a:pt x="43" y="33"/>
                    <a:pt x="34" y="51"/>
                  </a:cubicBezTo>
                  <a:cubicBezTo>
                    <a:pt x="26" y="69"/>
                    <a:pt x="21" y="86"/>
                    <a:pt x="21" y="103"/>
                  </a:cubicBezTo>
                  <a:cubicBezTo>
                    <a:pt x="21" y="118"/>
                    <a:pt x="25" y="129"/>
                    <a:pt x="33" y="136"/>
                  </a:cubicBezTo>
                  <a:cubicBezTo>
                    <a:pt x="36" y="139"/>
                    <a:pt x="38" y="141"/>
                    <a:pt x="39" y="141"/>
                  </a:cubicBezTo>
                  <a:lnTo>
                    <a:pt x="39" y="139"/>
                  </a:lnTo>
                  <a:cubicBezTo>
                    <a:pt x="39" y="134"/>
                    <a:pt x="41" y="128"/>
                    <a:pt x="46" y="124"/>
                  </a:cubicBezTo>
                  <a:cubicBezTo>
                    <a:pt x="50" y="119"/>
                    <a:pt x="56" y="116"/>
                    <a:pt x="62" y="116"/>
                  </a:cubicBezTo>
                  <a:cubicBezTo>
                    <a:pt x="66" y="116"/>
                    <a:pt x="69" y="117"/>
                    <a:pt x="71" y="119"/>
                  </a:cubicBezTo>
                  <a:cubicBezTo>
                    <a:pt x="74" y="120"/>
                    <a:pt x="76" y="122"/>
                    <a:pt x="77" y="125"/>
                  </a:cubicBezTo>
                  <a:cubicBezTo>
                    <a:pt x="78" y="128"/>
                    <a:pt x="79" y="130"/>
                    <a:pt x="80" y="132"/>
                  </a:cubicBezTo>
                  <a:cubicBezTo>
                    <a:pt x="80" y="133"/>
                    <a:pt x="80" y="135"/>
                    <a:pt x="81" y="137"/>
                  </a:cubicBezTo>
                  <a:lnTo>
                    <a:pt x="84" y="135"/>
                  </a:lnTo>
                  <a:cubicBezTo>
                    <a:pt x="93" y="129"/>
                    <a:pt x="100" y="121"/>
                    <a:pt x="107" y="110"/>
                  </a:cubicBezTo>
                  <a:cubicBezTo>
                    <a:pt x="113" y="99"/>
                    <a:pt x="117" y="89"/>
                    <a:pt x="120" y="78"/>
                  </a:cubicBezTo>
                  <a:cubicBezTo>
                    <a:pt x="122" y="68"/>
                    <a:pt x="123" y="59"/>
                    <a:pt x="123" y="50"/>
                  </a:cubicBezTo>
                  <a:close/>
                  <a:moveTo>
                    <a:pt x="55" y="145"/>
                  </a:moveTo>
                  <a:cubicBezTo>
                    <a:pt x="62" y="145"/>
                    <a:pt x="68" y="144"/>
                    <a:pt x="74" y="141"/>
                  </a:cubicBezTo>
                  <a:lnTo>
                    <a:pt x="74" y="139"/>
                  </a:lnTo>
                  <a:cubicBezTo>
                    <a:pt x="73" y="131"/>
                    <a:pt x="71" y="126"/>
                    <a:pt x="66" y="125"/>
                  </a:cubicBezTo>
                  <a:cubicBezTo>
                    <a:pt x="65" y="124"/>
                    <a:pt x="63" y="124"/>
                    <a:pt x="62" y="124"/>
                  </a:cubicBezTo>
                  <a:lnTo>
                    <a:pt x="61" y="124"/>
                  </a:lnTo>
                  <a:cubicBezTo>
                    <a:pt x="61" y="124"/>
                    <a:pt x="60" y="124"/>
                    <a:pt x="60" y="124"/>
                  </a:cubicBezTo>
                  <a:cubicBezTo>
                    <a:pt x="57" y="124"/>
                    <a:pt x="54" y="125"/>
                    <a:pt x="51" y="128"/>
                  </a:cubicBezTo>
                  <a:cubicBezTo>
                    <a:pt x="49" y="131"/>
                    <a:pt x="47" y="134"/>
                    <a:pt x="47" y="138"/>
                  </a:cubicBezTo>
                  <a:cubicBezTo>
                    <a:pt x="47" y="143"/>
                    <a:pt x="50" y="145"/>
                    <a:pt x="55" y="145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889" y="3418"/>
              <a:ext cx="46" cy="195"/>
            </a:xfrm>
            <a:custGeom>
              <a:avLst/>
              <a:gdLst>
                <a:gd name="T0" fmla="*/ 0 w 50"/>
                <a:gd name="T1" fmla="*/ 105 h 211"/>
                <a:gd name="T2" fmla="*/ 2 w 50"/>
                <a:gd name="T3" fmla="*/ 78 h 211"/>
                <a:gd name="T4" fmla="*/ 7 w 50"/>
                <a:gd name="T5" fmla="*/ 55 h 211"/>
                <a:gd name="T6" fmla="*/ 14 w 50"/>
                <a:gd name="T7" fmla="*/ 36 h 211"/>
                <a:gd name="T8" fmla="*/ 22 w 50"/>
                <a:gd name="T9" fmla="*/ 22 h 211"/>
                <a:gd name="T10" fmla="*/ 31 w 50"/>
                <a:gd name="T11" fmla="*/ 11 h 211"/>
                <a:gd name="T12" fmla="*/ 38 w 50"/>
                <a:gd name="T13" fmla="*/ 4 h 211"/>
                <a:gd name="T14" fmla="*/ 44 w 50"/>
                <a:gd name="T15" fmla="*/ 0 h 211"/>
                <a:gd name="T16" fmla="*/ 46 w 50"/>
                <a:gd name="T17" fmla="*/ 0 h 211"/>
                <a:gd name="T18" fmla="*/ 47 w 50"/>
                <a:gd name="T19" fmla="*/ 0 h 211"/>
                <a:gd name="T20" fmla="*/ 50 w 50"/>
                <a:gd name="T21" fmla="*/ 2 h 211"/>
                <a:gd name="T22" fmla="*/ 47 w 50"/>
                <a:gd name="T23" fmla="*/ 6 h 211"/>
                <a:gd name="T24" fmla="*/ 38 w 50"/>
                <a:gd name="T25" fmla="*/ 17 h 211"/>
                <a:gd name="T26" fmla="*/ 28 w 50"/>
                <a:gd name="T27" fmla="*/ 35 h 211"/>
                <a:gd name="T28" fmla="*/ 19 w 50"/>
                <a:gd name="T29" fmla="*/ 64 h 211"/>
                <a:gd name="T30" fmla="*/ 15 w 50"/>
                <a:gd name="T31" fmla="*/ 105 h 211"/>
                <a:gd name="T32" fmla="*/ 19 w 50"/>
                <a:gd name="T33" fmla="*/ 146 h 211"/>
                <a:gd name="T34" fmla="*/ 27 w 50"/>
                <a:gd name="T35" fmla="*/ 175 h 211"/>
                <a:gd name="T36" fmla="*/ 38 w 50"/>
                <a:gd name="T37" fmla="*/ 193 h 211"/>
                <a:gd name="T38" fmla="*/ 47 w 50"/>
                <a:gd name="T39" fmla="*/ 204 h 211"/>
                <a:gd name="T40" fmla="*/ 50 w 50"/>
                <a:gd name="T41" fmla="*/ 209 h 211"/>
                <a:gd name="T42" fmla="*/ 47 w 50"/>
                <a:gd name="T43" fmla="*/ 211 h 211"/>
                <a:gd name="T44" fmla="*/ 46 w 50"/>
                <a:gd name="T45" fmla="*/ 211 h 211"/>
                <a:gd name="T46" fmla="*/ 44 w 50"/>
                <a:gd name="T47" fmla="*/ 211 h 211"/>
                <a:gd name="T48" fmla="*/ 38 w 50"/>
                <a:gd name="T49" fmla="*/ 206 h 211"/>
                <a:gd name="T50" fmla="*/ 9 w 50"/>
                <a:gd name="T51" fmla="*/ 161 h 211"/>
                <a:gd name="T52" fmla="*/ 0 w 50"/>
                <a:gd name="T53" fmla="*/ 10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" h="211">
                  <a:moveTo>
                    <a:pt x="0" y="105"/>
                  </a:moveTo>
                  <a:cubicBezTo>
                    <a:pt x="0" y="95"/>
                    <a:pt x="0" y="86"/>
                    <a:pt x="2" y="78"/>
                  </a:cubicBezTo>
                  <a:cubicBezTo>
                    <a:pt x="3" y="69"/>
                    <a:pt x="5" y="61"/>
                    <a:pt x="7" y="55"/>
                  </a:cubicBezTo>
                  <a:cubicBezTo>
                    <a:pt x="9" y="49"/>
                    <a:pt x="11" y="42"/>
                    <a:pt x="14" y="36"/>
                  </a:cubicBezTo>
                  <a:cubicBezTo>
                    <a:pt x="18" y="30"/>
                    <a:pt x="21" y="26"/>
                    <a:pt x="22" y="22"/>
                  </a:cubicBezTo>
                  <a:cubicBezTo>
                    <a:pt x="24" y="19"/>
                    <a:pt x="27" y="15"/>
                    <a:pt x="31" y="11"/>
                  </a:cubicBezTo>
                  <a:cubicBezTo>
                    <a:pt x="35" y="7"/>
                    <a:pt x="38" y="5"/>
                    <a:pt x="38" y="4"/>
                  </a:cubicBezTo>
                  <a:cubicBezTo>
                    <a:pt x="39" y="3"/>
                    <a:pt x="41" y="2"/>
                    <a:pt x="44" y="0"/>
                  </a:cubicBezTo>
                  <a:lnTo>
                    <a:pt x="46" y="0"/>
                  </a:lnTo>
                  <a:lnTo>
                    <a:pt x="47" y="0"/>
                  </a:lnTo>
                  <a:cubicBezTo>
                    <a:pt x="49" y="0"/>
                    <a:pt x="50" y="0"/>
                    <a:pt x="50" y="2"/>
                  </a:cubicBezTo>
                  <a:cubicBezTo>
                    <a:pt x="50" y="2"/>
                    <a:pt x="49" y="3"/>
                    <a:pt x="47" y="6"/>
                  </a:cubicBezTo>
                  <a:cubicBezTo>
                    <a:pt x="44" y="9"/>
                    <a:pt x="41" y="12"/>
                    <a:pt x="38" y="17"/>
                  </a:cubicBezTo>
                  <a:cubicBezTo>
                    <a:pt x="35" y="22"/>
                    <a:pt x="31" y="28"/>
                    <a:pt x="28" y="35"/>
                  </a:cubicBezTo>
                  <a:cubicBezTo>
                    <a:pt x="24" y="43"/>
                    <a:pt x="21" y="52"/>
                    <a:pt x="19" y="64"/>
                  </a:cubicBezTo>
                  <a:cubicBezTo>
                    <a:pt x="16" y="77"/>
                    <a:pt x="15" y="90"/>
                    <a:pt x="15" y="105"/>
                  </a:cubicBezTo>
                  <a:cubicBezTo>
                    <a:pt x="15" y="120"/>
                    <a:pt x="16" y="134"/>
                    <a:pt x="19" y="146"/>
                  </a:cubicBezTo>
                  <a:cubicBezTo>
                    <a:pt x="21" y="158"/>
                    <a:pt x="24" y="168"/>
                    <a:pt x="27" y="175"/>
                  </a:cubicBezTo>
                  <a:cubicBezTo>
                    <a:pt x="31" y="182"/>
                    <a:pt x="34" y="189"/>
                    <a:pt x="38" y="193"/>
                  </a:cubicBezTo>
                  <a:cubicBezTo>
                    <a:pt x="41" y="198"/>
                    <a:pt x="44" y="202"/>
                    <a:pt x="47" y="204"/>
                  </a:cubicBezTo>
                  <a:cubicBezTo>
                    <a:pt x="49" y="207"/>
                    <a:pt x="50" y="209"/>
                    <a:pt x="50" y="209"/>
                  </a:cubicBezTo>
                  <a:cubicBezTo>
                    <a:pt x="50" y="210"/>
                    <a:pt x="49" y="211"/>
                    <a:pt x="47" y="211"/>
                  </a:cubicBezTo>
                  <a:lnTo>
                    <a:pt x="46" y="211"/>
                  </a:lnTo>
                  <a:lnTo>
                    <a:pt x="44" y="211"/>
                  </a:lnTo>
                  <a:lnTo>
                    <a:pt x="38" y="206"/>
                  </a:lnTo>
                  <a:cubicBezTo>
                    <a:pt x="24" y="194"/>
                    <a:pt x="15" y="179"/>
                    <a:pt x="9" y="161"/>
                  </a:cubicBezTo>
                  <a:cubicBezTo>
                    <a:pt x="3" y="143"/>
                    <a:pt x="0" y="124"/>
                    <a:pt x="0" y="105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51" y="3478"/>
              <a:ext cx="109" cy="88"/>
            </a:xfrm>
            <a:custGeom>
              <a:avLst/>
              <a:gdLst>
                <a:gd name="T0" fmla="*/ 0 w 118"/>
                <a:gd name="T1" fmla="*/ 32 h 95"/>
                <a:gd name="T2" fmla="*/ 0 w 118"/>
                <a:gd name="T3" fmla="*/ 29 h 95"/>
                <a:gd name="T4" fmla="*/ 3 w 118"/>
                <a:gd name="T5" fmla="*/ 21 h 95"/>
                <a:gd name="T6" fmla="*/ 7 w 118"/>
                <a:gd name="T7" fmla="*/ 11 h 95"/>
                <a:gd name="T8" fmla="*/ 14 w 118"/>
                <a:gd name="T9" fmla="*/ 3 h 95"/>
                <a:gd name="T10" fmla="*/ 24 w 118"/>
                <a:gd name="T11" fmla="*/ 0 h 95"/>
                <a:gd name="T12" fmla="*/ 36 w 118"/>
                <a:gd name="T13" fmla="*/ 3 h 95"/>
                <a:gd name="T14" fmla="*/ 43 w 118"/>
                <a:gd name="T15" fmla="*/ 11 h 95"/>
                <a:gd name="T16" fmla="*/ 44 w 118"/>
                <a:gd name="T17" fmla="*/ 15 h 95"/>
                <a:gd name="T18" fmla="*/ 44 w 118"/>
                <a:gd name="T19" fmla="*/ 15 h 95"/>
                <a:gd name="T20" fmla="*/ 46 w 118"/>
                <a:gd name="T21" fmla="*/ 13 h 95"/>
                <a:gd name="T22" fmla="*/ 76 w 118"/>
                <a:gd name="T23" fmla="*/ 0 h 95"/>
                <a:gd name="T24" fmla="*/ 94 w 118"/>
                <a:gd name="T25" fmla="*/ 5 h 95"/>
                <a:gd name="T26" fmla="*/ 101 w 118"/>
                <a:gd name="T27" fmla="*/ 22 h 95"/>
                <a:gd name="T28" fmla="*/ 93 w 118"/>
                <a:gd name="T29" fmla="*/ 55 h 95"/>
                <a:gd name="T30" fmla="*/ 85 w 118"/>
                <a:gd name="T31" fmla="*/ 82 h 95"/>
                <a:gd name="T32" fmla="*/ 89 w 118"/>
                <a:gd name="T33" fmla="*/ 87 h 95"/>
                <a:gd name="T34" fmla="*/ 91 w 118"/>
                <a:gd name="T35" fmla="*/ 87 h 95"/>
                <a:gd name="T36" fmla="*/ 102 w 118"/>
                <a:gd name="T37" fmla="*/ 79 h 95"/>
                <a:gd name="T38" fmla="*/ 109 w 118"/>
                <a:gd name="T39" fmla="*/ 62 h 95"/>
                <a:gd name="T40" fmla="*/ 113 w 118"/>
                <a:gd name="T41" fmla="*/ 61 h 95"/>
                <a:gd name="T42" fmla="*/ 118 w 118"/>
                <a:gd name="T43" fmla="*/ 62 h 95"/>
                <a:gd name="T44" fmla="*/ 117 w 118"/>
                <a:gd name="T45" fmla="*/ 65 h 95"/>
                <a:gd name="T46" fmla="*/ 112 w 118"/>
                <a:gd name="T47" fmla="*/ 78 h 95"/>
                <a:gd name="T48" fmla="*/ 102 w 118"/>
                <a:gd name="T49" fmla="*/ 89 h 95"/>
                <a:gd name="T50" fmla="*/ 88 w 118"/>
                <a:gd name="T51" fmla="*/ 95 h 95"/>
                <a:gd name="T52" fmla="*/ 73 w 118"/>
                <a:gd name="T53" fmla="*/ 89 h 95"/>
                <a:gd name="T54" fmla="*/ 69 w 118"/>
                <a:gd name="T55" fmla="*/ 78 h 95"/>
                <a:gd name="T56" fmla="*/ 77 w 118"/>
                <a:gd name="T57" fmla="*/ 52 h 95"/>
                <a:gd name="T58" fmla="*/ 84 w 118"/>
                <a:gd name="T59" fmla="*/ 20 h 95"/>
                <a:gd name="T60" fmla="*/ 75 w 118"/>
                <a:gd name="T61" fmla="*/ 8 h 95"/>
                <a:gd name="T62" fmla="*/ 74 w 118"/>
                <a:gd name="T63" fmla="*/ 8 h 95"/>
                <a:gd name="T64" fmla="*/ 43 w 118"/>
                <a:gd name="T65" fmla="*/ 29 h 95"/>
                <a:gd name="T66" fmla="*/ 42 w 118"/>
                <a:gd name="T67" fmla="*/ 32 h 95"/>
                <a:gd name="T68" fmla="*/ 35 w 118"/>
                <a:gd name="T69" fmla="*/ 60 h 95"/>
                <a:gd name="T70" fmla="*/ 27 w 118"/>
                <a:gd name="T71" fmla="*/ 90 h 95"/>
                <a:gd name="T72" fmla="*/ 18 w 118"/>
                <a:gd name="T73" fmla="*/ 95 h 95"/>
                <a:gd name="T74" fmla="*/ 14 w 118"/>
                <a:gd name="T75" fmla="*/ 94 h 95"/>
                <a:gd name="T76" fmla="*/ 11 w 118"/>
                <a:gd name="T77" fmla="*/ 91 h 95"/>
                <a:gd name="T78" fmla="*/ 11 w 118"/>
                <a:gd name="T79" fmla="*/ 89 h 95"/>
                <a:gd name="T80" fmla="*/ 19 w 118"/>
                <a:gd name="T81" fmla="*/ 55 h 95"/>
                <a:gd name="T82" fmla="*/ 27 w 118"/>
                <a:gd name="T83" fmla="*/ 21 h 95"/>
                <a:gd name="T84" fmla="*/ 27 w 118"/>
                <a:gd name="T85" fmla="*/ 16 h 95"/>
                <a:gd name="T86" fmla="*/ 22 w 118"/>
                <a:gd name="T87" fmla="*/ 7 h 95"/>
                <a:gd name="T88" fmla="*/ 9 w 118"/>
                <a:gd name="T89" fmla="*/ 29 h 95"/>
                <a:gd name="T90" fmla="*/ 8 w 118"/>
                <a:gd name="T91" fmla="*/ 33 h 95"/>
                <a:gd name="T92" fmla="*/ 4 w 118"/>
                <a:gd name="T93" fmla="*/ 34 h 95"/>
                <a:gd name="T94" fmla="*/ 1 w 118"/>
                <a:gd name="T95" fmla="*/ 34 h 95"/>
                <a:gd name="T96" fmla="*/ 0 w 118"/>
                <a:gd name="T97" fmla="*/ 3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5">
                  <a:moveTo>
                    <a:pt x="0" y="32"/>
                  </a:moveTo>
                  <a:cubicBezTo>
                    <a:pt x="0" y="32"/>
                    <a:pt x="0" y="30"/>
                    <a:pt x="0" y="29"/>
                  </a:cubicBezTo>
                  <a:cubicBezTo>
                    <a:pt x="1" y="28"/>
                    <a:pt x="1" y="25"/>
                    <a:pt x="3" y="21"/>
                  </a:cubicBezTo>
                  <a:cubicBezTo>
                    <a:pt x="4" y="17"/>
                    <a:pt x="6" y="14"/>
                    <a:pt x="7" y="11"/>
                  </a:cubicBezTo>
                  <a:cubicBezTo>
                    <a:pt x="8" y="8"/>
                    <a:pt x="11" y="6"/>
                    <a:pt x="14" y="3"/>
                  </a:cubicBezTo>
                  <a:cubicBezTo>
                    <a:pt x="17" y="1"/>
                    <a:pt x="20" y="0"/>
                    <a:pt x="24" y="0"/>
                  </a:cubicBezTo>
                  <a:cubicBezTo>
                    <a:pt x="29" y="0"/>
                    <a:pt x="33" y="1"/>
                    <a:pt x="36" y="3"/>
                  </a:cubicBezTo>
                  <a:cubicBezTo>
                    <a:pt x="40" y="6"/>
                    <a:pt x="42" y="8"/>
                    <a:pt x="43" y="11"/>
                  </a:cubicBezTo>
                  <a:cubicBezTo>
                    <a:pt x="43" y="13"/>
                    <a:pt x="44" y="14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lnTo>
                    <a:pt x="46" y="13"/>
                  </a:lnTo>
                  <a:cubicBezTo>
                    <a:pt x="55" y="4"/>
                    <a:pt x="65" y="0"/>
                    <a:pt x="76" y="0"/>
                  </a:cubicBezTo>
                  <a:cubicBezTo>
                    <a:pt x="83" y="0"/>
                    <a:pt x="89" y="2"/>
                    <a:pt x="94" y="5"/>
                  </a:cubicBezTo>
                  <a:cubicBezTo>
                    <a:pt x="99" y="9"/>
                    <a:pt x="101" y="15"/>
                    <a:pt x="101" y="22"/>
                  </a:cubicBezTo>
                  <a:cubicBezTo>
                    <a:pt x="101" y="29"/>
                    <a:pt x="99" y="40"/>
                    <a:pt x="93" y="55"/>
                  </a:cubicBezTo>
                  <a:cubicBezTo>
                    <a:pt x="88" y="70"/>
                    <a:pt x="85" y="79"/>
                    <a:pt x="85" y="82"/>
                  </a:cubicBezTo>
                  <a:cubicBezTo>
                    <a:pt x="85" y="86"/>
                    <a:pt x="86" y="87"/>
                    <a:pt x="89" y="87"/>
                  </a:cubicBezTo>
                  <a:cubicBezTo>
                    <a:pt x="90" y="87"/>
                    <a:pt x="90" y="87"/>
                    <a:pt x="91" y="87"/>
                  </a:cubicBezTo>
                  <a:cubicBezTo>
                    <a:pt x="95" y="87"/>
                    <a:pt x="98" y="84"/>
                    <a:pt x="102" y="79"/>
                  </a:cubicBezTo>
                  <a:cubicBezTo>
                    <a:pt x="105" y="75"/>
                    <a:pt x="107" y="69"/>
                    <a:pt x="109" y="62"/>
                  </a:cubicBezTo>
                  <a:cubicBezTo>
                    <a:pt x="109" y="61"/>
                    <a:pt x="111" y="61"/>
                    <a:pt x="113" y="61"/>
                  </a:cubicBezTo>
                  <a:cubicBezTo>
                    <a:pt x="116" y="61"/>
                    <a:pt x="118" y="61"/>
                    <a:pt x="118" y="62"/>
                  </a:cubicBezTo>
                  <a:cubicBezTo>
                    <a:pt x="118" y="62"/>
                    <a:pt x="117" y="64"/>
                    <a:pt x="117" y="65"/>
                  </a:cubicBezTo>
                  <a:cubicBezTo>
                    <a:pt x="116" y="70"/>
                    <a:pt x="114" y="74"/>
                    <a:pt x="112" y="78"/>
                  </a:cubicBezTo>
                  <a:cubicBezTo>
                    <a:pt x="110" y="81"/>
                    <a:pt x="107" y="85"/>
                    <a:pt x="102" y="89"/>
                  </a:cubicBezTo>
                  <a:cubicBezTo>
                    <a:pt x="98" y="93"/>
                    <a:pt x="93" y="95"/>
                    <a:pt x="88" y="95"/>
                  </a:cubicBezTo>
                  <a:cubicBezTo>
                    <a:pt x="81" y="95"/>
                    <a:pt x="76" y="93"/>
                    <a:pt x="73" y="89"/>
                  </a:cubicBezTo>
                  <a:cubicBezTo>
                    <a:pt x="70" y="86"/>
                    <a:pt x="69" y="82"/>
                    <a:pt x="69" y="78"/>
                  </a:cubicBezTo>
                  <a:cubicBezTo>
                    <a:pt x="69" y="75"/>
                    <a:pt x="72" y="66"/>
                    <a:pt x="77" y="52"/>
                  </a:cubicBezTo>
                  <a:cubicBezTo>
                    <a:pt x="82" y="38"/>
                    <a:pt x="84" y="27"/>
                    <a:pt x="84" y="20"/>
                  </a:cubicBezTo>
                  <a:cubicBezTo>
                    <a:pt x="84" y="12"/>
                    <a:pt x="81" y="8"/>
                    <a:pt x="75" y="8"/>
                  </a:cubicBezTo>
                  <a:lnTo>
                    <a:pt x="74" y="8"/>
                  </a:lnTo>
                  <a:cubicBezTo>
                    <a:pt x="62" y="8"/>
                    <a:pt x="52" y="15"/>
                    <a:pt x="43" y="29"/>
                  </a:cubicBezTo>
                  <a:lnTo>
                    <a:pt x="42" y="32"/>
                  </a:lnTo>
                  <a:lnTo>
                    <a:pt x="35" y="60"/>
                  </a:lnTo>
                  <a:cubicBezTo>
                    <a:pt x="30" y="78"/>
                    <a:pt x="28" y="88"/>
                    <a:pt x="27" y="90"/>
                  </a:cubicBezTo>
                  <a:cubicBezTo>
                    <a:pt x="25" y="93"/>
                    <a:pt x="22" y="95"/>
                    <a:pt x="18" y="95"/>
                  </a:cubicBezTo>
                  <a:cubicBezTo>
                    <a:pt x="16" y="95"/>
                    <a:pt x="15" y="95"/>
                    <a:pt x="14" y="94"/>
                  </a:cubicBezTo>
                  <a:cubicBezTo>
                    <a:pt x="12" y="93"/>
                    <a:pt x="12" y="92"/>
                    <a:pt x="11" y="91"/>
                  </a:cubicBezTo>
                  <a:cubicBezTo>
                    <a:pt x="11" y="91"/>
                    <a:pt x="11" y="90"/>
                    <a:pt x="11" y="89"/>
                  </a:cubicBezTo>
                  <a:cubicBezTo>
                    <a:pt x="11" y="88"/>
                    <a:pt x="13" y="76"/>
                    <a:pt x="19" y="55"/>
                  </a:cubicBezTo>
                  <a:cubicBezTo>
                    <a:pt x="24" y="34"/>
                    <a:pt x="27" y="22"/>
                    <a:pt x="27" y="21"/>
                  </a:cubicBezTo>
                  <a:cubicBezTo>
                    <a:pt x="27" y="20"/>
                    <a:pt x="27" y="18"/>
                    <a:pt x="27" y="16"/>
                  </a:cubicBezTo>
                  <a:cubicBezTo>
                    <a:pt x="27" y="10"/>
                    <a:pt x="26" y="7"/>
                    <a:pt x="22" y="7"/>
                  </a:cubicBezTo>
                  <a:cubicBezTo>
                    <a:pt x="17" y="7"/>
                    <a:pt x="13" y="15"/>
                    <a:pt x="9" y="29"/>
                  </a:cubicBezTo>
                  <a:cubicBezTo>
                    <a:pt x="8" y="31"/>
                    <a:pt x="8" y="33"/>
                    <a:pt x="8" y="33"/>
                  </a:cubicBezTo>
                  <a:cubicBezTo>
                    <a:pt x="8" y="34"/>
                    <a:pt x="6" y="34"/>
                    <a:pt x="4" y="34"/>
                  </a:cubicBezTo>
                  <a:lnTo>
                    <a:pt x="1" y="34"/>
                  </a:lnTo>
                  <a:cubicBezTo>
                    <a:pt x="0" y="33"/>
                    <a:pt x="0" y="33"/>
                    <a:pt x="0" y="32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9" name="Freeform 8"/>
            <p:cNvSpPr>
              <a:spLocks/>
            </p:cNvSpPr>
            <p:nvPr/>
          </p:nvSpPr>
          <p:spPr bwMode="auto">
            <a:xfrm>
              <a:off x="1078" y="3540"/>
              <a:ext cx="26" cy="62"/>
            </a:xfrm>
            <a:custGeom>
              <a:avLst/>
              <a:gdLst>
                <a:gd name="T0" fmla="*/ 0 w 28"/>
                <a:gd name="T1" fmla="*/ 19 h 67"/>
                <a:gd name="T2" fmla="*/ 0 w 28"/>
                <a:gd name="T3" fmla="*/ 13 h 67"/>
                <a:gd name="T4" fmla="*/ 4 w 28"/>
                <a:gd name="T5" fmla="*/ 4 h 67"/>
                <a:gd name="T6" fmla="*/ 13 w 28"/>
                <a:gd name="T7" fmla="*/ 0 h 67"/>
                <a:gd name="T8" fmla="*/ 23 w 28"/>
                <a:gd name="T9" fmla="*/ 6 h 67"/>
                <a:gd name="T10" fmla="*/ 28 w 28"/>
                <a:gd name="T11" fmla="*/ 24 h 67"/>
                <a:gd name="T12" fmla="*/ 26 w 28"/>
                <a:gd name="T13" fmla="*/ 39 h 67"/>
                <a:gd name="T14" fmla="*/ 22 w 28"/>
                <a:gd name="T15" fmla="*/ 51 h 67"/>
                <a:gd name="T16" fmla="*/ 16 w 28"/>
                <a:gd name="T17" fmla="*/ 59 h 67"/>
                <a:gd name="T18" fmla="*/ 11 w 28"/>
                <a:gd name="T19" fmla="*/ 65 h 67"/>
                <a:gd name="T20" fmla="*/ 8 w 28"/>
                <a:gd name="T21" fmla="*/ 67 h 67"/>
                <a:gd name="T22" fmla="*/ 6 w 28"/>
                <a:gd name="T23" fmla="*/ 65 h 67"/>
                <a:gd name="T24" fmla="*/ 4 w 28"/>
                <a:gd name="T25" fmla="*/ 62 h 67"/>
                <a:gd name="T26" fmla="*/ 6 w 28"/>
                <a:gd name="T27" fmla="*/ 59 h 67"/>
                <a:gd name="T28" fmla="*/ 11 w 28"/>
                <a:gd name="T29" fmla="*/ 53 h 67"/>
                <a:gd name="T30" fmla="*/ 17 w 28"/>
                <a:gd name="T31" fmla="*/ 42 h 67"/>
                <a:gd name="T32" fmla="*/ 20 w 28"/>
                <a:gd name="T33" fmla="*/ 27 h 67"/>
                <a:gd name="T34" fmla="*/ 20 w 28"/>
                <a:gd name="T35" fmla="*/ 24 h 67"/>
                <a:gd name="T36" fmla="*/ 20 w 28"/>
                <a:gd name="T37" fmla="*/ 24 h 67"/>
                <a:gd name="T38" fmla="*/ 19 w 28"/>
                <a:gd name="T39" fmla="*/ 25 h 67"/>
                <a:gd name="T40" fmla="*/ 18 w 28"/>
                <a:gd name="T41" fmla="*/ 25 h 67"/>
                <a:gd name="T42" fmla="*/ 16 w 28"/>
                <a:gd name="T43" fmla="*/ 26 h 67"/>
                <a:gd name="T44" fmla="*/ 13 w 28"/>
                <a:gd name="T45" fmla="*/ 26 h 67"/>
                <a:gd name="T46" fmla="*/ 4 w 28"/>
                <a:gd name="T47" fmla="*/ 22 h 67"/>
                <a:gd name="T48" fmla="*/ 0 w 28"/>
                <a:gd name="T49" fmla="*/ 1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67">
                  <a:moveTo>
                    <a:pt x="0" y="19"/>
                  </a:moveTo>
                  <a:lnTo>
                    <a:pt x="0" y="13"/>
                  </a:lnTo>
                  <a:cubicBezTo>
                    <a:pt x="0" y="10"/>
                    <a:pt x="1" y="7"/>
                    <a:pt x="4" y="4"/>
                  </a:cubicBezTo>
                  <a:cubicBezTo>
                    <a:pt x="6" y="2"/>
                    <a:pt x="9" y="0"/>
                    <a:pt x="13" y="0"/>
                  </a:cubicBezTo>
                  <a:cubicBezTo>
                    <a:pt x="17" y="0"/>
                    <a:pt x="20" y="2"/>
                    <a:pt x="23" y="6"/>
                  </a:cubicBezTo>
                  <a:cubicBezTo>
                    <a:pt x="26" y="9"/>
                    <a:pt x="28" y="15"/>
                    <a:pt x="28" y="24"/>
                  </a:cubicBezTo>
                  <a:cubicBezTo>
                    <a:pt x="28" y="29"/>
                    <a:pt x="27" y="34"/>
                    <a:pt x="26" y="39"/>
                  </a:cubicBezTo>
                  <a:cubicBezTo>
                    <a:pt x="25" y="43"/>
                    <a:pt x="23" y="47"/>
                    <a:pt x="22" y="51"/>
                  </a:cubicBezTo>
                  <a:cubicBezTo>
                    <a:pt x="20" y="54"/>
                    <a:pt x="18" y="57"/>
                    <a:pt x="16" y="59"/>
                  </a:cubicBezTo>
                  <a:cubicBezTo>
                    <a:pt x="14" y="62"/>
                    <a:pt x="13" y="64"/>
                    <a:pt x="11" y="65"/>
                  </a:cubicBezTo>
                  <a:cubicBezTo>
                    <a:pt x="10" y="66"/>
                    <a:pt x="9" y="67"/>
                    <a:pt x="8" y="67"/>
                  </a:cubicBezTo>
                  <a:cubicBezTo>
                    <a:pt x="8" y="67"/>
                    <a:pt x="7" y="66"/>
                    <a:pt x="6" y="65"/>
                  </a:cubicBezTo>
                  <a:cubicBezTo>
                    <a:pt x="4" y="64"/>
                    <a:pt x="4" y="63"/>
                    <a:pt x="4" y="62"/>
                  </a:cubicBezTo>
                  <a:cubicBezTo>
                    <a:pt x="4" y="62"/>
                    <a:pt x="5" y="61"/>
                    <a:pt x="6" y="59"/>
                  </a:cubicBezTo>
                  <a:cubicBezTo>
                    <a:pt x="8" y="57"/>
                    <a:pt x="9" y="55"/>
                    <a:pt x="11" y="53"/>
                  </a:cubicBezTo>
                  <a:cubicBezTo>
                    <a:pt x="13" y="50"/>
                    <a:pt x="15" y="46"/>
                    <a:pt x="17" y="42"/>
                  </a:cubicBezTo>
                  <a:cubicBezTo>
                    <a:pt x="19" y="37"/>
                    <a:pt x="20" y="32"/>
                    <a:pt x="20" y="27"/>
                  </a:cubicBezTo>
                  <a:lnTo>
                    <a:pt x="20" y="24"/>
                  </a:lnTo>
                  <a:lnTo>
                    <a:pt x="20" y="24"/>
                  </a:lnTo>
                  <a:cubicBezTo>
                    <a:pt x="20" y="24"/>
                    <a:pt x="19" y="25"/>
                    <a:pt x="19" y="25"/>
                  </a:cubicBezTo>
                  <a:cubicBezTo>
                    <a:pt x="19" y="25"/>
                    <a:pt x="18" y="25"/>
                    <a:pt x="18" y="25"/>
                  </a:cubicBezTo>
                  <a:cubicBezTo>
                    <a:pt x="17" y="26"/>
                    <a:pt x="17" y="26"/>
                    <a:pt x="16" y="26"/>
                  </a:cubicBezTo>
                  <a:cubicBezTo>
                    <a:pt x="15" y="26"/>
                    <a:pt x="14" y="26"/>
                    <a:pt x="13" y="26"/>
                  </a:cubicBezTo>
                  <a:cubicBezTo>
                    <a:pt x="9" y="26"/>
                    <a:pt x="6" y="25"/>
                    <a:pt x="4" y="22"/>
                  </a:cubicBezTo>
                  <a:lnTo>
                    <a:pt x="0" y="19"/>
                  </a:ln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0" name="Freeform 9"/>
            <p:cNvSpPr>
              <a:spLocks noEditPoints="1"/>
            </p:cNvSpPr>
            <p:nvPr/>
          </p:nvSpPr>
          <p:spPr bwMode="auto">
            <a:xfrm>
              <a:off x="1154" y="3435"/>
              <a:ext cx="54" cy="131"/>
            </a:xfrm>
            <a:custGeom>
              <a:avLst/>
              <a:gdLst>
                <a:gd name="T0" fmla="*/ 34 w 59"/>
                <a:gd name="T1" fmla="*/ 13 h 142"/>
                <a:gd name="T2" fmla="*/ 38 w 59"/>
                <a:gd name="T3" fmla="*/ 4 h 142"/>
                <a:gd name="T4" fmla="*/ 48 w 59"/>
                <a:gd name="T5" fmla="*/ 0 h 142"/>
                <a:gd name="T6" fmla="*/ 54 w 59"/>
                <a:gd name="T7" fmla="*/ 3 h 142"/>
                <a:gd name="T8" fmla="*/ 57 w 59"/>
                <a:gd name="T9" fmla="*/ 9 h 142"/>
                <a:gd name="T10" fmla="*/ 53 w 59"/>
                <a:gd name="T11" fmla="*/ 18 h 142"/>
                <a:gd name="T12" fmla="*/ 43 w 59"/>
                <a:gd name="T13" fmla="*/ 22 h 142"/>
                <a:gd name="T14" fmla="*/ 37 w 59"/>
                <a:gd name="T15" fmla="*/ 20 h 142"/>
                <a:gd name="T16" fmla="*/ 34 w 59"/>
                <a:gd name="T17" fmla="*/ 13 h 142"/>
                <a:gd name="T18" fmla="*/ 0 w 59"/>
                <a:gd name="T19" fmla="*/ 79 h 142"/>
                <a:gd name="T20" fmla="*/ 2 w 59"/>
                <a:gd name="T21" fmla="*/ 73 h 142"/>
                <a:gd name="T22" fmla="*/ 7 w 59"/>
                <a:gd name="T23" fmla="*/ 62 h 142"/>
                <a:gd name="T24" fmla="*/ 16 w 59"/>
                <a:gd name="T25" fmla="*/ 51 h 142"/>
                <a:gd name="T26" fmla="*/ 29 w 59"/>
                <a:gd name="T27" fmla="*/ 47 h 142"/>
                <a:gd name="T28" fmla="*/ 43 w 59"/>
                <a:gd name="T29" fmla="*/ 52 h 142"/>
                <a:gd name="T30" fmla="*/ 48 w 59"/>
                <a:gd name="T31" fmla="*/ 65 h 142"/>
                <a:gd name="T32" fmla="*/ 45 w 59"/>
                <a:gd name="T33" fmla="*/ 76 h 142"/>
                <a:gd name="T34" fmla="*/ 37 w 59"/>
                <a:gd name="T35" fmla="*/ 99 h 142"/>
                <a:gd name="T36" fmla="*/ 28 w 59"/>
                <a:gd name="T37" fmla="*/ 122 h 142"/>
                <a:gd name="T38" fmla="*/ 27 w 59"/>
                <a:gd name="T39" fmla="*/ 129 h 142"/>
                <a:gd name="T40" fmla="*/ 31 w 59"/>
                <a:gd name="T41" fmla="*/ 134 h 142"/>
                <a:gd name="T42" fmla="*/ 35 w 59"/>
                <a:gd name="T43" fmla="*/ 134 h 142"/>
                <a:gd name="T44" fmla="*/ 39 w 59"/>
                <a:gd name="T45" fmla="*/ 131 h 142"/>
                <a:gd name="T46" fmla="*/ 45 w 59"/>
                <a:gd name="T47" fmla="*/ 123 h 142"/>
                <a:gd name="T48" fmla="*/ 50 w 59"/>
                <a:gd name="T49" fmla="*/ 111 h 142"/>
                <a:gd name="T50" fmla="*/ 52 w 59"/>
                <a:gd name="T51" fmla="*/ 108 h 142"/>
                <a:gd name="T52" fmla="*/ 55 w 59"/>
                <a:gd name="T53" fmla="*/ 108 h 142"/>
                <a:gd name="T54" fmla="*/ 59 w 59"/>
                <a:gd name="T55" fmla="*/ 110 h 142"/>
                <a:gd name="T56" fmla="*/ 57 w 59"/>
                <a:gd name="T57" fmla="*/ 116 h 142"/>
                <a:gd name="T58" fmla="*/ 52 w 59"/>
                <a:gd name="T59" fmla="*/ 127 h 142"/>
                <a:gd name="T60" fmla="*/ 43 w 59"/>
                <a:gd name="T61" fmla="*/ 138 h 142"/>
                <a:gd name="T62" fmla="*/ 30 w 59"/>
                <a:gd name="T63" fmla="*/ 142 h 142"/>
                <a:gd name="T64" fmla="*/ 17 w 59"/>
                <a:gd name="T65" fmla="*/ 138 h 142"/>
                <a:gd name="T66" fmla="*/ 11 w 59"/>
                <a:gd name="T67" fmla="*/ 124 h 142"/>
                <a:gd name="T68" fmla="*/ 12 w 59"/>
                <a:gd name="T69" fmla="*/ 118 h 142"/>
                <a:gd name="T70" fmla="*/ 21 w 59"/>
                <a:gd name="T71" fmla="*/ 94 h 142"/>
                <a:gd name="T72" fmla="*/ 31 w 59"/>
                <a:gd name="T73" fmla="*/ 68 h 142"/>
                <a:gd name="T74" fmla="*/ 32 w 59"/>
                <a:gd name="T75" fmla="*/ 60 h 142"/>
                <a:gd name="T76" fmla="*/ 29 w 59"/>
                <a:gd name="T77" fmla="*/ 55 h 142"/>
                <a:gd name="T78" fmla="*/ 28 w 59"/>
                <a:gd name="T79" fmla="*/ 55 h 142"/>
                <a:gd name="T80" fmla="*/ 17 w 59"/>
                <a:gd name="T81" fmla="*/ 62 h 142"/>
                <a:gd name="T82" fmla="*/ 8 w 59"/>
                <a:gd name="T83" fmla="*/ 79 h 142"/>
                <a:gd name="T84" fmla="*/ 8 w 59"/>
                <a:gd name="T85" fmla="*/ 80 h 142"/>
                <a:gd name="T86" fmla="*/ 8 w 59"/>
                <a:gd name="T87" fmla="*/ 81 h 142"/>
                <a:gd name="T88" fmla="*/ 7 w 59"/>
                <a:gd name="T89" fmla="*/ 81 h 142"/>
                <a:gd name="T90" fmla="*/ 7 w 59"/>
                <a:gd name="T91" fmla="*/ 81 h 142"/>
                <a:gd name="T92" fmla="*/ 6 w 59"/>
                <a:gd name="T93" fmla="*/ 81 h 142"/>
                <a:gd name="T94" fmla="*/ 4 w 59"/>
                <a:gd name="T95" fmla="*/ 81 h 142"/>
                <a:gd name="T96" fmla="*/ 1 w 59"/>
                <a:gd name="T97" fmla="*/ 81 h 142"/>
                <a:gd name="T98" fmla="*/ 0 w 59"/>
                <a:gd name="T99" fmla="*/ 7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9" h="142">
                  <a:moveTo>
                    <a:pt x="34" y="13"/>
                  </a:moveTo>
                  <a:cubicBezTo>
                    <a:pt x="34" y="10"/>
                    <a:pt x="36" y="7"/>
                    <a:pt x="38" y="4"/>
                  </a:cubicBezTo>
                  <a:cubicBezTo>
                    <a:pt x="41" y="2"/>
                    <a:pt x="44" y="1"/>
                    <a:pt x="48" y="0"/>
                  </a:cubicBezTo>
                  <a:cubicBezTo>
                    <a:pt x="50" y="0"/>
                    <a:pt x="52" y="1"/>
                    <a:pt x="54" y="3"/>
                  </a:cubicBezTo>
                  <a:cubicBezTo>
                    <a:pt x="56" y="5"/>
                    <a:pt x="57" y="7"/>
                    <a:pt x="57" y="9"/>
                  </a:cubicBezTo>
                  <a:cubicBezTo>
                    <a:pt x="57" y="13"/>
                    <a:pt x="55" y="16"/>
                    <a:pt x="53" y="18"/>
                  </a:cubicBezTo>
                  <a:cubicBezTo>
                    <a:pt x="50" y="21"/>
                    <a:pt x="47" y="22"/>
                    <a:pt x="43" y="22"/>
                  </a:cubicBezTo>
                  <a:cubicBezTo>
                    <a:pt x="41" y="22"/>
                    <a:pt x="39" y="22"/>
                    <a:pt x="37" y="20"/>
                  </a:cubicBezTo>
                  <a:cubicBezTo>
                    <a:pt x="36" y="19"/>
                    <a:pt x="35" y="17"/>
                    <a:pt x="34" y="13"/>
                  </a:cubicBezTo>
                  <a:close/>
                  <a:moveTo>
                    <a:pt x="0" y="79"/>
                  </a:moveTo>
                  <a:cubicBezTo>
                    <a:pt x="0" y="78"/>
                    <a:pt x="1" y="76"/>
                    <a:pt x="2" y="73"/>
                  </a:cubicBezTo>
                  <a:cubicBezTo>
                    <a:pt x="3" y="70"/>
                    <a:pt x="5" y="66"/>
                    <a:pt x="7" y="62"/>
                  </a:cubicBezTo>
                  <a:cubicBezTo>
                    <a:pt x="9" y="58"/>
                    <a:pt x="12" y="55"/>
                    <a:pt x="16" y="51"/>
                  </a:cubicBezTo>
                  <a:cubicBezTo>
                    <a:pt x="20" y="48"/>
                    <a:pt x="25" y="47"/>
                    <a:pt x="29" y="47"/>
                  </a:cubicBezTo>
                  <a:cubicBezTo>
                    <a:pt x="34" y="47"/>
                    <a:pt x="39" y="48"/>
                    <a:pt x="43" y="52"/>
                  </a:cubicBezTo>
                  <a:cubicBezTo>
                    <a:pt x="46" y="55"/>
                    <a:pt x="48" y="59"/>
                    <a:pt x="48" y="65"/>
                  </a:cubicBezTo>
                  <a:cubicBezTo>
                    <a:pt x="48" y="67"/>
                    <a:pt x="47" y="71"/>
                    <a:pt x="45" y="76"/>
                  </a:cubicBezTo>
                  <a:cubicBezTo>
                    <a:pt x="43" y="82"/>
                    <a:pt x="41" y="89"/>
                    <a:pt x="37" y="99"/>
                  </a:cubicBezTo>
                  <a:cubicBezTo>
                    <a:pt x="33" y="108"/>
                    <a:pt x="30" y="116"/>
                    <a:pt x="28" y="122"/>
                  </a:cubicBezTo>
                  <a:cubicBezTo>
                    <a:pt x="27" y="126"/>
                    <a:pt x="27" y="128"/>
                    <a:pt x="27" y="129"/>
                  </a:cubicBezTo>
                  <a:cubicBezTo>
                    <a:pt x="27" y="133"/>
                    <a:pt x="28" y="134"/>
                    <a:pt x="31" y="134"/>
                  </a:cubicBezTo>
                  <a:cubicBezTo>
                    <a:pt x="32" y="134"/>
                    <a:pt x="33" y="134"/>
                    <a:pt x="35" y="134"/>
                  </a:cubicBezTo>
                  <a:cubicBezTo>
                    <a:pt x="36" y="133"/>
                    <a:pt x="38" y="132"/>
                    <a:pt x="39" y="131"/>
                  </a:cubicBezTo>
                  <a:cubicBezTo>
                    <a:pt x="41" y="129"/>
                    <a:pt x="43" y="127"/>
                    <a:pt x="45" y="123"/>
                  </a:cubicBezTo>
                  <a:cubicBezTo>
                    <a:pt x="47" y="120"/>
                    <a:pt x="49" y="116"/>
                    <a:pt x="50" y="111"/>
                  </a:cubicBezTo>
                  <a:cubicBezTo>
                    <a:pt x="51" y="109"/>
                    <a:pt x="51" y="108"/>
                    <a:pt x="52" y="108"/>
                  </a:cubicBezTo>
                  <a:cubicBezTo>
                    <a:pt x="52" y="108"/>
                    <a:pt x="53" y="108"/>
                    <a:pt x="55" y="108"/>
                  </a:cubicBezTo>
                  <a:cubicBezTo>
                    <a:pt x="58" y="108"/>
                    <a:pt x="59" y="108"/>
                    <a:pt x="59" y="110"/>
                  </a:cubicBezTo>
                  <a:cubicBezTo>
                    <a:pt x="59" y="111"/>
                    <a:pt x="59" y="113"/>
                    <a:pt x="57" y="116"/>
                  </a:cubicBezTo>
                  <a:cubicBezTo>
                    <a:pt x="56" y="120"/>
                    <a:pt x="54" y="123"/>
                    <a:pt x="52" y="127"/>
                  </a:cubicBezTo>
                  <a:cubicBezTo>
                    <a:pt x="50" y="131"/>
                    <a:pt x="47" y="135"/>
                    <a:pt x="43" y="138"/>
                  </a:cubicBezTo>
                  <a:cubicBezTo>
                    <a:pt x="39" y="141"/>
                    <a:pt x="34" y="142"/>
                    <a:pt x="30" y="142"/>
                  </a:cubicBezTo>
                  <a:cubicBezTo>
                    <a:pt x="25" y="142"/>
                    <a:pt x="21" y="141"/>
                    <a:pt x="17" y="138"/>
                  </a:cubicBezTo>
                  <a:cubicBezTo>
                    <a:pt x="13" y="135"/>
                    <a:pt x="11" y="130"/>
                    <a:pt x="11" y="124"/>
                  </a:cubicBezTo>
                  <a:cubicBezTo>
                    <a:pt x="11" y="122"/>
                    <a:pt x="12" y="120"/>
                    <a:pt x="12" y="118"/>
                  </a:cubicBezTo>
                  <a:cubicBezTo>
                    <a:pt x="13" y="115"/>
                    <a:pt x="16" y="107"/>
                    <a:pt x="21" y="94"/>
                  </a:cubicBezTo>
                  <a:cubicBezTo>
                    <a:pt x="27" y="79"/>
                    <a:pt x="30" y="71"/>
                    <a:pt x="31" y="68"/>
                  </a:cubicBezTo>
                  <a:cubicBezTo>
                    <a:pt x="31" y="65"/>
                    <a:pt x="32" y="62"/>
                    <a:pt x="32" y="60"/>
                  </a:cubicBezTo>
                  <a:cubicBezTo>
                    <a:pt x="32" y="56"/>
                    <a:pt x="31" y="55"/>
                    <a:pt x="29" y="55"/>
                  </a:cubicBezTo>
                  <a:lnTo>
                    <a:pt x="28" y="55"/>
                  </a:lnTo>
                  <a:cubicBezTo>
                    <a:pt x="24" y="55"/>
                    <a:pt x="20" y="57"/>
                    <a:pt x="17" y="62"/>
                  </a:cubicBezTo>
                  <a:cubicBezTo>
                    <a:pt x="13" y="66"/>
                    <a:pt x="10" y="72"/>
                    <a:pt x="8" y="79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1"/>
                  </a:cubicBezTo>
                  <a:cubicBezTo>
                    <a:pt x="8" y="81"/>
                    <a:pt x="8" y="81"/>
                    <a:pt x="7" y="81"/>
                  </a:cubicBezTo>
                  <a:cubicBezTo>
                    <a:pt x="7" y="81"/>
                    <a:pt x="7" y="81"/>
                    <a:pt x="7" y="81"/>
                  </a:cubicBezTo>
                  <a:lnTo>
                    <a:pt x="6" y="81"/>
                  </a:lnTo>
                  <a:lnTo>
                    <a:pt x="4" y="81"/>
                  </a:lnTo>
                  <a:lnTo>
                    <a:pt x="1" y="81"/>
                  </a:lnTo>
                  <a:cubicBezTo>
                    <a:pt x="0" y="80"/>
                    <a:pt x="0" y="80"/>
                    <a:pt x="0" y="79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1" name="Freeform 10"/>
            <p:cNvSpPr>
              <a:spLocks/>
            </p:cNvSpPr>
            <p:nvPr/>
          </p:nvSpPr>
          <p:spPr bwMode="auto">
            <a:xfrm>
              <a:off x="1228" y="3418"/>
              <a:ext cx="47" cy="195"/>
            </a:xfrm>
            <a:custGeom>
              <a:avLst/>
              <a:gdLst>
                <a:gd name="T0" fmla="*/ 1 w 51"/>
                <a:gd name="T1" fmla="*/ 0 h 211"/>
                <a:gd name="T2" fmla="*/ 2 w 51"/>
                <a:gd name="T3" fmla="*/ 0 h 211"/>
                <a:gd name="T4" fmla="*/ 4 w 51"/>
                <a:gd name="T5" fmla="*/ 0 h 211"/>
                <a:gd name="T6" fmla="*/ 7 w 51"/>
                <a:gd name="T7" fmla="*/ 0 h 211"/>
                <a:gd name="T8" fmla="*/ 13 w 51"/>
                <a:gd name="T9" fmla="*/ 5 h 211"/>
                <a:gd name="T10" fmla="*/ 42 w 51"/>
                <a:gd name="T11" fmla="*/ 49 h 211"/>
                <a:gd name="T12" fmla="*/ 51 w 51"/>
                <a:gd name="T13" fmla="*/ 105 h 211"/>
                <a:gd name="T14" fmla="*/ 49 w 51"/>
                <a:gd name="T15" fmla="*/ 133 h 211"/>
                <a:gd name="T16" fmla="*/ 44 w 51"/>
                <a:gd name="T17" fmla="*/ 155 h 211"/>
                <a:gd name="T18" fmla="*/ 36 w 51"/>
                <a:gd name="T19" fmla="*/ 174 h 211"/>
                <a:gd name="T20" fmla="*/ 28 w 51"/>
                <a:gd name="T21" fmla="*/ 188 h 211"/>
                <a:gd name="T22" fmla="*/ 19 w 51"/>
                <a:gd name="T23" fmla="*/ 199 h 211"/>
                <a:gd name="T24" fmla="*/ 12 w 51"/>
                <a:gd name="T25" fmla="*/ 206 h 211"/>
                <a:gd name="T26" fmla="*/ 8 w 51"/>
                <a:gd name="T27" fmla="*/ 210 h 211"/>
                <a:gd name="T28" fmla="*/ 7 w 51"/>
                <a:gd name="T29" fmla="*/ 211 h 211"/>
                <a:gd name="T30" fmla="*/ 4 w 51"/>
                <a:gd name="T31" fmla="*/ 211 h 211"/>
                <a:gd name="T32" fmla="*/ 2 w 51"/>
                <a:gd name="T33" fmla="*/ 211 h 211"/>
                <a:gd name="T34" fmla="*/ 1 w 51"/>
                <a:gd name="T35" fmla="*/ 210 h 211"/>
                <a:gd name="T36" fmla="*/ 0 w 51"/>
                <a:gd name="T37" fmla="*/ 208 h 211"/>
                <a:gd name="T38" fmla="*/ 3 w 51"/>
                <a:gd name="T39" fmla="*/ 205 h 211"/>
                <a:gd name="T40" fmla="*/ 35 w 51"/>
                <a:gd name="T41" fmla="*/ 105 h 211"/>
                <a:gd name="T42" fmla="*/ 3 w 51"/>
                <a:gd name="T43" fmla="*/ 5 h 211"/>
                <a:gd name="T44" fmla="*/ 0 w 51"/>
                <a:gd name="T45" fmla="*/ 2 h 211"/>
                <a:gd name="T46" fmla="*/ 1 w 51"/>
                <a:gd name="T4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211">
                  <a:moveTo>
                    <a:pt x="1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13" y="5"/>
                  </a:lnTo>
                  <a:cubicBezTo>
                    <a:pt x="26" y="17"/>
                    <a:pt x="36" y="32"/>
                    <a:pt x="42" y="49"/>
                  </a:cubicBezTo>
                  <a:cubicBezTo>
                    <a:pt x="48" y="67"/>
                    <a:pt x="51" y="86"/>
                    <a:pt x="51" y="105"/>
                  </a:cubicBezTo>
                  <a:cubicBezTo>
                    <a:pt x="51" y="115"/>
                    <a:pt x="50" y="124"/>
                    <a:pt x="49" y="133"/>
                  </a:cubicBezTo>
                  <a:cubicBezTo>
                    <a:pt x="47" y="142"/>
                    <a:pt x="45" y="149"/>
                    <a:pt x="44" y="155"/>
                  </a:cubicBezTo>
                  <a:cubicBezTo>
                    <a:pt x="42" y="162"/>
                    <a:pt x="39" y="168"/>
                    <a:pt x="36" y="174"/>
                  </a:cubicBezTo>
                  <a:cubicBezTo>
                    <a:pt x="32" y="180"/>
                    <a:pt x="30" y="185"/>
                    <a:pt x="28" y="188"/>
                  </a:cubicBezTo>
                  <a:cubicBezTo>
                    <a:pt x="26" y="191"/>
                    <a:pt x="23" y="195"/>
                    <a:pt x="19" y="199"/>
                  </a:cubicBezTo>
                  <a:cubicBezTo>
                    <a:pt x="15" y="203"/>
                    <a:pt x="13" y="205"/>
                    <a:pt x="12" y="206"/>
                  </a:cubicBezTo>
                  <a:cubicBezTo>
                    <a:pt x="12" y="207"/>
                    <a:pt x="10" y="208"/>
                    <a:pt x="8" y="210"/>
                  </a:cubicBezTo>
                  <a:lnTo>
                    <a:pt x="7" y="211"/>
                  </a:lnTo>
                  <a:lnTo>
                    <a:pt x="4" y="211"/>
                  </a:lnTo>
                  <a:lnTo>
                    <a:pt x="2" y="211"/>
                  </a:lnTo>
                  <a:cubicBezTo>
                    <a:pt x="1" y="211"/>
                    <a:pt x="1" y="210"/>
                    <a:pt x="1" y="210"/>
                  </a:cubicBezTo>
                  <a:cubicBezTo>
                    <a:pt x="1" y="210"/>
                    <a:pt x="0" y="209"/>
                    <a:pt x="0" y="208"/>
                  </a:cubicBezTo>
                  <a:cubicBezTo>
                    <a:pt x="0" y="208"/>
                    <a:pt x="1" y="207"/>
                    <a:pt x="3" y="205"/>
                  </a:cubicBezTo>
                  <a:cubicBezTo>
                    <a:pt x="24" y="183"/>
                    <a:pt x="35" y="149"/>
                    <a:pt x="35" y="105"/>
                  </a:cubicBezTo>
                  <a:cubicBezTo>
                    <a:pt x="35" y="61"/>
                    <a:pt x="24" y="28"/>
                    <a:pt x="3" y="5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1358" y="3492"/>
              <a:ext cx="130" cy="46"/>
            </a:xfrm>
            <a:custGeom>
              <a:avLst/>
              <a:gdLst>
                <a:gd name="T0" fmla="*/ 0 w 141"/>
                <a:gd name="T1" fmla="*/ 5 h 50"/>
                <a:gd name="T2" fmla="*/ 3 w 141"/>
                <a:gd name="T3" fmla="*/ 0 h 50"/>
                <a:gd name="T4" fmla="*/ 137 w 141"/>
                <a:gd name="T5" fmla="*/ 0 h 50"/>
                <a:gd name="T6" fmla="*/ 141 w 141"/>
                <a:gd name="T7" fmla="*/ 5 h 50"/>
                <a:gd name="T8" fmla="*/ 138 w 141"/>
                <a:gd name="T9" fmla="*/ 9 h 50"/>
                <a:gd name="T10" fmla="*/ 71 w 141"/>
                <a:gd name="T11" fmla="*/ 9 h 50"/>
                <a:gd name="T12" fmla="*/ 4 w 141"/>
                <a:gd name="T13" fmla="*/ 9 h 50"/>
                <a:gd name="T14" fmla="*/ 0 w 141"/>
                <a:gd name="T15" fmla="*/ 5 h 50"/>
                <a:gd name="T16" fmla="*/ 0 w 141"/>
                <a:gd name="T17" fmla="*/ 46 h 50"/>
                <a:gd name="T18" fmla="*/ 4 w 141"/>
                <a:gd name="T19" fmla="*/ 41 h 50"/>
                <a:gd name="T20" fmla="*/ 138 w 141"/>
                <a:gd name="T21" fmla="*/ 41 h 50"/>
                <a:gd name="T22" fmla="*/ 141 w 141"/>
                <a:gd name="T23" fmla="*/ 46 h 50"/>
                <a:gd name="T24" fmla="*/ 137 w 141"/>
                <a:gd name="T25" fmla="*/ 50 h 50"/>
                <a:gd name="T26" fmla="*/ 3 w 141"/>
                <a:gd name="T27" fmla="*/ 50 h 50"/>
                <a:gd name="T28" fmla="*/ 0 w 141"/>
                <a:gd name="T29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" h="50">
                  <a:moveTo>
                    <a:pt x="0" y="5"/>
                  </a:moveTo>
                  <a:cubicBezTo>
                    <a:pt x="0" y="3"/>
                    <a:pt x="1" y="1"/>
                    <a:pt x="3" y="0"/>
                  </a:cubicBezTo>
                  <a:lnTo>
                    <a:pt x="137" y="0"/>
                  </a:lnTo>
                  <a:cubicBezTo>
                    <a:pt x="140" y="2"/>
                    <a:pt x="141" y="3"/>
                    <a:pt x="141" y="5"/>
                  </a:cubicBezTo>
                  <a:cubicBezTo>
                    <a:pt x="141" y="6"/>
                    <a:pt x="140" y="8"/>
                    <a:pt x="138" y="9"/>
                  </a:cubicBezTo>
                  <a:lnTo>
                    <a:pt x="71" y="9"/>
                  </a:lnTo>
                  <a:lnTo>
                    <a:pt x="4" y="9"/>
                  </a:lnTo>
                  <a:cubicBezTo>
                    <a:pt x="1" y="8"/>
                    <a:pt x="0" y="7"/>
                    <a:pt x="0" y="5"/>
                  </a:cubicBezTo>
                  <a:close/>
                  <a:moveTo>
                    <a:pt x="0" y="46"/>
                  </a:moveTo>
                  <a:cubicBezTo>
                    <a:pt x="0" y="44"/>
                    <a:pt x="1" y="42"/>
                    <a:pt x="4" y="41"/>
                  </a:cubicBezTo>
                  <a:lnTo>
                    <a:pt x="138" y="41"/>
                  </a:lnTo>
                  <a:cubicBezTo>
                    <a:pt x="140" y="43"/>
                    <a:pt x="141" y="44"/>
                    <a:pt x="141" y="46"/>
                  </a:cubicBezTo>
                  <a:cubicBezTo>
                    <a:pt x="141" y="47"/>
                    <a:pt x="140" y="49"/>
                    <a:pt x="137" y="50"/>
                  </a:cubicBezTo>
                  <a:lnTo>
                    <a:pt x="3" y="50"/>
                  </a:lnTo>
                  <a:cubicBezTo>
                    <a:pt x="1" y="49"/>
                    <a:pt x="0" y="47"/>
                    <a:pt x="0" y="46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1576" y="3510"/>
              <a:ext cx="348" cy="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4" name="Freeform 13"/>
            <p:cNvSpPr>
              <a:spLocks/>
            </p:cNvSpPr>
            <p:nvPr/>
          </p:nvSpPr>
          <p:spPr bwMode="auto">
            <a:xfrm>
              <a:off x="1591" y="3401"/>
              <a:ext cx="76" cy="63"/>
            </a:xfrm>
            <a:custGeom>
              <a:avLst/>
              <a:gdLst>
                <a:gd name="T0" fmla="*/ 0 w 83"/>
                <a:gd name="T1" fmla="*/ 23 h 68"/>
                <a:gd name="T2" fmla="*/ 0 w 83"/>
                <a:gd name="T3" fmla="*/ 21 h 68"/>
                <a:gd name="T4" fmla="*/ 2 w 83"/>
                <a:gd name="T5" fmla="*/ 15 h 68"/>
                <a:gd name="T6" fmla="*/ 5 w 83"/>
                <a:gd name="T7" fmla="*/ 8 h 68"/>
                <a:gd name="T8" fmla="*/ 10 w 83"/>
                <a:gd name="T9" fmla="*/ 3 h 68"/>
                <a:gd name="T10" fmla="*/ 17 w 83"/>
                <a:gd name="T11" fmla="*/ 0 h 68"/>
                <a:gd name="T12" fmla="*/ 26 w 83"/>
                <a:gd name="T13" fmla="*/ 3 h 68"/>
                <a:gd name="T14" fmla="*/ 30 w 83"/>
                <a:gd name="T15" fmla="*/ 8 h 68"/>
                <a:gd name="T16" fmla="*/ 31 w 83"/>
                <a:gd name="T17" fmla="*/ 11 h 68"/>
                <a:gd name="T18" fmla="*/ 31 w 83"/>
                <a:gd name="T19" fmla="*/ 11 h 68"/>
                <a:gd name="T20" fmla="*/ 33 w 83"/>
                <a:gd name="T21" fmla="*/ 10 h 68"/>
                <a:gd name="T22" fmla="*/ 54 w 83"/>
                <a:gd name="T23" fmla="*/ 0 h 68"/>
                <a:gd name="T24" fmla="*/ 67 w 83"/>
                <a:gd name="T25" fmla="*/ 4 h 68"/>
                <a:gd name="T26" fmla="*/ 72 w 83"/>
                <a:gd name="T27" fmla="*/ 16 h 68"/>
                <a:gd name="T28" fmla="*/ 66 w 83"/>
                <a:gd name="T29" fmla="*/ 39 h 68"/>
                <a:gd name="T30" fmla="*/ 61 w 83"/>
                <a:gd name="T31" fmla="*/ 58 h 68"/>
                <a:gd name="T32" fmla="*/ 63 w 83"/>
                <a:gd name="T33" fmla="*/ 62 h 68"/>
                <a:gd name="T34" fmla="*/ 64 w 83"/>
                <a:gd name="T35" fmla="*/ 62 h 68"/>
                <a:gd name="T36" fmla="*/ 72 w 83"/>
                <a:gd name="T37" fmla="*/ 56 h 68"/>
                <a:gd name="T38" fmla="*/ 77 w 83"/>
                <a:gd name="T39" fmla="*/ 44 h 68"/>
                <a:gd name="T40" fmla="*/ 80 w 83"/>
                <a:gd name="T41" fmla="*/ 43 h 68"/>
                <a:gd name="T42" fmla="*/ 83 w 83"/>
                <a:gd name="T43" fmla="*/ 44 h 68"/>
                <a:gd name="T44" fmla="*/ 83 w 83"/>
                <a:gd name="T45" fmla="*/ 47 h 68"/>
                <a:gd name="T46" fmla="*/ 79 w 83"/>
                <a:gd name="T47" fmla="*/ 55 h 68"/>
                <a:gd name="T48" fmla="*/ 73 w 83"/>
                <a:gd name="T49" fmla="*/ 64 h 68"/>
                <a:gd name="T50" fmla="*/ 62 w 83"/>
                <a:gd name="T51" fmla="*/ 68 h 68"/>
                <a:gd name="T52" fmla="*/ 52 w 83"/>
                <a:gd name="T53" fmla="*/ 64 h 68"/>
                <a:gd name="T54" fmla="*/ 49 w 83"/>
                <a:gd name="T55" fmla="*/ 55 h 68"/>
                <a:gd name="T56" fmla="*/ 54 w 83"/>
                <a:gd name="T57" fmla="*/ 37 h 68"/>
                <a:gd name="T58" fmla="*/ 60 w 83"/>
                <a:gd name="T59" fmla="*/ 15 h 68"/>
                <a:gd name="T60" fmla="*/ 53 w 83"/>
                <a:gd name="T61" fmla="*/ 6 h 68"/>
                <a:gd name="T62" fmla="*/ 53 w 83"/>
                <a:gd name="T63" fmla="*/ 6 h 68"/>
                <a:gd name="T64" fmla="*/ 31 w 83"/>
                <a:gd name="T65" fmla="*/ 21 h 68"/>
                <a:gd name="T66" fmla="*/ 30 w 83"/>
                <a:gd name="T67" fmla="*/ 23 h 68"/>
                <a:gd name="T68" fmla="*/ 25 w 83"/>
                <a:gd name="T69" fmla="*/ 43 h 68"/>
                <a:gd name="T70" fmla="*/ 19 w 83"/>
                <a:gd name="T71" fmla="*/ 64 h 68"/>
                <a:gd name="T72" fmla="*/ 13 w 83"/>
                <a:gd name="T73" fmla="*/ 68 h 68"/>
                <a:gd name="T74" fmla="*/ 10 w 83"/>
                <a:gd name="T75" fmla="*/ 67 h 68"/>
                <a:gd name="T76" fmla="*/ 8 w 83"/>
                <a:gd name="T77" fmla="*/ 65 h 68"/>
                <a:gd name="T78" fmla="*/ 8 w 83"/>
                <a:gd name="T79" fmla="*/ 64 h 68"/>
                <a:gd name="T80" fmla="*/ 14 w 83"/>
                <a:gd name="T81" fmla="*/ 39 h 68"/>
                <a:gd name="T82" fmla="*/ 20 w 83"/>
                <a:gd name="T83" fmla="*/ 15 h 68"/>
                <a:gd name="T84" fmla="*/ 20 w 83"/>
                <a:gd name="T85" fmla="*/ 11 h 68"/>
                <a:gd name="T86" fmla="*/ 16 w 83"/>
                <a:gd name="T87" fmla="*/ 6 h 68"/>
                <a:gd name="T88" fmla="*/ 7 w 83"/>
                <a:gd name="T89" fmla="*/ 21 h 68"/>
                <a:gd name="T90" fmla="*/ 6 w 83"/>
                <a:gd name="T91" fmla="*/ 24 h 68"/>
                <a:gd name="T92" fmla="*/ 3 w 83"/>
                <a:gd name="T93" fmla="*/ 25 h 68"/>
                <a:gd name="T94" fmla="*/ 1 w 83"/>
                <a:gd name="T95" fmla="*/ 25 h 68"/>
                <a:gd name="T96" fmla="*/ 0 w 83"/>
                <a:gd name="T97" fmla="*/ 2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3" h="68">
                  <a:moveTo>
                    <a:pt x="0" y="23"/>
                  </a:moveTo>
                  <a:cubicBezTo>
                    <a:pt x="0" y="23"/>
                    <a:pt x="0" y="22"/>
                    <a:pt x="0" y="21"/>
                  </a:cubicBezTo>
                  <a:cubicBezTo>
                    <a:pt x="1" y="20"/>
                    <a:pt x="1" y="18"/>
                    <a:pt x="2" y="15"/>
                  </a:cubicBezTo>
                  <a:cubicBezTo>
                    <a:pt x="3" y="12"/>
                    <a:pt x="4" y="10"/>
                    <a:pt x="5" y="8"/>
                  </a:cubicBezTo>
                  <a:cubicBezTo>
                    <a:pt x="6" y="6"/>
                    <a:pt x="8" y="4"/>
                    <a:pt x="10" y="3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1" y="0"/>
                    <a:pt x="24" y="1"/>
                    <a:pt x="26" y="3"/>
                  </a:cubicBezTo>
                  <a:cubicBezTo>
                    <a:pt x="28" y="5"/>
                    <a:pt x="30" y="6"/>
                    <a:pt x="30" y="8"/>
                  </a:cubicBezTo>
                  <a:cubicBezTo>
                    <a:pt x="31" y="10"/>
                    <a:pt x="31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lnTo>
                    <a:pt x="33" y="10"/>
                  </a:lnTo>
                  <a:cubicBezTo>
                    <a:pt x="39" y="3"/>
                    <a:pt x="46" y="0"/>
                    <a:pt x="54" y="0"/>
                  </a:cubicBezTo>
                  <a:cubicBezTo>
                    <a:pt x="59" y="0"/>
                    <a:pt x="64" y="1"/>
                    <a:pt x="67" y="4"/>
                  </a:cubicBezTo>
                  <a:cubicBezTo>
                    <a:pt x="70" y="7"/>
                    <a:pt x="72" y="11"/>
                    <a:pt x="72" y="16"/>
                  </a:cubicBezTo>
                  <a:cubicBezTo>
                    <a:pt x="72" y="21"/>
                    <a:pt x="70" y="29"/>
                    <a:pt x="66" y="39"/>
                  </a:cubicBezTo>
                  <a:cubicBezTo>
                    <a:pt x="62" y="50"/>
                    <a:pt x="60" y="56"/>
                    <a:pt x="61" y="58"/>
                  </a:cubicBezTo>
                  <a:cubicBezTo>
                    <a:pt x="61" y="61"/>
                    <a:pt x="61" y="62"/>
                    <a:pt x="63" y="62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7" y="62"/>
                    <a:pt x="70" y="60"/>
                    <a:pt x="72" y="56"/>
                  </a:cubicBezTo>
                  <a:cubicBezTo>
                    <a:pt x="74" y="53"/>
                    <a:pt x="76" y="49"/>
                    <a:pt x="77" y="44"/>
                  </a:cubicBezTo>
                  <a:cubicBezTo>
                    <a:pt x="78" y="44"/>
                    <a:pt x="79" y="43"/>
                    <a:pt x="80" y="43"/>
                  </a:cubicBezTo>
                  <a:cubicBezTo>
                    <a:pt x="82" y="43"/>
                    <a:pt x="83" y="44"/>
                    <a:pt x="83" y="44"/>
                  </a:cubicBezTo>
                  <a:cubicBezTo>
                    <a:pt x="83" y="45"/>
                    <a:pt x="83" y="45"/>
                    <a:pt x="83" y="47"/>
                  </a:cubicBezTo>
                  <a:cubicBezTo>
                    <a:pt x="82" y="50"/>
                    <a:pt x="81" y="52"/>
                    <a:pt x="79" y="55"/>
                  </a:cubicBezTo>
                  <a:cubicBezTo>
                    <a:pt x="78" y="58"/>
                    <a:pt x="76" y="61"/>
                    <a:pt x="73" y="64"/>
                  </a:cubicBezTo>
                  <a:cubicBezTo>
                    <a:pt x="69" y="66"/>
                    <a:pt x="66" y="68"/>
                    <a:pt x="62" y="68"/>
                  </a:cubicBezTo>
                  <a:cubicBezTo>
                    <a:pt x="58" y="68"/>
                    <a:pt x="54" y="66"/>
                    <a:pt x="52" y="64"/>
                  </a:cubicBezTo>
                  <a:cubicBezTo>
                    <a:pt x="50" y="61"/>
                    <a:pt x="49" y="58"/>
                    <a:pt x="49" y="55"/>
                  </a:cubicBezTo>
                  <a:cubicBezTo>
                    <a:pt x="49" y="53"/>
                    <a:pt x="51" y="47"/>
                    <a:pt x="54" y="37"/>
                  </a:cubicBezTo>
                  <a:cubicBezTo>
                    <a:pt x="58" y="27"/>
                    <a:pt x="60" y="20"/>
                    <a:pt x="60" y="15"/>
                  </a:cubicBezTo>
                  <a:cubicBezTo>
                    <a:pt x="60" y="9"/>
                    <a:pt x="58" y="6"/>
                    <a:pt x="53" y="6"/>
                  </a:cubicBezTo>
                  <a:lnTo>
                    <a:pt x="53" y="6"/>
                  </a:lnTo>
                  <a:cubicBezTo>
                    <a:pt x="44" y="6"/>
                    <a:pt x="37" y="11"/>
                    <a:pt x="31" y="21"/>
                  </a:cubicBezTo>
                  <a:lnTo>
                    <a:pt x="30" y="23"/>
                  </a:lnTo>
                  <a:lnTo>
                    <a:pt x="25" y="43"/>
                  </a:lnTo>
                  <a:cubicBezTo>
                    <a:pt x="22" y="56"/>
                    <a:pt x="20" y="63"/>
                    <a:pt x="19" y="64"/>
                  </a:cubicBezTo>
                  <a:cubicBezTo>
                    <a:pt x="18" y="66"/>
                    <a:pt x="16" y="68"/>
                    <a:pt x="13" y="68"/>
                  </a:cubicBezTo>
                  <a:cubicBezTo>
                    <a:pt x="12" y="68"/>
                    <a:pt x="11" y="67"/>
                    <a:pt x="10" y="67"/>
                  </a:cubicBezTo>
                  <a:cubicBezTo>
                    <a:pt x="9" y="66"/>
                    <a:pt x="8" y="66"/>
                    <a:pt x="8" y="65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54"/>
                    <a:pt x="14" y="39"/>
                  </a:cubicBezTo>
                  <a:cubicBezTo>
                    <a:pt x="17" y="24"/>
                    <a:pt x="19" y="16"/>
                    <a:pt x="20" y="15"/>
                  </a:cubicBezTo>
                  <a:cubicBezTo>
                    <a:pt x="20" y="14"/>
                    <a:pt x="20" y="13"/>
                    <a:pt x="20" y="11"/>
                  </a:cubicBezTo>
                  <a:cubicBezTo>
                    <a:pt x="20" y="8"/>
                    <a:pt x="18" y="6"/>
                    <a:pt x="16" y="6"/>
                  </a:cubicBezTo>
                  <a:cubicBezTo>
                    <a:pt x="12" y="6"/>
                    <a:pt x="9" y="11"/>
                    <a:pt x="7" y="21"/>
                  </a:cubicBezTo>
                  <a:cubicBezTo>
                    <a:pt x="6" y="23"/>
                    <a:pt x="6" y="24"/>
                    <a:pt x="6" y="24"/>
                  </a:cubicBezTo>
                  <a:cubicBezTo>
                    <a:pt x="6" y="24"/>
                    <a:pt x="5" y="25"/>
                    <a:pt x="3" y="25"/>
                  </a:cubicBezTo>
                  <a:lnTo>
                    <a:pt x="1" y="25"/>
                  </a:lnTo>
                  <a:cubicBezTo>
                    <a:pt x="0" y="24"/>
                    <a:pt x="0" y="24"/>
                    <a:pt x="0" y="2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5" name="Freeform 14"/>
            <p:cNvSpPr>
              <a:spLocks/>
            </p:cNvSpPr>
            <p:nvPr/>
          </p:nvSpPr>
          <p:spPr bwMode="auto">
            <a:xfrm>
              <a:off x="1701" y="3295"/>
              <a:ext cx="119" cy="142"/>
            </a:xfrm>
            <a:custGeom>
              <a:avLst/>
              <a:gdLst>
                <a:gd name="T0" fmla="*/ 0 w 129"/>
                <a:gd name="T1" fmla="*/ 76 h 153"/>
                <a:gd name="T2" fmla="*/ 7 w 129"/>
                <a:gd name="T3" fmla="*/ 43 h 153"/>
                <a:gd name="T4" fmla="*/ 25 w 129"/>
                <a:gd name="T5" fmla="*/ 19 h 153"/>
                <a:gd name="T6" fmla="*/ 48 w 129"/>
                <a:gd name="T7" fmla="*/ 5 h 153"/>
                <a:gd name="T8" fmla="*/ 71 w 129"/>
                <a:gd name="T9" fmla="*/ 0 h 153"/>
                <a:gd name="T10" fmla="*/ 73 w 129"/>
                <a:gd name="T11" fmla="*/ 0 h 153"/>
                <a:gd name="T12" fmla="*/ 74 w 129"/>
                <a:gd name="T13" fmla="*/ 0 h 153"/>
                <a:gd name="T14" fmla="*/ 108 w 129"/>
                <a:gd name="T15" fmla="*/ 14 h 153"/>
                <a:gd name="T16" fmla="*/ 111 w 129"/>
                <a:gd name="T17" fmla="*/ 17 h 153"/>
                <a:gd name="T18" fmla="*/ 118 w 129"/>
                <a:gd name="T19" fmla="*/ 8 h 153"/>
                <a:gd name="T20" fmla="*/ 124 w 129"/>
                <a:gd name="T21" fmla="*/ 0 h 153"/>
                <a:gd name="T22" fmla="*/ 125 w 129"/>
                <a:gd name="T23" fmla="*/ 0 h 153"/>
                <a:gd name="T24" fmla="*/ 126 w 129"/>
                <a:gd name="T25" fmla="*/ 0 h 153"/>
                <a:gd name="T26" fmla="*/ 127 w 129"/>
                <a:gd name="T27" fmla="*/ 0 h 153"/>
                <a:gd name="T28" fmla="*/ 129 w 129"/>
                <a:gd name="T29" fmla="*/ 1 h 153"/>
                <a:gd name="T30" fmla="*/ 129 w 129"/>
                <a:gd name="T31" fmla="*/ 60 h 153"/>
                <a:gd name="T32" fmla="*/ 128 w 129"/>
                <a:gd name="T33" fmla="*/ 61 h 153"/>
                <a:gd name="T34" fmla="*/ 120 w 129"/>
                <a:gd name="T35" fmla="*/ 61 h 153"/>
                <a:gd name="T36" fmla="*/ 119 w 129"/>
                <a:gd name="T37" fmla="*/ 58 h 153"/>
                <a:gd name="T38" fmla="*/ 109 w 129"/>
                <a:gd name="T39" fmla="*/ 28 h 153"/>
                <a:gd name="T40" fmla="*/ 89 w 129"/>
                <a:gd name="T41" fmla="*/ 11 h 153"/>
                <a:gd name="T42" fmla="*/ 78 w 129"/>
                <a:gd name="T43" fmla="*/ 9 h 153"/>
                <a:gd name="T44" fmla="*/ 42 w 129"/>
                <a:gd name="T45" fmla="*/ 24 h 153"/>
                <a:gd name="T46" fmla="*/ 25 w 129"/>
                <a:gd name="T47" fmla="*/ 76 h 153"/>
                <a:gd name="T48" fmla="*/ 33 w 129"/>
                <a:gd name="T49" fmla="*/ 116 h 153"/>
                <a:gd name="T50" fmla="*/ 44 w 129"/>
                <a:gd name="T51" fmla="*/ 131 h 153"/>
                <a:gd name="T52" fmla="*/ 58 w 129"/>
                <a:gd name="T53" fmla="*/ 139 h 153"/>
                <a:gd name="T54" fmla="*/ 69 w 129"/>
                <a:gd name="T55" fmla="*/ 142 h 153"/>
                <a:gd name="T56" fmla="*/ 79 w 129"/>
                <a:gd name="T57" fmla="*/ 143 h 153"/>
                <a:gd name="T58" fmla="*/ 109 w 129"/>
                <a:gd name="T59" fmla="*/ 129 h 153"/>
                <a:gd name="T60" fmla="*/ 120 w 129"/>
                <a:gd name="T61" fmla="*/ 97 h 153"/>
                <a:gd name="T62" fmla="*/ 122 w 129"/>
                <a:gd name="T63" fmla="*/ 94 h 153"/>
                <a:gd name="T64" fmla="*/ 128 w 129"/>
                <a:gd name="T65" fmla="*/ 94 h 153"/>
                <a:gd name="T66" fmla="*/ 129 w 129"/>
                <a:gd name="T67" fmla="*/ 95 h 153"/>
                <a:gd name="T68" fmla="*/ 129 w 129"/>
                <a:gd name="T69" fmla="*/ 99 h 153"/>
                <a:gd name="T70" fmla="*/ 113 w 129"/>
                <a:gd name="T71" fmla="*/ 136 h 153"/>
                <a:gd name="T72" fmla="*/ 73 w 129"/>
                <a:gd name="T73" fmla="*/ 153 h 153"/>
                <a:gd name="T74" fmla="*/ 22 w 129"/>
                <a:gd name="T75" fmla="*/ 131 h 153"/>
                <a:gd name="T76" fmla="*/ 0 w 129"/>
                <a:gd name="T77" fmla="*/ 7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9" h="153">
                  <a:moveTo>
                    <a:pt x="0" y="76"/>
                  </a:moveTo>
                  <a:cubicBezTo>
                    <a:pt x="0" y="64"/>
                    <a:pt x="3" y="53"/>
                    <a:pt x="7" y="43"/>
                  </a:cubicBezTo>
                  <a:cubicBezTo>
                    <a:pt x="12" y="33"/>
                    <a:pt x="18" y="25"/>
                    <a:pt x="25" y="19"/>
                  </a:cubicBezTo>
                  <a:cubicBezTo>
                    <a:pt x="32" y="13"/>
                    <a:pt x="40" y="8"/>
                    <a:pt x="48" y="5"/>
                  </a:cubicBezTo>
                  <a:cubicBezTo>
                    <a:pt x="56" y="1"/>
                    <a:pt x="64" y="0"/>
                    <a:pt x="71" y="0"/>
                  </a:cubicBezTo>
                  <a:lnTo>
                    <a:pt x="73" y="0"/>
                  </a:lnTo>
                  <a:cubicBezTo>
                    <a:pt x="74" y="0"/>
                    <a:pt x="74" y="0"/>
                    <a:pt x="74" y="0"/>
                  </a:cubicBezTo>
                  <a:cubicBezTo>
                    <a:pt x="87" y="0"/>
                    <a:pt x="99" y="5"/>
                    <a:pt x="108" y="14"/>
                  </a:cubicBezTo>
                  <a:lnTo>
                    <a:pt x="111" y="17"/>
                  </a:lnTo>
                  <a:lnTo>
                    <a:pt x="118" y="8"/>
                  </a:lnTo>
                  <a:cubicBezTo>
                    <a:pt x="121" y="3"/>
                    <a:pt x="123" y="0"/>
                    <a:pt x="124" y="0"/>
                  </a:cubicBezTo>
                  <a:lnTo>
                    <a:pt x="125" y="0"/>
                  </a:lnTo>
                  <a:cubicBezTo>
                    <a:pt x="125" y="0"/>
                    <a:pt x="126" y="0"/>
                    <a:pt x="126" y="0"/>
                  </a:cubicBezTo>
                  <a:lnTo>
                    <a:pt x="127" y="0"/>
                  </a:lnTo>
                  <a:cubicBezTo>
                    <a:pt x="127" y="0"/>
                    <a:pt x="128" y="0"/>
                    <a:pt x="129" y="1"/>
                  </a:cubicBezTo>
                  <a:lnTo>
                    <a:pt x="129" y="60"/>
                  </a:lnTo>
                  <a:lnTo>
                    <a:pt x="128" y="61"/>
                  </a:lnTo>
                  <a:lnTo>
                    <a:pt x="120" y="61"/>
                  </a:lnTo>
                  <a:cubicBezTo>
                    <a:pt x="120" y="60"/>
                    <a:pt x="119" y="59"/>
                    <a:pt x="119" y="58"/>
                  </a:cubicBezTo>
                  <a:cubicBezTo>
                    <a:pt x="118" y="46"/>
                    <a:pt x="114" y="36"/>
                    <a:pt x="109" y="28"/>
                  </a:cubicBezTo>
                  <a:cubicBezTo>
                    <a:pt x="103" y="19"/>
                    <a:pt x="97" y="14"/>
                    <a:pt x="89" y="11"/>
                  </a:cubicBezTo>
                  <a:cubicBezTo>
                    <a:pt x="86" y="10"/>
                    <a:pt x="83" y="9"/>
                    <a:pt x="78" y="9"/>
                  </a:cubicBezTo>
                  <a:cubicBezTo>
                    <a:pt x="64" y="9"/>
                    <a:pt x="51" y="14"/>
                    <a:pt x="42" y="24"/>
                  </a:cubicBezTo>
                  <a:cubicBezTo>
                    <a:pt x="30" y="35"/>
                    <a:pt x="25" y="53"/>
                    <a:pt x="25" y="76"/>
                  </a:cubicBezTo>
                  <a:cubicBezTo>
                    <a:pt x="25" y="93"/>
                    <a:pt x="28" y="107"/>
                    <a:pt x="33" y="116"/>
                  </a:cubicBezTo>
                  <a:cubicBezTo>
                    <a:pt x="36" y="122"/>
                    <a:pt x="40" y="127"/>
                    <a:pt x="44" y="131"/>
                  </a:cubicBezTo>
                  <a:cubicBezTo>
                    <a:pt x="48" y="134"/>
                    <a:pt x="53" y="137"/>
                    <a:pt x="58" y="139"/>
                  </a:cubicBezTo>
                  <a:cubicBezTo>
                    <a:pt x="62" y="141"/>
                    <a:pt x="66" y="142"/>
                    <a:pt x="69" y="142"/>
                  </a:cubicBezTo>
                  <a:cubicBezTo>
                    <a:pt x="73" y="143"/>
                    <a:pt x="76" y="143"/>
                    <a:pt x="79" y="143"/>
                  </a:cubicBezTo>
                  <a:cubicBezTo>
                    <a:pt x="91" y="143"/>
                    <a:pt x="101" y="138"/>
                    <a:pt x="109" y="129"/>
                  </a:cubicBezTo>
                  <a:cubicBezTo>
                    <a:pt x="116" y="119"/>
                    <a:pt x="120" y="108"/>
                    <a:pt x="120" y="97"/>
                  </a:cubicBezTo>
                  <a:cubicBezTo>
                    <a:pt x="120" y="96"/>
                    <a:pt x="121" y="95"/>
                    <a:pt x="122" y="94"/>
                  </a:cubicBezTo>
                  <a:lnTo>
                    <a:pt x="128" y="94"/>
                  </a:lnTo>
                  <a:lnTo>
                    <a:pt x="129" y="95"/>
                  </a:lnTo>
                  <a:lnTo>
                    <a:pt x="129" y="99"/>
                  </a:lnTo>
                  <a:cubicBezTo>
                    <a:pt x="128" y="113"/>
                    <a:pt x="123" y="126"/>
                    <a:pt x="113" y="136"/>
                  </a:cubicBezTo>
                  <a:cubicBezTo>
                    <a:pt x="103" y="147"/>
                    <a:pt x="90" y="153"/>
                    <a:pt x="73" y="153"/>
                  </a:cubicBezTo>
                  <a:cubicBezTo>
                    <a:pt x="54" y="153"/>
                    <a:pt x="36" y="145"/>
                    <a:pt x="22" y="131"/>
                  </a:cubicBezTo>
                  <a:cubicBezTo>
                    <a:pt x="7" y="116"/>
                    <a:pt x="0" y="98"/>
                    <a:pt x="0" y="76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6" name="Freeform 15"/>
            <p:cNvSpPr>
              <a:spLocks/>
            </p:cNvSpPr>
            <p:nvPr/>
          </p:nvSpPr>
          <p:spPr bwMode="auto">
            <a:xfrm>
              <a:off x="1834" y="3401"/>
              <a:ext cx="56" cy="63"/>
            </a:xfrm>
            <a:custGeom>
              <a:avLst/>
              <a:gdLst>
                <a:gd name="T0" fmla="*/ 0 w 61"/>
                <a:gd name="T1" fmla="*/ 23 h 68"/>
                <a:gd name="T2" fmla="*/ 0 w 61"/>
                <a:gd name="T3" fmla="*/ 22 h 68"/>
                <a:gd name="T4" fmla="*/ 1 w 61"/>
                <a:gd name="T5" fmla="*/ 19 h 68"/>
                <a:gd name="T6" fmla="*/ 2 w 61"/>
                <a:gd name="T7" fmla="*/ 14 h 68"/>
                <a:gd name="T8" fmla="*/ 5 w 61"/>
                <a:gd name="T9" fmla="*/ 9 h 68"/>
                <a:gd name="T10" fmla="*/ 8 w 61"/>
                <a:gd name="T11" fmla="*/ 5 h 68"/>
                <a:gd name="T12" fmla="*/ 11 w 61"/>
                <a:gd name="T13" fmla="*/ 1 h 68"/>
                <a:gd name="T14" fmla="*/ 16 w 61"/>
                <a:gd name="T15" fmla="*/ 0 h 68"/>
                <a:gd name="T16" fmla="*/ 24 w 61"/>
                <a:gd name="T17" fmla="*/ 2 h 68"/>
                <a:gd name="T18" fmla="*/ 29 w 61"/>
                <a:gd name="T19" fmla="*/ 5 h 68"/>
                <a:gd name="T20" fmla="*/ 30 w 61"/>
                <a:gd name="T21" fmla="*/ 8 h 68"/>
                <a:gd name="T22" fmla="*/ 31 w 61"/>
                <a:gd name="T23" fmla="*/ 9 h 68"/>
                <a:gd name="T24" fmla="*/ 32 w 61"/>
                <a:gd name="T25" fmla="*/ 8 h 68"/>
                <a:gd name="T26" fmla="*/ 48 w 61"/>
                <a:gd name="T27" fmla="*/ 0 h 68"/>
                <a:gd name="T28" fmla="*/ 49 w 61"/>
                <a:gd name="T29" fmla="*/ 0 h 68"/>
                <a:gd name="T30" fmla="*/ 60 w 61"/>
                <a:gd name="T31" fmla="*/ 6 h 68"/>
                <a:gd name="T32" fmla="*/ 61 w 61"/>
                <a:gd name="T33" fmla="*/ 12 h 68"/>
                <a:gd name="T34" fmla="*/ 59 w 61"/>
                <a:gd name="T35" fmla="*/ 19 h 68"/>
                <a:gd name="T36" fmla="*/ 55 w 61"/>
                <a:gd name="T37" fmla="*/ 23 h 68"/>
                <a:gd name="T38" fmla="*/ 51 w 61"/>
                <a:gd name="T39" fmla="*/ 23 h 68"/>
                <a:gd name="T40" fmla="*/ 46 w 61"/>
                <a:gd name="T41" fmla="*/ 21 h 68"/>
                <a:gd name="T42" fmla="*/ 45 w 61"/>
                <a:gd name="T43" fmla="*/ 17 h 68"/>
                <a:gd name="T44" fmla="*/ 53 w 61"/>
                <a:gd name="T45" fmla="*/ 8 h 68"/>
                <a:gd name="T46" fmla="*/ 48 w 61"/>
                <a:gd name="T47" fmla="*/ 6 h 68"/>
                <a:gd name="T48" fmla="*/ 32 w 61"/>
                <a:gd name="T49" fmla="*/ 17 h 68"/>
                <a:gd name="T50" fmla="*/ 30 w 61"/>
                <a:gd name="T51" fmla="*/ 22 h 68"/>
                <a:gd name="T52" fmla="*/ 25 w 61"/>
                <a:gd name="T53" fmla="*/ 41 h 68"/>
                <a:gd name="T54" fmla="*/ 19 w 61"/>
                <a:gd name="T55" fmla="*/ 64 h 68"/>
                <a:gd name="T56" fmla="*/ 13 w 61"/>
                <a:gd name="T57" fmla="*/ 68 h 68"/>
                <a:gd name="T58" fmla="*/ 10 w 61"/>
                <a:gd name="T59" fmla="*/ 67 h 68"/>
                <a:gd name="T60" fmla="*/ 8 w 61"/>
                <a:gd name="T61" fmla="*/ 65 h 68"/>
                <a:gd name="T62" fmla="*/ 8 w 61"/>
                <a:gd name="T63" fmla="*/ 64 h 68"/>
                <a:gd name="T64" fmla="*/ 14 w 61"/>
                <a:gd name="T65" fmla="*/ 38 h 68"/>
                <a:gd name="T66" fmla="*/ 20 w 61"/>
                <a:gd name="T67" fmla="*/ 11 h 68"/>
                <a:gd name="T68" fmla="*/ 16 w 61"/>
                <a:gd name="T69" fmla="*/ 6 h 68"/>
                <a:gd name="T70" fmla="*/ 10 w 61"/>
                <a:gd name="T71" fmla="*/ 10 h 68"/>
                <a:gd name="T72" fmla="*/ 7 w 61"/>
                <a:gd name="T73" fmla="*/ 19 h 68"/>
                <a:gd name="T74" fmla="*/ 5 w 61"/>
                <a:gd name="T75" fmla="*/ 24 h 68"/>
                <a:gd name="T76" fmla="*/ 3 w 61"/>
                <a:gd name="T77" fmla="*/ 25 h 68"/>
                <a:gd name="T78" fmla="*/ 1 w 61"/>
                <a:gd name="T79" fmla="*/ 25 h 68"/>
                <a:gd name="T80" fmla="*/ 0 w 61"/>
                <a:gd name="T81" fmla="*/ 2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1" h="68">
                  <a:moveTo>
                    <a:pt x="0" y="23"/>
                  </a:moveTo>
                  <a:cubicBezTo>
                    <a:pt x="0" y="23"/>
                    <a:pt x="0" y="23"/>
                    <a:pt x="0" y="22"/>
                  </a:cubicBezTo>
                  <a:cubicBezTo>
                    <a:pt x="0" y="22"/>
                    <a:pt x="0" y="20"/>
                    <a:pt x="1" y="19"/>
                  </a:cubicBezTo>
                  <a:cubicBezTo>
                    <a:pt x="1" y="17"/>
                    <a:pt x="2" y="16"/>
                    <a:pt x="2" y="14"/>
                  </a:cubicBezTo>
                  <a:cubicBezTo>
                    <a:pt x="3" y="13"/>
                    <a:pt x="4" y="11"/>
                    <a:pt x="5" y="9"/>
                  </a:cubicBezTo>
                  <a:cubicBezTo>
                    <a:pt x="5" y="7"/>
                    <a:pt x="6" y="6"/>
                    <a:pt x="8" y="5"/>
                  </a:cubicBezTo>
                  <a:cubicBezTo>
                    <a:pt x="9" y="4"/>
                    <a:pt x="10" y="3"/>
                    <a:pt x="11" y="1"/>
                  </a:cubicBezTo>
                  <a:cubicBezTo>
                    <a:pt x="13" y="0"/>
                    <a:pt x="15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8" y="4"/>
                    <a:pt x="29" y="5"/>
                  </a:cubicBezTo>
                  <a:cubicBezTo>
                    <a:pt x="29" y="6"/>
                    <a:pt x="30" y="7"/>
                    <a:pt x="30" y="8"/>
                  </a:cubicBezTo>
                  <a:cubicBezTo>
                    <a:pt x="30" y="9"/>
                    <a:pt x="31" y="9"/>
                    <a:pt x="31" y="9"/>
                  </a:cubicBezTo>
                  <a:cubicBezTo>
                    <a:pt x="31" y="9"/>
                    <a:pt x="31" y="9"/>
                    <a:pt x="32" y="8"/>
                  </a:cubicBezTo>
                  <a:cubicBezTo>
                    <a:pt x="37" y="3"/>
                    <a:pt x="42" y="0"/>
                    <a:pt x="48" y="0"/>
                  </a:cubicBezTo>
                  <a:lnTo>
                    <a:pt x="49" y="0"/>
                  </a:lnTo>
                  <a:cubicBezTo>
                    <a:pt x="54" y="0"/>
                    <a:pt x="57" y="2"/>
                    <a:pt x="60" y="6"/>
                  </a:cubicBezTo>
                  <a:cubicBezTo>
                    <a:pt x="60" y="8"/>
                    <a:pt x="61" y="10"/>
                    <a:pt x="61" y="12"/>
                  </a:cubicBezTo>
                  <a:cubicBezTo>
                    <a:pt x="61" y="15"/>
                    <a:pt x="60" y="17"/>
                    <a:pt x="59" y="19"/>
                  </a:cubicBezTo>
                  <a:cubicBezTo>
                    <a:pt x="58" y="21"/>
                    <a:pt x="56" y="22"/>
                    <a:pt x="55" y="23"/>
                  </a:cubicBezTo>
                  <a:cubicBezTo>
                    <a:pt x="54" y="23"/>
                    <a:pt x="52" y="23"/>
                    <a:pt x="51" y="23"/>
                  </a:cubicBezTo>
                  <a:cubicBezTo>
                    <a:pt x="49" y="23"/>
                    <a:pt x="48" y="23"/>
                    <a:pt x="46" y="21"/>
                  </a:cubicBezTo>
                  <a:cubicBezTo>
                    <a:pt x="45" y="20"/>
                    <a:pt x="45" y="19"/>
                    <a:pt x="45" y="17"/>
                  </a:cubicBezTo>
                  <a:cubicBezTo>
                    <a:pt x="45" y="12"/>
                    <a:pt x="47" y="9"/>
                    <a:pt x="53" y="8"/>
                  </a:cubicBezTo>
                  <a:cubicBezTo>
                    <a:pt x="51" y="6"/>
                    <a:pt x="49" y="6"/>
                    <a:pt x="48" y="6"/>
                  </a:cubicBezTo>
                  <a:cubicBezTo>
                    <a:pt x="42" y="6"/>
                    <a:pt x="37" y="9"/>
                    <a:pt x="32" y="17"/>
                  </a:cubicBezTo>
                  <a:cubicBezTo>
                    <a:pt x="31" y="18"/>
                    <a:pt x="31" y="20"/>
                    <a:pt x="30" y="22"/>
                  </a:cubicBezTo>
                  <a:cubicBezTo>
                    <a:pt x="30" y="23"/>
                    <a:pt x="28" y="30"/>
                    <a:pt x="25" y="41"/>
                  </a:cubicBezTo>
                  <a:cubicBezTo>
                    <a:pt x="22" y="55"/>
                    <a:pt x="20" y="63"/>
                    <a:pt x="19" y="64"/>
                  </a:cubicBezTo>
                  <a:cubicBezTo>
                    <a:pt x="18" y="66"/>
                    <a:pt x="16" y="68"/>
                    <a:pt x="13" y="68"/>
                  </a:cubicBezTo>
                  <a:cubicBezTo>
                    <a:pt x="11" y="68"/>
                    <a:pt x="10" y="67"/>
                    <a:pt x="10" y="67"/>
                  </a:cubicBezTo>
                  <a:cubicBezTo>
                    <a:pt x="9" y="66"/>
                    <a:pt x="8" y="66"/>
                    <a:pt x="8" y="65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54"/>
                    <a:pt x="14" y="38"/>
                  </a:cubicBezTo>
                  <a:cubicBezTo>
                    <a:pt x="18" y="22"/>
                    <a:pt x="20" y="13"/>
                    <a:pt x="20" y="11"/>
                  </a:cubicBezTo>
                  <a:cubicBezTo>
                    <a:pt x="20" y="8"/>
                    <a:pt x="18" y="6"/>
                    <a:pt x="16" y="6"/>
                  </a:cubicBezTo>
                  <a:cubicBezTo>
                    <a:pt x="14" y="6"/>
                    <a:pt x="12" y="7"/>
                    <a:pt x="10" y="10"/>
                  </a:cubicBezTo>
                  <a:cubicBezTo>
                    <a:pt x="9" y="13"/>
                    <a:pt x="8" y="16"/>
                    <a:pt x="7" y="19"/>
                  </a:cubicBezTo>
                  <a:cubicBezTo>
                    <a:pt x="6" y="22"/>
                    <a:pt x="5" y="24"/>
                    <a:pt x="5" y="24"/>
                  </a:cubicBezTo>
                  <a:cubicBezTo>
                    <a:pt x="5" y="25"/>
                    <a:pt x="4" y="25"/>
                    <a:pt x="3" y="25"/>
                  </a:cubicBezTo>
                  <a:lnTo>
                    <a:pt x="1" y="25"/>
                  </a:lnTo>
                  <a:cubicBezTo>
                    <a:pt x="0" y="24"/>
                    <a:pt x="0" y="24"/>
                    <a:pt x="0" y="2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7" name="Freeform 16"/>
            <p:cNvSpPr>
              <a:spLocks/>
            </p:cNvSpPr>
            <p:nvPr/>
          </p:nvSpPr>
          <p:spPr bwMode="auto">
            <a:xfrm>
              <a:off x="1668" y="3615"/>
              <a:ext cx="109" cy="89"/>
            </a:xfrm>
            <a:custGeom>
              <a:avLst/>
              <a:gdLst>
                <a:gd name="T0" fmla="*/ 0 w 118"/>
                <a:gd name="T1" fmla="*/ 33 h 96"/>
                <a:gd name="T2" fmla="*/ 1 w 118"/>
                <a:gd name="T3" fmla="*/ 30 h 96"/>
                <a:gd name="T4" fmla="*/ 3 w 118"/>
                <a:gd name="T5" fmla="*/ 22 h 96"/>
                <a:gd name="T6" fmla="*/ 8 w 118"/>
                <a:gd name="T7" fmla="*/ 12 h 96"/>
                <a:gd name="T8" fmla="*/ 15 w 118"/>
                <a:gd name="T9" fmla="*/ 4 h 96"/>
                <a:gd name="T10" fmla="*/ 24 w 118"/>
                <a:gd name="T11" fmla="*/ 1 h 96"/>
                <a:gd name="T12" fmla="*/ 37 w 118"/>
                <a:gd name="T13" fmla="*/ 4 h 96"/>
                <a:gd name="T14" fmla="*/ 43 w 118"/>
                <a:gd name="T15" fmla="*/ 12 h 96"/>
                <a:gd name="T16" fmla="*/ 44 w 118"/>
                <a:gd name="T17" fmla="*/ 16 h 96"/>
                <a:gd name="T18" fmla="*/ 45 w 118"/>
                <a:gd name="T19" fmla="*/ 16 h 96"/>
                <a:gd name="T20" fmla="*/ 47 w 118"/>
                <a:gd name="T21" fmla="*/ 14 h 96"/>
                <a:gd name="T22" fmla="*/ 76 w 118"/>
                <a:gd name="T23" fmla="*/ 1 h 96"/>
                <a:gd name="T24" fmla="*/ 95 w 118"/>
                <a:gd name="T25" fmla="*/ 6 h 96"/>
                <a:gd name="T26" fmla="*/ 102 w 118"/>
                <a:gd name="T27" fmla="*/ 23 h 96"/>
                <a:gd name="T28" fmla="*/ 94 w 118"/>
                <a:gd name="T29" fmla="*/ 56 h 96"/>
                <a:gd name="T30" fmla="*/ 86 w 118"/>
                <a:gd name="T31" fmla="*/ 83 h 96"/>
                <a:gd name="T32" fmla="*/ 89 w 118"/>
                <a:gd name="T33" fmla="*/ 88 h 96"/>
                <a:gd name="T34" fmla="*/ 91 w 118"/>
                <a:gd name="T35" fmla="*/ 88 h 96"/>
                <a:gd name="T36" fmla="*/ 102 w 118"/>
                <a:gd name="T37" fmla="*/ 80 h 96"/>
                <a:gd name="T38" fmla="*/ 110 w 118"/>
                <a:gd name="T39" fmla="*/ 63 h 96"/>
                <a:gd name="T40" fmla="*/ 114 w 118"/>
                <a:gd name="T41" fmla="*/ 62 h 96"/>
                <a:gd name="T42" fmla="*/ 118 w 118"/>
                <a:gd name="T43" fmla="*/ 63 h 96"/>
                <a:gd name="T44" fmla="*/ 117 w 118"/>
                <a:gd name="T45" fmla="*/ 66 h 96"/>
                <a:gd name="T46" fmla="*/ 113 w 118"/>
                <a:gd name="T47" fmla="*/ 78 h 96"/>
                <a:gd name="T48" fmla="*/ 103 w 118"/>
                <a:gd name="T49" fmla="*/ 90 h 96"/>
                <a:gd name="T50" fmla="*/ 88 w 118"/>
                <a:gd name="T51" fmla="*/ 96 h 96"/>
                <a:gd name="T52" fmla="*/ 74 w 118"/>
                <a:gd name="T53" fmla="*/ 90 h 96"/>
                <a:gd name="T54" fmla="*/ 70 w 118"/>
                <a:gd name="T55" fmla="*/ 78 h 96"/>
                <a:gd name="T56" fmla="*/ 77 w 118"/>
                <a:gd name="T57" fmla="*/ 53 h 96"/>
                <a:gd name="T58" fmla="*/ 85 w 118"/>
                <a:gd name="T59" fmla="*/ 21 h 96"/>
                <a:gd name="T60" fmla="*/ 76 w 118"/>
                <a:gd name="T61" fmla="*/ 9 h 96"/>
                <a:gd name="T62" fmla="*/ 75 w 118"/>
                <a:gd name="T63" fmla="*/ 9 h 96"/>
                <a:gd name="T64" fmla="*/ 44 w 118"/>
                <a:gd name="T65" fmla="*/ 30 h 96"/>
                <a:gd name="T66" fmla="*/ 43 w 118"/>
                <a:gd name="T67" fmla="*/ 32 h 96"/>
                <a:gd name="T68" fmla="*/ 36 w 118"/>
                <a:gd name="T69" fmla="*/ 61 h 96"/>
                <a:gd name="T70" fmla="*/ 28 w 118"/>
                <a:gd name="T71" fmla="*/ 90 h 96"/>
                <a:gd name="T72" fmla="*/ 19 w 118"/>
                <a:gd name="T73" fmla="*/ 96 h 96"/>
                <a:gd name="T74" fmla="*/ 14 w 118"/>
                <a:gd name="T75" fmla="*/ 95 h 96"/>
                <a:gd name="T76" fmla="*/ 12 w 118"/>
                <a:gd name="T77" fmla="*/ 92 h 96"/>
                <a:gd name="T78" fmla="*/ 11 w 118"/>
                <a:gd name="T79" fmla="*/ 90 h 96"/>
                <a:gd name="T80" fmla="*/ 19 w 118"/>
                <a:gd name="T81" fmla="*/ 56 h 96"/>
                <a:gd name="T82" fmla="*/ 28 w 118"/>
                <a:gd name="T83" fmla="*/ 21 h 96"/>
                <a:gd name="T84" fmla="*/ 28 w 118"/>
                <a:gd name="T85" fmla="*/ 17 h 96"/>
                <a:gd name="T86" fmla="*/ 23 w 118"/>
                <a:gd name="T87" fmla="*/ 8 h 96"/>
                <a:gd name="T88" fmla="*/ 10 w 118"/>
                <a:gd name="T89" fmla="*/ 30 h 96"/>
                <a:gd name="T90" fmla="*/ 8 w 118"/>
                <a:gd name="T91" fmla="*/ 34 h 96"/>
                <a:gd name="T92" fmla="*/ 4 w 118"/>
                <a:gd name="T93" fmla="*/ 35 h 96"/>
                <a:gd name="T94" fmla="*/ 1 w 118"/>
                <a:gd name="T95" fmla="*/ 35 h 96"/>
                <a:gd name="T96" fmla="*/ 0 w 118"/>
                <a:gd name="T97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6">
                  <a:moveTo>
                    <a:pt x="0" y="33"/>
                  </a:move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2" y="26"/>
                    <a:pt x="3" y="22"/>
                  </a:cubicBezTo>
                  <a:cubicBezTo>
                    <a:pt x="5" y="18"/>
                    <a:pt x="6" y="15"/>
                    <a:pt x="8" y="12"/>
                  </a:cubicBezTo>
                  <a:cubicBezTo>
                    <a:pt x="9" y="9"/>
                    <a:pt x="11" y="7"/>
                    <a:pt x="15" y="4"/>
                  </a:cubicBezTo>
                  <a:cubicBezTo>
                    <a:pt x="18" y="2"/>
                    <a:pt x="21" y="0"/>
                    <a:pt x="24" y="1"/>
                  </a:cubicBezTo>
                  <a:cubicBezTo>
                    <a:pt x="29" y="1"/>
                    <a:pt x="34" y="2"/>
                    <a:pt x="37" y="4"/>
                  </a:cubicBezTo>
                  <a:cubicBezTo>
                    <a:pt x="40" y="7"/>
                    <a:pt x="42" y="9"/>
                    <a:pt x="43" y="12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4" y="16"/>
                    <a:pt x="45" y="16"/>
                    <a:pt x="45" y="16"/>
                  </a:cubicBezTo>
                  <a:lnTo>
                    <a:pt x="47" y="14"/>
                  </a:lnTo>
                  <a:cubicBezTo>
                    <a:pt x="56" y="5"/>
                    <a:pt x="65" y="1"/>
                    <a:pt x="76" y="1"/>
                  </a:cubicBezTo>
                  <a:cubicBezTo>
                    <a:pt x="84" y="1"/>
                    <a:pt x="90" y="3"/>
                    <a:pt x="95" y="6"/>
                  </a:cubicBezTo>
                  <a:cubicBezTo>
                    <a:pt x="99" y="10"/>
                    <a:pt x="102" y="16"/>
                    <a:pt x="102" y="23"/>
                  </a:cubicBezTo>
                  <a:cubicBezTo>
                    <a:pt x="102" y="30"/>
                    <a:pt x="99" y="41"/>
                    <a:pt x="94" y="56"/>
                  </a:cubicBezTo>
                  <a:cubicBezTo>
                    <a:pt x="88" y="71"/>
                    <a:pt x="86" y="80"/>
                    <a:pt x="86" y="83"/>
                  </a:cubicBezTo>
                  <a:cubicBezTo>
                    <a:pt x="86" y="87"/>
                    <a:pt x="87" y="88"/>
                    <a:pt x="89" y="88"/>
                  </a:cubicBezTo>
                  <a:cubicBezTo>
                    <a:pt x="90" y="88"/>
                    <a:pt x="91" y="88"/>
                    <a:pt x="91" y="88"/>
                  </a:cubicBezTo>
                  <a:cubicBezTo>
                    <a:pt x="95" y="87"/>
                    <a:pt x="99" y="85"/>
                    <a:pt x="102" y="80"/>
                  </a:cubicBezTo>
                  <a:cubicBezTo>
                    <a:pt x="106" y="76"/>
                    <a:pt x="108" y="70"/>
                    <a:pt x="110" y="63"/>
                  </a:cubicBezTo>
                  <a:cubicBezTo>
                    <a:pt x="110" y="62"/>
                    <a:pt x="111" y="62"/>
                    <a:pt x="114" y="62"/>
                  </a:cubicBezTo>
                  <a:cubicBezTo>
                    <a:pt x="117" y="62"/>
                    <a:pt x="118" y="62"/>
                    <a:pt x="118" y="63"/>
                  </a:cubicBezTo>
                  <a:cubicBezTo>
                    <a:pt x="118" y="63"/>
                    <a:pt x="118" y="64"/>
                    <a:pt x="117" y="66"/>
                  </a:cubicBezTo>
                  <a:cubicBezTo>
                    <a:pt x="116" y="71"/>
                    <a:pt x="115" y="75"/>
                    <a:pt x="113" y="78"/>
                  </a:cubicBezTo>
                  <a:cubicBezTo>
                    <a:pt x="111" y="82"/>
                    <a:pt x="107" y="86"/>
                    <a:pt x="103" y="90"/>
                  </a:cubicBezTo>
                  <a:cubicBezTo>
                    <a:pt x="98" y="94"/>
                    <a:pt x="94" y="96"/>
                    <a:pt x="88" y="96"/>
                  </a:cubicBezTo>
                  <a:cubicBezTo>
                    <a:pt x="82" y="96"/>
                    <a:pt x="77" y="94"/>
                    <a:pt x="74" y="90"/>
                  </a:cubicBezTo>
                  <a:cubicBezTo>
                    <a:pt x="71" y="86"/>
                    <a:pt x="70" y="83"/>
                    <a:pt x="70" y="78"/>
                  </a:cubicBezTo>
                  <a:cubicBezTo>
                    <a:pt x="70" y="76"/>
                    <a:pt x="72" y="67"/>
                    <a:pt x="77" y="53"/>
                  </a:cubicBezTo>
                  <a:cubicBezTo>
                    <a:pt x="82" y="39"/>
                    <a:pt x="85" y="28"/>
                    <a:pt x="85" y="21"/>
                  </a:cubicBezTo>
                  <a:cubicBezTo>
                    <a:pt x="85" y="13"/>
                    <a:pt x="82" y="9"/>
                    <a:pt x="76" y="9"/>
                  </a:cubicBezTo>
                  <a:lnTo>
                    <a:pt x="75" y="9"/>
                  </a:lnTo>
                  <a:cubicBezTo>
                    <a:pt x="63" y="9"/>
                    <a:pt x="52" y="16"/>
                    <a:pt x="44" y="30"/>
                  </a:cubicBezTo>
                  <a:lnTo>
                    <a:pt x="43" y="32"/>
                  </a:lnTo>
                  <a:lnTo>
                    <a:pt x="36" y="61"/>
                  </a:lnTo>
                  <a:cubicBezTo>
                    <a:pt x="31" y="79"/>
                    <a:pt x="28" y="89"/>
                    <a:pt x="28" y="90"/>
                  </a:cubicBezTo>
                  <a:cubicBezTo>
                    <a:pt x="26" y="94"/>
                    <a:pt x="23" y="96"/>
                    <a:pt x="19" y="96"/>
                  </a:cubicBezTo>
                  <a:cubicBezTo>
                    <a:pt x="17" y="96"/>
                    <a:pt x="15" y="96"/>
                    <a:pt x="14" y="95"/>
                  </a:cubicBezTo>
                  <a:cubicBezTo>
                    <a:pt x="13" y="94"/>
                    <a:pt x="12" y="93"/>
                    <a:pt x="12" y="92"/>
                  </a:cubicBezTo>
                  <a:cubicBezTo>
                    <a:pt x="11" y="92"/>
                    <a:pt x="11" y="91"/>
                    <a:pt x="11" y="90"/>
                  </a:cubicBezTo>
                  <a:cubicBezTo>
                    <a:pt x="11" y="88"/>
                    <a:pt x="14" y="77"/>
                    <a:pt x="19" y="56"/>
                  </a:cubicBezTo>
                  <a:cubicBezTo>
                    <a:pt x="25" y="35"/>
                    <a:pt x="28" y="23"/>
                    <a:pt x="28" y="21"/>
                  </a:cubicBezTo>
                  <a:cubicBezTo>
                    <a:pt x="28" y="21"/>
                    <a:pt x="28" y="19"/>
                    <a:pt x="28" y="17"/>
                  </a:cubicBezTo>
                  <a:cubicBezTo>
                    <a:pt x="28" y="11"/>
                    <a:pt x="26" y="8"/>
                    <a:pt x="23" y="8"/>
                  </a:cubicBezTo>
                  <a:cubicBezTo>
                    <a:pt x="18" y="8"/>
                    <a:pt x="13" y="15"/>
                    <a:pt x="10" y="30"/>
                  </a:cubicBezTo>
                  <a:cubicBezTo>
                    <a:pt x="9" y="32"/>
                    <a:pt x="8" y="34"/>
                    <a:pt x="8" y="34"/>
                  </a:cubicBezTo>
                  <a:cubicBezTo>
                    <a:pt x="8" y="35"/>
                    <a:pt x="7" y="35"/>
                    <a:pt x="4" y="35"/>
                  </a:cubicBezTo>
                  <a:lnTo>
                    <a:pt x="1" y="35"/>
                  </a:lnTo>
                  <a:cubicBezTo>
                    <a:pt x="1" y="34"/>
                    <a:pt x="0" y="34"/>
                    <a:pt x="0" y="3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8" name="Freeform 17"/>
            <p:cNvSpPr>
              <a:spLocks noEditPoints="1"/>
            </p:cNvSpPr>
            <p:nvPr/>
          </p:nvSpPr>
          <p:spPr bwMode="auto">
            <a:xfrm>
              <a:off x="1797" y="3563"/>
              <a:ext cx="23" cy="139"/>
            </a:xfrm>
            <a:custGeom>
              <a:avLst/>
              <a:gdLst>
                <a:gd name="T0" fmla="*/ 0 w 25"/>
                <a:gd name="T1" fmla="*/ 11 h 151"/>
                <a:gd name="T2" fmla="*/ 4 w 25"/>
                <a:gd name="T3" fmla="*/ 3 h 151"/>
                <a:gd name="T4" fmla="*/ 12 w 25"/>
                <a:gd name="T5" fmla="*/ 0 h 151"/>
                <a:gd name="T6" fmla="*/ 21 w 25"/>
                <a:gd name="T7" fmla="*/ 3 h 151"/>
                <a:gd name="T8" fmla="*/ 25 w 25"/>
                <a:gd name="T9" fmla="*/ 11 h 151"/>
                <a:gd name="T10" fmla="*/ 21 w 25"/>
                <a:gd name="T11" fmla="*/ 60 h 151"/>
                <a:gd name="T12" fmla="*/ 17 w 25"/>
                <a:gd name="T13" fmla="*/ 107 h 151"/>
                <a:gd name="T14" fmla="*/ 13 w 25"/>
                <a:gd name="T15" fmla="*/ 109 h 151"/>
                <a:gd name="T16" fmla="*/ 8 w 25"/>
                <a:gd name="T17" fmla="*/ 107 h 151"/>
                <a:gd name="T18" fmla="*/ 4 w 25"/>
                <a:gd name="T19" fmla="*/ 60 h 151"/>
                <a:gd name="T20" fmla="*/ 0 w 25"/>
                <a:gd name="T21" fmla="*/ 11 h 151"/>
                <a:gd name="T22" fmla="*/ 0 w 25"/>
                <a:gd name="T23" fmla="*/ 138 h 151"/>
                <a:gd name="T24" fmla="*/ 4 w 25"/>
                <a:gd name="T25" fmla="*/ 129 h 151"/>
                <a:gd name="T26" fmla="*/ 13 w 25"/>
                <a:gd name="T27" fmla="*/ 125 h 151"/>
                <a:gd name="T28" fmla="*/ 22 w 25"/>
                <a:gd name="T29" fmla="*/ 129 h 151"/>
                <a:gd name="T30" fmla="*/ 25 w 25"/>
                <a:gd name="T31" fmla="*/ 138 h 151"/>
                <a:gd name="T32" fmla="*/ 22 w 25"/>
                <a:gd name="T33" fmla="*/ 147 h 151"/>
                <a:gd name="T34" fmla="*/ 13 w 25"/>
                <a:gd name="T35" fmla="*/ 151 h 151"/>
                <a:gd name="T36" fmla="*/ 4 w 25"/>
                <a:gd name="T37" fmla="*/ 147 h 151"/>
                <a:gd name="T38" fmla="*/ 0 w 25"/>
                <a:gd name="T39" fmla="*/ 138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51">
                  <a:moveTo>
                    <a:pt x="0" y="11"/>
                  </a:moveTo>
                  <a:cubicBezTo>
                    <a:pt x="0" y="8"/>
                    <a:pt x="1" y="6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4" y="5"/>
                    <a:pt x="25" y="8"/>
                    <a:pt x="25" y="11"/>
                  </a:cubicBezTo>
                  <a:cubicBezTo>
                    <a:pt x="25" y="12"/>
                    <a:pt x="24" y="29"/>
                    <a:pt x="21" y="60"/>
                  </a:cubicBezTo>
                  <a:cubicBezTo>
                    <a:pt x="18" y="91"/>
                    <a:pt x="17" y="107"/>
                    <a:pt x="17" y="107"/>
                  </a:cubicBezTo>
                  <a:cubicBezTo>
                    <a:pt x="16" y="109"/>
                    <a:pt x="15" y="109"/>
                    <a:pt x="13" y="109"/>
                  </a:cubicBezTo>
                  <a:cubicBezTo>
                    <a:pt x="10" y="109"/>
                    <a:pt x="9" y="109"/>
                    <a:pt x="8" y="107"/>
                  </a:cubicBezTo>
                  <a:cubicBezTo>
                    <a:pt x="8" y="107"/>
                    <a:pt x="7" y="91"/>
                    <a:pt x="4" y="60"/>
                  </a:cubicBezTo>
                  <a:cubicBezTo>
                    <a:pt x="1" y="29"/>
                    <a:pt x="0" y="13"/>
                    <a:pt x="0" y="11"/>
                  </a:cubicBezTo>
                  <a:close/>
                  <a:moveTo>
                    <a:pt x="0" y="138"/>
                  </a:moveTo>
                  <a:cubicBezTo>
                    <a:pt x="0" y="134"/>
                    <a:pt x="1" y="131"/>
                    <a:pt x="4" y="129"/>
                  </a:cubicBezTo>
                  <a:cubicBezTo>
                    <a:pt x="6" y="126"/>
                    <a:pt x="9" y="125"/>
                    <a:pt x="13" y="125"/>
                  </a:cubicBezTo>
                  <a:cubicBezTo>
                    <a:pt x="16" y="126"/>
                    <a:pt x="19" y="127"/>
                    <a:pt x="22" y="129"/>
                  </a:cubicBezTo>
                  <a:cubicBezTo>
                    <a:pt x="24" y="131"/>
                    <a:pt x="25" y="134"/>
                    <a:pt x="25" y="138"/>
                  </a:cubicBezTo>
                  <a:cubicBezTo>
                    <a:pt x="25" y="142"/>
                    <a:pt x="24" y="145"/>
                    <a:pt x="22" y="147"/>
                  </a:cubicBezTo>
                  <a:cubicBezTo>
                    <a:pt x="19" y="150"/>
                    <a:pt x="16" y="151"/>
                    <a:pt x="13" y="151"/>
                  </a:cubicBezTo>
                  <a:cubicBezTo>
                    <a:pt x="9" y="151"/>
                    <a:pt x="6" y="150"/>
                    <a:pt x="4" y="147"/>
                  </a:cubicBezTo>
                  <a:cubicBezTo>
                    <a:pt x="1" y="145"/>
                    <a:pt x="0" y="142"/>
                    <a:pt x="0" y="138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45" name="グループ化 44"/>
          <p:cNvGrpSpPr/>
          <p:nvPr/>
        </p:nvGrpSpPr>
        <p:grpSpPr>
          <a:xfrm>
            <a:off x="5486716" y="3113721"/>
            <a:ext cx="698203" cy="394637"/>
            <a:chOff x="3478645" y="3538182"/>
            <a:chExt cx="698203" cy="394637"/>
          </a:xfrm>
        </p:grpSpPr>
        <p:sp>
          <p:nvSpPr>
            <p:cNvPr id="42" name="Freeform 13"/>
            <p:cNvSpPr>
              <a:spLocks/>
            </p:cNvSpPr>
            <p:nvPr/>
          </p:nvSpPr>
          <p:spPr bwMode="auto">
            <a:xfrm>
              <a:off x="3478645" y="3785706"/>
              <a:ext cx="177470" cy="147113"/>
            </a:xfrm>
            <a:custGeom>
              <a:avLst/>
              <a:gdLst>
                <a:gd name="T0" fmla="*/ 0 w 83"/>
                <a:gd name="T1" fmla="*/ 23 h 68"/>
                <a:gd name="T2" fmla="*/ 0 w 83"/>
                <a:gd name="T3" fmla="*/ 21 h 68"/>
                <a:gd name="T4" fmla="*/ 2 w 83"/>
                <a:gd name="T5" fmla="*/ 15 h 68"/>
                <a:gd name="T6" fmla="*/ 5 w 83"/>
                <a:gd name="T7" fmla="*/ 8 h 68"/>
                <a:gd name="T8" fmla="*/ 10 w 83"/>
                <a:gd name="T9" fmla="*/ 3 h 68"/>
                <a:gd name="T10" fmla="*/ 17 w 83"/>
                <a:gd name="T11" fmla="*/ 0 h 68"/>
                <a:gd name="T12" fmla="*/ 26 w 83"/>
                <a:gd name="T13" fmla="*/ 3 h 68"/>
                <a:gd name="T14" fmla="*/ 30 w 83"/>
                <a:gd name="T15" fmla="*/ 8 h 68"/>
                <a:gd name="T16" fmla="*/ 31 w 83"/>
                <a:gd name="T17" fmla="*/ 11 h 68"/>
                <a:gd name="T18" fmla="*/ 31 w 83"/>
                <a:gd name="T19" fmla="*/ 11 h 68"/>
                <a:gd name="T20" fmla="*/ 33 w 83"/>
                <a:gd name="T21" fmla="*/ 10 h 68"/>
                <a:gd name="T22" fmla="*/ 54 w 83"/>
                <a:gd name="T23" fmla="*/ 0 h 68"/>
                <a:gd name="T24" fmla="*/ 67 w 83"/>
                <a:gd name="T25" fmla="*/ 4 h 68"/>
                <a:gd name="T26" fmla="*/ 72 w 83"/>
                <a:gd name="T27" fmla="*/ 16 h 68"/>
                <a:gd name="T28" fmla="*/ 66 w 83"/>
                <a:gd name="T29" fmla="*/ 39 h 68"/>
                <a:gd name="T30" fmla="*/ 61 w 83"/>
                <a:gd name="T31" fmla="*/ 58 h 68"/>
                <a:gd name="T32" fmla="*/ 63 w 83"/>
                <a:gd name="T33" fmla="*/ 62 h 68"/>
                <a:gd name="T34" fmla="*/ 64 w 83"/>
                <a:gd name="T35" fmla="*/ 62 h 68"/>
                <a:gd name="T36" fmla="*/ 72 w 83"/>
                <a:gd name="T37" fmla="*/ 56 h 68"/>
                <a:gd name="T38" fmla="*/ 77 w 83"/>
                <a:gd name="T39" fmla="*/ 44 h 68"/>
                <a:gd name="T40" fmla="*/ 80 w 83"/>
                <a:gd name="T41" fmla="*/ 43 h 68"/>
                <a:gd name="T42" fmla="*/ 83 w 83"/>
                <a:gd name="T43" fmla="*/ 44 h 68"/>
                <a:gd name="T44" fmla="*/ 83 w 83"/>
                <a:gd name="T45" fmla="*/ 47 h 68"/>
                <a:gd name="T46" fmla="*/ 79 w 83"/>
                <a:gd name="T47" fmla="*/ 55 h 68"/>
                <a:gd name="T48" fmla="*/ 73 w 83"/>
                <a:gd name="T49" fmla="*/ 64 h 68"/>
                <a:gd name="T50" fmla="*/ 62 w 83"/>
                <a:gd name="T51" fmla="*/ 68 h 68"/>
                <a:gd name="T52" fmla="*/ 52 w 83"/>
                <a:gd name="T53" fmla="*/ 64 h 68"/>
                <a:gd name="T54" fmla="*/ 49 w 83"/>
                <a:gd name="T55" fmla="*/ 55 h 68"/>
                <a:gd name="T56" fmla="*/ 54 w 83"/>
                <a:gd name="T57" fmla="*/ 37 h 68"/>
                <a:gd name="T58" fmla="*/ 60 w 83"/>
                <a:gd name="T59" fmla="*/ 15 h 68"/>
                <a:gd name="T60" fmla="*/ 53 w 83"/>
                <a:gd name="T61" fmla="*/ 6 h 68"/>
                <a:gd name="T62" fmla="*/ 53 w 83"/>
                <a:gd name="T63" fmla="*/ 6 h 68"/>
                <a:gd name="T64" fmla="*/ 31 w 83"/>
                <a:gd name="T65" fmla="*/ 21 h 68"/>
                <a:gd name="T66" fmla="*/ 30 w 83"/>
                <a:gd name="T67" fmla="*/ 23 h 68"/>
                <a:gd name="T68" fmla="*/ 25 w 83"/>
                <a:gd name="T69" fmla="*/ 43 h 68"/>
                <a:gd name="T70" fmla="*/ 19 w 83"/>
                <a:gd name="T71" fmla="*/ 64 h 68"/>
                <a:gd name="T72" fmla="*/ 13 w 83"/>
                <a:gd name="T73" fmla="*/ 68 h 68"/>
                <a:gd name="T74" fmla="*/ 10 w 83"/>
                <a:gd name="T75" fmla="*/ 67 h 68"/>
                <a:gd name="T76" fmla="*/ 8 w 83"/>
                <a:gd name="T77" fmla="*/ 65 h 68"/>
                <a:gd name="T78" fmla="*/ 8 w 83"/>
                <a:gd name="T79" fmla="*/ 64 h 68"/>
                <a:gd name="T80" fmla="*/ 14 w 83"/>
                <a:gd name="T81" fmla="*/ 39 h 68"/>
                <a:gd name="T82" fmla="*/ 20 w 83"/>
                <a:gd name="T83" fmla="*/ 15 h 68"/>
                <a:gd name="T84" fmla="*/ 20 w 83"/>
                <a:gd name="T85" fmla="*/ 11 h 68"/>
                <a:gd name="T86" fmla="*/ 16 w 83"/>
                <a:gd name="T87" fmla="*/ 6 h 68"/>
                <a:gd name="T88" fmla="*/ 7 w 83"/>
                <a:gd name="T89" fmla="*/ 21 h 68"/>
                <a:gd name="T90" fmla="*/ 6 w 83"/>
                <a:gd name="T91" fmla="*/ 24 h 68"/>
                <a:gd name="T92" fmla="*/ 3 w 83"/>
                <a:gd name="T93" fmla="*/ 25 h 68"/>
                <a:gd name="T94" fmla="*/ 1 w 83"/>
                <a:gd name="T95" fmla="*/ 25 h 68"/>
                <a:gd name="T96" fmla="*/ 0 w 83"/>
                <a:gd name="T97" fmla="*/ 2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3" h="68">
                  <a:moveTo>
                    <a:pt x="0" y="23"/>
                  </a:moveTo>
                  <a:cubicBezTo>
                    <a:pt x="0" y="23"/>
                    <a:pt x="0" y="22"/>
                    <a:pt x="0" y="21"/>
                  </a:cubicBezTo>
                  <a:cubicBezTo>
                    <a:pt x="1" y="20"/>
                    <a:pt x="1" y="18"/>
                    <a:pt x="2" y="15"/>
                  </a:cubicBezTo>
                  <a:cubicBezTo>
                    <a:pt x="3" y="12"/>
                    <a:pt x="4" y="10"/>
                    <a:pt x="5" y="8"/>
                  </a:cubicBezTo>
                  <a:cubicBezTo>
                    <a:pt x="6" y="6"/>
                    <a:pt x="8" y="4"/>
                    <a:pt x="10" y="3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1" y="0"/>
                    <a:pt x="24" y="1"/>
                    <a:pt x="26" y="3"/>
                  </a:cubicBezTo>
                  <a:cubicBezTo>
                    <a:pt x="28" y="5"/>
                    <a:pt x="30" y="6"/>
                    <a:pt x="30" y="8"/>
                  </a:cubicBezTo>
                  <a:cubicBezTo>
                    <a:pt x="31" y="10"/>
                    <a:pt x="31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lnTo>
                    <a:pt x="33" y="10"/>
                  </a:lnTo>
                  <a:cubicBezTo>
                    <a:pt x="39" y="3"/>
                    <a:pt x="46" y="0"/>
                    <a:pt x="54" y="0"/>
                  </a:cubicBezTo>
                  <a:cubicBezTo>
                    <a:pt x="59" y="0"/>
                    <a:pt x="64" y="1"/>
                    <a:pt x="67" y="4"/>
                  </a:cubicBezTo>
                  <a:cubicBezTo>
                    <a:pt x="70" y="7"/>
                    <a:pt x="72" y="11"/>
                    <a:pt x="72" y="16"/>
                  </a:cubicBezTo>
                  <a:cubicBezTo>
                    <a:pt x="72" y="21"/>
                    <a:pt x="70" y="29"/>
                    <a:pt x="66" y="39"/>
                  </a:cubicBezTo>
                  <a:cubicBezTo>
                    <a:pt x="62" y="50"/>
                    <a:pt x="60" y="56"/>
                    <a:pt x="61" y="58"/>
                  </a:cubicBezTo>
                  <a:cubicBezTo>
                    <a:pt x="61" y="61"/>
                    <a:pt x="61" y="62"/>
                    <a:pt x="63" y="62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7" y="62"/>
                    <a:pt x="70" y="60"/>
                    <a:pt x="72" y="56"/>
                  </a:cubicBezTo>
                  <a:cubicBezTo>
                    <a:pt x="74" y="53"/>
                    <a:pt x="76" y="49"/>
                    <a:pt x="77" y="44"/>
                  </a:cubicBezTo>
                  <a:cubicBezTo>
                    <a:pt x="78" y="44"/>
                    <a:pt x="79" y="43"/>
                    <a:pt x="80" y="43"/>
                  </a:cubicBezTo>
                  <a:cubicBezTo>
                    <a:pt x="82" y="43"/>
                    <a:pt x="83" y="44"/>
                    <a:pt x="83" y="44"/>
                  </a:cubicBezTo>
                  <a:cubicBezTo>
                    <a:pt x="83" y="45"/>
                    <a:pt x="83" y="45"/>
                    <a:pt x="83" y="47"/>
                  </a:cubicBezTo>
                  <a:cubicBezTo>
                    <a:pt x="82" y="50"/>
                    <a:pt x="81" y="52"/>
                    <a:pt x="79" y="55"/>
                  </a:cubicBezTo>
                  <a:cubicBezTo>
                    <a:pt x="78" y="58"/>
                    <a:pt x="76" y="61"/>
                    <a:pt x="73" y="64"/>
                  </a:cubicBezTo>
                  <a:cubicBezTo>
                    <a:pt x="69" y="66"/>
                    <a:pt x="66" y="68"/>
                    <a:pt x="62" y="68"/>
                  </a:cubicBezTo>
                  <a:cubicBezTo>
                    <a:pt x="58" y="68"/>
                    <a:pt x="54" y="66"/>
                    <a:pt x="52" y="64"/>
                  </a:cubicBezTo>
                  <a:cubicBezTo>
                    <a:pt x="50" y="61"/>
                    <a:pt x="49" y="58"/>
                    <a:pt x="49" y="55"/>
                  </a:cubicBezTo>
                  <a:cubicBezTo>
                    <a:pt x="49" y="53"/>
                    <a:pt x="51" y="47"/>
                    <a:pt x="54" y="37"/>
                  </a:cubicBezTo>
                  <a:cubicBezTo>
                    <a:pt x="58" y="27"/>
                    <a:pt x="60" y="20"/>
                    <a:pt x="60" y="15"/>
                  </a:cubicBezTo>
                  <a:cubicBezTo>
                    <a:pt x="60" y="9"/>
                    <a:pt x="58" y="6"/>
                    <a:pt x="53" y="6"/>
                  </a:cubicBezTo>
                  <a:lnTo>
                    <a:pt x="53" y="6"/>
                  </a:lnTo>
                  <a:cubicBezTo>
                    <a:pt x="44" y="6"/>
                    <a:pt x="37" y="11"/>
                    <a:pt x="31" y="21"/>
                  </a:cubicBezTo>
                  <a:lnTo>
                    <a:pt x="30" y="23"/>
                  </a:lnTo>
                  <a:lnTo>
                    <a:pt x="25" y="43"/>
                  </a:lnTo>
                  <a:cubicBezTo>
                    <a:pt x="22" y="56"/>
                    <a:pt x="20" y="63"/>
                    <a:pt x="19" y="64"/>
                  </a:cubicBezTo>
                  <a:cubicBezTo>
                    <a:pt x="18" y="66"/>
                    <a:pt x="16" y="68"/>
                    <a:pt x="13" y="68"/>
                  </a:cubicBezTo>
                  <a:cubicBezTo>
                    <a:pt x="12" y="68"/>
                    <a:pt x="11" y="67"/>
                    <a:pt x="10" y="67"/>
                  </a:cubicBezTo>
                  <a:cubicBezTo>
                    <a:pt x="9" y="66"/>
                    <a:pt x="8" y="66"/>
                    <a:pt x="8" y="65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54"/>
                    <a:pt x="14" y="39"/>
                  </a:cubicBezTo>
                  <a:cubicBezTo>
                    <a:pt x="17" y="24"/>
                    <a:pt x="19" y="16"/>
                    <a:pt x="20" y="15"/>
                  </a:cubicBezTo>
                  <a:cubicBezTo>
                    <a:pt x="20" y="14"/>
                    <a:pt x="20" y="13"/>
                    <a:pt x="20" y="11"/>
                  </a:cubicBezTo>
                  <a:cubicBezTo>
                    <a:pt x="20" y="8"/>
                    <a:pt x="18" y="6"/>
                    <a:pt x="16" y="6"/>
                  </a:cubicBezTo>
                  <a:cubicBezTo>
                    <a:pt x="12" y="6"/>
                    <a:pt x="9" y="11"/>
                    <a:pt x="7" y="21"/>
                  </a:cubicBezTo>
                  <a:cubicBezTo>
                    <a:pt x="6" y="23"/>
                    <a:pt x="6" y="24"/>
                    <a:pt x="6" y="24"/>
                  </a:cubicBezTo>
                  <a:cubicBezTo>
                    <a:pt x="6" y="24"/>
                    <a:pt x="5" y="25"/>
                    <a:pt x="3" y="25"/>
                  </a:cubicBezTo>
                  <a:lnTo>
                    <a:pt x="1" y="25"/>
                  </a:lnTo>
                  <a:cubicBezTo>
                    <a:pt x="0" y="24"/>
                    <a:pt x="0" y="24"/>
                    <a:pt x="0" y="23"/>
                  </a:cubicBezTo>
                  <a:close/>
                </a:path>
              </a:pathLst>
            </a:custGeom>
            <a:solidFill>
              <a:schemeClr val="tx1"/>
            </a:solid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3" name="Freeform 14"/>
            <p:cNvSpPr>
              <a:spLocks/>
            </p:cNvSpPr>
            <p:nvPr/>
          </p:nvSpPr>
          <p:spPr bwMode="auto">
            <a:xfrm>
              <a:off x="3735509" y="3538182"/>
              <a:ext cx="277880" cy="331588"/>
            </a:xfrm>
            <a:custGeom>
              <a:avLst/>
              <a:gdLst>
                <a:gd name="T0" fmla="*/ 0 w 129"/>
                <a:gd name="T1" fmla="*/ 76 h 153"/>
                <a:gd name="T2" fmla="*/ 7 w 129"/>
                <a:gd name="T3" fmla="*/ 43 h 153"/>
                <a:gd name="T4" fmla="*/ 25 w 129"/>
                <a:gd name="T5" fmla="*/ 19 h 153"/>
                <a:gd name="T6" fmla="*/ 48 w 129"/>
                <a:gd name="T7" fmla="*/ 5 h 153"/>
                <a:gd name="T8" fmla="*/ 71 w 129"/>
                <a:gd name="T9" fmla="*/ 0 h 153"/>
                <a:gd name="T10" fmla="*/ 73 w 129"/>
                <a:gd name="T11" fmla="*/ 0 h 153"/>
                <a:gd name="T12" fmla="*/ 74 w 129"/>
                <a:gd name="T13" fmla="*/ 0 h 153"/>
                <a:gd name="T14" fmla="*/ 108 w 129"/>
                <a:gd name="T15" fmla="*/ 14 h 153"/>
                <a:gd name="T16" fmla="*/ 111 w 129"/>
                <a:gd name="T17" fmla="*/ 17 h 153"/>
                <a:gd name="T18" fmla="*/ 118 w 129"/>
                <a:gd name="T19" fmla="*/ 8 h 153"/>
                <a:gd name="T20" fmla="*/ 124 w 129"/>
                <a:gd name="T21" fmla="*/ 0 h 153"/>
                <a:gd name="T22" fmla="*/ 125 w 129"/>
                <a:gd name="T23" fmla="*/ 0 h 153"/>
                <a:gd name="T24" fmla="*/ 126 w 129"/>
                <a:gd name="T25" fmla="*/ 0 h 153"/>
                <a:gd name="T26" fmla="*/ 127 w 129"/>
                <a:gd name="T27" fmla="*/ 0 h 153"/>
                <a:gd name="T28" fmla="*/ 129 w 129"/>
                <a:gd name="T29" fmla="*/ 1 h 153"/>
                <a:gd name="T30" fmla="*/ 129 w 129"/>
                <a:gd name="T31" fmla="*/ 60 h 153"/>
                <a:gd name="T32" fmla="*/ 128 w 129"/>
                <a:gd name="T33" fmla="*/ 61 h 153"/>
                <a:gd name="T34" fmla="*/ 120 w 129"/>
                <a:gd name="T35" fmla="*/ 61 h 153"/>
                <a:gd name="T36" fmla="*/ 119 w 129"/>
                <a:gd name="T37" fmla="*/ 58 h 153"/>
                <a:gd name="T38" fmla="*/ 109 w 129"/>
                <a:gd name="T39" fmla="*/ 28 h 153"/>
                <a:gd name="T40" fmla="*/ 89 w 129"/>
                <a:gd name="T41" fmla="*/ 11 h 153"/>
                <a:gd name="T42" fmla="*/ 78 w 129"/>
                <a:gd name="T43" fmla="*/ 9 h 153"/>
                <a:gd name="T44" fmla="*/ 42 w 129"/>
                <a:gd name="T45" fmla="*/ 24 h 153"/>
                <a:gd name="T46" fmla="*/ 25 w 129"/>
                <a:gd name="T47" fmla="*/ 76 h 153"/>
                <a:gd name="T48" fmla="*/ 33 w 129"/>
                <a:gd name="T49" fmla="*/ 116 h 153"/>
                <a:gd name="T50" fmla="*/ 44 w 129"/>
                <a:gd name="T51" fmla="*/ 131 h 153"/>
                <a:gd name="T52" fmla="*/ 58 w 129"/>
                <a:gd name="T53" fmla="*/ 139 h 153"/>
                <a:gd name="T54" fmla="*/ 69 w 129"/>
                <a:gd name="T55" fmla="*/ 142 h 153"/>
                <a:gd name="T56" fmla="*/ 79 w 129"/>
                <a:gd name="T57" fmla="*/ 143 h 153"/>
                <a:gd name="T58" fmla="*/ 109 w 129"/>
                <a:gd name="T59" fmla="*/ 129 h 153"/>
                <a:gd name="T60" fmla="*/ 120 w 129"/>
                <a:gd name="T61" fmla="*/ 97 h 153"/>
                <a:gd name="T62" fmla="*/ 122 w 129"/>
                <a:gd name="T63" fmla="*/ 94 h 153"/>
                <a:gd name="T64" fmla="*/ 128 w 129"/>
                <a:gd name="T65" fmla="*/ 94 h 153"/>
                <a:gd name="T66" fmla="*/ 129 w 129"/>
                <a:gd name="T67" fmla="*/ 95 h 153"/>
                <a:gd name="T68" fmla="*/ 129 w 129"/>
                <a:gd name="T69" fmla="*/ 99 h 153"/>
                <a:gd name="T70" fmla="*/ 113 w 129"/>
                <a:gd name="T71" fmla="*/ 136 h 153"/>
                <a:gd name="T72" fmla="*/ 73 w 129"/>
                <a:gd name="T73" fmla="*/ 153 h 153"/>
                <a:gd name="T74" fmla="*/ 22 w 129"/>
                <a:gd name="T75" fmla="*/ 131 h 153"/>
                <a:gd name="T76" fmla="*/ 0 w 129"/>
                <a:gd name="T77" fmla="*/ 7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9" h="153">
                  <a:moveTo>
                    <a:pt x="0" y="76"/>
                  </a:moveTo>
                  <a:cubicBezTo>
                    <a:pt x="0" y="64"/>
                    <a:pt x="3" y="53"/>
                    <a:pt x="7" y="43"/>
                  </a:cubicBezTo>
                  <a:cubicBezTo>
                    <a:pt x="12" y="33"/>
                    <a:pt x="18" y="25"/>
                    <a:pt x="25" y="19"/>
                  </a:cubicBezTo>
                  <a:cubicBezTo>
                    <a:pt x="32" y="13"/>
                    <a:pt x="40" y="8"/>
                    <a:pt x="48" y="5"/>
                  </a:cubicBezTo>
                  <a:cubicBezTo>
                    <a:pt x="56" y="1"/>
                    <a:pt x="64" y="0"/>
                    <a:pt x="71" y="0"/>
                  </a:cubicBezTo>
                  <a:lnTo>
                    <a:pt x="73" y="0"/>
                  </a:lnTo>
                  <a:cubicBezTo>
                    <a:pt x="74" y="0"/>
                    <a:pt x="74" y="0"/>
                    <a:pt x="74" y="0"/>
                  </a:cubicBezTo>
                  <a:cubicBezTo>
                    <a:pt x="87" y="0"/>
                    <a:pt x="99" y="5"/>
                    <a:pt x="108" y="14"/>
                  </a:cubicBezTo>
                  <a:lnTo>
                    <a:pt x="111" y="17"/>
                  </a:lnTo>
                  <a:lnTo>
                    <a:pt x="118" y="8"/>
                  </a:lnTo>
                  <a:cubicBezTo>
                    <a:pt x="121" y="3"/>
                    <a:pt x="123" y="0"/>
                    <a:pt x="124" y="0"/>
                  </a:cubicBezTo>
                  <a:lnTo>
                    <a:pt x="125" y="0"/>
                  </a:lnTo>
                  <a:cubicBezTo>
                    <a:pt x="125" y="0"/>
                    <a:pt x="126" y="0"/>
                    <a:pt x="126" y="0"/>
                  </a:cubicBezTo>
                  <a:lnTo>
                    <a:pt x="127" y="0"/>
                  </a:lnTo>
                  <a:cubicBezTo>
                    <a:pt x="127" y="0"/>
                    <a:pt x="128" y="0"/>
                    <a:pt x="129" y="1"/>
                  </a:cubicBezTo>
                  <a:lnTo>
                    <a:pt x="129" y="60"/>
                  </a:lnTo>
                  <a:lnTo>
                    <a:pt x="128" y="61"/>
                  </a:lnTo>
                  <a:lnTo>
                    <a:pt x="120" y="61"/>
                  </a:lnTo>
                  <a:cubicBezTo>
                    <a:pt x="120" y="60"/>
                    <a:pt x="119" y="59"/>
                    <a:pt x="119" y="58"/>
                  </a:cubicBezTo>
                  <a:cubicBezTo>
                    <a:pt x="118" y="46"/>
                    <a:pt x="114" y="36"/>
                    <a:pt x="109" y="28"/>
                  </a:cubicBezTo>
                  <a:cubicBezTo>
                    <a:pt x="103" y="19"/>
                    <a:pt x="97" y="14"/>
                    <a:pt x="89" y="11"/>
                  </a:cubicBezTo>
                  <a:cubicBezTo>
                    <a:pt x="86" y="10"/>
                    <a:pt x="83" y="9"/>
                    <a:pt x="78" y="9"/>
                  </a:cubicBezTo>
                  <a:cubicBezTo>
                    <a:pt x="64" y="9"/>
                    <a:pt x="51" y="14"/>
                    <a:pt x="42" y="24"/>
                  </a:cubicBezTo>
                  <a:cubicBezTo>
                    <a:pt x="30" y="35"/>
                    <a:pt x="25" y="53"/>
                    <a:pt x="25" y="76"/>
                  </a:cubicBezTo>
                  <a:cubicBezTo>
                    <a:pt x="25" y="93"/>
                    <a:pt x="28" y="107"/>
                    <a:pt x="33" y="116"/>
                  </a:cubicBezTo>
                  <a:cubicBezTo>
                    <a:pt x="36" y="122"/>
                    <a:pt x="40" y="127"/>
                    <a:pt x="44" y="131"/>
                  </a:cubicBezTo>
                  <a:cubicBezTo>
                    <a:pt x="48" y="134"/>
                    <a:pt x="53" y="137"/>
                    <a:pt x="58" y="139"/>
                  </a:cubicBezTo>
                  <a:cubicBezTo>
                    <a:pt x="62" y="141"/>
                    <a:pt x="66" y="142"/>
                    <a:pt x="69" y="142"/>
                  </a:cubicBezTo>
                  <a:cubicBezTo>
                    <a:pt x="73" y="143"/>
                    <a:pt x="76" y="143"/>
                    <a:pt x="79" y="143"/>
                  </a:cubicBezTo>
                  <a:cubicBezTo>
                    <a:pt x="91" y="143"/>
                    <a:pt x="101" y="138"/>
                    <a:pt x="109" y="129"/>
                  </a:cubicBezTo>
                  <a:cubicBezTo>
                    <a:pt x="116" y="119"/>
                    <a:pt x="120" y="108"/>
                    <a:pt x="120" y="97"/>
                  </a:cubicBezTo>
                  <a:cubicBezTo>
                    <a:pt x="120" y="96"/>
                    <a:pt x="121" y="95"/>
                    <a:pt x="122" y="94"/>
                  </a:cubicBezTo>
                  <a:lnTo>
                    <a:pt x="128" y="94"/>
                  </a:lnTo>
                  <a:lnTo>
                    <a:pt x="129" y="95"/>
                  </a:lnTo>
                  <a:lnTo>
                    <a:pt x="129" y="99"/>
                  </a:lnTo>
                  <a:cubicBezTo>
                    <a:pt x="128" y="113"/>
                    <a:pt x="123" y="126"/>
                    <a:pt x="113" y="136"/>
                  </a:cubicBezTo>
                  <a:cubicBezTo>
                    <a:pt x="103" y="147"/>
                    <a:pt x="90" y="153"/>
                    <a:pt x="73" y="153"/>
                  </a:cubicBezTo>
                  <a:cubicBezTo>
                    <a:pt x="54" y="153"/>
                    <a:pt x="36" y="145"/>
                    <a:pt x="22" y="131"/>
                  </a:cubicBezTo>
                  <a:cubicBezTo>
                    <a:pt x="7" y="116"/>
                    <a:pt x="0" y="98"/>
                    <a:pt x="0" y="76"/>
                  </a:cubicBezTo>
                  <a:close/>
                </a:path>
              </a:pathLst>
            </a:custGeom>
            <a:solidFill>
              <a:schemeClr val="tx1"/>
            </a:solid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4" name="Freeform 15"/>
            <p:cNvSpPr>
              <a:spLocks/>
            </p:cNvSpPr>
            <p:nvPr/>
          </p:nvSpPr>
          <p:spPr bwMode="auto">
            <a:xfrm>
              <a:off x="4046081" y="3785706"/>
              <a:ext cx="130767" cy="147113"/>
            </a:xfrm>
            <a:custGeom>
              <a:avLst/>
              <a:gdLst>
                <a:gd name="T0" fmla="*/ 0 w 61"/>
                <a:gd name="T1" fmla="*/ 23 h 68"/>
                <a:gd name="T2" fmla="*/ 0 w 61"/>
                <a:gd name="T3" fmla="*/ 22 h 68"/>
                <a:gd name="T4" fmla="*/ 1 w 61"/>
                <a:gd name="T5" fmla="*/ 19 h 68"/>
                <a:gd name="T6" fmla="*/ 2 w 61"/>
                <a:gd name="T7" fmla="*/ 14 h 68"/>
                <a:gd name="T8" fmla="*/ 5 w 61"/>
                <a:gd name="T9" fmla="*/ 9 h 68"/>
                <a:gd name="T10" fmla="*/ 8 w 61"/>
                <a:gd name="T11" fmla="*/ 5 h 68"/>
                <a:gd name="T12" fmla="*/ 11 w 61"/>
                <a:gd name="T13" fmla="*/ 1 h 68"/>
                <a:gd name="T14" fmla="*/ 16 w 61"/>
                <a:gd name="T15" fmla="*/ 0 h 68"/>
                <a:gd name="T16" fmla="*/ 24 w 61"/>
                <a:gd name="T17" fmla="*/ 2 h 68"/>
                <a:gd name="T18" fmla="*/ 29 w 61"/>
                <a:gd name="T19" fmla="*/ 5 h 68"/>
                <a:gd name="T20" fmla="*/ 30 w 61"/>
                <a:gd name="T21" fmla="*/ 8 h 68"/>
                <a:gd name="T22" fmla="*/ 31 w 61"/>
                <a:gd name="T23" fmla="*/ 9 h 68"/>
                <a:gd name="T24" fmla="*/ 32 w 61"/>
                <a:gd name="T25" fmla="*/ 8 h 68"/>
                <a:gd name="T26" fmla="*/ 48 w 61"/>
                <a:gd name="T27" fmla="*/ 0 h 68"/>
                <a:gd name="T28" fmla="*/ 49 w 61"/>
                <a:gd name="T29" fmla="*/ 0 h 68"/>
                <a:gd name="T30" fmla="*/ 60 w 61"/>
                <a:gd name="T31" fmla="*/ 6 h 68"/>
                <a:gd name="T32" fmla="*/ 61 w 61"/>
                <a:gd name="T33" fmla="*/ 12 h 68"/>
                <a:gd name="T34" fmla="*/ 59 w 61"/>
                <a:gd name="T35" fmla="*/ 19 h 68"/>
                <a:gd name="T36" fmla="*/ 55 w 61"/>
                <a:gd name="T37" fmla="*/ 23 h 68"/>
                <a:gd name="T38" fmla="*/ 51 w 61"/>
                <a:gd name="T39" fmla="*/ 23 h 68"/>
                <a:gd name="T40" fmla="*/ 46 w 61"/>
                <a:gd name="T41" fmla="*/ 21 h 68"/>
                <a:gd name="T42" fmla="*/ 45 w 61"/>
                <a:gd name="T43" fmla="*/ 17 h 68"/>
                <a:gd name="T44" fmla="*/ 53 w 61"/>
                <a:gd name="T45" fmla="*/ 8 h 68"/>
                <a:gd name="T46" fmla="*/ 48 w 61"/>
                <a:gd name="T47" fmla="*/ 6 h 68"/>
                <a:gd name="T48" fmla="*/ 32 w 61"/>
                <a:gd name="T49" fmla="*/ 17 h 68"/>
                <a:gd name="T50" fmla="*/ 30 w 61"/>
                <a:gd name="T51" fmla="*/ 22 h 68"/>
                <a:gd name="T52" fmla="*/ 25 w 61"/>
                <a:gd name="T53" fmla="*/ 41 h 68"/>
                <a:gd name="T54" fmla="*/ 19 w 61"/>
                <a:gd name="T55" fmla="*/ 64 h 68"/>
                <a:gd name="T56" fmla="*/ 13 w 61"/>
                <a:gd name="T57" fmla="*/ 68 h 68"/>
                <a:gd name="T58" fmla="*/ 10 w 61"/>
                <a:gd name="T59" fmla="*/ 67 h 68"/>
                <a:gd name="T60" fmla="*/ 8 w 61"/>
                <a:gd name="T61" fmla="*/ 65 h 68"/>
                <a:gd name="T62" fmla="*/ 8 w 61"/>
                <a:gd name="T63" fmla="*/ 64 h 68"/>
                <a:gd name="T64" fmla="*/ 14 w 61"/>
                <a:gd name="T65" fmla="*/ 38 h 68"/>
                <a:gd name="T66" fmla="*/ 20 w 61"/>
                <a:gd name="T67" fmla="*/ 11 h 68"/>
                <a:gd name="T68" fmla="*/ 16 w 61"/>
                <a:gd name="T69" fmla="*/ 6 h 68"/>
                <a:gd name="T70" fmla="*/ 10 w 61"/>
                <a:gd name="T71" fmla="*/ 10 h 68"/>
                <a:gd name="T72" fmla="*/ 7 w 61"/>
                <a:gd name="T73" fmla="*/ 19 h 68"/>
                <a:gd name="T74" fmla="*/ 5 w 61"/>
                <a:gd name="T75" fmla="*/ 24 h 68"/>
                <a:gd name="T76" fmla="*/ 3 w 61"/>
                <a:gd name="T77" fmla="*/ 25 h 68"/>
                <a:gd name="T78" fmla="*/ 1 w 61"/>
                <a:gd name="T79" fmla="*/ 25 h 68"/>
                <a:gd name="T80" fmla="*/ 0 w 61"/>
                <a:gd name="T81" fmla="*/ 2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1" h="68">
                  <a:moveTo>
                    <a:pt x="0" y="23"/>
                  </a:moveTo>
                  <a:cubicBezTo>
                    <a:pt x="0" y="23"/>
                    <a:pt x="0" y="23"/>
                    <a:pt x="0" y="22"/>
                  </a:cubicBezTo>
                  <a:cubicBezTo>
                    <a:pt x="0" y="22"/>
                    <a:pt x="0" y="20"/>
                    <a:pt x="1" y="19"/>
                  </a:cubicBezTo>
                  <a:cubicBezTo>
                    <a:pt x="1" y="17"/>
                    <a:pt x="2" y="16"/>
                    <a:pt x="2" y="14"/>
                  </a:cubicBezTo>
                  <a:cubicBezTo>
                    <a:pt x="3" y="13"/>
                    <a:pt x="4" y="11"/>
                    <a:pt x="5" y="9"/>
                  </a:cubicBezTo>
                  <a:cubicBezTo>
                    <a:pt x="5" y="7"/>
                    <a:pt x="6" y="6"/>
                    <a:pt x="8" y="5"/>
                  </a:cubicBezTo>
                  <a:cubicBezTo>
                    <a:pt x="9" y="4"/>
                    <a:pt x="10" y="3"/>
                    <a:pt x="11" y="1"/>
                  </a:cubicBezTo>
                  <a:cubicBezTo>
                    <a:pt x="13" y="0"/>
                    <a:pt x="15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8" y="4"/>
                    <a:pt x="29" y="5"/>
                  </a:cubicBezTo>
                  <a:cubicBezTo>
                    <a:pt x="29" y="6"/>
                    <a:pt x="30" y="7"/>
                    <a:pt x="30" y="8"/>
                  </a:cubicBezTo>
                  <a:cubicBezTo>
                    <a:pt x="30" y="9"/>
                    <a:pt x="31" y="9"/>
                    <a:pt x="31" y="9"/>
                  </a:cubicBezTo>
                  <a:cubicBezTo>
                    <a:pt x="31" y="9"/>
                    <a:pt x="31" y="9"/>
                    <a:pt x="32" y="8"/>
                  </a:cubicBezTo>
                  <a:cubicBezTo>
                    <a:pt x="37" y="3"/>
                    <a:pt x="42" y="0"/>
                    <a:pt x="48" y="0"/>
                  </a:cubicBezTo>
                  <a:lnTo>
                    <a:pt x="49" y="0"/>
                  </a:lnTo>
                  <a:cubicBezTo>
                    <a:pt x="54" y="0"/>
                    <a:pt x="57" y="2"/>
                    <a:pt x="60" y="6"/>
                  </a:cubicBezTo>
                  <a:cubicBezTo>
                    <a:pt x="60" y="8"/>
                    <a:pt x="61" y="10"/>
                    <a:pt x="61" y="12"/>
                  </a:cubicBezTo>
                  <a:cubicBezTo>
                    <a:pt x="61" y="15"/>
                    <a:pt x="60" y="17"/>
                    <a:pt x="59" y="19"/>
                  </a:cubicBezTo>
                  <a:cubicBezTo>
                    <a:pt x="58" y="21"/>
                    <a:pt x="56" y="22"/>
                    <a:pt x="55" y="23"/>
                  </a:cubicBezTo>
                  <a:cubicBezTo>
                    <a:pt x="54" y="23"/>
                    <a:pt x="52" y="23"/>
                    <a:pt x="51" y="23"/>
                  </a:cubicBezTo>
                  <a:cubicBezTo>
                    <a:pt x="49" y="23"/>
                    <a:pt x="48" y="23"/>
                    <a:pt x="46" y="21"/>
                  </a:cubicBezTo>
                  <a:cubicBezTo>
                    <a:pt x="45" y="20"/>
                    <a:pt x="45" y="19"/>
                    <a:pt x="45" y="17"/>
                  </a:cubicBezTo>
                  <a:cubicBezTo>
                    <a:pt x="45" y="12"/>
                    <a:pt x="47" y="9"/>
                    <a:pt x="53" y="8"/>
                  </a:cubicBezTo>
                  <a:cubicBezTo>
                    <a:pt x="51" y="6"/>
                    <a:pt x="49" y="6"/>
                    <a:pt x="48" y="6"/>
                  </a:cubicBezTo>
                  <a:cubicBezTo>
                    <a:pt x="42" y="6"/>
                    <a:pt x="37" y="9"/>
                    <a:pt x="32" y="17"/>
                  </a:cubicBezTo>
                  <a:cubicBezTo>
                    <a:pt x="31" y="18"/>
                    <a:pt x="31" y="20"/>
                    <a:pt x="30" y="22"/>
                  </a:cubicBezTo>
                  <a:cubicBezTo>
                    <a:pt x="30" y="23"/>
                    <a:pt x="28" y="30"/>
                    <a:pt x="25" y="41"/>
                  </a:cubicBezTo>
                  <a:cubicBezTo>
                    <a:pt x="22" y="55"/>
                    <a:pt x="20" y="63"/>
                    <a:pt x="19" y="64"/>
                  </a:cubicBezTo>
                  <a:cubicBezTo>
                    <a:pt x="18" y="66"/>
                    <a:pt x="16" y="68"/>
                    <a:pt x="13" y="68"/>
                  </a:cubicBezTo>
                  <a:cubicBezTo>
                    <a:pt x="11" y="68"/>
                    <a:pt x="10" y="67"/>
                    <a:pt x="10" y="67"/>
                  </a:cubicBezTo>
                  <a:cubicBezTo>
                    <a:pt x="9" y="66"/>
                    <a:pt x="8" y="66"/>
                    <a:pt x="8" y="65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54"/>
                    <a:pt x="14" y="38"/>
                  </a:cubicBezTo>
                  <a:cubicBezTo>
                    <a:pt x="18" y="22"/>
                    <a:pt x="20" y="13"/>
                    <a:pt x="20" y="11"/>
                  </a:cubicBezTo>
                  <a:cubicBezTo>
                    <a:pt x="20" y="8"/>
                    <a:pt x="18" y="6"/>
                    <a:pt x="16" y="6"/>
                  </a:cubicBezTo>
                  <a:cubicBezTo>
                    <a:pt x="14" y="6"/>
                    <a:pt x="12" y="7"/>
                    <a:pt x="10" y="10"/>
                  </a:cubicBezTo>
                  <a:cubicBezTo>
                    <a:pt x="9" y="13"/>
                    <a:pt x="8" y="16"/>
                    <a:pt x="7" y="19"/>
                  </a:cubicBezTo>
                  <a:cubicBezTo>
                    <a:pt x="6" y="22"/>
                    <a:pt x="5" y="24"/>
                    <a:pt x="5" y="24"/>
                  </a:cubicBezTo>
                  <a:cubicBezTo>
                    <a:pt x="5" y="25"/>
                    <a:pt x="4" y="25"/>
                    <a:pt x="3" y="25"/>
                  </a:cubicBezTo>
                  <a:lnTo>
                    <a:pt x="1" y="25"/>
                  </a:lnTo>
                  <a:cubicBezTo>
                    <a:pt x="0" y="24"/>
                    <a:pt x="0" y="24"/>
                    <a:pt x="0" y="23"/>
                  </a:cubicBezTo>
                  <a:close/>
                </a:path>
              </a:pathLst>
            </a:custGeom>
            <a:solidFill>
              <a:schemeClr val="tx1"/>
            </a:solid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46" name="正方形/長方形 45"/>
          <p:cNvSpPr/>
          <p:nvPr/>
        </p:nvSpPr>
        <p:spPr>
          <a:xfrm>
            <a:off x="5444490" y="1790700"/>
            <a:ext cx="1133102" cy="466725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7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/>
              <a:t>の導出について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algn="ctr"/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/>
              <a:t>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lang="ja-JP" altLang="en-US" dirty="0"/>
              <a:t> </a:t>
            </a:r>
            <a:r>
              <a:rPr lang="en-US" altLang="ja-JP" dirty="0"/>
              <a:t>×</a:t>
            </a:r>
            <a:r>
              <a:rPr lang="ja-JP" altLang="en-US" dirty="0"/>
              <a:t>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</a:p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 smtClean="0"/>
              <a:t>(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kumimoji="1" lang="ja-JP" altLang="en-US" dirty="0" smtClean="0"/>
              <a:t>は，</a:t>
            </a:r>
            <a:r>
              <a:rPr lang="ja-JP" altLang="en-US" dirty="0" smtClean="0"/>
              <a:t>含まれる</a:t>
            </a:r>
            <a:r>
              <a:rPr lang="ja-JP" altLang="en-US" dirty="0"/>
              <a:t>アイテム数が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/>
              <a:t>個のときの実行可能率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で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ある．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これを，確率モデルを考えることで導出する．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ja-JP" altLang="en-US" dirty="0" smtClean="0"/>
              <a:t>具体的には，</a:t>
            </a:r>
            <a:r>
              <a:rPr lang="ja-JP" altLang="en-US" dirty="0"/>
              <a:t>アイテム数が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/>
              <a:t>個の</a:t>
            </a:r>
            <a:r>
              <a:rPr lang="ja-JP" altLang="en-US" dirty="0" smtClean="0"/>
              <a:t>とき，重みの平均値</a:t>
            </a:r>
            <a:r>
              <a:rPr lang="en-US" altLang="ja-JP" dirty="0" smtClean="0"/>
              <a:t>(</a:t>
            </a:r>
            <a:r>
              <a:rPr lang="ja-JP" altLang="en-US" dirty="0" smtClean="0"/>
              <a:t>≒総和</a:t>
            </a:r>
            <a:r>
              <a:rPr lang="en-US" altLang="ja-JP" dirty="0" smtClean="0"/>
              <a:t>)</a:t>
            </a:r>
            <a:r>
              <a:rPr lang="ja-JP" altLang="en-US" dirty="0" smtClean="0"/>
              <a:t>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分布がどうなっているかを考える．</a:t>
            </a:r>
            <a:endParaRPr kumimoji="1" lang="ja-JP" altLang="en-US" dirty="0"/>
          </a:p>
        </p:txBody>
      </p:sp>
      <p:sp>
        <p:nvSpPr>
          <p:cNvPr id="46" name="正方形/長方形 45"/>
          <p:cNvSpPr/>
          <p:nvPr/>
        </p:nvSpPr>
        <p:spPr>
          <a:xfrm>
            <a:off x="6919938" y="1790700"/>
            <a:ext cx="1084237" cy="466725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97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lang="ja-JP" altLang="en-US" dirty="0" smtClean="0"/>
              <a:t>の</a:t>
            </a:r>
            <a:r>
              <a:rPr lang="ja-JP" altLang="en-US" dirty="0"/>
              <a:t>導出について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8</a:t>
            </a:fld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 smtClean="0"/>
              <a:t>制約違反確率の確率分布モデル化</a:t>
            </a:r>
            <a:endParaRPr kumimoji="1" lang="en-US" altLang="ja-JP" dirty="0" smtClean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前提条件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すべての</a:t>
            </a:r>
            <a:r>
              <a:rPr lang="ja-JP" altLang="en-US" dirty="0" smtClean="0"/>
              <a:t>アイテムの重みは，</a:t>
            </a:r>
            <a:r>
              <a:rPr lang="en-US" altLang="ja-JP" dirty="0" smtClean="0"/>
              <a:t>[10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100]</a:t>
            </a:r>
            <a:r>
              <a:rPr lang="ja-JP" altLang="en-US" dirty="0" smtClean="0"/>
              <a:t>の一様乱数から生成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アイテム</a:t>
            </a:r>
            <a:r>
              <a:rPr kumimoji="1" lang="ja-JP" altLang="en-US" dirty="0" smtClean="0"/>
              <a:t>の重みは，各アイテム集合間で相関が無い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sz="2400" dirty="0" smtClean="0"/>
              <a:t>アイテム集合</a:t>
            </a:r>
            <a:r>
              <a:rPr kumimoji="1" lang="en-US" altLang="ja-JP" sz="2400" dirty="0" smtClean="0"/>
              <a:t>1</a:t>
            </a:r>
            <a:r>
              <a:rPr kumimoji="1" lang="ja-JP" altLang="en-US" sz="2400" dirty="0" smtClean="0"/>
              <a:t>で重みが</a:t>
            </a:r>
            <a:r>
              <a:rPr kumimoji="1" lang="en-US" altLang="ja-JP" sz="2400" dirty="0" smtClean="0"/>
              <a:t>100</a:t>
            </a:r>
            <a:r>
              <a:rPr kumimoji="1" lang="ja-JP" altLang="en-US" sz="2400" dirty="0" smtClean="0"/>
              <a:t>のアイテムが，アイテム集合</a:t>
            </a:r>
            <a:r>
              <a:rPr kumimoji="1" lang="en-US" altLang="ja-JP" sz="2400" dirty="0" smtClean="0"/>
              <a:t>2</a:t>
            </a:r>
            <a:r>
              <a:rPr kumimoji="1" lang="ja-JP" altLang="en-US" sz="2400" dirty="0" smtClean="0"/>
              <a:t>でも重みが高いとは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kumimoji="1" lang="ja-JP" altLang="en-US" sz="2400" dirty="0" smtClean="0"/>
              <a:t>限らない，ということ．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7311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lang="ja-JP" altLang="en-US" dirty="0"/>
              <a:t>の導出について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9</a:t>
            </a:fld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ここで，中心極限定理を考える．</a:t>
            </a:r>
            <a:endParaRPr kumimoji="1" lang="en-US" altLang="ja-JP" dirty="0" smtClean="0"/>
          </a:p>
          <a:p>
            <a:pPr marL="273050" indent="-273050"/>
            <a:r>
              <a:rPr lang="ja-JP" altLang="en-US" dirty="0"/>
              <a:t>中心極限</a:t>
            </a:r>
            <a:r>
              <a:rPr lang="ja-JP" altLang="en-US" dirty="0" smtClean="0"/>
              <a:t>定理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平均</a:t>
            </a:r>
            <a:r>
              <a:rPr lang="en-US" altLang="ja-JP" i="1" dirty="0">
                <a:latin typeface="Symbol" panose="05050102010706020507" pitchFamily="18" charset="2"/>
              </a:rPr>
              <a:t>m</a:t>
            </a:r>
            <a:r>
              <a:rPr lang="ja-JP" altLang="en-US" dirty="0" err="1" smtClean="0"/>
              <a:t>，</a:t>
            </a:r>
            <a:r>
              <a:rPr lang="ja-JP" altLang="en-US" dirty="0" smtClean="0"/>
              <a:t>分散</a:t>
            </a:r>
            <a:r>
              <a:rPr lang="en-US" altLang="ja-JP" i="1" dirty="0" smtClean="0">
                <a:latin typeface="Symbol" panose="05050102010706020507" pitchFamily="18" charset="2"/>
              </a:rPr>
              <a:t>s</a:t>
            </a:r>
            <a:r>
              <a:rPr lang="en-US" altLang="ja-JP" baseline="30000" dirty="0" smtClean="0"/>
              <a:t> 2</a:t>
            </a:r>
            <a:r>
              <a:rPr lang="ja-JP" altLang="en-US" dirty="0" smtClean="0"/>
              <a:t>にしたがう母集団から，サンプル数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 smtClean="0"/>
              <a:t>の標本を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抽出するとき，その平均値は正規分布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にしたがう</a:t>
            </a:r>
            <a:r>
              <a:rPr lang="ja-JP" altLang="en-US" dirty="0"/>
              <a:t>．</a:t>
            </a:r>
            <a:endParaRPr lang="en-US" altLang="ja-JP" dirty="0" smtClean="0"/>
          </a:p>
        </p:txBody>
      </p:sp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5269707" y="4120817"/>
            <a:ext cx="1652587" cy="919163"/>
            <a:chOff x="2086" y="2664"/>
            <a:chExt cx="1041" cy="579"/>
          </a:xfrm>
          <a:solidFill>
            <a:schemeClr val="tx1"/>
          </a:solidFill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2086" y="2881"/>
              <a:ext cx="223" cy="180"/>
            </a:xfrm>
            <a:custGeom>
              <a:avLst/>
              <a:gdLst>
                <a:gd name="T0" fmla="*/ 42 w 180"/>
                <a:gd name="T1" fmla="*/ 10 h 144"/>
                <a:gd name="T2" fmla="*/ 41 w 180"/>
                <a:gd name="T3" fmla="*/ 10 h 144"/>
                <a:gd name="T4" fmla="*/ 34 w 180"/>
                <a:gd name="T5" fmla="*/ 9 h 144"/>
                <a:gd name="T6" fmla="*/ 33 w 180"/>
                <a:gd name="T7" fmla="*/ 7 h 144"/>
                <a:gd name="T8" fmla="*/ 36 w 180"/>
                <a:gd name="T9" fmla="*/ 0 h 144"/>
                <a:gd name="T10" fmla="*/ 56 w 180"/>
                <a:gd name="T11" fmla="*/ 0 h 144"/>
                <a:gd name="T12" fmla="*/ 75 w 180"/>
                <a:gd name="T13" fmla="*/ 0 h 144"/>
                <a:gd name="T14" fmla="*/ 78 w 180"/>
                <a:gd name="T15" fmla="*/ 1 h 144"/>
                <a:gd name="T16" fmla="*/ 123 w 180"/>
                <a:gd name="T17" fmla="*/ 108 h 144"/>
                <a:gd name="T18" fmla="*/ 134 w 180"/>
                <a:gd name="T19" fmla="*/ 64 h 144"/>
                <a:gd name="T20" fmla="*/ 146 w 180"/>
                <a:gd name="T21" fmla="*/ 16 h 144"/>
                <a:gd name="T22" fmla="*/ 132 w 180"/>
                <a:gd name="T23" fmla="*/ 10 h 144"/>
                <a:gd name="T24" fmla="*/ 127 w 180"/>
                <a:gd name="T25" fmla="*/ 7 h 144"/>
                <a:gd name="T26" fmla="*/ 127 w 180"/>
                <a:gd name="T27" fmla="*/ 5 h 144"/>
                <a:gd name="T28" fmla="*/ 129 w 180"/>
                <a:gd name="T29" fmla="*/ 1 h 144"/>
                <a:gd name="T30" fmla="*/ 131 w 180"/>
                <a:gd name="T31" fmla="*/ 0 h 144"/>
                <a:gd name="T32" fmla="*/ 137 w 180"/>
                <a:gd name="T33" fmla="*/ 0 h 144"/>
                <a:gd name="T34" fmla="*/ 155 w 180"/>
                <a:gd name="T35" fmla="*/ 0 h 144"/>
                <a:gd name="T36" fmla="*/ 171 w 180"/>
                <a:gd name="T37" fmla="*/ 0 h 144"/>
                <a:gd name="T38" fmla="*/ 177 w 180"/>
                <a:gd name="T39" fmla="*/ 0 h 144"/>
                <a:gd name="T40" fmla="*/ 180 w 180"/>
                <a:gd name="T41" fmla="*/ 2 h 144"/>
                <a:gd name="T42" fmla="*/ 179 w 180"/>
                <a:gd name="T43" fmla="*/ 8 h 144"/>
                <a:gd name="T44" fmla="*/ 174 w 180"/>
                <a:gd name="T45" fmla="*/ 10 h 144"/>
                <a:gd name="T46" fmla="*/ 155 w 180"/>
                <a:gd name="T47" fmla="*/ 18 h 144"/>
                <a:gd name="T48" fmla="*/ 124 w 180"/>
                <a:gd name="T49" fmla="*/ 142 h 144"/>
                <a:gd name="T50" fmla="*/ 119 w 180"/>
                <a:gd name="T51" fmla="*/ 144 h 144"/>
                <a:gd name="T52" fmla="*/ 116 w 180"/>
                <a:gd name="T53" fmla="*/ 144 h 144"/>
                <a:gd name="T54" fmla="*/ 89 w 180"/>
                <a:gd name="T55" fmla="*/ 80 h 144"/>
                <a:gd name="T56" fmla="*/ 62 w 180"/>
                <a:gd name="T57" fmla="*/ 17 h 144"/>
                <a:gd name="T58" fmla="*/ 48 w 180"/>
                <a:gd name="T59" fmla="*/ 71 h 144"/>
                <a:gd name="T60" fmla="*/ 34 w 180"/>
                <a:gd name="T61" fmla="*/ 127 h 144"/>
                <a:gd name="T62" fmla="*/ 50 w 180"/>
                <a:gd name="T63" fmla="*/ 134 h 144"/>
                <a:gd name="T64" fmla="*/ 52 w 180"/>
                <a:gd name="T65" fmla="*/ 134 h 144"/>
                <a:gd name="T66" fmla="*/ 53 w 180"/>
                <a:gd name="T67" fmla="*/ 136 h 144"/>
                <a:gd name="T68" fmla="*/ 53 w 180"/>
                <a:gd name="T69" fmla="*/ 140 h 144"/>
                <a:gd name="T70" fmla="*/ 50 w 180"/>
                <a:gd name="T71" fmla="*/ 144 h 144"/>
                <a:gd name="T72" fmla="*/ 48 w 180"/>
                <a:gd name="T73" fmla="*/ 144 h 144"/>
                <a:gd name="T74" fmla="*/ 25 w 180"/>
                <a:gd name="T75" fmla="*/ 144 h 144"/>
                <a:gd name="T76" fmla="*/ 14 w 180"/>
                <a:gd name="T77" fmla="*/ 144 h 144"/>
                <a:gd name="T78" fmla="*/ 6 w 180"/>
                <a:gd name="T79" fmla="*/ 144 h 144"/>
                <a:gd name="T80" fmla="*/ 3 w 180"/>
                <a:gd name="T81" fmla="*/ 144 h 144"/>
                <a:gd name="T82" fmla="*/ 0 w 180"/>
                <a:gd name="T83" fmla="*/ 142 h 144"/>
                <a:gd name="T84" fmla="*/ 0 w 180"/>
                <a:gd name="T85" fmla="*/ 138 h 144"/>
                <a:gd name="T86" fmla="*/ 1 w 180"/>
                <a:gd name="T87" fmla="*/ 135 h 144"/>
                <a:gd name="T88" fmla="*/ 6 w 180"/>
                <a:gd name="T89" fmla="*/ 134 h 144"/>
                <a:gd name="T90" fmla="*/ 25 w 180"/>
                <a:gd name="T91" fmla="*/ 126 h 144"/>
                <a:gd name="T92" fmla="*/ 40 w 180"/>
                <a:gd name="T93" fmla="*/ 68 h 144"/>
                <a:gd name="T94" fmla="*/ 54 w 180"/>
                <a:gd name="T95" fmla="*/ 10 h 144"/>
                <a:gd name="T96" fmla="*/ 42 w 180"/>
                <a:gd name="T97" fmla="*/ 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144">
                  <a:moveTo>
                    <a:pt x="42" y="10"/>
                  </a:moveTo>
                  <a:lnTo>
                    <a:pt x="41" y="10"/>
                  </a:lnTo>
                  <a:cubicBezTo>
                    <a:pt x="37" y="10"/>
                    <a:pt x="35" y="9"/>
                    <a:pt x="34" y="9"/>
                  </a:cubicBezTo>
                  <a:cubicBezTo>
                    <a:pt x="34" y="9"/>
                    <a:pt x="33" y="8"/>
                    <a:pt x="33" y="7"/>
                  </a:cubicBezTo>
                  <a:cubicBezTo>
                    <a:pt x="33" y="3"/>
                    <a:pt x="34" y="1"/>
                    <a:pt x="36" y="0"/>
                  </a:cubicBezTo>
                  <a:cubicBezTo>
                    <a:pt x="36" y="0"/>
                    <a:pt x="43" y="0"/>
                    <a:pt x="56" y="0"/>
                  </a:cubicBezTo>
                  <a:lnTo>
                    <a:pt x="75" y="0"/>
                  </a:lnTo>
                  <a:cubicBezTo>
                    <a:pt x="76" y="0"/>
                    <a:pt x="77" y="0"/>
                    <a:pt x="78" y="1"/>
                  </a:cubicBezTo>
                  <a:cubicBezTo>
                    <a:pt x="107" y="71"/>
                    <a:pt x="122" y="107"/>
                    <a:pt x="123" y="108"/>
                  </a:cubicBezTo>
                  <a:lnTo>
                    <a:pt x="134" y="64"/>
                  </a:lnTo>
                  <a:cubicBezTo>
                    <a:pt x="142" y="34"/>
                    <a:pt x="146" y="18"/>
                    <a:pt x="146" y="16"/>
                  </a:cubicBezTo>
                  <a:cubicBezTo>
                    <a:pt x="146" y="12"/>
                    <a:pt x="141" y="10"/>
                    <a:pt x="132" y="10"/>
                  </a:cubicBezTo>
                  <a:cubicBezTo>
                    <a:pt x="129" y="10"/>
                    <a:pt x="127" y="9"/>
                    <a:pt x="127" y="7"/>
                  </a:cubicBezTo>
                  <a:cubicBezTo>
                    <a:pt x="127" y="7"/>
                    <a:pt x="127" y="6"/>
                    <a:pt x="127" y="5"/>
                  </a:cubicBezTo>
                  <a:cubicBezTo>
                    <a:pt x="128" y="2"/>
                    <a:pt x="128" y="1"/>
                    <a:pt x="129" y="1"/>
                  </a:cubicBezTo>
                  <a:cubicBezTo>
                    <a:pt x="129" y="0"/>
                    <a:pt x="130" y="0"/>
                    <a:pt x="131" y="0"/>
                  </a:cubicBezTo>
                  <a:cubicBezTo>
                    <a:pt x="131" y="0"/>
                    <a:pt x="133" y="0"/>
                    <a:pt x="137" y="0"/>
                  </a:cubicBezTo>
                  <a:cubicBezTo>
                    <a:pt x="141" y="0"/>
                    <a:pt x="147" y="0"/>
                    <a:pt x="155" y="0"/>
                  </a:cubicBezTo>
                  <a:cubicBezTo>
                    <a:pt x="162" y="0"/>
                    <a:pt x="167" y="0"/>
                    <a:pt x="171" y="0"/>
                  </a:cubicBezTo>
                  <a:cubicBezTo>
                    <a:pt x="175" y="0"/>
                    <a:pt x="177" y="0"/>
                    <a:pt x="177" y="0"/>
                  </a:cubicBezTo>
                  <a:cubicBezTo>
                    <a:pt x="179" y="0"/>
                    <a:pt x="180" y="1"/>
                    <a:pt x="180" y="2"/>
                  </a:cubicBezTo>
                  <a:cubicBezTo>
                    <a:pt x="180" y="5"/>
                    <a:pt x="180" y="7"/>
                    <a:pt x="179" y="8"/>
                  </a:cubicBezTo>
                  <a:cubicBezTo>
                    <a:pt x="178" y="9"/>
                    <a:pt x="177" y="10"/>
                    <a:pt x="174" y="10"/>
                  </a:cubicBezTo>
                  <a:cubicBezTo>
                    <a:pt x="164" y="10"/>
                    <a:pt x="158" y="13"/>
                    <a:pt x="155" y="18"/>
                  </a:cubicBezTo>
                  <a:lnTo>
                    <a:pt x="124" y="142"/>
                  </a:lnTo>
                  <a:cubicBezTo>
                    <a:pt x="124" y="143"/>
                    <a:pt x="122" y="144"/>
                    <a:pt x="119" y="144"/>
                  </a:cubicBezTo>
                  <a:cubicBezTo>
                    <a:pt x="117" y="144"/>
                    <a:pt x="116" y="144"/>
                    <a:pt x="116" y="144"/>
                  </a:cubicBezTo>
                  <a:cubicBezTo>
                    <a:pt x="115" y="143"/>
                    <a:pt x="106" y="122"/>
                    <a:pt x="89" y="80"/>
                  </a:cubicBezTo>
                  <a:lnTo>
                    <a:pt x="62" y="17"/>
                  </a:lnTo>
                  <a:lnTo>
                    <a:pt x="48" y="71"/>
                  </a:lnTo>
                  <a:cubicBezTo>
                    <a:pt x="39" y="107"/>
                    <a:pt x="34" y="126"/>
                    <a:pt x="34" y="127"/>
                  </a:cubicBezTo>
                  <a:cubicBezTo>
                    <a:pt x="35" y="132"/>
                    <a:pt x="40" y="134"/>
                    <a:pt x="50" y="134"/>
                  </a:cubicBezTo>
                  <a:lnTo>
                    <a:pt x="52" y="134"/>
                  </a:lnTo>
                  <a:cubicBezTo>
                    <a:pt x="53" y="135"/>
                    <a:pt x="53" y="135"/>
                    <a:pt x="53" y="136"/>
                  </a:cubicBezTo>
                  <a:cubicBezTo>
                    <a:pt x="53" y="136"/>
                    <a:pt x="53" y="138"/>
                    <a:pt x="53" y="140"/>
                  </a:cubicBezTo>
                  <a:cubicBezTo>
                    <a:pt x="52" y="142"/>
                    <a:pt x="51" y="143"/>
                    <a:pt x="50" y="144"/>
                  </a:cubicBezTo>
                  <a:lnTo>
                    <a:pt x="48" y="144"/>
                  </a:lnTo>
                  <a:cubicBezTo>
                    <a:pt x="43" y="144"/>
                    <a:pt x="36" y="144"/>
                    <a:pt x="25" y="144"/>
                  </a:cubicBezTo>
                  <a:lnTo>
                    <a:pt x="14" y="144"/>
                  </a:lnTo>
                  <a:lnTo>
                    <a:pt x="6" y="144"/>
                  </a:lnTo>
                  <a:cubicBezTo>
                    <a:pt x="4" y="144"/>
                    <a:pt x="3" y="144"/>
                    <a:pt x="3" y="144"/>
                  </a:cubicBezTo>
                  <a:cubicBezTo>
                    <a:pt x="1" y="144"/>
                    <a:pt x="0" y="143"/>
                    <a:pt x="0" y="142"/>
                  </a:cubicBezTo>
                  <a:cubicBezTo>
                    <a:pt x="0" y="141"/>
                    <a:pt x="0" y="140"/>
                    <a:pt x="0" y="138"/>
                  </a:cubicBezTo>
                  <a:cubicBezTo>
                    <a:pt x="1" y="137"/>
                    <a:pt x="1" y="136"/>
                    <a:pt x="1" y="135"/>
                  </a:cubicBezTo>
                  <a:cubicBezTo>
                    <a:pt x="2" y="135"/>
                    <a:pt x="3" y="134"/>
                    <a:pt x="6" y="134"/>
                  </a:cubicBezTo>
                  <a:cubicBezTo>
                    <a:pt x="16" y="134"/>
                    <a:pt x="22" y="131"/>
                    <a:pt x="25" y="126"/>
                  </a:cubicBezTo>
                  <a:cubicBezTo>
                    <a:pt x="25" y="125"/>
                    <a:pt x="30" y="106"/>
                    <a:pt x="40" y="68"/>
                  </a:cubicBezTo>
                  <a:lnTo>
                    <a:pt x="54" y="10"/>
                  </a:lnTo>
                  <a:cubicBezTo>
                    <a:pt x="54" y="10"/>
                    <a:pt x="50" y="10"/>
                    <a:pt x="42" y="10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2334" y="2864"/>
              <a:ext cx="64" cy="262"/>
            </a:xfrm>
            <a:custGeom>
              <a:avLst/>
              <a:gdLst>
                <a:gd name="T0" fmla="*/ 0 w 51"/>
                <a:gd name="T1" fmla="*/ 105 h 211"/>
                <a:gd name="T2" fmla="*/ 2 w 51"/>
                <a:gd name="T3" fmla="*/ 78 h 211"/>
                <a:gd name="T4" fmla="*/ 7 w 51"/>
                <a:gd name="T5" fmla="*/ 55 h 211"/>
                <a:gd name="T6" fmla="*/ 15 w 51"/>
                <a:gd name="T7" fmla="*/ 36 h 211"/>
                <a:gd name="T8" fmla="*/ 23 w 51"/>
                <a:gd name="T9" fmla="*/ 22 h 211"/>
                <a:gd name="T10" fmla="*/ 32 w 51"/>
                <a:gd name="T11" fmla="*/ 11 h 211"/>
                <a:gd name="T12" fmla="*/ 39 w 51"/>
                <a:gd name="T13" fmla="*/ 4 h 211"/>
                <a:gd name="T14" fmla="*/ 44 w 51"/>
                <a:gd name="T15" fmla="*/ 0 h 211"/>
                <a:gd name="T16" fmla="*/ 47 w 51"/>
                <a:gd name="T17" fmla="*/ 0 h 211"/>
                <a:gd name="T18" fmla="*/ 48 w 51"/>
                <a:gd name="T19" fmla="*/ 0 h 211"/>
                <a:gd name="T20" fmla="*/ 51 w 51"/>
                <a:gd name="T21" fmla="*/ 2 h 211"/>
                <a:gd name="T22" fmla="*/ 47 w 51"/>
                <a:gd name="T23" fmla="*/ 6 h 211"/>
                <a:gd name="T24" fmla="*/ 38 w 51"/>
                <a:gd name="T25" fmla="*/ 17 h 211"/>
                <a:gd name="T26" fmla="*/ 28 w 51"/>
                <a:gd name="T27" fmla="*/ 35 h 211"/>
                <a:gd name="T28" fmla="*/ 19 w 51"/>
                <a:gd name="T29" fmla="*/ 64 h 211"/>
                <a:gd name="T30" fmla="*/ 16 w 51"/>
                <a:gd name="T31" fmla="*/ 105 h 211"/>
                <a:gd name="T32" fmla="*/ 19 w 51"/>
                <a:gd name="T33" fmla="*/ 146 h 211"/>
                <a:gd name="T34" fmla="*/ 28 w 51"/>
                <a:gd name="T35" fmla="*/ 175 h 211"/>
                <a:gd name="T36" fmla="*/ 38 w 51"/>
                <a:gd name="T37" fmla="*/ 193 h 211"/>
                <a:gd name="T38" fmla="*/ 47 w 51"/>
                <a:gd name="T39" fmla="*/ 204 h 211"/>
                <a:gd name="T40" fmla="*/ 51 w 51"/>
                <a:gd name="T41" fmla="*/ 209 h 211"/>
                <a:gd name="T42" fmla="*/ 47 w 51"/>
                <a:gd name="T43" fmla="*/ 211 h 211"/>
                <a:gd name="T44" fmla="*/ 47 w 51"/>
                <a:gd name="T45" fmla="*/ 211 h 211"/>
                <a:gd name="T46" fmla="*/ 44 w 51"/>
                <a:gd name="T47" fmla="*/ 211 h 211"/>
                <a:gd name="T48" fmla="*/ 38 w 51"/>
                <a:gd name="T49" fmla="*/ 206 h 211"/>
                <a:gd name="T50" fmla="*/ 9 w 51"/>
                <a:gd name="T51" fmla="*/ 161 h 211"/>
                <a:gd name="T52" fmla="*/ 0 w 51"/>
                <a:gd name="T53" fmla="*/ 10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" h="211">
                  <a:moveTo>
                    <a:pt x="0" y="105"/>
                  </a:moveTo>
                  <a:cubicBezTo>
                    <a:pt x="0" y="95"/>
                    <a:pt x="1" y="86"/>
                    <a:pt x="2" y="78"/>
                  </a:cubicBezTo>
                  <a:cubicBezTo>
                    <a:pt x="4" y="69"/>
                    <a:pt x="5" y="61"/>
                    <a:pt x="7" y="55"/>
                  </a:cubicBezTo>
                  <a:cubicBezTo>
                    <a:pt x="9" y="49"/>
                    <a:pt x="12" y="42"/>
                    <a:pt x="15" y="36"/>
                  </a:cubicBezTo>
                  <a:cubicBezTo>
                    <a:pt x="18" y="30"/>
                    <a:pt x="21" y="26"/>
                    <a:pt x="23" y="22"/>
                  </a:cubicBezTo>
                  <a:cubicBezTo>
                    <a:pt x="25" y="19"/>
                    <a:pt x="28" y="15"/>
                    <a:pt x="32" y="11"/>
                  </a:cubicBezTo>
                  <a:cubicBezTo>
                    <a:pt x="36" y="7"/>
                    <a:pt x="38" y="5"/>
                    <a:pt x="39" y="4"/>
                  </a:cubicBezTo>
                  <a:cubicBezTo>
                    <a:pt x="40" y="3"/>
                    <a:pt x="41" y="2"/>
                    <a:pt x="44" y="0"/>
                  </a:cubicBezTo>
                  <a:lnTo>
                    <a:pt x="47" y="0"/>
                  </a:lnTo>
                  <a:lnTo>
                    <a:pt x="48" y="0"/>
                  </a:lnTo>
                  <a:cubicBezTo>
                    <a:pt x="50" y="0"/>
                    <a:pt x="51" y="0"/>
                    <a:pt x="51" y="2"/>
                  </a:cubicBezTo>
                  <a:cubicBezTo>
                    <a:pt x="51" y="2"/>
                    <a:pt x="49" y="3"/>
                    <a:pt x="47" y="6"/>
                  </a:cubicBezTo>
                  <a:cubicBezTo>
                    <a:pt x="45" y="9"/>
                    <a:pt x="42" y="12"/>
                    <a:pt x="38" y="17"/>
                  </a:cubicBezTo>
                  <a:cubicBezTo>
                    <a:pt x="35" y="22"/>
                    <a:pt x="32" y="28"/>
                    <a:pt x="28" y="35"/>
                  </a:cubicBezTo>
                  <a:cubicBezTo>
                    <a:pt x="25" y="43"/>
                    <a:pt x="22" y="52"/>
                    <a:pt x="19" y="64"/>
                  </a:cubicBezTo>
                  <a:cubicBezTo>
                    <a:pt x="17" y="77"/>
                    <a:pt x="16" y="90"/>
                    <a:pt x="16" y="105"/>
                  </a:cubicBezTo>
                  <a:cubicBezTo>
                    <a:pt x="16" y="120"/>
                    <a:pt x="17" y="134"/>
                    <a:pt x="19" y="146"/>
                  </a:cubicBezTo>
                  <a:cubicBezTo>
                    <a:pt x="22" y="158"/>
                    <a:pt x="24" y="168"/>
                    <a:pt x="28" y="175"/>
                  </a:cubicBezTo>
                  <a:cubicBezTo>
                    <a:pt x="31" y="182"/>
                    <a:pt x="35" y="189"/>
                    <a:pt x="38" y="193"/>
                  </a:cubicBezTo>
                  <a:cubicBezTo>
                    <a:pt x="42" y="198"/>
                    <a:pt x="45" y="202"/>
                    <a:pt x="47" y="204"/>
                  </a:cubicBezTo>
                  <a:cubicBezTo>
                    <a:pt x="49" y="207"/>
                    <a:pt x="51" y="209"/>
                    <a:pt x="51" y="209"/>
                  </a:cubicBezTo>
                  <a:cubicBezTo>
                    <a:pt x="51" y="210"/>
                    <a:pt x="50" y="211"/>
                    <a:pt x="47" y="211"/>
                  </a:cubicBezTo>
                  <a:lnTo>
                    <a:pt x="47" y="211"/>
                  </a:lnTo>
                  <a:lnTo>
                    <a:pt x="44" y="211"/>
                  </a:lnTo>
                  <a:lnTo>
                    <a:pt x="38" y="206"/>
                  </a:lnTo>
                  <a:cubicBezTo>
                    <a:pt x="25" y="194"/>
                    <a:pt x="15" y="179"/>
                    <a:pt x="9" y="161"/>
                  </a:cubicBezTo>
                  <a:cubicBezTo>
                    <a:pt x="3" y="143"/>
                    <a:pt x="0" y="124"/>
                    <a:pt x="0" y="105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2418" y="2945"/>
              <a:ext cx="146" cy="172"/>
            </a:xfrm>
            <a:custGeom>
              <a:avLst/>
              <a:gdLst>
                <a:gd name="T0" fmla="*/ 8 w 118"/>
                <a:gd name="T1" fmla="*/ 138 h 138"/>
                <a:gd name="T2" fmla="*/ 3 w 118"/>
                <a:gd name="T3" fmla="*/ 137 h 138"/>
                <a:gd name="T4" fmla="*/ 0 w 118"/>
                <a:gd name="T5" fmla="*/ 132 h 138"/>
                <a:gd name="T6" fmla="*/ 16 w 118"/>
                <a:gd name="T7" fmla="*/ 68 h 138"/>
                <a:gd name="T8" fmla="*/ 32 w 118"/>
                <a:gd name="T9" fmla="*/ 6 h 138"/>
                <a:gd name="T10" fmla="*/ 42 w 118"/>
                <a:gd name="T11" fmla="*/ 0 h 138"/>
                <a:gd name="T12" fmla="*/ 46 w 118"/>
                <a:gd name="T13" fmla="*/ 1 h 138"/>
                <a:gd name="T14" fmla="*/ 48 w 118"/>
                <a:gd name="T15" fmla="*/ 4 h 138"/>
                <a:gd name="T16" fmla="*/ 49 w 118"/>
                <a:gd name="T17" fmla="*/ 6 h 138"/>
                <a:gd name="T18" fmla="*/ 42 w 118"/>
                <a:gd name="T19" fmla="*/ 34 h 138"/>
                <a:gd name="T20" fmla="*/ 35 w 118"/>
                <a:gd name="T21" fmla="*/ 63 h 138"/>
                <a:gd name="T22" fmla="*/ 35 w 118"/>
                <a:gd name="T23" fmla="*/ 70 h 138"/>
                <a:gd name="T24" fmla="*/ 35 w 118"/>
                <a:gd name="T25" fmla="*/ 72 h 138"/>
                <a:gd name="T26" fmla="*/ 49 w 118"/>
                <a:gd name="T27" fmla="*/ 87 h 138"/>
                <a:gd name="T28" fmla="*/ 53 w 118"/>
                <a:gd name="T29" fmla="*/ 87 h 138"/>
                <a:gd name="T30" fmla="*/ 56 w 118"/>
                <a:gd name="T31" fmla="*/ 86 h 138"/>
                <a:gd name="T32" fmla="*/ 59 w 118"/>
                <a:gd name="T33" fmla="*/ 85 h 138"/>
                <a:gd name="T34" fmla="*/ 62 w 118"/>
                <a:gd name="T35" fmla="*/ 83 h 138"/>
                <a:gd name="T36" fmla="*/ 65 w 118"/>
                <a:gd name="T37" fmla="*/ 81 h 138"/>
                <a:gd name="T38" fmla="*/ 67 w 118"/>
                <a:gd name="T39" fmla="*/ 79 h 138"/>
                <a:gd name="T40" fmla="*/ 69 w 118"/>
                <a:gd name="T41" fmla="*/ 77 h 138"/>
                <a:gd name="T42" fmla="*/ 71 w 118"/>
                <a:gd name="T43" fmla="*/ 74 h 138"/>
                <a:gd name="T44" fmla="*/ 73 w 118"/>
                <a:gd name="T45" fmla="*/ 72 h 138"/>
                <a:gd name="T46" fmla="*/ 74 w 118"/>
                <a:gd name="T47" fmla="*/ 70 h 138"/>
                <a:gd name="T48" fmla="*/ 82 w 118"/>
                <a:gd name="T49" fmla="*/ 40 h 138"/>
                <a:gd name="T50" fmla="*/ 90 w 118"/>
                <a:gd name="T51" fmla="*/ 8 h 138"/>
                <a:gd name="T52" fmla="*/ 99 w 118"/>
                <a:gd name="T53" fmla="*/ 2 h 138"/>
                <a:gd name="T54" fmla="*/ 104 w 118"/>
                <a:gd name="T55" fmla="*/ 3 h 138"/>
                <a:gd name="T56" fmla="*/ 106 w 118"/>
                <a:gd name="T57" fmla="*/ 6 h 138"/>
                <a:gd name="T58" fmla="*/ 106 w 118"/>
                <a:gd name="T59" fmla="*/ 8 h 138"/>
                <a:gd name="T60" fmla="*/ 90 w 118"/>
                <a:gd name="T61" fmla="*/ 75 h 138"/>
                <a:gd name="T62" fmla="*/ 90 w 118"/>
                <a:gd name="T63" fmla="*/ 79 h 138"/>
                <a:gd name="T64" fmla="*/ 92 w 118"/>
                <a:gd name="T65" fmla="*/ 86 h 138"/>
                <a:gd name="T66" fmla="*/ 96 w 118"/>
                <a:gd name="T67" fmla="*/ 87 h 138"/>
                <a:gd name="T68" fmla="*/ 100 w 118"/>
                <a:gd name="T69" fmla="*/ 86 h 138"/>
                <a:gd name="T70" fmla="*/ 109 w 118"/>
                <a:gd name="T71" fmla="*/ 65 h 138"/>
                <a:gd name="T72" fmla="*/ 111 w 118"/>
                <a:gd name="T73" fmla="*/ 61 h 138"/>
                <a:gd name="T74" fmla="*/ 113 w 118"/>
                <a:gd name="T75" fmla="*/ 61 h 138"/>
                <a:gd name="T76" fmla="*/ 114 w 118"/>
                <a:gd name="T77" fmla="*/ 61 h 138"/>
                <a:gd name="T78" fmla="*/ 118 w 118"/>
                <a:gd name="T79" fmla="*/ 63 h 138"/>
                <a:gd name="T80" fmla="*/ 117 w 118"/>
                <a:gd name="T81" fmla="*/ 68 h 138"/>
                <a:gd name="T82" fmla="*/ 113 w 118"/>
                <a:gd name="T83" fmla="*/ 80 h 138"/>
                <a:gd name="T84" fmla="*/ 106 w 118"/>
                <a:gd name="T85" fmla="*/ 90 h 138"/>
                <a:gd name="T86" fmla="*/ 99 w 118"/>
                <a:gd name="T87" fmla="*/ 95 h 138"/>
                <a:gd name="T88" fmla="*/ 94 w 118"/>
                <a:gd name="T89" fmla="*/ 95 h 138"/>
                <a:gd name="T90" fmla="*/ 86 w 118"/>
                <a:gd name="T91" fmla="*/ 94 h 138"/>
                <a:gd name="T92" fmla="*/ 80 w 118"/>
                <a:gd name="T93" fmla="*/ 91 h 138"/>
                <a:gd name="T94" fmla="*/ 77 w 118"/>
                <a:gd name="T95" fmla="*/ 87 h 138"/>
                <a:gd name="T96" fmla="*/ 75 w 118"/>
                <a:gd name="T97" fmla="*/ 84 h 138"/>
                <a:gd name="T98" fmla="*/ 75 w 118"/>
                <a:gd name="T99" fmla="*/ 82 h 138"/>
                <a:gd name="T100" fmla="*/ 73 w 118"/>
                <a:gd name="T101" fmla="*/ 83 h 138"/>
                <a:gd name="T102" fmla="*/ 69 w 118"/>
                <a:gd name="T103" fmla="*/ 87 h 138"/>
                <a:gd name="T104" fmla="*/ 64 w 118"/>
                <a:gd name="T105" fmla="*/ 90 h 138"/>
                <a:gd name="T106" fmla="*/ 56 w 118"/>
                <a:gd name="T107" fmla="*/ 94 h 138"/>
                <a:gd name="T108" fmla="*/ 48 w 118"/>
                <a:gd name="T109" fmla="*/ 95 h 138"/>
                <a:gd name="T110" fmla="*/ 28 w 118"/>
                <a:gd name="T111" fmla="*/ 90 h 138"/>
                <a:gd name="T112" fmla="*/ 23 w 118"/>
                <a:gd name="T113" fmla="*/ 111 h 138"/>
                <a:gd name="T114" fmla="*/ 18 w 118"/>
                <a:gd name="T115" fmla="*/ 131 h 138"/>
                <a:gd name="T116" fmla="*/ 15 w 118"/>
                <a:gd name="T117" fmla="*/ 136 h 138"/>
                <a:gd name="T118" fmla="*/ 8 w 118"/>
                <a:gd name="T119" fmla="*/ 13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" h="138">
                  <a:moveTo>
                    <a:pt x="8" y="138"/>
                  </a:moveTo>
                  <a:cubicBezTo>
                    <a:pt x="6" y="138"/>
                    <a:pt x="4" y="138"/>
                    <a:pt x="3" y="137"/>
                  </a:cubicBezTo>
                  <a:cubicBezTo>
                    <a:pt x="1" y="136"/>
                    <a:pt x="1" y="134"/>
                    <a:pt x="0" y="132"/>
                  </a:cubicBezTo>
                  <a:cubicBezTo>
                    <a:pt x="0" y="131"/>
                    <a:pt x="6" y="110"/>
                    <a:pt x="16" y="68"/>
                  </a:cubicBezTo>
                  <a:cubicBezTo>
                    <a:pt x="26" y="27"/>
                    <a:pt x="32" y="6"/>
                    <a:pt x="32" y="6"/>
                  </a:cubicBezTo>
                  <a:cubicBezTo>
                    <a:pt x="34" y="2"/>
                    <a:pt x="37" y="0"/>
                    <a:pt x="42" y="0"/>
                  </a:cubicBezTo>
                  <a:cubicBezTo>
                    <a:pt x="44" y="0"/>
                    <a:pt x="45" y="0"/>
                    <a:pt x="46" y="1"/>
                  </a:cubicBezTo>
                  <a:cubicBezTo>
                    <a:pt x="47" y="2"/>
                    <a:pt x="48" y="3"/>
                    <a:pt x="48" y="4"/>
                  </a:cubicBezTo>
                  <a:cubicBezTo>
                    <a:pt x="48" y="5"/>
                    <a:pt x="49" y="5"/>
                    <a:pt x="49" y="6"/>
                  </a:cubicBezTo>
                  <a:cubicBezTo>
                    <a:pt x="49" y="7"/>
                    <a:pt x="46" y="17"/>
                    <a:pt x="42" y="34"/>
                  </a:cubicBezTo>
                  <a:cubicBezTo>
                    <a:pt x="38" y="51"/>
                    <a:pt x="35" y="61"/>
                    <a:pt x="35" y="63"/>
                  </a:cubicBezTo>
                  <a:cubicBezTo>
                    <a:pt x="35" y="65"/>
                    <a:pt x="35" y="67"/>
                    <a:pt x="35" y="70"/>
                  </a:cubicBezTo>
                  <a:lnTo>
                    <a:pt x="35" y="72"/>
                  </a:lnTo>
                  <a:cubicBezTo>
                    <a:pt x="35" y="82"/>
                    <a:pt x="39" y="87"/>
                    <a:pt x="49" y="87"/>
                  </a:cubicBezTo>
                  <a:cubicBezTo>
                    <a:pt x="50" y="87"/>
                    <a:pt x="51" y="87"/>
                    <a:pt x="53" y="87"/>
                  </a:cubicBezTo>
                  <a:cubicBezTo>
                    <a:pt x="54" y="87"/>
                    <a:pt x="55" y="87"/>
                    <a:pt x="56" y="86"/>
                  </a:cubicBezTo>
                  <a:cubicBezTo>
                    <a:pt x="57" y="86"/>
                    <a:pt x="58" y="85"/>
                    <a:pt x="59" y="85"/>
                  </a:cubicBezTo>
                  <a:cubicBezTo>
                    <a:pt x="60" y="84"/>
                    <a:pt x="61" y="84"/>
                    <a:pt x="62" y="83"/>
                  </a:cubicBezTo>
                  <a:cubicBezTo>
                    <a:pt x="63" y="83"/>
                    <a:pt x="64" y="82"/>
                    <a:pt x="65" y="81"/>
                  </a:cubicBezTo>
                  <a:cubicBezTo>
                    <a:pt x="65" y="80"/>
                    <a:pt x="66" y="80"/>
                    <a:pt x="67" y="79"/>
                  </a:cubicBezTo>
                  <a:cubicBezTo>
                    <a:pt x="68" y="79"/>
                    <a:pt x="68" y="78"/>
                    <a:pt x="69" y="77"/>
                  </a:cubicBezTo>
                  <a:cubicBezTo>
                    <a:pt x="70" y="75"/>
                    <a:pt x="70" y="75"/>
                    <a:pt x="71" y="74"/>
                  </a:cubicBezTo>
                  <a:cubicBezTo>
                    <a:pt x="71" y="74"/>
                    <a:pt x="72" y="73"/>
                    <a:pt x="73" y="72"/>
                  </a:cubicBezTo>
                  <a:lnTo>
                    <a:pt x="74" y="70"/>
                  </a:lnTo>
                  <a:lnTo>
                    <a:pt x="82" y="40"/>
                  </a:lnTo>
                  <a:cubicBezTo>
                    <a:pt x="87" y="20"/>
                    <a:pt x="90" y="9"/>
                    <a:pt x="90" y="8"/>
                  </a:cubicBezTo>
                  <a:cubicBezTo>
                    <a:pt x="92" y="4"/>
                    <a:pt x="95" y="2"/>
                    <a:pt x="99" y="2"/>
                  </a:cubicBezTo>
                  <a:cubicBezTo>
                    <a:pt x="101" y="2"/>
                    <a:pt x="103" y="2"/>
                    <a:pt x="104" y="3"/>
                  </a:cubicBezTo>
                  <a:cubicBezTo>
                    <a:pt x="105" y="4"/>
                    <a:pt x="106" y="5"/>
                    <a:pt x="106" y="6"/>
                  </a:cubicBezTo>
                  <a:cubicBezTo>
                    <a:pt x="106" y="7"/>
                    <a:pt x="107" y="7"/>
                    <a:pt x="106" y="8"/>
                  </a:cubicBezTo>
                  <a:lnTo>
                    <a:pt x="90" y="75"/>
                  </a:lnTo>
                  <a:cubicBezTo>
                    <a:pt x="90" y="76"/>
                    <a:pt x="90" y="77"/>
                    <a:pt x="90" y="79"/>
                  </a:cubicBezTo>
                  <a:cubicBezTo>
                    <a:pt x="90" y="82"/>
                    <a:pt x="91" y="84"/>
                    <a:pt x="92" y="86"/>
                  </a:cubicBezTo>
                  <a:cubicBezTo>
                    <a:pt x="93" y="87"/>
                    <a:pt x="94" y="87"/>
                    <a:pt x="96" y="87"/>
                  </a:cubicBezTo>
                  <a:cubicBezTo>
                    <a:pt x="97" y="87"/>
                    <a:pt x="99" y="87"/>
                    <a:pt x="100" y="86"/>
                  </a:cubicBezTo>
                  <a:cubicBezTo>
                    <a:pt x="103" y="83"/>
                    <a:pt x="106" y="76"/>
                    <a:pt x="109" y="65"/>
                  </a:cubicBezTo>
                  <a:cubicBezTo>
                    <a:pt x="110" y="62"/>
                    <a:pt x="110" y="61"/>
                    <a:pt x="111" y="61"/>
                  </a:cubicBezTo>
                  <a:cubicBezTo>
                    <a:pt x="111" y="61"/>
                    <a:pt x="112" y="61"/>
                    <a:pt x="113" y="61"/>
                  </a:cubicBezTo>
                  <a:lnTo>
                    <a:pt x="114" y="61"/>
                  </a:lnTo>
                  <a:cubicBezTo>
                    <a:pt x="117" y="61"/>
                    <a:pt x="118" y="61"/>
                    <a:pt x="118" y="63"/>
                  </a:cubicBezTo>
                  <a:cubicBezTo>
                    <a:pt x="118" y="63"/>
                    <a:pt x="118" y="65"/>
                    <a:pt x="117" y="68"/>
                  </a:cubicBezTo>
                  <a:cubicBezTo>
                    <a:pt x="116" y="71"/>
                    <a:pt x="115" y="75"/>
                    <a:pt x="113" y="80"/>
                  </a:cubicBezTo>
                  <a:cubicBezTo>
                    <a:pt x="111" y="84"/>
                    <a:pt x="108" y="88"/>
                    <a:pt x="106" y="90"/>
                  </a:cubicBezTo>
                  <a:cubicBezTo>
                    <a:pt x="104" y="92"/>
                    <a:pt x="102" y="93"/>
                    <a:pt x="99" y="95"/>
                  </a:cubicBezTo>
                  <a:cubicBezTo>
                    <a:pt x="98" y="95"/>
                    <a:pt x="96" y="95"/>
                    <a:pt x="94" y="95"/>
                  </a:cubicBezTo>
                  <a:cubicBezTo>
                    <a:pt x="91" y="95"/>
                    <a:pt x="89" y="95"/>
                    <a:pt x="86" y="94"/>
                  </a:cubicBezTo>
                  <a:cubicBezTo>
                    <a:pt x="84" y="93"/>
                    <a:pt x="82" y="92"/>
                    <a:pt x="80" y="91"/>
                  </a:cubicBezTo>
                  <a:cubicBezTo>
                    <a:pt x="79" y="89"/>
                    <a:pt x="78" y="88"/>
                    <a:pt x="77" y="87"/>
                  </a:cubicBezTo>
                  <a:cubicBezTo>
                    <a:pt x="76" y="86"/>
                    <a:pt x="75" y="84"/>
                    <a:pt x="75" y="84"/>
                  </a:cubicBezTo>
                  <a:cubicBezTo>
                    <a:pt x="75" y="83"/>
                    <a:pt x="75" y="82"/>
                    <a:pt x="75" y="82"/>
                  </a:cubicBezTo>
                  <a:lnTo>
                    <a:pt x="73" y="83"/>
                  </a:lnTo>
                  <a:cubicBezTo>
                    <a:pt x="72" y="84"/>
                    <a:pt x="71" y="85"/>
                    <a:pt x="69" y="87"/>
                  </a:cubicBezTo>
                  <a:cubicBezTo>
                    <a:pt x="68" y="88"/>
                    <a:pt x="66" y="89"/>
                    <a:pt x="64" y="90"/>
                  </a:cubicBezTo>
                  <a:cubicBezTo>
                    <a:pt x="62" y="92"/>
                    <a:pt x="59" y="93"/>
                    <a:pt x="56" y="94"/>
                  </a:cubicBezTo>
                  <a:cubicBezTo>
                    <a:pt x="53" y="95"/>
                    <a:pt x="50" y="95"/>
                    <a:pt x="48" y="95"/>
                  </a:cubicBezTo>
                  <a:cubicBezTo>
                    <a:pt x="41" y="95"/>
                    <a:pt x="34" y="94"/>
                    <a:pt x="28" y="90"/>
                  </a:cubicBezTo>
                  <a:lnTo>
                    <a:pt x="23" y="111"/>
                  </a:lnTo>
                  <a:cubicBezTo>
                    <a:pt x="20" y="122"/>
                    <a:pt x="18" y="129"/>
                    <a:pt x="18" y="131"/>
                  </a:cubicBezTo>
                  <a:cubicBezTo>
                    <a:pt x="17" y="133"/>
                    <a:pt x="16" y="134"/>
                    <a:pt x="15" y="136"/>
                  </a:cubicBezTo>
                  <a:cubicBezTo>
                    <a:pt x="13" y="138"/>
                    <a:pt x="10" y="138"/>
                    <a:pt x="8" y="138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2590" y="3028"/>
              <a:ext cx="35" cy="84"/>
            </a:xfrm>
            <a:custGeom>
              <a:avLst/>
              <a:gdLst>
                <a:gd name="T0" fmla="*/ 0 w 28"/>
                <a:gd name="T1" fmla="*/ 19 h 67"/>
                <a:gd name="T2" fmla="*/ 0 w 28"/>
                <a:gd name="T3" fmla="*/ 13 h 67"/>
                <a:gd name="T4" fmla="*/ 4 w 28"/>
                <a:gd name="T5" fmla="*/ 4 h 67"/>
                <a:gd name="T6" fmla="*/ 13 w 28"/>
                <a:gd name="T7" fmla="*/ 0 h 67"/>
                <a:gd name="T8" fmla="*/ 23 w 28"/>
                <a:gd name="T9" fmla="*/ 6 h 67"/>
                <a:gd name="T10" fmla="*/ 28 w 28"/>
                <a:gd name="T11" fmla="*/ 24 h 67"/>
                <a:gd name="T12" fmla="*/ 26 w 28"/>
                <a:gd name="T13" fmla="*/ 39 h 67"/>
                <a:gd name="T14" fmla="*/ 22 w 28"/>
                <a:gd name="T15" fmla="*/ 51 h 67"/>
                <a:gd name="T16" fmla="*/ 16 w 28"/>
                <a:gd name="T17" fmla="*/ 59 h 67"/>
                <a:gd name="T18" fmla="*/ 11 w 28"/>
                <a:gd name="T19" fmla="*/ 65 h 67"/>
                <a:gd name="T20" fmla="*/ 9 w 28"/>
                <a:gd name="T21" fmla="*/ 67 h 67"/>
                <a:gd name="T22" fmla="*/ 6 w 28"/>
                <a:gd name="T23" fmla="*/ 65 h 67"/>
                <a:gd name="T24" fmla="*/ 4 w 28"/>
                <a:gd name="T25" fmla="*/ 62 h 67"/>
                <a:gd name="T26" fmla="*/ 6 w 28"/>
                <a:gd name="T27" fmla="*/ 59 h 67"/>
                <a:gd name="T28" fmla="*/ 11 w 28"/>
                <a:gd name="T29" fmla="*/ 53 h 67"/>
                <a:gd name="T30" fmla="*/ 17 w 28"/>
                <a:gd name="T31" fmla="*/ 42 h 67"/>
                <a:gd name="T32" fmla="*/ 20 w 28"/>
                <a:gd name="T33" fmla="*/ 27 h 67"/>
                <a:gd name="T34" fmla="*/ 20 w 28"/>
                <a:gd name="T35" fmla="*/ 24 h 67"/>
                <a:gd name="T36" fmla="*/ 20 w 28"/>
                <a:gd name="T37" fmla="*/ 24 h 67"/>
                <a:gd name="T38" fmla="*/ 19 w 28"/>
                <a:gd name="T39" fmla="*/ 25 h 67"/>
                <a:gd name="T40" fmla="*/ 18 w 28"/>
                <a:gd name="T41" fmla="*/ 25 h 67"/>
                <a:gd name="T42" fmla="*/ 16 w 28"/>
                <a:gd name="T43" fmla="*/ 26 h 67"/>
                <a:gd name="T44" fmla="*/ 13 w 28"/>
                <a:gd name="T45" fmla="*/ 26 h 67"/>
                <a:gd name="T46" fmla="*/ 4 w 28"/>
                <a:gd name="T47" fmla="*/ 22 h 67"/>
                <a:gd name="T48" fmla="*/ 0 w 28"/>
                <a:gd name="T49" fmla="*/ 1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67">
                  <a:moveTo>
                    <a:pt x="0" y="19"/>
                  </a:moveTo>
                  <a:lnTo>
                    <a:pt x="0" y="13"/>
                  </a:lnTo>
                  <a:cubicBezTo>
                    <a:pt x="0" y="10"/>
                    <a:pt x="1" y="7"/>
                    <a:pt x="4" y="4"/>
                  </a:cubicBezTo>
                  <a:cubicBezTo>
                    <a:pt x="6" y="2"/>
                    <a:pt x="9" y="0"/>
                    <a:pt x="13" y="0"/>
                  </a:cubicBezTo>
                  <a:cubicBezTo>
                    <a:pt x="17" y="0"/>
                    <a:pt x="20" y="2"/>
                    <a:pt x="23" y="6"/>
                  </a:cubicBezTo>
                  <a:cubicBezTo>
                    <a:pt x="26" y="9"/>
                    <a:pt x="28" y="15"/>
                    <a:pt x="28" y="24"/>
                  </a:cubicBezTo>
                  <a:cubicBezTo>
                    <a:pt x="28" y="29"/>
                    <a:pt x="28" y="34"/>
                    <a:pt x="26" y="39"/>
                  </a:cubicBezTo>
                  <a:cubicBezTo>
                    <a:pt x="25" y="43"/>
                    <a:pt x="24" y="47"/>
                    <a:pt x="22" y="51"/>
                  </a:cubicBezTo>
                  <a:cubicBezTo>
                    <a:pt x="20" y="54"/>
                    <a:pt x="18" y="57"/>
                    <a:pt x="16" y="59"/>
                  </a:cubicBezTo>
                  <a:cubicBezTo>
                    <a:pt x="14" y="62"/>
                    <a:pt x="13" y="64"/>
                    <a:pt x="11" y="65"/>
                  </a:cubicBezTo>
                  <a:cubicBezTo>
                    <a:pt x="10" y="66"/>
                    <a:pt x="9" y="67"/>
                    <a:pt x="9" y="67"/>
                  </a:cubicBezTo>
                  <a:cubicBezTo>
                    <a:pt x="8" y="67"/>
                    <a:pt x="7" y="66"/>
                    <a:pt x="6" y="65"/>
                  </a:cubicBezTo>
                  <a:cubicBezTo>
                    <a:pt x="5" y="64"/>
                    <a:pt x="4" y="63"/>
                    <a:pt x="4" y="62"/>
                  </a:cubicBezTo>
                  <a:cubicBezTo>
                    <a:pt x="4" y="62"/>
                    <a:pt x="5" y="61"/>
                    <a:pt x="6" y="59"/>
                  </a:cubicBezTo>
                  <a:cubicBezTo>
                    <a:pt x="8" y="57"/>
                    <a:pt x="10" y="55"/>
                    <a:pt x="11" y="53"/>
                  </a:cubicBezTo>
                  <a:cubicBezTo>
                    <a:pt x="13" y="50"/>
                    <a:pt x="15" y="46"/>
                    <a:pt x="17" y="42"/>
                  </a:cubicBezTo>
                  <a:cubicBezTo>
                    <a:pt x="19" y="37"/>
                    <a:pt x="20" y="32"/>
                    <a:pt x="20" y="27"/>
                  </a:cubicBezTo>
                  <a:lnTo>
                    <a:pt x="20" y="24"/>
                  </a:lnTo>
                  <a:lnTo>
                    <a:pt x="20" y="24"/>
                  </a:lnTo>
                  <a:cubicBezTo>
                    <a:pt x="20" y="24"/>
                    <a:pt x="20" y="25"/>
                    <a:pt x="19" y="25"/>
                  </a:cubicBezTo>
                  <a:cubicBezTo>
                    <a:pt x="19" y="25"/>
                    <a:pt x="18" y="25"/>
                    <a:pt x="18" y="25"/>
                  </a:cubicBezTo>
                  <a:cubicBezTo>
                    <a:pt x="17" y="26"/>
                    <a:pt x="17" y="26"/>
                    <a:pt x="16" y="26"/>
                  </a:cubicBezTo>
                  <a:cubicBezTo>
                    <a:pt x="15" y="26"/>
                    <a:pt x="14" y="26"/>
                    <a:pt x="13" y="26"/>
                  </a:cubicBezTo>
                  <a:cubicBezTo>
                    <a:pt x="10" y="26"/>
                    <a:pt x="6" y="25"/>
                    <a:pt x="4" y="22"/>
                  </a:cubicBezTo>
                  <a:lnTo>
                    <a:pt x="0" y="19"/>
                  </a:ln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2718" y="2987"/>
              <a:ext cx="301" cy="1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2742" y="2769"/>
              <a:ext cx="143" cy="117"/>
            </a:xfrm>
            <a:custGeom>
              <a:avLst/>
              <a:gdLst>
                <a:gd name="T0" fmla="*/ 33 w 115"/>
                <a:gd name="T1" fmla="*/ 94 h 94"/>
                <a:gd name="T2" fmla="*/ 9 w 115"/>
                <a:gd name="T3" fmla="*/ 84 h 94"/>
                <a:gd name="T4" fmla="*/ 0 w 115"/>
                <a:gd name="T5" fmla="*/ 60 h 94"/>
                <a:gd name="T6" fmla="*/ 16 w 115"/>
                <a:gd name="T7" fmla="*/ 21 h 94"/>
                <a:gd name="T8" fmla="*/ 52 w 115"/>
                <a:gd name="T9" fmla="*/ 1 h 94"/>
                <a:gd name="T10" fmla="*/ 81 w 115"/>
                <a:gd name="T11" fmla="*/ 0 h 94"/>
                <a:gd name="T12" fmla="*/ 110 w 115"/>
                <a:gd name="T13" fmla="*/ 0 h 94"/>
                <a:gd name="T14" fmla="*/ 111 w 115"/>
                <a:gd name="T15" fmla="*/ 1 h 94"/>
                <a:gd name="T16" fmla="*/ 112 w 115"/>
                <a:gd name="T17" fmla="*/ 1 h 94"/>
                <a:gd name="T18" fmla="*/ 112 w 115"/>
                <a:gd name="T19" fmla="*/ 2 h 94"/>
                <a:gd name="T20" fmla="*/ 113 w 115"/>
                <a:gd name="T21" fmla="*/ 2 h 94"/>
                <a:gd name="T22" fmla="*/ 113 w 115"/>
                <a:gd name="T23" fmla="*/ 3 h 94"/>
                <a:gd name="T24" fmla="*/ 114 w 115"/>
                <a:gd name="T25" fmla="*/ 4 h 94"/>
                <a:gd name="T26" fmla="*/ 114 w 115"/>
                <a:gd name="T27" fmla="*/ 4 h 94"/>
                <a:gd name="T28" fmla="*/ 114 w 115"/>
                <a:gd name="T29" fmla="*/ 5 h 94"/>
                <a:gd name="T30" fmla="*/ 114 w 115"/>
                <a:gd name="T31" fmla="*/ 7 h 94"/>
                <a:gd name="T32" fmla="*/ 101 w 115"/>
                <a:gd name="T33" fmla="*/ 16 h 94"/>
                <a:gd name="T34" fmla="*/ 97 w 115"/>
                <a:gd name="T35" fmla="*/ 16 h 94"/>
                <a:gd name="T36" fmla="*/ 94 w 115"/>
                <a:gd name="T37" fmla="*/ 16 h 94"/>
                <a:gd name="T38" fmla="*/ 81 w 115"/>
                <a:gd name="T39" fmla="*/ 16 h 94"/>
                <a:gd name="T40" fmla="*/ 83 w 115"/>
                <a:gd name="T41" fmla="*/ 18 h 94"/>
                <a:gd name="T42" fmla="*/ 86 w 115"/>
                <a:gd name="T43" fmla="*/ 36 h 94"/>
                <a:gd name="T44" fmla="*/ 69 w 115"/>
                <a:gd name="T45" fmla="*/ 76 h 94"/>
                <a:gd name="T46" fmla="*/ 33 w 115"/>
                <a:gd name="T47" fmla="*/ 94 h 94"/>
                <a:gd name="T48" fmla="*/ 70 w 115"/>
                <a:gd name="T49" fmla="*/ 33 h 94"/>
                <a:gd name="T50" fmla="*/ 52 w 115"/>
                <a:gd name="T51" fmla="*/ 16 h 94"/>
                <a:gd name="T52" fmla="*/ 18 w 115"/>
                <a:gd name="T53" fmla="*/ 52 h 94"/>
                <a:gd name="T54" fmla="*/ 18 w 115"/>
                <a:gd name="T55" fmla="*/ 54 h 94"/>
                <a:gd name="T56" fmla="*/ 16 w 115"/>
                <a:gd name="T57" fmla="*/ 67 h 94"/>
                <a:gd name="T58" fmla="*/ 21 w 115"/>
                <a:gd name="T59" fmla="*/ 81 h 94"/>
                <a:gd name="T60" fmla="*/ 33 w 115"/>
                <a:gd name="T61" fmla="*/ 86 h 94"/>
                <a:gd name="T62" fmla="*/ 54 w 115"/>
                <a:gd name="T63" fmla="*/ 76 h 94"/>
                <a:gd name="T64" fmla="*/ 64 w 115"/>
                <a:gd name="T65" fmla="*/ 59 h 94"/>
                <a:gd name="T66" fmla="*/ 69 w 115"/>
                <a:gd name="T67" fmla="*/ 42 h 94"/>
                <a:gd name="T68" fmla="*/ 70 w 115"/>
                <a:gd name="T69" fmla="*/ 3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5" h="94">
                  <a:moveTo>
                    <a:pt x="33" y="94"/>
                  </a:moveTo>
                  <a:cubicBezTo>
                    <a:pt x="23" y="94"/>
                    <a:pt x="15" y="90"/>
                    <a:pt x="9" y="84"/>
                  </a:cubicBezTo>
                  <a:cubicBezTo>
                    <a:pt x="3" y="78"/>
                    <a:pt x="0" y="70"/>
                    <a:pt x="0" y="60"/>
                  </a:cubicBezTo>
                  <a:cubicBezTo>
                    <a:pt x="0" y="46"/>
                    <a:pt x="5" y="33"/>
                    <a:pt x="16" y="21"/>
                  </a:cubicBezTo>
                  <a:cubicBezTo>
                    <a:pt x="26" y="9"/>
                    <a:pt x="38" y="2"/>
                    <a:pt x="52" y="1"/>
                  </a:cubicBezTo>
                  <a:cubicBezTo>
                    <a:pt x="52" y="0"/>
                    <a:pt x="61" y="0"/>
                    <a:pt x="81" y="0"/>
                  </a:cubicBezTo>
                  <a:lnTo>
                    <a:pt x="110" y="0"/>
                  </a:lnTo>
                  <a:cubicBezTo>
                    <a:pt x="110" y="1"/>
                    <a:pt x="111" y="1"/>
                    <a:pt x="111" y="1"/>
                  </a:cubicBezTo>
                  <a:lnTo>
                    <a:pt x="112" y="1"/>
                  </a:lnTo>
                  <a:cubicBezTo>
                    <a:pt x="112" y="1"/>
                    <a:pt x="112" y="2"/>
                    <a:pt x="112" y="2"/>
                  </a:cubicBezTo>
                  <a:lnTo>
                    <a:pt x="113" y="2"/>
                  </a:lnTo>
                  <a:lnTo>
                    <a:pt x="113" y="3"/>
                  </a:lnTo>
                  <a:lnTo>
                    <a:pt x="114" y="4"/>
                  </a:lnTo>
                  <a:cubicBezTo>
                    <a:pt x="114" y="4"/>
                    <a:pt x="114" y="4"/>
                    <a:pt x="114" y="4"/>
                  </a:cubicBezTo>
                  <a:cubicBezTo>
                    <a:pt x="114" y="4"/>
                    <a:pt x="114" y="5"/>
                    <a:pt x="114" y="5"/>
                  </a:cubicBezTo>
                  <a:cubicBezTo>
                    <a:pt x="114" y="6"/>
                    <a:pt x="115" y="7"/>
                    <a:pt x="114" y="7"/>
                  </a:cubicBezTo>
                  <a:cubicBezTo>
                    <a:pt x="114" y="13"/>
                    <a:pt x="110" y="16"/>
                    <a:pt x="101" y="16"/>
                  </a:cubicBezTo>
                  <a:lnTo>
                    <a:pt x="97" y="16"/>
                  </a:lnTo>
                  <a:cubicBezTo>
                    <a:pt x="96" y="16"/>
                    <a:pt x="95" y="16"/>
                    <a:pt x="94" y="16"/>
                  </a:cubicBezTo>
                  <a:lnTo>
                    <a:pt x="81" y="16"/>
                  </a:lnTo>
                  <a:lnTo>
                    <a:pt x="83" y="18"/>
                  </a:lnTo>
                  <a:cubicBezTo>
                    <a:pt x="85" y="23"/>
                    <a:pt x="86" y="29"/>
                    <a:pt x="86" y="36"/>
                  </a:cubicBezTo>
                  <a:cubicBezTo>
                    <a:pt x="86" y="51"/>
                    <a:pt x="81" y="65"/>
                    <a:pt x="69" y="76"/>
                  </a:cubicBezTo>
                  <a:cubicBezTo>
                    <a:pt x="58" y="88"/>
                    <a:pt x="46" y="94"/>
                    <a:pt x="33" y="94"/>
                  </a:cubicBezTo>
                  <a:close/>
                  <a:moveTo>
                    <a:pt x="70" y="33"/>
                  </a:moveTo>
                  <a:cubicBezTo>
                    <a:pt x="70" y="21"/>
                    <a:pt x="64" y="16"/>
                    <a:pt x="52" y="16"/>
                  </a:cubicBezTo>
                  <a:cubicBezTo>
                    <a:pt x="34" y="16"/>
                    <a:pt x="23" y="28"/>
                    <a:pt x="18" y="52"/>
                  </a:cubicBezTo>
                  <a:cubicBezTo>
                    <a:pt x="18" y="53"/>
                    <a:pt x="18" y="53"/>
                    <a:pt x="18" y="54"/>
                  </a:cubicBezTo>
                  <a:cubicBezTo>
                    <a:pt x="17" y="59"/>
                    <a:pt x="16" y="63"/>
                    <a:pt x="16" y="67"/>
                  </a:cubicBezTo>
                  <a:cubicBezTo>
                    <a:pt x="16" y="74"/>
                    <a:pt x="18" y="79"/>
                    <a:pt x="21" y="81"/>
                  </a:cubicBezTo>
                  <a:cubicBezTo>
                    <a:pt x="25" y="84"/>
                    <a:pt x="29" y="86"/>
                    <a:pt x="33" y="86"/>
                  </a:cubicBezTo>
                  <a:cubicBezTo>
                    <a:pt x="41" y="86"/>
                    <a:pt x="48" y="83"/>
                    <a:pt x="54" y="76"/>
                  </a:cubicBezTo>
                  <a:cubicBezTo>
                    <a:pt x="58" y="72"/>
                    <a:pt x="62" y="66"/>
                    <a:pt x="64" y="59"/>
                  </a:cubicBezTo>
                  <a:cubicBezTo>
                    <a:pt x="67" y="52"/>
                    <a:pt x="68" y="46"/>
                    <a:pt x="69" y="42"/>
                  </a:cubicBezTo>
                  <a:cubicBezTo>
                    <a:pt x="69" y="38"/>
                    <a:pt x="70" y="35"/>
                    <a:pt x="70" y="3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2893" y="2664"/>
              <a:ext cx="74" cy="124"/>
            </a:xfrm>
            <a:custGeom>
              <a:avLst/>
              <a:gdLst>
                <a:gd name="T0" fmla="*/ 9 w 59"/>
                <a:gd name="T1" fmla="*/ 36 h 100"/>
                <a:gd name="T2" fmla="*/ 2 w 59"/>
                <a:gd name="T3" fmla="*/ 33 h 100"/>
                <a:gd name="T4" fmla="*/ 0 w 59"/>
                <a:gd name="T5" fmla="*/ 27 h 100"/>
                <a:gd name="T6" fmla="*/ 8 w 59"/>
                <a:gd name="T7" fmla="*/ 8 h 100"/>
                <a:gd name="T8" fmla="*/ 28 w 59"/>
                <a:gd name="T9" fmla="*/ 0 h 100"/>
                <a:gd name="T10" fmla="*/ 50 w 59"/>
                <a:gd name="T11" fmla="*/ 9 h 100"/>
                <a:gd name="T12" fmla="*/ 59 w 59"/>
                <a:gd name="T13" fmla="*/ 30 h 100"/>
                <a:gd name="T14" fmla="*/ 57 w 59"/>
                <a:gd name="T15" fmla="*/ 43 h 100"/>
                <a:gd name="T16" fmla="*/ 49 w 59"/>
                <a:gd name="T17" fmla="*/ 53 h 100"/>
                <a:gd name="T18" fmla="*/ 37 w 59"/>
                <a:gd name="T19" fmla="*/ 64 h 100"/>
                <a:gd name="T20" fmla="*/ 23 w 59"/>
                <a:gd name="T21" fmla="*/ 78 h 100"/>
                <a:gd name="T22" fmla="*/ 14 w 59"/>
                <a:gd name="T23" fmla="*/ 86 h 100"/>
                <a:gd name="T24" fmla="*/ 25 w 59"/>
                <a:gd name="T25" fmla="*/ 86 h 100"/>
                <a:gd name="T26" fmla="*/ 50 w 59"/>
                <a:gd name="T27" fmla="*/ 85 h 100"/>
                <a:gd name="T28" fmla="*/ 54 w 59"/>
                <a:gd name="T29" fmla="*/ 72 h 100"/>
                <a:gd name="T30" fmla="*/ 54 w 59"/>
                <a:gd name="T31" fmla="*/ 72 h 100"/>
                <a:gd name="T32" fmla="*/ 59 w 59"/>
                <a:gd name="T33" fmla="*/ 72 h 100"/>
                <a:gd name="T34" fmla="*/ 59 w 59"/>
                <a:gd name="T35" fmla="*/ 72 h 100"/>
                <a:gd name="T36" fmla="*/ 58 w 59"/>
                <a:gd name="T37" fmla="*/ 86 h 100"/>
                <a:gd name="T38" fmla="*/ 55 w 59"/>
                <a:gd name="T39" fmla="*/ 99 h 100"/>
                <a:gd name="T40" fmla="*/ 55 w 59"/>
                <a:gd name="T41" fmla="*/ 100 h 100"/>
                <a:gd name="T42" fmla="*/ 0 w 59"/>
                <a:gd name="T43" fmla="*/ 100 h 100"/>
                <a:gd name="T44" fmla="*/ 0 w 59"/>
                <a:gd name="T45" fmla="*/ 97 h 100"/>
                <a:gd name="T46" fmla="*/ 0 w 59"/>
                <a:gd name="T47" fmla="*/ 95 h 100"/>
                <a:gd name="T48" fmla="*/ 1 w 59"/>
                <a:gd name="T49" fmla="*/ 93 h 100"/>
                <a:gd name="T50" fmla="*/ 5 w 59"/>
                <a:gd name="T51" fmla="*/ 88 h 100"/>
                <a:gd name="T52" fmla="*/ 13 w 59"/>
                <a:gd name="T53" fmla="*/ 79 h 100"/>
                <a:gd name="T54" fmla="*/ 18 w 59"/>
                <a:gd name="T55" fmla="*/ 74 h 100"/>
                <a:gd name="T56" fmla="*/ 23 w 59"/>
                <a:gd name="T57" fmla="*/ 68 h 100"/>
                <a:gd name="T58" fmla="*/ 27 w 59"/>
                <a:gd name="T59" fmla="*/ 63 h 100"/>
                <a:gd name="T60" fmla="*/ 31 w 59"/>
                <a:gd name="T61" fmla="*/ 58 h 100"/>
                <a:gd name="T62" fmla="*/ 35 w 59"/>
                <a:gd name="T63" fmla="*/ 54 h 100"/>
                <a:gd name="T64" fmla="*/ 38 w 59"/>
                <a:gd name="T65" fmla="*/ 49 h 100"/>
                <a:gd name="T66" fmla="*/ 40 w 59"/>
                <a:gd name="T67" fmla="*/ 45 h 100"/>
                <a:gd name="T68" fmla="*/ 42 w 59"/>
                <a:gd name="T69" fmla="*/ 40 h 100"/>
                <a:gd name="T70" fmla="*/ 43 w 59"/>
                <a:gd name="T71" fmla="*/ 36 h 100"/>
                <a:gd name="T72" fmla="*/ 44 w 59"/>
                <a:gd name="T73" fmla="*/ 31 h 100"/>
                <a:gd name="T74" fmla="*/ 39 w 59"/>
                <a:gd name="T75" fmla="*/ 14 h 100"/>
                <a:gd name="T76" fmla="*/ 24 w 59"/>
                <a:gd name="T77" fmla="*/ 7 h 100"/>
                <a:gd name="T78" fmla="*/ 15 w 59"/>
                <a:gd name="T79" fmla="*/ 10 h 100"/>
                <a:gd name="T80" fmla="*/ 10 w 59"/>
                <a:gd name="T81" fmla="*/ 15 h 100"/>
                <a:gd name="T82" fmla="*/ 9 w 59"/>
                <a:gd name="T83" fmla="*/ 18 h 100"/>
                <a:gd name="T84" fmla="*/ 10 w 59"/>
                <a:gd name="T85" fmla="*/ 18 h 100"/>
                <a:gd name="T86" fmla="*/ 15 w 59"/>
                <a:gd name="T87" fmla="*/ 20 h 100"/>
                <a:gd name="T88" fmla="*/ 18 w 59"/>
                <a:gd name="T89" fmla="*/ 27 h 100"/>
                <a:gd name="T90" fmla="*/ 15 w 59"/>
                <a:gd name="T91" fmla="*/ 33 h 100"/>
                <a:gd name="T92" fmla="*/ 9 w 59"/>
                <a:gd name="T93" fmla="*/ 3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9" h="100">
                  <a:moveTo>
                    <a:pt x="9" y="36"/>
                  </a:moveTo>
                  <a:cubicBezTo>
                    <a:pt x="6" y="36"/>
                    <a:pt x="4" y="35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0"/>
                    <a:pt x="3" y="13"/>
                    <a:pt x="8" y="8"/>
                  </a:cubicBezTo>
                  <a:cubicBezTo>
                    <a:pt x="13" y="3"/>
                    <a:pt x="20" y="0"/>
                    <a:pt x="28" y="0"/>
                  </a:cubicBezTo>
                  <a:cubicBezTo>
                    <a:pt x="37" y="0"/>
                    <a:pt x="44" y="3"/>
                    <a:pt x="50" y="9"/>
                  </a:cubicBezTo>
                  <a:cubicBezTo>
                    <a:pt x="56" y="14"/>
                    <a:pt x="59" y="22"/>
                    <a:pt x="59" y="30"/>
                  </a:cubicBezTo>
                  <a:cubicBezTo>
                    <a:pt x="59" y="35"/>
                    <a:pt x="58" y="39"/>
                    <a:pt x="57" y="43"/>
                  </a:cubicBezTo>
                  <a:cubicBezTo>
                    <a:pt x="55" y="47"/>
                    <a:pt x="52" y="50"/>
                    <a:pt x="49" y="53"/>
                  </a:cubicBezTo>
                  <a:cubicBezTo>
                    <a:pt x="47" y="56"/>
                    <a:pt x="43" y="59"/>
                    <a:pt x="37" y="64"/>
                  </a:cubicBezTo>
                  <a:cubicBezTo>
                    <a:pt x="34" y="67"/>
                    <a:pt x="29" y="72"/>
                    <a:pt x="23" y="78"/>
                  </a:cubicBezTo>
                  <a:lnTo>
                    <a:pt x="14" y="86"/>
                  </a:lnTo>
                  <a:lnTo>
                    <a:pt x="25" y="86"/>
                  </a:lnTo>
                  <a:cubicBezTo>
                    <a:pt x="41" y="86"/>
                    <a:pt x="49" y="86"/>
                    <a:pt x="50" y="85"/>
                  </a:cubicBezTo>
                  <a:cubicBezTo>
                    <a:pt x="51" y="85"/>
                    <a:pt x="52" y="81"/>
                    <a:pt x="54" y="72"/>
                  </a:cubicBezTo>
                  <a:lnTo>
                    <a:pt x="54" y="72"/>
                  </a:lnTo>
                  <a:lnTo>
                    <a:pt x="59" y="72"/>
                  </a:lnTo>
                  <a:lnTo>
                    <a:pt x="59" y="72"/>
                  </a:lnTo>
                  <a:cubicBezTo>
                    <a:pt x="59" y="72"/>
                    <a:pt x="59" y="77"/>
                    <a:pt x="58" y="86"/>
                  </a:cubicBezTo>
                  <a:cubicBezTo>
                    <a:pt x="56" y="94"/>
                    <a:pt x="56" y="99"/>
                    <a:pt x="55" y="99"/>
                  </a:cubicBezTo>
                  <a:lnTo>
                    <a:pt x="55" y="100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5"/>
                  </a:lnTo>
                  <a:cubicBezTo>
                    <a:pt x="0" y="94"/>
                    <a:pt x="0" y="94"/>
                    <a:pt x="1" y="93"/>
                  </a:cubicBezTo>
                  <a:cubicBezTo>
                    <a:pt x="1" y="92"/>
                    <a:pt x="3" y="90"/>
                    <a:pt x="5" y="88"/>
                  </a:cubicBezTo>
                  <a:cubicBezTo>
                    <a:pt x="8" y="85"/>
                    <a:pt x="11" y="82"/>
                    <a:pt x="13" y="79"/>
                  </a:cubicBezTo>
                  <a:cubicBezTo>
                    <a:pt x="14" y="78"/>
                    <a:pt x="15" y="77"/>
                    <a:pt x="18" y="74"/>
                  </a:cubicBezTo>
                  <a:cubicBezTo>
                    <a:pt x="20" y="71"/>
                    <a:pt x="22" y="69"/>
                    <a:pt x="23" y="68"/>
                  </a:cubicBezTo>
                  <a:cubicBezTo>
                    <a:pt x="24" y="67"/>
                    <a:pt x="25" y="66"/>
                    <a:pt x="27" y="63"/>
                  </a:cubicBezTo>
                  <a:cubicBezTo>
                    <a:pt x="29" y="61"/>
                    <a:pt x="31" y="59"/>
                    <a:pt x="31" y="58"/>
                  </a:cubicBezTo>
                  <a:cubicBezTo>
                    <a:pt x="32" y="57"/>
                    <a:pt x="33" y="56"/>
                    <a:pt x="35" y="54"/>
                  </a:cubicBezTo>
                  <a:cubicBezTo>
                    <a:pt x="36" y="52"/>
                    <a:pt x="37" y="50"/>
                    <a:pt x="38" y="49"/>
                  </a:cubicBezTo>
                  <a:cubicBezTo>
                    <a:pt x="39" y="48"/>
                    <a:pt x="39" y="46"/>
                    <a:pt x="40" y="45"/>
                  </a:cubicBezTo>
                  <a:cubicBezTo>
                    <a:pt x="41" y="43"/>
                    <a:pt x="42" y="42"/>
                    <a:pt x="42" y="40"/>
                  </a:cubicBezTo>
                  <a:cubicBezTo>
                    <a:pt x="43" y="38"/>
                    <a:pt x="43" y="37"/>
                    <a:pt x="43" y="36"/>
                  </a:cubicBezTo>
                  <a:cubicBezTo>
                    <a:pt x="44" y="34"/>
                    <a:pt x="44" y="32"/>
                    <a:pt x="44" y="31"/>
                  </a:cubicBezTo>
                  <a:cubicBezTo>
                    <a:pt x="44" y="24"/>
                    <a:pt x="42" y="19"/>
                    <a:pt x="39" y="14"/>
                  </a:cubicBezTo>
                  <a:cubicBezTo>
                    <a:pt x="35" y="10"/>
                    <a:pt x="30" y="7"/>
                    <a:pt x="24" y="7"/>
                  </a:cubicBezTo>
                  <a:cubicBezTo>
                    <a:pt x="21" y="7"/>
                    <a:pt x="18" y="8"/>
                    <a:pt x="15" y="10"/>
                  </a:cubicBezTo>
                  <a:cubicBezTo>
                    <a:pt x="13" y="12"/>
                    <a:pt x="11" y="13"/>
                    <a:pt x="10" y="15"/>
                  </a:cubicBezTo>
                  <a:cubicBezTo>
                    <a:pt x="9" y="17"/>
                    <a:pt x="9" y="17"/>
                    <a:pt x="9" y="18"/>
                  </a:cubicBezTo>
                  <a:cubicBezTo>
                    <a:pt x="9" y="18"/>
                    <a:pt x="9" y="18"/>
                    <a:pt x="10" y="18"/>
                  </a:cubicBezTo>
                  <a:cubicBezTo>
                    <a:pt x="11" y="18"/>
                    <a:pt x="13" y="19"/>
                    <a:pt x="15" y="20"/>
                  </a:cubicBezTo>
                  <a:cubicBezTo>
                    <a:pt x="17" y="21"/>
                    <a:pt x="18" y="24"/>
                    <a:pt x="18" y="27"/>
                  </a:cubicBezTo>
                  <a:cubicBezTo>
                    <a:pt x="18" y="29"/>
                    <a:pt x="17" y="31"/>
                    <a:pt x="15" y="33"/>
                  </a:cubicBezTo>
                  <a:cubicBezTo>
                    <a:pt x="14" y="35"/>
                    <a:pt x="12" y="36"/>
                    <a:pt x="9" y="36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2795" y="3124"/>
              <a:ext cx="147" cy="119"/>
            </a:xfrm>
            <a:custGeom>
              <a:avLst/>
              <a:gdLst>
                <a:gd name="T0" fmla="*/ 0 w 118"/>
                <a:gd name="T1" fmla="*/ 33 h 96"/>
                <a:gd name="T2" fmla="*/ 1 w 118"/>
                <a:gd name="T3" fmla="*/ 30 h 96"/>
                <a:gd name="T4" fmla="*/ 3 w 118"/>
                <a:gd name="T5" fmla="*/ 22 h 96"/>
                <a:gd name="T6" fmla="*/ 7 w 118"/>
                <a:gd name="T7" fmla="*/ 12 h 96"/>
                <a:gd name="T8" fmla="*/ 14 w 118"/>
                <a:gd name="T9" fmla="*/ 4 h 96"/>
                <a:gd name="T10" fmla="*/ 24 w 118"/>
                <a:gd name="T11" fmla="*/ 0 h 96"/>
                <a:gd name="T12" fmla="*/ 37 w 118"/>
                <a:gd name="T13" fmla="*/ 4 h 96"/>
                <a:gd name="T14" fmla="*/ 43 w 118"/>
                <a:gd name="T15" fmla="*/ 11 h 96"/>
                <a:gd name="T16" fmla="*/ 44 w 118"/>
                <a:gd name="T17" fmla="*/ 16 h 96"/>
                <a:gd name="T18" fmla="*/ 45 w 118"/>
                <a:gd name="T19" fmla="*/ 16 h 96"/>
                <a:gd name="T20" fmla="*/ 47 w 118"/>
                <a:gd name="T21" fmla="*/ 14 h 96"/>
                <a:gd name="T22" fmla="*/ 76 w 118"/>
                <a:gd name="T23" fmla="*/ 0 h 96"/>
                <a:gd name="T24" fmla="*/ 95 w 118"/>
                <a:gd name="T25" fmla="*/ 6 h 96"/>
                <a:gd name="T26" fmla="*/ 102 w 118"/>
                <a:gd name="T27" fmla="*/ 23 h 96"/>
                <a:gd name="T28" fmla="*/ 94 w 118"/>
                <a:gd name="T29" fmla="*/ 56 h 96"/>
                <a:gd name="T30" fmla="*/ 86 w 118"/>
                <a:gd name="T31" fmla="*/ 83 h 96"/>
                <a:gd name="T32" fmla="*/ 89 w 118"/>
                <a:gd name="T33" fmla="*/ 88 h 96"/>
                <a:gd name="T34" fmla="*/ 91 w 118"/>
                <a:gd name="T35" fmla="*/ 88 h 96"/>
                <a:gd name="T36" fmla="*/ 102 w 118"/>
                <a:gd name="T37" fmla="*/ 80 h 96"/>
                <a:gd name="T38" fmla="*/ 110 w 118"/>
                <a:gd name="T39" fmla="*/ 63 h 96"/>
                <a:gd name="T40" fmla="*/ 114 w 118"/>
                <a:gd name="T41" fmla="*/ 61 h 96"/>
                <a:gd name="T42" fmla="*/ 118 w 118"/>
                <a:gd name="T43" fmla="*/ 63 h 96"/>
                <a:gd name="T44" fmla="*/ 117 w 118"/>
                <a:gd name="T45" fmla="*/ 66 h 96"/>
                <a:gd name="T46" fmla="*/ 113 w 118"/>
                <a:gd name="T47" fmla="*/ 78 h 96"/>
                <a:gd name="T48" fmla="*/ 103 w 118"/>
                <a:gd name="T49" fmla="*/ 90 h 96"/>
                <a:gd name="T50" fmla="*/ 88 w 118"/>
                <a:gd name="T51" fmla="*/ 96 h 96"/>
                <a:gd name="T52" fmla="*/ 74 w 118"/>
                <a:gd name="T53" fmla="*/ 90 h 96"/>
                <a:gd name="T54" fmla="*/ 69 w 118"/>
                <a:gd name="T55" fmla="*/ 78 h 96"/>
                <a:gd name="T56" fmla="*/ 77 w 118"/>
                <a:gd name="T57" fmla="*/ 53 h 96"/>
                <a:gd name="T58" fmla="*/ 85 w 118"/>
                <a:gd name="T59" fmla="*/ 21 h 96"/>
                <a:gd name="T60" fmla="*/ 76 w 118"/>
                <a:gd name="T61" fmla="*/ 8 h 96"/>
                <a:gd name="T62" fmla="*/ 75 w 118"/>
                <a:gd name="T63" fmla="*/ 8 h 96"/>
                <a:gd name="T64" fmla="*/ 44 w 118"/>
                <a:gd name="T65" fmla="*/ 30 h 96"/>
                <a:gd name="T66" fmla="*/ 42 w 118"/>
                <a:gd name="T67" fmla="*/ 32 h 96"/>
                <a:gd name="T68" fmla="*/ 36 w 118"/>
                <a:gd name="T69" fmla="*/ 61 h 96"/>
                <a:gd name="T70" fmla="*/ 27 w 118"/>
                <a:gd name="T71" fmla="*/ 90 h 96"/>
                <a:gd name="T72" fmla="*/ 18 w 118"/>
                <a:gd name="T73" fmla="*/ 96 h 96"/>
                <a:gd name="T74" fmla="*/ 14 w 118"/>
                <a:gd name="T75" fmla="*/ 95 h 96"/>
                <a:gd name="T76" fmla="*/ 12 w 118"/>
                <a:gd name="T77" fmla="*/ 92 h 96"/>
                <a:gd name="T78" fmla="*/ 11 w 118"/>
                <a:gd name="T79" fmla="*/ 90 h 96"/>
                <a:gd name="T80" fmla="*/ 19 w 118"/>
                <a:gd name="T81" fmla="*/ 56 h 96"/>
                <a:gd name="T82" fmla="*/ 28 w 118"/>
                <a:gd name="T83" fmla="*/ 21 h 96"/>
                <a:gd name="T84" fmla="*/ 28 w 118"/>
                <a:gd name="T85" fmla="*/ 16 h 96"/>
                <a:gd name="T86" fmla="*/ 23 w 118"/>
                <a:gd name="T87" fmla="*/ 8 h 96"/>
                <a:gd name="T88" fmla="*/ 10 w 118"/>
                <a:gd name="T89" fmla="*/ 29 h 96"/>
                <a:gd name="T90" fmla="*/ 8 w 118"/>
                <a:gd name="T91" fmla="*/ 34 h 96"/>
                <a:gd name="T92" fmla="*/ 4 w 118"/>
                <a:gd name="T93" fmla="*/ 35 h 96"/>
                <a:gd name="T94" fmla="*/ 1 w 118"/>
                <a:gd name="T95" fmla="*/ 35 h 96"/>
                <a:gd name="T96" fmla="*/ 0 w 118"/>
                <a:gd name="T97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6">
                  <a:moveTo>
                    <a:pt x="0" y="33"/>
                  </a:moveTo>
                  <a:cubicBezTo>
                    <a:pt x="0" y="32"/>
                    <a:pt x="0" y="31"/>
                    <a:pt x="1" y="30"/>
                  </a:cubicBezTo>
                  <a:cubicBezTo>
                    <a:pt x="1" y="28"/>
                    <a:pt x="2" y="26"/>
                    <a:pt x="3" y="22"/>
                  </a:cubicBezTo>
                  <a:cubicBezTo>
                    <a:pt x="5" y="18"/>
                    <a:pt x="6" y="14"/>
                    <a:pt x="7" y="12"/>
                  </a:cubicBezTo>
                  <a:cubicBezTo>
                    <a:pt x="9" y="9"/>
                    <a:pt x="11" y="7"/>
                    <a:pt x="14" y="4"/>
                  </a:cubicBezTo>
                  <a:cubicBezTo>
                    <a:pt x="18" y="1"/>
                    <a:pt x="21" y="0"/>
                    <a:pt x="24" y="0"/>
                  </a:cubicBezTo>
                  <a:cubicBezTo>
                    <a:pt x="29" y="0"/>
                    <a:pt x="33" y="2"/>
                    <a:pt x="37" y="4"/>
                  </a:cubicBezTo>
                  <a:cubicBezTo>
                    <a:pt x="40" y="7"/>
                    <a:pt x="42" y="9"/>
                    <a:pt x="43" y="11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4" y="16"/>
                    <a:pt x="44" y="16"/>
                    <a:pt x="45" y="16"/>
                  </a:cubicBezTo>
                  <a:lnTo>
                    <a:pt x="47" y="14"/>
                  </a:lnTo>
                  <a:cubicBezTo>
                    <a:pt x="55" y="5"/>
                    <a:pt x="65" y="0"/>
                    <a:pt x="76" y="0"/>
                  </a:cubicBezTo>
                  <a:cubicBezTo>
                    <a:pt x="84" y="0"/>
                    <a:pt x="90" y="2"/>
                    <a:pt x="95" y="6"/>
                  </a:cubicBezTo>
                  <a:cubicBezTo>
                    <a:pt x="99" y="10"/>
                    <a:pt x="102" y="15"/>
                    <a:pt x="102" y="23"/>
                  </a:cubicBezTo>
                  <a:cubicBezTo>
                    <a:pt x="102" y="30"/>
                    <a:pt x="99" y="41"/>
                    <a:pt x="94" y="56"/>
                  </a:cubicBezTo>
                  <a:cubicBezTo>
                    <a:pt x="88" y="71"/>
                    <a:pt x="86" y="80"/>
                    <a:pt x="86" y="83"/>
                  </a:cubicBezTo>
                  <a:cubicBezTo>
                    <a:pt x="86" y="86"/>
                    <a:pt x="87" y="88"/>
                    <a:pt x="89" y="88"/>
                  </a:cubicBezTo>
                  <a:cubicBezTo>
                    <a:pt x="90" y="88"/>
                    <a:pt x="91" y="88"/>
                    <a:pt x="91" y="88"/>
                  </a:cubicBezTo>
                  <a:cubicBezTo>
                    <a:pt x="95" y="87"/>
                    <a:pt x="99" y="85"/>
                    <a:pt x="102" y="80"/>
                  </a:cubicBezTo>
                  <a:cubicBezTo>
                    <a:pt x="105" y="75"/>
                    <a:pt x="108" y="70"/>
                    <a:pt x="110" y="63"/>
                  </a:cubicBezTo>
                  <a:cubicBezTo>
                    <a:pt x="110" y="62"/>
                    <a:pt x="111" y="61"/>
                    <a:pt x="114" y="61"/>
                  </a:cubicBezTo>
                  <a:cubicBezTo>
                    <a:pt x="117" y="61"/>
                    <a:pt x="118" y="62"/>
                    <a:pt x="118" y="63"/>
                  </a:cubicBezTo>
                  <a:cubicBezTo>
                    <a:pt x="118" y="63"/>
                    <a:pt x="118" y="64"/>
                    <a:pt x="117" y="66"/>
                  </a:cubicBezTo>
                  <a:cubicBezTo>
                    <a:pt x="116" y="70"/>
                    <a:pt x="114" y="74"/>
                    <a:pt x="113" y="78"/>
                  </a:cubicBezTo>
                  <a:cubicBezTo>
                    <a:pt x="111" y="82"/>
                    <a:pt x="107" y="86"/>
                    <a:pt x="103" y="90"/>
                  </a:cubicBezTo>
                  <a:cubicBezTo>
                    <a:pt x="98" y="94"/>
                    <a:pt x="93" y="96"/>
                    <a:pt x="88" y="96"/>
                  </a:cubicBezTo>
                  <a:cubicBezTo>
                    <a:pt x="82" y="96"/>
                    <a:pt x="77" y="94"/>
                    <a:pt x="74" y="90"/>
                  </a:cubicBezTo>
                  <a:cubicBezTo>
                    <a:pt x="71" y="86"/>
                    <a:pt x="69" y="82"/>
                    <a:pt x="69" y="78"/>
                  </a:cubicBezTo>
                  <a:cubicBezTo>
                    <a:pt x="69" y="76"/>
                    <a:pt x="72" y="67"/>
                    <a:pt x="77" y="53"/>
                  </a:cubicBezTo>
                  <a:cubicBezTo>
                    <a:pt x="82" y="39"/>
                    <a:pt x="85" y="28"/>
                    <a:pt x="85" y="21"/>
                  </a:cubicBezTo>
                  <a:cubicBezTo>
                    <a:pt x="85" y="13"/>
                    <a:pt x="82" y="8"/>
                    <a:pt x="76" y="8"/>
                  </a:cubicBezTo>
                  <a:lnTo>
                    <a:pt x="75" y="8"/>
                  </a:lnTo>
                  <a:cubicBezTo>
                    <a:pt x="62" y="8"/>
                    <a:pt x="52" y="16"/>
                    <a:pt x="44" y="30"/>
                  </a:cubicBezTo>
                  <a:lnTo>
                    <a:pt x="42" y="32"/>
                  </a:lnTo>
                  <a:lnTo>
                    <a:pt x="36" y="61"/>
                  </a:lnTo>
                  <a:cubicBezTo>
                    <a:pt x="31" y="79"/>
                    <a:pt x="28" y="89"/>
                    <a:pt x="27" y="90"/>
                  </a:cubicBezTo>
                  <a:cubicBezTo>
                    <a:pt x="26" y="94"/>
                    <a:pt x="23" y="96"/>
                    <a:pt x="18" y="96"/>
                  </a:cubicBezTo>
                  <a:cubicBezTo>
                    <a:pt x="17" y="96"/>
                    <a:pt x="15" y="96"/>
                    <a:pt x="14" y="95"/>
                  </a:cubicBezTo>
                  <a:cubicBezTo>
                    <a:pt x="13" y="94"/>
                    <a:pt x="12" y="93"/>
                    <a:pt x="12" y="92"/>
                  </a:cubicBezTo>
                  <a:cubicBezTo>
                    <a:pt x="11" y="91"/>
                    <a:pt x="11" y="91"/>
                    <a:pt x="11" y="90"/>
                  </a:cubicBezTo>
                  <a:cubicBezTo>
                    <a:pt x="11" y="88"/>
                    <a:pt x="14" y="77"/>
                    <a:pt x="19" y="56"/>
                  </a:cubicBezTo>
                  <a:cubicBezTo>
                    <a:pt x="25" y="35"/>
                    <a:pt x="27" y="23"/>
                    <a:pt x="28" y="21"/>
                  </a:cubicBezTo>
                  <a:cubicBezTo>
                    <a:pt x="28" y="21"/>
                    <a:pt x="28" y="19"/>
                    <a:pt x="28" y="16"/>
                  </a:cubicBezTo>
                  <a:cubicBezTo>
                    <a:pt x="28" y="11"/>
                    <a:pt x="26" y="8"/>
                    <a:pt x="23" y="8"/>
                  </a:cubicBezTo>
                  <a:cubicBezTo>
                    <a:pt x="18" y="8"/>
                    <a:pt x="13" y="15"/>
                    <a:pt x="10" y="29"/>
                  </a:cubicBezTo>
                  <a:cubicBezTo>
                    <a:pt x="9" y="32"/>
                    <a:pt x="8" y="34"/>
                    <a:pt x="8" y="34"/>
                  </a:cubicBezTo>
                  <a:cubicBezTo>
                    <a:pt x="8" y="35"/>
                    <a:pt x="7" y="35"/>
                    <a:pt x="4" y="35"/>
                  </a:cubicBezTo>
                  <a:lnTo>
                    <a:pt x="1" y="35"/>
                  </a:lnTo>
                  <a:cubicBezTo>
                    <a:pt x="0" y="34"/>
                    <a:pt x="0" y="34"/>
                    <a:pt x="0" y="3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3065" y="2864"/>
              <a:ext cx="62" cy="262"/>
            </a:xfrm>
            <a:custGeom>
              <a:avLst/>
              <a:gdLst>
                <a:gd name="T0" fmla="*/ 1 w 50"/>
                <a:gd name="T1" fmla="*/ 0 h 211"/>
                <a:gd name="T2" fmla="*/ 2 w 50"/>
                <a:gd name="T3" fmla="*/ 0 h 211"/>
                <a:gd name="T4" fmla="*/ 4 w 50"/>
                <a:gd name="T5" fmla="*/ 0 h 211"/>
                <a:gd name="T6" fmla="*/ 6 w 50"/>
                <a:gd name="T7" fmla="*/ 0 h 211"/>
                <a:gd name="T8" fmla="*/ 12 w 50"/>
                <a:gd name="T9" fmla="*/ 5 h 211"/>
                <a:gd name="T10" fmla="*/ 41 w 50"/>
                <a:gd name="T11" fmla="*/ 49 h 211"/>
                <a:gd name="T12" fmla="*/ 50 w 50"/>
                <a:gd name="T13" fmla="*/ 105 h 211"/>
                <a:gd name="T14" fmla="*/ 48 w 50"/>
                <a:gd name="T15" fmla="*/ 133 h 211"/>
                <a:gd name="T16" fmla="*/ 43 w 50"/>
                <a:gd name="T17" fmla="*/ 155 h 211"/>
                <a:gd name="T18" fmla="*/ 36 w 50"/>
                <a:gd name="T19" fmla="*/ 174 h 211"/>
                <a:gd name="T20" fmla="*/ 28 w 50"/>
                <a:gd name="T21" fmla="*/ 188 h 211"/>
                <a:gd name="T22" fmla="*/ 19 w 50"/>
                <a:gd name="T23" fmla="*/ 199 h 211"/>
                <a:gd name="T24" fmla="*/ 12 w 50"/>
                <a:gd name="T25" fmla="*/ 206 h 211"/>
                <a:gd name="T26" fmla="*/ 7 w 50"/>
                <a:gd name="T27" fmla="*/ 210 h 211"/>
                <a:gd name="T28" fmla="*/ 6 w 50"/>
                <a:gd name="T29" fmla="*/ 211 h 211"/>
                <a:gd name="T30" fmla="*/ 4 w 50"/>
                <a:gd name="T31" fmla="*/ 211 h 211"/>
                <a:gd name="T32" fmla="*/ 2 w 50"/>
                <a:gd name="T33" fmla="*/ 211 h 211"/>
                <a:gd name="T34" fmla="*/ 1 w 50"/>
                <a:gd name="T35" fmla="*/ 210 h 211"/>
                <a:gd name="T36" fmla="*/ 0 w 50"/>
                <a:gd name="T37" fmla="*/ 208 h 211"/>
                <a:gd name="T38" fmla="*/ 2 w 50"/>
                <a:gd name="T39" fmla="*/ 205 h 211"/>
                <a:gd name="T40" fmla="*/ 35 w 50"/>
                <a:gd name="T41" fmla="*/ 105 h 211"/>
                <a:gd name="T42" fmla="*/ 2 w 50"/>
                <a:gd name="T43" fmla="*/ 5 h 211"/>
                <a:gd name="T44" fmla="*/ 0 w 50"/>
                <a:gd name="T45" fmla="*/ 2 h 211"/>
                <a:gd name="T46" fmla="*/ 1 w 50"/>
                <a:gd name="T4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1">
                  <a:moveTo>
                    <a:pt x="1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12" y="5"/>
                  </a:lnTo>
                  <a:cubicBezTo>
                    <a:pt x="26" y="17"/>
                    <a:pt x="35" y="32"/>
                    <a:pt x="41" y="49"/>
                  </a:cubicBezTo>
                  <a:cubicBezTo>
                    <a:pt x="47" y="67"/>
                    <a:pt x="50" y="86"/>
                    <a:pt x="50" y="105"/>
                  </a:cubicBezTo>
                  <a:cubicBezTo>
                    <a:pt x="50" y="115"/>
                    <a:pt x="50" y="124"/>
                    <a:pt x="48" y="133"/>
                  </a:cubicBezTo>
                  <a:cubicBezTo>
                    <a:pt x="47" y="142"/>
                    <a:pt x="45" y="149"/>
                    <a:pt x="43" y="155"/>
                  </a:cubicBezTo>
                  <a:cubicBezTo>
                    <a:pt x="42" y="162"/>
                    <a:pt x="39" y="168"/>
                    <a:pt x="36" y="174"/>
                  </a:cubicBezTo>
                  <a:cubicBezTo>
                    <a:pt x="32" y="180"/>
                    <a:pt x="30" y="185"/>
                    <a:pt x="28" y="188"/>
                  </a:cubicBezTo>
                  <a:cubicBezTo>
                    <a:pt x="26" y="191"/>
                    <a:pt x="23" y="195"/>
                    <a:pt x="19" y="199"/>
                  </a:cubicBezTo>
                  <a:cubicBezTo>
                    <a:pt x="15" y="203"/>
                    <a:pt x="13" y="205"/>
                    <a:pt x="12" y="206"/>
                  </a:cubicBezTo>
                  <a:cubicBezTo>
                    <a:pt x="11" y="207"/>
                    <a:pt x="10" y="208"/>
                    <a:pt x="7" y="210"/>
                  </a:cubicBezTo>
                  <a:lnTo>
                    <a:pt x="6" y="211"/>
                  </a:lnTo>
                  <a:lnTo>
                    <a:pt x="4" y="211"/>
                  </a:lnTo>
                  <a:lnTo>
                    <a:pt x="2" y="211"/>
                  </a:lnTo>
                  <a:cubicBezTo>
                    <a:pt x="1" y="211"/>
                    <a:pt x="1" y="210"/>
                    <a:pt x="1" y="210"/>
                  </a:cubicBezTo>
                  <a:cubicBezTo>
                    <a:pt x="0" y="210"/>
                    <a:pt x="0" y="209"/>
                    <a:pt x="0" y="208"/>
                  </a:cubicBezTo>
                  <a:cubicBezTo>
                    <a:pt x="0" y="208"/>
                    <a:pt x="1" y="207"/>
                    <a:pt x="2" y="205"/>
                  </a:cubicBezTo>
                  <a:cubicBezTo>
                    <a:pt x="24" y="183"/>
                    <a:pt x="35" y="149"/>
                    <a:pt x="35" y="105"/>
                  </a:cubicBezTo>
                  <a:cubicBezTo>
                    <a:pt x="35" y="61"/>
                    <a:pt x="24" y="28"/>
                    <a:pt x="2" y="5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19" name="コンテンツ プレースホルダー 3"/>
          <p:cNvSpPr>
            <a:spLocks noGrp="1"/>
          </p:cNvSpPr>
          <p:nvPr>
            <p:ph sz="quarter" idx="13"/>
          </p:nvPr>
        </p:nvSpPr>
        <p:spPr>
          <a:xfrm>
            <a:off x="381000" y="6356349"/>
            <a:ext cx="4990328" cy="365125"/>
          </a:xfrm>
        </p:spPr>
        <p:txBody>
          <a:bodyPr/>
          <a:lstStyle/>
          <a:p>
            <a:r>
              <a:rPr lang="ja-JP" altLang="en-US" dirty="0" smtClean="0"/>
              <a:t>制約違反確率の確率分布モデル化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50818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lang="ja-JP" altLang="en-US" dirty="0"/>
              <a:t>の導出について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10</a:t>
            </a:fld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中心極限定理を</a:t>
            </a:r>
            <a:r>
              <a:rPr lang="ja-JP" altLang="en-US" dirty="0"/>
              <a:t>ナップサック問題</a:t>
            </a:r>
            <a:r>
              <a:rPr lang="ja-JP" altLang="en-US" dirty="0" smtClean="0"/>
              <a:t>に置き換えると</a:t>
            </a:r>
            <a:endParaRPr kumimoji="1" lang="en-US" altLang="ja-JP" dirty="0" smtClean="0"/>
          </a:p>
          <a:p>
            <a:pPr marL="273050" indent="-273050"/>
            <a:r>
              <a:rPr lang="ja-JP" altLang="en-US" dirty="0"/>
              <a:t>中心極限</a:t>
            </a:r>
            <a:r>
              <a:rPr lang="ja-JP" altLang="en-US" dirty="0" smtClean="0"/>
              <a:t>定理</a:t>
            </a:r>
            <a:r>
              <a:rPr lang="en-US" altLang="ja-JP" dirty="0" smtClean="0"/>
              <a:t>(</a:t>
            </a:r>
            <a:r>
              <a:rPr lang="ja-JP" altLang="en-US" dirty="0" smtClean="0"/>
              <a:t>ナップサック問題</a:t>
            </a:r>
            <a:r>
              <a:rPr lang="en-US" altLang="ja-JP" dirty="0" smtClean="0"/>
              <a:t>ver.):</a:t>
            </a:r>
            <a:r>
              <a:rPr lang="ja-JP" altLang="en-US" dirty="0" smtClean="0"/>
              <a:t> 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>[10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100]</a:t>
            </a:r>
            <a:r>
              <a:rPr lang="ja-JP" altLang="en-US" dirty="0" smtClean="0"/>
              <a:t>の一様乱数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平均</a:t>
            </a:r>
            <a:r>
              <a:rPr lang="en-US" altLang="ja-JP" sz="2400" dirty="0" smtClean="0"/>
              <a:t>: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55</a:t>
            </a:r>
            <a:r>
              <a:rPr lang="ja-JP" altLang="en-US" sz="2400" dirty="0" err="1" smtClean="0"/>
              <a:t>，</a:t>
            </a:r>
            <a:r>
              <a:rPr lang="ja-JP" altLang="en-US" sz="2400" dirty="0" smtClean="0"/>
              <a:t>分散</a:t>
            </a:r>
            <a:r>
              <a:rPr lang="en-US" altLang="ja-JP" sz="2400" dirty="0" smtClean="0"/>
              <a:t>: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90</a:t>
            </a:r>
            <a:r>
              <a:rPr lang="en-US" altLang="ja-JP" sz="2400" baseline="30000" dirty="0" smtClean="0"/>
              <a:t>2 </a:t>
            </a:r>
            <a:r>
              <a:rPr lang="en-US" altLang="ja-JP" sz="2400" dirty="0" smtClean="0"/>
              <a:t>/12)</a:t>
            </a:r>
            <a:r>
              <a:rPr lang="ja-JP" altLang="en-US" dirty="0" smtClean="0"/>
              <a:t>にしたがう重みから，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アイテム数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 smtClean="0"/>
              <a:t>の解を抽出するとき，重みの平均値は正規分布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にしたがう．</a:t>
            </a:r>
            <a:endParaRPr kumimoji="1" lang="ja-JP" altLang="en-US" dirty="0"/>
          </a:p>
        </p:txBody>
      </p:sp>
      <p:sp>
        <p:nvSpPr>
          <p:cNvPr id="53" name="コンテンツ プレースホルダー 3"/>
          <p:cNvSpPr>
            <a:spLocks noGrp="1"/>
          </p:cNvSpPr>
          <p:nvPr>
            <p:ph sz="quarter" idx="13"/>
          </p:nvPr>
        </p:nvSpPr>
        <p:spPr>
          <a:xfrm>
            <a:off x="381000" y="6356349"/>
            <a:ext cx="4990328" cy="365125"/>
          </a:xfrm>
        </p:spPr>
        <p:txBody>
          <a:bodyPr/>
          <a:lstStyle/>
          <a:p>
            <a:r>
              <a:rPr lang="ja-JP" altLang="en-US" dirty="0" smtClean="0"/>
              <a:t>制約違反確率の確率分布モデル化</a:t>
            </a:r>
            <a:endParaRPr kumimoji="1" lang="en-US" altLang="ja-JP" dirty="0" smtClean="0"/>
          </a:p>
        </p:txBody>
      </p:sp>
      <p:grpSp>
        <p:nvGrpSpPr>
          <p:cNvPr id="73" name="Group 30"/>
          <p:cNvGrpSpPr>
            <a:grpSpLocks noChangeAspect="1"/>
          </p:cNvGrpSpPr>
          <p:nvPr/>
        </p:nvGrpSpPr>
        <p:grpSpPr bwMode="auto">
          <a:xfrm>
            <a:off x="5077159" y="4120817"/>
            <a:ext cx="2037682" cy="918000"/>
            <a:chOff x="-696" y="2628"/>
            <a:chExt cx="586" cy="264"/>
          </a:xfrm>
          <a:solidFill>
            <a:schemeClr val="tx1"/>
          </a:solidFill>
        </p:grpSpPr>
        <p:sp>
          <p:nvSpPr>
            <p:cNvPr id="74" name="Freeform 31"/>
            <p:cNvSpPr>
              <a:spLocks/>
            </p:cNvSpPr>
            <p:nvPr/>
          </p:nvSpPr>
          <p:spPr bwMode="auto">
            <a:xfrm>
              <a:off x="-696" y="2715"/>
              <a:ext cx="87" cy="70"/>
            </a:xfrm>
            <a:custGeom>
              <a:avLst/>
              <a:gdLst>
                <a:gd name="T0" fmla="*/ 42 w 180"/>
                <a:gd name="T1" fmla="*/ 10 h 144"/>
                <a:gd name="T2" fmla="*/ 41 w 180"/>
                <a:gd name="T3" fmla="*/ 10 h 144"/>
                <a:gd name="T4" fmla="*/ 34 w 180"/>
                <a:gd name="T5" fmla="*/ 10 h 144"/>
                <a:gd name="T6" fmla="*/ 33 w 180"/>
                <a:gd name="T7" fmla="*/ 7 h 144"/>
                <a:gd name="T8" fmla="*/ 36 w 180"/>
                <a:gd name="T9" fmla="*/ 1 h 144"/>
                <a:gd name="T10" fmla="*/ 56 w 180"/>
                <a:gd name="T11" fmla="*/ 0 h 144"/>
                <a:gd name="T12" fmla="*/ 75 w 180"/>
                <a:gd name="T13" fmla="*/ 0 h 144"/>
                <a:gd name="T14" fmla="*/ 78 w 180"/>
                <a:gd name="T15" fmla="*/ 2 h 144"/>
                <a:gd name="T16" fmla="*/ 123 w 180"/>
                <a:gd name="T17" fmla="*/ 109 h 144"/>
                <a:gd name="T18" fmla="*/ 134 w 180"/>
                <a:gd name="T19" fmla="*/ 64 h 144"/>
                <a:gd name="T20" fmla="*/ 146 w 180"/>
                <a:gd name="T21" fmla="*/ 17 h 144"/>
                <a:gd name="T22" fmla="*/ 132 w 180"/>
                <a:gd name="T23" fmla="*/ 10 h 144"/>
                <a:gd name="T24" fmla="*/ 127 w 180"/>
                <a:gd name="T25" fmla="*/ 8 h 144"/>
                <a:gd name="T26" fmla="*/ 127 w 180"/>
                <a:gd name="T27" fmla="*/ 5 h 144"/>
                <a:gd name="T28" fmla="*/ 129 w 180"/>
                <a:gd name="T29" fmla="*/ 1 h 144"/>
                <a:gd name="T30" fmla="*/ 131 w 180"/>
                <a:gd name="T31" fmla="*/ 0 h 144"/>
                <a:gd name="T32" fmla="*/ 137 w 180"/>
                <a:gd name="T33" fmla="*/ 1 h 144"/>
                <a:gd name="T34" fmla="*/ 155 w 180"/>
                <a:gd name="T35" fmla="*/ 1 h 144"/>
                <a:gd name="T36" fmla="*/ 171 w 180"/>
                <a:gd name="T37" fmla="*/ 1 h 144"/>
                <a:gd name="T38" fmla="*/ 177 w 180"/>
                <a:gd name="T39" fmla="*/ 1 h 144"/>
                <a:gd name="T40" fmla="*/ 180 w 180"/>
                <a:gd name="T41" fmla="*/ 3 h 144"/>
                <a:gd name="T42" fmla="*/ 179 w 180"/>
                <a:gd name="T43" fmla="*/ 9 h 144"/>
                <a:gd name="T44" fmla="*/ 174 w 180"/>
                <a:gd name="T45" fmla="*/ 10 h 144"/>
                <a:gd name="T46" fmla="*/ 155 w 180"/>
                <a:gd name="T47" fmla="*/ 18 h 144"/>
                <a:gd name="T48" fmla="*/ 124 w 180"/>
                <a:gd name="T49" fmla="*/ 143 h 144"/>
                <a:gd name="T50" fmla="*/ 119 w 180"/>
                <a:gd name="T51" fmla="*/ 144 h 144"/>
                <a:gd name="T52" fmla="*/ 116 w 180"/>
                <a:gd name="T53" fmla="*/ 144 h 144"/>
                <a:gd name="T54" fmla="*/ 89 w 180"/>
                <a:gd name="T55" fmla="*/ 80 h 144"/>
                <a:gd name="T56" fmla="*/ 62 w 180"/>
                <a:gd name="T57" fmla="*/ 17 h 144"/>
                <a:gd name="T58" fmla="*/ 48 w 180"/>
                <a:gd name="T59" fmla="*/ 72 h 144"/>
                <a:gd name="T60" fmla="*/ 34 w 180"/>
                <a:gd name="T61" fmla="*/ 128 h 144"/>
                <a:gd name="T62" fmla="*/ 50 w 180"/>
                <a:gd name="T63" fmla="*/ 135 h 144"/>
                <a:gd name="T64" fmla="*/ 52 w 180"/>
                <a:gd name="T65" fmla="*/ 135 h 144"/>
                <a:gd name="T66" fmla="*/ 53 w 180"/>
                <a:gd name="T67" fmla="*/ 136 h 144"/>
                <a:gd name="T68" fmla="*/ 52 w 180"/>
                <a:gd name="T69" fmla="*/ 140 h 144"/>
                <a:gd name="T70" fmla="*/ 50 w 180"/>
                <a:gd name="T71" fmla="*/ 144 h 144"/>
                <a:gd name="T72" fmla="*/ 48 w 180"/>
                <a:gd name="T73" fmla="*/ 144 h 144"/>
                <a:gd name="T74" fmla="*/ 25 w 180"/>
                <a:gd name="T75" fmla="*/ 144 h 144"/>
                <a:gd name="T76" fmla="*/ 14 w 180"/>
                <a:gd name="T77" fmla="*/ 144 h 144"/>
                <a:gd name="T78" fmla="*/ 6 w 180"/>
                <a:gd name="T79" fmla="*/ 144 h 144"/>
                <a:gd name="T80" fmla="*/ 3 w 180"/>
                <a:gd name="T81" fmla="*/ 144 h 144"/>
                <a:gd name="T82" fmla="*/ 0 w 180"/>
                <a:gd name="T83" fmla="*/ 142 h 144"/>
                <a:gd name="T84" fmla="*/ 0 w 180"/>
                <a:gd name="T85" fmla="*/ 139 h 144"/>
                <a:gd name="T86" fmla="*/ 1 w 180"/>
                <a:gd name="T87" fmla="*/ 136 h 144"/>
                <a:gd name="T88" fmla="*/ 6 w 180"/>
                <a:gd name="T89" fmla="*/ 135 h 144"/>
                <a:gd name="T90" fmla="*/ 25 w 180"/>
                <a:gd name="T91" fmla="*/ 126 h 144"/>
                <a:gd name="T92" fmla="*/ 40 w 180"/>
                <a:gd name="T93" fmla="*/ 68 h 144"/>
                <a:gd name="T94" fmla="*/ 54 w 180"/>
                <a:gd name="T95" fmla="*/ 11 h 144"/>
                <a:gd name="T96" fmla="*/ 42 w 180"/>
                <a:gd name="T97" fmla="*/ 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144">
                  <a:moveTo>
                    <a:pt x="42" y="10"/>
                  </a:moveTo>
                  <a:lnTo>
                    <a:pt x="41" y="10"/>
                  </a:lnTo>
                  <a:cubicBezTo>
                    <a:pt x="37" y="10"/>
                    <a:pt x="35" y="10"/>
                    <a:pt x="34" y="10"/>
                  </a:cubicBezTo>
                  <a:cubicBezTo>
                    <a:pt x="34" y="10"/>
                    <a:pt x="33" y="9"/>
                    <a:pt x="33" y="7"/>
                  </a:cubicBezTo>
                  <a:cubicBezTo>
                    <a:pt x="33" y="4"/>
                    <a:pt x="34" y="1"/>
                    <a:pt x="36" y="1"/>
                  </a:cubicBezTo>
                  <a:cubicBezTo>
                    <a:pt x="36" y="0"/>
                    <a:pt x="43" y="0"/>
                    <a:pt x="56" y="0"/>
                  </a:cubicBezTo>
                  <a:lnTo>
                    <a:pt x="75" y="0"/>
                  </a:lnTo>
                  <a:cubicBezTo>
                    <a:pt x="76" y="0"/>
                    <a:pt x="77" y="1"/>
                    <a:pt x="78" y="2"/>
                  </a:cubicBezTo>
                  <a:cubicBezTo>
                    <a:pt x="107" y="71"/>
                    <a:pt x="122" y="107"/>
                    <a:pt x="123" y="109"/>
                  </a:cubicBezTo>
                  <a:lnTo>
                    <a:pt x="134" y="64"/>
                  </a:lnTo>
                  <a:cubicBezTo>
                    <a:pt x="142" y="34"/>
                    <a:pt x="146" y="19"/>
                    <a:pt x="146" y="17"/>
                  </a:cubicBezTo>
                  <a:cubicBezTo>
                    <a:pt x="146" y="13"/>
                    <a:pt x="141" y="11"/>
                    <a:pt x="132" y="10"/>
                  </a:cubicBezTo>
                  <a:cubicBezTo>
                    <a:pt x="129" y="10"/>
                    <a:pt x="127" y="9"/>
                    <a:pt x="127" y="8"/>
                  </a:cubicBezTo>
                  <a:cubicBezTo>
                    <a:pt x="127" y="7"/>
                    <a:pt x="127" y="7"/>
                    <a:pt x="127" y="5"/>
                  </a:cubicBezTo>
                  <a:cubicBezTo>
                    <a:pt x="128" y="3"/>
                    <a:pt x="128" y="2"/>
                    <a:pt x="129" y="1"/>
                  </a:cubicBezTo>
                  <a:cubicBezTo>
                    <a:pt x="129" y="1"/>
                    <a:pt x="130" y="0"/>
                    <a:pt x="131" y="0"/>
                  </a:cubicBezTo>
                  <a:cubicBezTo>
                    <a:pt x="131" y="0"/>
                    <a:pt x="133" y="0"/>
                    <a:pt x="137" y="1"/>
                  </a:cubicBezTo>
                  <a:cubicBezTo>
                    <a:pt x="141" y="1"/>
                    <a:pt x="147" y="1"/>
                    <a:pt x="155" y="1"/>
                  </a:cubicBezTo>
                  <a:cubicBezTo>
                    <a:pt x="162" y="1"/>
                    <a:pt x="167" y="1"/>
                    <a:pt x="171" y="1"/>
                  </a:cubicBezTo>
                  <a:cubicBezTo>
                    <a:pt x="174" y="1"/>
                    <a:pt x="177" y="1"/>
                    <a:pt x="177" y="1"/>
                  </a:cubicBezTo>
                  <a:cubicBezTo>
                    <a:pt x="179" y="1"/>
                    <a:pt x="180" y="1"/>
                    <a:pt x="180" y="3"/>
                  </a:cubicBezTo>
                  <a:cubicBezTo>
                    <a:pt x="180" y="6"/>
                    <a:pt x="180" y="8"/>
                    <a:pt x="179" y="9"/>
                  </a:cubicBezTo>
                  <a:cubicBezTo>
                    <a:pt x="178" y="10"/>
                    <a:pt x="177" y="10"/>
                    <a:pt x="174" y="10"/>
                  </a:cubicBezTo>
                  <a:cubicBezTo>
                    <a:pt x="164" y="11"/>
                    <a:pt x="158" y="13"/>
                    <a:pt x="155" y="18"/>
                  </a:cubicBezTo>
                  <a:lnTo>
                    <a:pt x="124" y="143"/>
                  </a:lnTo>
                  <a:cubicBezTo>
                    <a:pt x="124" y="144"/>
                    <a:pt x="122" y="144"/>
                    <a:pt x="119" y="144"/>
                  </a:cubicBezTo>
                  <a:cubicBezTo>
                    <a:pt x="117" y="144"/>
                    <a:pt x="116" y="144"/>
                    <a:pt x="116" y="144"/>
                  </a:cubicBezTo>
                  <a:cubicBezTo>
                    <a:pt x="115" y="144"/>
                    <a:pt x="106" y="122"/>
                    <a:pt x="89" y="80"/>
                  </a:cubicBezTo>
                  <a:lnTo>
                    <a:pt x="62" y="17"/>
                  </a:lnTo>
                  <a:lnTo>
                    <a:pt x="48" y="72"/>
                  </a:lnTo>
                  <a:cubicBezTo>
                    <a:pt x="39" y="108"/>
                    <a:pt x="34" y="126"/>
                    <a:pt x="34" y="128"/>
                  </a:cubicBezTo>
                  <a:cubicBezTo>
                    <a:pt x="35" y="132"/>
                    <a:pt x="40" y="135"/>
                    <a:pt x="50" y="135"/>
                  </a:cubicBezTo>
                  <a:lnTo>
                    <a:pt x="52" y="135"/>
                  </a:lnTo>
                  <a:cubicBezTo>
                    <a:pt x="52" y="135"/>
                    <a:pt x="53" y="136"/>
                    <a:pt x="53" y="136"/>
                  </a:cubicBezTo>
                  <a:cubicBezTo>
                    <a:pt x="53" y="137"/>
                    <a:pt x="53" y="138"/>
                    <a:pt x="52" y="140"/>
                  </a:cubicBezTo>
                  <a:cubicBezTo>
                    <a:pt x="52" y="142"/>
                    <a:pt x="51" y="144"/>
                    <a:pt x="50" y="144"/>
                  </a:cubicBezTo>
                  <a:lnTo>
                    <a:pt x="48" y="144"/>
                  </a:lnTo>
                  <a:cubicBezTo>
                    <a:pt x="43" y="144"/>
                    <a:pt x="36" y="144"/>
                    <a:pt x="25" y="144"/>
                  </a:cubicBezTo>
                  <a:lnTo>
                    <a:pt x="14" y="144"/>
                  </a:lnTo>
                  <a:lnTo>
                    <a:pt x="6" y="144"/>
                  </a:lnTo>
                  <a:cubicBezTo>
                    <a:pt x="4" y="144"/>
                    <a:pt x="3" y="144"/>
                    <a:pt x="3" y="144"/>
                  </a:cubicBezTo>
                  <a:cubicBezTo>
                    <a:pt x="1" y="144"/>
                    <a:pt x="0" y="144"/>
                    <a:pt x="0" y="142"/>
                  </a:cubicBezTo>
                  <a:cubicBezTo>
                    <a:pt x="0" y="142"/>
                    <a:pt x="0" y="141"/>
                    <a:pt x="0" y="139"/>
                  </a:cubicBezTo>
                  <a:cubicBezTo>
                    <a:pt x="1" y="137"/>
                    <a:pt x="1" y="136"/>
                    <a:pt x="1" y="136"/>
                  </a:cubicBezTo>
                  <a:cubicBezTo>
                    <a:pt x="2" y="135"/>
                    <a:pt x="3" y="135"/>
                    <a:pt x="6" y="135"/>
                  </a:cubicBezTo>
                  <a:cubicBezTo>
                    <a:pt x="16" y="134"/>
                    <a:pt x="22" y="132"/>
                    <a:pt x="25" y="126"/>
                  </a:cubicBezTo>
                  <a:cubicBezTo>
                    <a:pt x="25" y="126"/>
                    <a:pt x="30" y="106"/>
                    <a:pt x="40" y="68"/>
                  </a:cubicBezTo>
                  <a:lnTo>
                    <a:pt x="54" y="11"/>
                  </a:lnTo>
                  <a:cubicBezTo>
                    <a:pt x="54" y="11"/>
                    <a:pt x="50" y="10"/>
                    <a:pt x="42" y="1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5" name="Freeform 32"/>
            <p:cNvSpPr>
              <a:spLocks/>
            </p:cNvSpPr>
            <p:nvPr/>
          </p:nvSpPr>
          <p:spPr bwMode="auto">
            <a:xfrm>
              <a:off x="-599" y="2709"/>
              <a:ext cx="24" cy="101"/>
            </a:xfrm>
            <a:custGeom>
              <a:avLst/>
              <a:gdLst>
                <a:gd name="T0" fmla="*/ 0 w 51"/>
                <a:gd name="T1" fmla="*/ 106 h 211"/>
                <a:gd name="T2" fmla="*/ 2 w 51"/>
                <a:gd name="T3" fmla="*/ 78 h 211"/>
                <a:gd name="T4" fmla="*/ 7 w 51"/>
                <a:gd name="T5" fmla="*/ 55 h 211"/>
                <a:gd name="T6" fmla="*/ 15 w 51"/>
                <a:gd name="T7" fmla="*/ 37 h 211"/>
                <a:gd name="T8" fmla="*/ 23 w 51"/>
                <a:gd name="T9" fmla="*/ 23 h 211"/>
                <a:gd name="T10" fmla="*/ 32 w 51"/>
                <a:gd name="T11" fmla="*/ 12 h 211"/>
                <a:gd name="T12" fmla="*/ 39 w 51"/>
                <a:gd name="T13" fmla="*/ 5 h 211"/>
                <a:gd name="T14" fmla="*/ 44 w 51"/>
                <a:gd name="T15" fmla="*/ 0 h 211"/>
                <a:gd name="T16" fmla="*/ 47 w 51"/>
                <a:gd name="T17" fmla="*/ 0 h 211"/>
                <a:gd name="T18" fmla="*/ 48 w 51"/>
                <a:gd name="T19" fmla="*/ 0 h 211"/>
                <a:gd name="T20" fmla="*/ 51 w 51"/>
                <a:gd name="T21" fmla="*/ 2 h 211"/>
                <a:gd name="T22" fmla="*/ 47 w 51"/>
                <a:gd name="T23" fmla="*/ 7 h 211"/>
                <a:gd name="T24" fmla="*/ 38 w 51"/>
                <a:gd name="T25" fmla="*/ 18 h 211"/>
                <a:gd name="T26" fmla="*/ 28 w 51"/>
                <a:gd name="T27" fmla="*/ 36 h 211"/>
                <a:gd name="T28" fmla="*/ 19 w 51"/>
                <a:gd name="T29" fmla="*/ 65 h 211"/>
                <a:gd name="T30" fmla="*/ 16 w 51"/>
                <a:gd name="T31" fmla="*/ 106 h 211"/>
                <a:gd name="T32" fmla="*/ 19 w 51"/>
                <a:gd name="T33" fmla="*/ 146 h 211"/>
                <a:gd name="T34" fmla="*/ 28 w 51"/>
                <a:gd name="T35" fmla="*/ 175 h 211"/>
                <a:gd name="T36" fmla="*/ 38 w 51"/>
                <a:gd name="T37" fmla="*/ 194 h 211"/>
                <a:gd name="T38" fmla="*/ 47 w 51"/>
                <a:gd name="T39" fmla="*/ 205 h 211"/>
                <a:gd name="T40" fmla="*/ 51 w 51"/>
                <a:gd name="T41" fmla="*/ 209 h 211"/>
                <a:gd name="T42" fmla="*/ 47 w 51"/>
                <a:gd name="T43" fmla="*/ 211 h 211"/>
                <a:gd name="T44" fmla="*/ 47 w 51"/>
                <a:gd name="T45" fmla="*/ 211 h 211"/>
                <a:gd name="T46" fmla="*/ 44 w 51"/>
                <a:gd name="T47" fmla="*/ 211 h 211"/>
                <a:gd name="T48" fmla="*/ 38 w 51"/>
                <a:gd name="T49" fmla="*/ 206 h 211"/>
                <a:gd name="T50" fmla="*/ 9 w 51"/>
                <a:gd name="T51" fmla="*/ 161 h 211"/>
                <a:gd name="T52" fmla="*/ 0 w 51"/>
                <a:gd name="T53" fmla="*/ 1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" h="211">
                  <a:moveTo>
                    <a:pt x="0" y="106"/>
                  </a:moveTo>
                  <a:cubicBezTo>
                    <a:pt x="0" y="96"/>
                    <a:pt x="1" y="87"/>
                    <a:pt x="2" y="78"/>
                  </a:cubicBezTo>
                  <a:cubicBezTo>
                    <a:pt x="4" y="69"/>
                    <a:pt x="5" y="62"/>
                    <a:pt x="7" y="55"/>
                  </a:cubicBezTo>
                  <a:cubicBezTo>
                    <a:pt x="9" y="49"/>
                    <a:pt x="12" y="43"/>
                    <a:pt x="15" y="37"/>
                  </a:cubicBezTo>
                  <a:cubicBezTo>
                    <a:pt x="18" y="31"/>
                    <a:pt x="21" y="26"/>
                    <a:pt x="23" y="23"/>
                  </a:cubicBezTo>
                  <a:cubicBezTo>
                    <a:pt x="25" y="19"/>
                    <a:pt x="28" y="16"/>
                    <a:pt x="32" y="12"/>
                  </a:cubicBezTo>
                  <a:cubicBezTo>
                    <a:pt x="36" y="8"/>
                    <a:pt x="38" y="5"/>
                    <a:pt x="39" y="5"/>
                  </a:cubicBezTo>
                  <a:cubicBezTo>
                    <a:pt x="39" y="4"/>
                    <a:pt x="41" y="2"/>
                    <a:pt x="44" y="0"/>
                  </a:cubicBezTo>
                  <a:lnTo>
                    <a:pt x="47" y="0"/>
                  </a:lnTo>
                  <a:lnTo>
                    <a:pt x="48" y="0"/>
                  </a:lnTo>
                  <a:cubicBezTo>
                    <a:pt x="50" y="0"/>
                    <a:pt x="51" y="1"/>
                    <a:pt x="51" y="2"/>
                  </a:cubicBezTo>
                  <a:cubicBezTo>
                    <a:pt x="51" y="3"/>
                    <a:pt x="49" y="4"/>
                    <a:pt x="47" y="7"/>
                  </a:cubicBezTo>
                  <a:cubicBezTo>
                    <a:pt x="45" y="9"/>
                    <a:pt x="42" y="13"/>
                    <a:pt x="38" y="18"/>
                  </a:cubicBezTo>
                  <a:cubicBezTo>
                    <a:pt x="35" y="23"/>
                    <a:pt x="32" y="29"/>
                    <a:pt x="28" y="36"/>
                  </a:cubicBezTo>
                  <a:cubicBezTo>
                    <a:pt x="24" y="43"/>
                    <a:pt x="22" y="53"/>
                    <a:pt x="19" y="65"/>
                  </a:cubicBezTo>
                  <a:cubicBezTo>
                    <a:pt x="17" y="77"/>
                    <a:pt x="16" y="91"/>
                    <a:pt x="16" y="106"/>
                  </a:cubicBezTo>
                  <a:cubicBezTo>
                    <a:pt x="16" y="121"/>
                    <a:pt x="17" y="134"/>
                    <a:pt x="19" y="146"/>
                  </a:cubicBezTo>
                  <a:cubicBezTo>
                    <a:pt x="22" y="158"/>
                    <a:pt x="24" y="168"/>
                    <a:pt x="28" y="175"/>
                  </a:cubicBezTo>
                  <a:cubicBezTo>
                    <a:pt x="31" y="183"/>
                    <a:pt x="35" y="189"/>
                    <a:pt x="38" y="194"/>
                  </a:cubicBezTo>
                  <a:cubicBezTo>
                    <a:pt x="42" y="198"/>
                    <a:pt x="45" y="202"/>
                    <a:pt x="47" y="205"/>
                  </a:cubicBezTo>
                  <a:cubicBezTo>
                    <a:pt x="49" y="208"/>
                    <a:pt x="51" y="209"/>
                    <a:pt x="51" y="209"/>
                  </a:cubicBezTo>
                  <a:cubicBezTo>
                    <a:pt x="51" y="211"/>
                    <a:pt x="50" y="211"/>
                    <a:pt x="47" y="211"/>
                  </a:cubicBezTo>
                  <a:lnTo>
                    <a:pt x="47" y="211"/>
                  </a:lnTo>
                  <a:lnTo>
                    <a:pt x="44" y="211"/>
                  </a:lnTo>
                  <a:lnTo>
                    <a:pt x="38" y="206"/>
                  </a:lnTo>
                  <a:cubicBezTo>
                    <a:pt x="25" y="194"/>
                    <a:pt x="15" y="179"/>
                    <a:pt x="9" y="161"/>
                  </a:cubicBezTo>
                  <a:cubicBezTo>
                    <a:pt x="3" y="143"/>
                    <a:pt x="0" y="125"/>
                    <a:pt x="0" y="1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6" name="Freeform 33"/>
            <p:cNvSpPr>
              <a:spLocks/>
            </p:cNvSpPr>
            <p:nvPr/>
          </p:nvSpPr>
          <p:spPr bwMode="auto">
            <a:xfrm>
              <a:off x="-564" y="2717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1 w 84"/>
                <a:gd name="T3" fmla="*/ 116 h 145"/>
                <a:gd name="T4" fmla="*/ 13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7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7 w 84"/>
                <a:gd name="T23" fmla="*/ 76 h 145"/>
                <a:gd name="T24" fmla="*/ 14 w 84"/>
                <a:gd name="T25" fmla="*/ 76 h 145"/>
                <a:gd name="T26" fmla="*/ 10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6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2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4 w 84"/>
                <a:gd name="T63" fmla="*/ 52 h 145"/>
                <a:gd name="T64" fmla="*/ 73 w 84"/>
                <a:gd name="T65" fmla="*/ 66 h 145"/>
                <a:gd name="T66" fmla="*/ 84 w 84"/>
                <a:gd name="T67" fmla="*/ 98 h 145"/>
                <a:gd name="T68" fmla="*/ 71 w 84"/>
                <a:gd name="T69" fmla="*/ 131 h 145"/>
                <a:gd name="T70" fmla="*/ 38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1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1" y="116"/>
                  </a:cubicBezTo>
                  <a:cubicBezTo>
                    <a:pt x="19" y="118"/>
                    <a:pt x="16" y="119"/>
                    <a:pt x="13" y="119"/>
                  </a:cubicBezTo>
                  <a:lnTo>
                    <a:pt x="11" y="119"/>
                  </a:lnTo>
                  <a:cubicBezTo>
                    <a:pt x="18" y="130"/>
                    <a:pt x="26" y="136"/>
                    <a:pt x="37" y="136"/>
                  </a:cubicBezTo>
                  <a:cubicBezTo>
                    <a:pt x="47" y="136"/>
                    <a:pt x="54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7" y="67"/>
                  </a:cubicBezTo>
                  <a:cubicBezTo>
                    <a:pt x="53" y="62"/>
                    <a:pt x="49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8" y="75"/>
                    <a:pt x="17" y="76"/>
                    <a:pt x="17" y="76"/>
                  </a:cubicBezTo>
                  <a:cubicBezTo>
                    <a:pt x="16" y="76"/>
                    <a:pt x="15" y="76"/>
                    <a:pt x="14" y="76"/>
                  </a:cubicBezTo>
                  <a:cubicBezTo>
                    <a:pt x="11" y="76"/>
                    <a:pt x="10" y="76"/>
                    <a:pt x="10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3" y="0"/>
                    <a:pt x="16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3" y="5"/>
                    <a:pt x="72" y="1"/>
                  </a:cubicBezTo>
                  <a:cubicBezTo>
                    <a:pt x="73" y="0"/>
                    <a:pt x="74" y="0"/>
                    <a:pt x="74" y="0"/>
                  </a:cubicBezTo>
                  <a:cubicBezTo>
                    <a:pt x="76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5" y="20"/>
                    <a:pt x="50" y="27"/>
                    <a:pt x="33" y="27"/>
                  </a:cubicBezTo>
                  <a:cubicBezTo>
                    <a:pt x="28" y="27"/>
                    <a:pt x="25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2" y="60"/>
                    <a:pt x="24" y="58"/>
                    <a:pt x="25" y="57"/>
                  </a:cubicBezTo>
                  <a:cubicBezTo>
                    <a:pt x="27" y="56"/>
                    <a:pt x="29" y="55"/>
                    <a:pt x="33" y="53"/>
                  </a:cubicBezTo>
                  <a:cubicBezTo>
                    <a:pt x="36" y="52"/>
                    <a:pt x="40" y="52"/>
                    <a:pt x="44" y="52"/>
                  </a:cubicBezTo>
                  <a:cubicBezTo>
                    <a:pt x="55" y="52"/>
                    <a:pt x="65" y="56"/>
                    <a:pt x="73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80" y="122"/>
                    <a:pt x="71" y="131"/>
                  </a:cubicBezTo>
                  <a:cubicBezTo>
                    <a:pt x="62" y="140"/>
                    <a:pt x="51" y="145"/>
                    <a:pt x="38" y="145"/>
                  </a:cubicBezTo>
                  <a:cubicBezTo>
                    <a:pt x="27" y="145"/>
                    <a:pt x="17" y="141"/>
                    <a:pt x="10" y="134"/>
                  </a:cubicBezTo>
                  <a:cubicBezTo>
                    <a:pt x="4" y="126"/>
                    <a:pt x="0" y="117"/>
                    <a:pt x="0" y="108"/>
                  </a:cubicBezTo>
                  <a:cubicBezTo>
                    <a:pt x="0" y="105"/>
                    <a:pt x="1" y="102"/>
                    <a:pt x="2" y="100"/>
                  </a:cubicBezTo>
                  <a:cubicBezTo>
                    <a:pt x="4" y="98"/>
                    <a:pt x="6" y="97"/>
                    <a:pt x="7" y="96"/>
                  </a:cubicBezTo>
                  <a:cubicBezTo>
                    <a:pt x="9" y="96"/>
                    <a:pt x="11" y="95"/>
                    <a:pt x="12" y="95"/>
                  </a:cubicBezTo>
                  <a:cubicBezTo>
                    <a:pt x="16" y="95"/>
                    <a:pt x="19" y="96"/>
                    <a:pt x="21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7" name="Freeform 34"/>
            <p:cNvSpPr>
              <a:spLocks/>
            </p:cNvSpPr>
            <p:nvPr/>
          </p:nvSpPr>
          <p:spPr bwMode="auto">
            <a:xfrm>
              <a:off x="-513" y="2717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0 w 84"/>
                <a:gd name="T3" fmla="*/ 116 h 145"/>
                <a:gd name="T4" fmla="*/ 12 w 84"/>
                <a:gd name="T5" fmla="*/ 119 h 145"/>
                <a:gd name="T6" fmla="*/ 11 w 84"/>
                <a:gd name="T7" fmla="*/ 119 h 145"/>
                <a:gd name="T8" fmla="*/ 36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6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6 w 84"/>
                <a:gd name="T23" fmla="*/ 76 h 145"/>
                <a:gd name="T24" fmla="*/ 13 w 84"/>
                <a:gd name="T25" fmla="*/ 76 h 145"/>
                <a:gd name="T26" fmla="*/ 9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5 w 84"/>
                <a:gd name="T37" fmla="*/ 2 h 145"/>
                <a:gd name="T38" fmla="*/ 27 w 84"/>
                <a:gd name="T39" fmla="*/ 5 h 145"/>
                <a:gd name="T40" fmla="*/ 42 w 84"/>
                <a:gd name="T41" fmla="*/ 7 h 145"/>
                <a:gd name="T42" fmla="*/ 71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2 w 84"/>
                <a:gd name="T51" fmla="*/ 27 h 145"/>
                <a:gd name="T52" fmla="*/ 21 w 84"/>
                <a:gd name="T53" fmla="*/ 26 h 145"/>
                <a:gd name="T54" fmla="*/ 18 w 84"/>
                <a:gd name="T55" fmla="*/ 25 h 145"/>
                <a:gd name="T56" fmla="*/ 18 w 84"/>
                <a:gd name="T57" fmla="*/ 62 h 145"/>
                <a:gd name="T58" fmla="*/ 25 w 84"/>
                <a:gd name="T59" fmla="*/ 57 h 145"/>
                <a:gd name="T60" fmla="*/ 32 w 84"/>
                <a:gd name="T61" fmla="*/ 53 h 145"/>
                <a:gd name="T62" fmla="*/ 43 w 84"/>
                <a:gd name="T63" fmla="*/ 52 h 145"/>
                <a:gd name="T64" fmla="*/ 72 w 84"/>
                <a:gd name="T65" fmla="*/ 66 h 145"/>
                <a:gd name="T66" fmla="*/ 84 w 84"/>
                <a:gd name="T67" fmla="*/ 98 h 145"/>
                <a:gd name="T68" fmla="*/ 70 w 84"/>
                <a:gd name="T69" fmla="*/ 131 h 145"/>
                <a:gd name="T70" fmla="*/ 37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0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0" y="116"/>
                  </a:cubicBezTo>
                  <a:cubicBezTo>
                    <a:pt x="18" y="118"/>
                    <a:pt x="15" y="119"/>
                    <a:pt x="12" y="119"/>
                  </a:cubicBezTo>
                  <a:lnTo>
                    <a:pt x="11" y="119"/>
                  </a:lnTo>
                  <a:cubicBezTo>
                    <a:pt x="17" y="130"/>
                    <a:pt x="26" y="136"/>
                    <a:pt x="36" y="136"/>
                  </a:cubicBezTo>
                  <a:cubicBezTo>
                    <a:pt x="46" y="136"/>
                    <a:pt x="53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6" y="67"/>
                  </a:cubicBezTo>
                  <a:cubicBezTo>
                    <a:pt x="53" y="62"/>
                    <a:pt x="48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3" y="65"/>
                    <a:pt x="18" y="74"/>
                  </a:cubicBezTo>
                  <a:cubicBezTo>
                    <a:pt x="17" y="75"/>
                    <a:pt x="17" y="76"/>
                    <a:pt x="16" y="76"/>
                  </a:cubicBezTo>
                  <a:cubicBezTo>
                    <a:pt x="16" y="76"/>
                    <a:pt x="15" y="76"/>
                    <a:pt x="13" y="76"/>
                  </a:cubicBezTo>
                  <a:cubicBezTo>
                    <a:pt x="11" y="76"/>
                    <a:pt x="9" y="76"/>
                    <a:pt x="9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9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2" y="0"/>
                    <a:pt x="15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2" y="7"/>
                  </a:cubicBezTo>
                  <a:cubicBezTo>
                    <a:pt x="52" y="7"/>
                    <a:pt x="62" y="5"/>
                    <a:pt x="71" y="1"/>
                  </a:cubicBezTo>
                  <a:cubicBezTo>
                    <a:pt x="72" y="0"/>
                    <a:pt x="73" y="0"/>
                    <a:pt x="74" y="0"/>
                  </a:cubicBezTo>
                  <a:cubicBezTo>
                    <a:pt x="75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4" y="20"/>
                    <a:pt x="50" y="27"/>
                    <a:pt x="32" y="27"/>
                  </a:cubicBezTo>
                  <a:cubicBezTo>
                    <a:pt x="28" y="27"/>
                    <a:pt x="24" y="26"/>
                    <a:pt x="21" y="26"/>
                  </a:cubicBezTo>
                  <a:lnTo>
                    <a:pt x="18" y="25"/>
                  </a:lnTo>
                  <a:lnTo>
                    <a:pt x="18" y="62"/>
                  </a:lnTo>
                  <a:cubicBezTo>
                    <a:pt x="21" y="60"/>
                    <a:pt x="23" y="58"/>
                    <a:pt x="25" y="57"/>
                  </a:cubicBezTo>
                  <a:cubicBezTo>
                    <a:pt x="26" y="56"/>
                    <a:pt x="29" y="55"/>
                    <a:pt x="32" y="53"/>
                  </a:cubicBezTo>
                  <a:cubicBezTo>
                    <a:pt x="36" y="52"/>
                    <a:pt x="39" y="52"/>
                    <a:pt x="43" y="52"/>
                  </a:cubicBezTo>
                  <a:cubicBezTo>
                    <a:pt x="54" y="52"/>
                    <a:pt x="64" y="56"/>
                    <a:pt x="72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79" y="122"/>
                    <a:pt x="70" y="131"/>
                  </a:cubicBezTo>
                  <a:cubicBezTo>
                    <a:pt x="61" y="140"/>
                    <a:pt x="50" y="145"/>
                    <a:pt x="37" y="145"/>
                  </a:cubicBezTo>
                  <a:cubicBezTo>
                    <a:pt x="26" y="145"/>
                    <a:pt x="17" y="141"/>
                    <a:pt x="10" y="134"/>
                  </a:cubicBezTo>
                  <a:cubicBezTo>
                    <a:pt x="3" y="126"/>
                    <a:pt x="0" y="117"/>
                    <a:pt x="0" y="108"/>
                  </a:cubicBezTo>
                  <a:cubicBezTo>
                    <a:pt x="0" y="105"/>
                    <a:pt x="0" y="102"/>
                    <a:pt x="2" y="100"/>
                  </a:cubicBezTo>
                  <a:cubicBezTo>
                    <a:pt x="3" y="98"/>
                    <a:pt x="5" y="97"/>
                    <a:pt x="7" y="96"/>
                  </a:cubicBezTo>
                  <a:cubicBezTo>
                    <a:pt x="8" y="96"/>
                    <a:pt x="10" y="95"/>
                    <a:pt x="12" y="95"/>
                  </a:cubicBezTo>
                  <a:cubicBezTo>
                    <a:pt x="15" y="95"/>
                    <a:pt x="18" y="96"/>
                    <a:pt x="20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8" name="Freeform 35"/>
            <p:cNvSpPr>
              <a:spLocks/>
            </p:cNvSpPr>
            <p:nvPr/>
          </p:nvSpPr>
          <p:spPr bwMode="auto">
            <a:xfrm>
              <a:off x="-460" y="2773"/>
              <a:ext cx="13" cy="32"/>
            </a:xfrm>
            <a:custGeom>
              <a:avLst/>
              <a:gdLst>
                <a:gd name="T0" fmla="*/ 0 w 28"/>
                <a:gd name="T1" fmla="*/ 18 h 66"/>
                <a:gd name="T2" fmla="*/ 0 w 28"/>
                <a:gd name="T3" fmla="*/ 13 h 66"/>
                <a:gd name="T4" fmla="*/ 4 w 28"/>
                <a:gd name="T5" fmla="*/ 4 h 66"/>
                <a:gd name="T6" fmla="*/ 13 w 28"/>
                <a:gd name="T7" fmla="*/ 0 h 66"/>
                <a:gd name="T8" fmla="*/ 23 w 28"/>
                <a:gd name="T9" fmla="*/ 5 h 66"/>
                <a:gd name="T10" fmla="*/ 28 w 28"/>
                <a:gd name="T11" fmla="*/ 24 h 66"/>
                <a:gd name="T12" fmla="*/ 26 w 28"/>
                <a:gd name="T13" fmla="*/ 38 h 66"/>
                <a:gd name="T14" fmla="*/ 22 w 28"/>
                <a:gd name="T15" fmla="*/ 50 h 66"/>
                <a:gd name="T16" fmla="*/ 16 w 28"/>
                <a:gd name="T17" fmla="*/ 59 h 66"/>
                <a:gd name="T18" fmla="*/ 11 w 28"/>
                <a:gd name="T19" fmla="*/ 64 h 66"/>
                <a:gd name="T20" fmla="*/ 8 w 28"/>
                <a:gd name="T21" fmla="*/ 66 h 66"/>
                <a:gd name="T22" fmla="*/ 6 w 28"/>
                <a:gd name="T23" fmla="*/ 64 h 66"/>
                <a:gd name="T24" fmla="*/ 4 w 28"/>
                <a:gd name="T25" fmla="*/ 62 h 66"/>
                <a:gd name="T26" fmla="*/ 6 w 28"/>
                <a:gd name="T27" fmla="*/ 58 h 66"/>
                <a:gd name="T28" fmla="*/ 11 w 28"/>
                <a:gd name="T29" fmla="*/ 52 h 66"/>
                <a:gd name="T30" fmla="*/ 17 w 28"/>
                <a:gd name="T31" fmla="*/ 41 h 66"/>
                <a:gd name="T32" fmla="*/ 20 w 28"/>
                <a:gd name="T33" fmla="*/ 26 h 66"/>
                <a:gd name="T34" fmla="*/ 20 w 28"/>
                <a:gd name="T35" fmla="*/ 24 h 66"/>
                <a:gd name="T36" fmla="*/ 20 w 28"/>
                <a:gd name="T37" fmla="*/ 24 h 66"/>
                <a:gd name="T38" fmla="*/ 19 w 28"/>
                <a:gd name="T39" fmla="*/ 24 h 66"/>
                <a:gd name="T40" fmla="*/ 18 w 28"/>
                <a:gd name="T41" fmla="*/ 25 h 66"/>
                <a:gd name="T42" fmla="*/ 16 w 28"/>
                <a:gd name="T43" fmla="*/ 25 h 66"/>
                <a:gd name="T44" fmla="*/ 13 w 28"/>
                <a:gd name="T45" fmla="*/ 25 h 66"/>
                <a:gd name="T46" fmla="*/ 4 w 28"/>
                <a:gd name="T47" fmla="*/ 22 h 66"/>
                <a:gd name="T48" fmla="*/ 0 w 28"/>
                <a:gd name="T49" fmla="*/ 1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66">
                  <a:moveTo>
                    <a:pt x="0" y="18"/>
                  </a:moveTo>
                  <a:lnTo>
                    <a:pt x="0" y="13"/>
                  </a:lnTo>
                  <a:cubicBezTo>
                    <a:pt x="0" y="9"/>
                    <a:pt x="1" y="6"/>
                    <a:pt x="4" y="4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7" y="0"/>
                    <a:pt x="20" y="2"/>
                    <a:pt x="23" y="5"/>
                  </a:cubicBezTo>
                  <a:cubicBezTo>
                    <a:pt x="26" y="9"/>
                    <a:pt x="28" y="15"/>
                    <a:pt x="28" y="24"/>
                  </a:cubicBezTo>
                  <a:cubicBezTo>
                    <a:pt x="28" y="29"/>
                    <a:pt x="27" y="33"/>
                    <a:pt x="26" y="38"/>
                  </a:cubicBezTo>
                  <a:cubicBezTo>
                    <a:pt x="25" y="43"/>
                    <a:pt x="23" y="47"/>
                    <a:pt x="22" y="50"/>
                  </a:cubicBezTo>
                  <a:cubicBezTo>
                    <a:pt x="20" y="53"/>
                    <a:pt x="18" y="56"/>
                    <a:pt x="16" y="59"/>
                  </a:cubicBezTo>
                  <a:cubicBezTo>
                    <a:pt x="14" y="61"/>
                    <a:pt x="13" y="63"/>
                    <a:pt x="11" y="64"/>
                  </a:cubicBezTo>
                  <a:cubicBezTo>
                    <a:pt x="10" y="66"/>
                    <a:pt x="9" y="66"/>
                    <a:pt x="8" y="66"/>
                  </a:cubicBezTo>
                  <a:cubicBezTo>
                    <a:pt x="8" y="66"/>
                    <a:pt x="7" y="66"/>
                    <a:pt x="6" y="64"/>
                  </a:cubicBezTo>
                  <a:cubicBezTo>
                    <a:pt x="4" y="63"/>
                    <a:pt x="4" y="62"/>
                    <a:pt x="4" y="62"/>
                  </a:cubicBezTo>
                  <a:cubicBezTo>
                    <a:pt x="4" y="61"/>
                    <a:pt x="5" y="60"/>
                    <a:pt x="6" y="58"/>
                  </a:cubicBezTo>
                  <a:cubicBezTo>
                    <a:pt x="8" y="57"/>
                    <a:pt x="9" y="55"/>
                    <a:pt x="11" y="52"/>
                  </a:cubicBezTo>
                  <a:cubicBezTo>
                    <a:pt x="13" y="49"/>
                    <a:pt x="15" y="46"/>
                    <a:pt x="17" y="41"/>
                  </a:cubicBezTo>
                  <a:cubicBezTo>
                    <a:pt x="19" y="37"/>
                    <a:pt x="20" y="32"/>
                    <a:pt x="20" y="26"/>
                  </a:cubicBezTo>
                  <a:lnTo>
                    <a:pt x="20" y="24"/>
                  </a:lnTo>
                  <a:lnTo>
                    <a:pt x="20" y="24"/>
                  </a:lnTo>
                  <a:cubicBezTo>
                    <a:pt x="20" y="24"/>
                    <a:pt x="19" y="24"/>
                    <a:pt x="19" y="24"/>
                  </a:cubicBezTo>
                  <a:cubicBezTo>
                    <a:pt x="19" y="24"/>
                    <a:pt x="18" y="24"/>
                    <a:pt x="18" y="25"/>
                  </a:cubicBezTo>
                  <a:cubicBezTo>
                    <a:pt x="17" y="25"/>
                    <a:pt x="17" y="25"/>
                    <a:pt x="16" y="25"/>
                  </a:cubicBezTo>
                  <a:cubicBezTo>
                    <a:pt x="15" y="25"/>
                    <a:pt x="14" y="25"/>
                    <a:pt x="13" y="25"/>
                  </a:cubicBezTo>
                  <a:cubicBezTo>
                    <a:pt x="9" y="25"/>
                    <a:pt x="6" y="24"/>
                    <a:pt x="4" y="22"/>
                  </a:cubicBezTo>
                  <a:lnTo>
                    <a:pt x="0" y="1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9" name="Rectangle 36"/>
            <p:cNvSpPr>
              <a:spLocks noChangeArrowheads="1"/>
            </p:cNvSpPr>
            <p:nvPr/>
          </p:nvSpPr>
          <p:spPr bwMode="auto">
            <a:xfrm>
              <a:off x="-411" y="2756"/>
              <a:ext cx="260" cy="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0" name="Freeform 37"/>
            <p:cNvSpPr>
              <a:spLocks noEditPoints="1"/>
            </p:cNvSpPr>
            <p:nvPr/>
          </p:nvSpPr>
          <p:spPr bwMode="auto">
            <a:xfrm>
              <a:off x="-350" y="2648"/>
              <a:ext cx="41" cy="70"/>
            </a:xfrm>
            <a:custGeom>
              <a:avLst/>
              <a:gdLst>
                <a:gd name="T0" fmla="*/ 65 w 87"/>
                <a:gd name="T1" fmla="*/ 80 h 145"/>
                <a:gd name="T2" fmla="*/ 40 w 87"/>
                <a:gd name="T3" fmla="*/ 96 h 145"/>
                <a:gd name="T4" fmla="*/ 13 w 87"/>
                <a:gd name="T5" fmla="*/ 84 h 145"/>
                <a:gd name="T6" fmla="*/ 0 w 87"/>
                <a:gd name="T7" fmla="*/ 57 h 145"/>
                <a:gd name="T8" fmla="*/ 0 w 87"/>
                <a:gd name="T9" fmla="*/ 49 h 145"/>
                <a:gd name="T10" fmla="*/ 0 w 87"/>
                <a:gd name="T11" fmla="*/ 47 h 145"/>
                <a:gd name="T12" fmla="*/ 14 w 87"/>
                <a:gd name="T13" fmla="*/ 13 h 145"/>
                <a:gd name="T14" fmla="*/ 42 w 87"/>
                <a:gd name="T15" fmla="*/ 0 h 145"/>
                <a:gd name="T16" fmla="*/ 43 w 87"/>
                <a:gd name="T17" fmla="*/ 0 h 145"/>
                <a:gd name="T18" fmla="*/ 45 w 87"/>
                <a:gd name="T19" fmla="*/ 1 h 145"/>
                <a:gd name="T20" fmla="*/ 46 w 87"/>
                <a:gd name="T21" fmla="*/ 1 h 145"/>
                <a:gd name="T22" fmla="*/ 51 w 87"/>
                <a:gd name="T23" fmla="*/ 1 h 145"/>
                <a:gd name="T24" fmla="*/ 59 w 87"/>
                <a:gd name="T25" fmla="*/ 3 h 145"/>
                <a:gd name="T26" fmla="*/ 69 w 87"/>
                <a:gd name="T27" fmla="*/ 10 h 145"/>
                <a:gd name="T28" fmla="*/ 78 w 87"/>
                <a:gd name="T29" fmla="*/ 23 h 145"/>
                <a:gd name="T30" fmla="*/ 87 w 87"/>
                <a:gd name="T31" fmla="*/ 70 h 145"/>
                <a:gd name="T32" fmla="*/ 74 w 87"/>
                <a:gd name="T33" fmla="*/ 120 h 145"/>
                <a:gd name="T34" fmla="*/ 57 w 87"/>
                <a:gd name="T35" fmla="*/ 139 h 145"/>
                <a:gd name="T36" fmla="*/ 35 w 87"/>
                <a:gd name="T37" fmla="*/ 145 h 145"/>
                <a:gd name="T38" fmla="*/ 14 w 87"/>
                <a:gd name="T39" fmla="*/ 139 h 145"/>
                <a:gd name="T40" fmla="*/ 5 w 87"/>
                <a:gd name="T41" fmla="*/ 121 h 145"/>
                <a:gd name="T42" fmla="*/ 16 w 87"/>
                <a:gd name="T43" fmla="*/ 109 h 145"/>
                <a:gd name="T44" fmla="*/ 24 w 87"/>
                <a:gd name="T45" fmla="*/ 112 h 145"/>
                <a:gd name="T46" fmla="*/ 27 w 87"/>
                <a:gd name="T47" fmla="*/ 121 h 145"/>
                <a:gd name="T48" fmla="*/ 25 w 87"/>
                <a:gd name="T49" fmla="*/ 127 h 145"/>
                <a:gd name="T50" fmla="*/ 22 w 87"/>
                <a:gd name="T51" fmla="*/ 130 h 145"/>
                <a:gd name="T52" fmla="*/ 19 w 87"/>
                <a:gd name="T53" fmla="*/ 132 h 145"/>
                <a:gd name="T54" fmla="*/ 18 w 87"/>
                <a:gd name="T55" fmla="*/ 132 h 145"/>
                <a:gd name="T56" fmla="*/ 20 w 87"/>
                <a:gd name="T57" fmla="*/ 133 h 145"/>
                <a:gd name="T58" fmla="*/ 25 w 87"/>
                <a:gd name="T59" fmla="*/ 135 h 145"/>
                <a:gd name="T60" fmla="*/ 34 w 87"/>
                <a:gd name="T61" fmla="*/ 136 h 145"/>
                <a:gd name="T62" fmla="*/ 35 w 87"/>
                <a:gd name="T63" fmla="*/ 136 h 145"/>
                <a:gd name="T64" fmla="*/ 57 w 87"/>
                <a:gd name="T65" fmla="*/ 123 h 145"/>
                <a:gd name="T66" fmla="*/ 65 w 87"/>
                <a:gd name="T67" fmla="*/ 82 h 145"/>
                <a:gd name="T68" fmla="*/ 65 w 87"/>
                <a:gd name="T69" fmla="*/ 80 h 145"/>
                <a:gd name="T70" fmla="*/ 42 w 87"/>
                <a:gd name="T71" fmla="*/ 88 h 145"/>
                <a:gd name="T72" fmla="*/ 58 w 87"/>
                <a:gd name="T73" fmla="*/ 78 h 145"/>
                <a:gd name="T74" fmla="*/ 65 w 87"/>
                <a:gd name="T75" fmla="*/ 50 h 145"/>
                <a:gd name="T76" fmla="*/ 63 w 87"/>
                <a:gd name="T77" fmla="*/ 26 h 145"/>
                <a:gd name="T78" fmla="*/ 62 w 87"/>
                <a:gd name="T79" fmla="*/ 22 h 145"/>
                <a:gd name="T80" fmla="*/ 59 w 87"/>
                <a:gd name="T81" fmla="*/ 17 h 145"/>
                <a:gd name="T82" fmla="*/ 53 w 87"/>
                <a:gd name="T83" fmla="*/ 11 h 145"/>
                <a:gd name="T84" fmla="*/ 43 w 87"/>
                <a:gd name="T85" fmla="*/ 9 h 145"/>
                <a:gd name="T86" fmla="*/ 29 w 87"/>
                <a:gd name="T87" fmla="*/ 15 h 145"/>
                <a:gd name="T88" fmla="*/ 23 w 87"/>
                <a:gd name="T89" fmla="*/ 26 h 145"/>
                <a:gd name="T90" fmla="*/ 22 w 87"/>
                <a:gd name="T91" fmla="*/ 48 h 145"/>
                <a:gd name="T92" fmla="*/ 23 w 87"/>
                <a:gd name="T93" fmla="*/ 71 h 145"/>
                <a:gd name="T94" fmla="*/ 27 w 87"/>
                <a:gd name="T95" fmla="*/ 81 h 145"/>
                <a:gd name="T96" fmla="*/ 42 w 87"/>
                <a:gd name="T97" fmla="*/ 88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7" h="145">
                  <a:moveTo>
                    <a:pt x="65" y="80"/>
                  </a:moveTo>
                  <a:cubicBezTo>
                    <a:pt x="58" y="91"/>
                    <a:pt x="50" y="96"/>
                    <a:pt x="40" y="96"/>
                  </a:cubicBezTo>
                  <a:cubicBezTo>
                    <a:pt x="29" y="96"/>
                    <a:pt x="20" y="92"/>
                    <a:pt x="13" y="84"/>
                  </a:cubicBezTo>
                  <a:cubicBezTo>
                    <a:pt x="6" y="76"/>
                    <a:pt x="1" y="67"/>
                    <a:pt x="0" y="57"/>
                  </a:cubicBezTo>
                  <a:cubicBezTo>
                    <a:pt x="0" y="55"/>
                    <a:pt x="0" y="52"/>
                    <a:pt x="0" y="49"/>
                  </a:cubicBezTo>
                  <a:lnTo>
                    <a:pt x="0" y="47"/>
                  </a:lnTo>
                  <a:cubicBezTo>
                    <a:pt x="0" y="34"/>
                    <a:pt x="4" y="23"/>
                    <a:pt x="14" y="13"/>
                  </a:cubicBezTo>
                  <a:cubicBezTo>
                    <a:pt x="23" y="5"/>
                    <a:pt x="32" y="0"/>
                    <a:pt x="42" y="0"/>
                  </a:cubicBezTo>
                  <a:lnTo>
                    <a:pt x="43" y="0"/>
                  </a:lnTo>
                  <a:cubicBezTo>
                    <a:pt x="44" y="0"/>
                    <a:pt x="44" y="0"/>
                    <a:pt x="45" y="1"/>
                  </a:cubicBezTo>
                  <a:lnTo>
                    <a:pt x="46" y="1"/>
                  </a:lnTo>
                  <a:cubicBezTo>
                    <a:pt x="48" y="1"/>
                    <a:pt x="49" y="1"/>
                    <a:pt x="51" y="1"/>
                  </a:cubicBezTo>
                  <a:cubicBezTo>
                    <a:pt x="53" y="1"/>
                    <a:pt x="56" y="2"/>
                    <a:pt x="59" y="3"/>
                  </a:cubicBezTo>
                  <a:cubicBezTo>
                    <a:pt x="62" y="5"/>
                    <a:pt x="66" y="7"/>
                    <a:pt x="69" y="10"/>
                  </a:cubicBezTo>
                  <a:cubicBezTo>
                    <a:pt x="72" y="13"/>
                    <a:pt x="75" y="17"/>
                    <a:pt x="78" y="23"/>
                  </a:cubicBezTo>
                  <a:cubicBezTo>
                    <a:pt x="84" y="35"/>
                    <a:pt x="87" y="51"/>
                    <a:pt x="87" y="70"/>
                  </a:cubicBezTo>
                  <a:cubicBezTo>
                    <a:pt x="87" y="90"/>
                    <a:pt x="83" y="107"/>
                    <a:pt x="74" y="120"/>
                  </a:cubicBezTo>
                  <a:cubicBezTo>
                    <a:pt x="69" y="128"/>
                    <a:pt x="63" y="134"/>
                    <a:pt x="57" y="139"/>
                  </a:cubicBezTo>
                  <a:cubicBezTo>
                    <a:pt x="50" y="143"/>
                    <a:pt x="42" y="145"/>
                    <a:pt x="35" y="145"/>
                  </a:cubicBezTo>
                  <a:cubicBezTo>
                    <a:pt x="26" y="145"/>
                    <a:pt x="19" y="143"/>
                    <a:pt x="14" y="139"/>
                  </a:cubicBezTo>
                  <a:cubicBezTo>
                    <a:pt x="8" y="135"/>
                    <a:pt x="5" y="129"/>
                    <a:pt x="5" y="121"/>
                  </a:cubicBezTo>
                  <a:cubicBezTo>
                    <a:pt x="5" y="113"/>
                    <a:pt x="9" y="109"/>
                    <a:pt x="16" y="109"/>
                  </a:cubicBezTo>
                  <a:cubicBezTo>
                    <a:pt x="19" y="109"/>
                    <a:pt x="22" y="110"/>
                    <a:pt x="24" y="112"/>
                  </a:cubicBezTo>
                  <a:cubicBezTo>
                    <a:pt x="26" y="114"/>
                    <a:pt x="27" y="117"/>
                    <a:pt x="27" y="121"/>
                  </a:cubicBezTo>
                  <a:cubicBezTo>
                    <a:pt x="27" y="123"/>
                    <a:pt x="27" y="125"/>
                    <a:pt x="25" y="127"/>
                  </a:cubicBezTo>
                  <a:cubicBezTo>
                    <a:pt x="24" y="129"/>
                    <a:pt x="23" y="130"/>
                    <a:pt x="22" y="130"/>
                  </a:cubicBezTo>
                  <a:cubicBezTo>
                    <a:pt x="21" y="131"/>
                    <a:pt x="20" y="131"/>
                    <a:pt x="19" y="132"/>
                  </a:cubicBezTo>
                  <a:lnTo>
                    <a:pt x="18" y="132"/>
                  </a:lnTo>
                  <a:cubicBezTo>
                    <a:pt x="18" y="132"/>
                    <a:pt x="19" y="132"/>
                    <a:pt x="20" y="133"/>
                  </a:cubicBezTo>
                  <a:cubicBezTo>
                    <a:pt x="21" y="134"/>
                    <a:pt x="23" y="134"/>
                    <a:pt x="25" y="135"/>
                  </a:cubicBezTo>
                  <a:cubicBezTo>
                    <a:pt x="28" y="136"/>
                    <a:pt x="31" y="136"/>
                    <a:pt x="34" y="136"/>
                  </a:cubicBezTo>
                  <a:lnTo>
                    <a:pt x="35" y="136"/>
                  </a:lnTo>
                  <a:cubicBezTo>
                    <a:pt x="44" y="136"/>
                    <a:pt x="51" y="132"/>
                    <a:pt x="57" y="123"/>
                  </a:cubicBezTo>
                  <a:cubicBezTo>
                    <a:pt x="62" y="115"/>
                    <a:pt x="65" y="101"/>
                    <a:pt x="65" y="82"/>
                  </a:cubicBezTo>
                  <a:lnTo>
                    <a:pt x="65" y="80"/>
                  </a:lnTo>
                  <a:close/>
                  <a:moveTo>
                    <a:pt x="42" y="88"/>
                  </a:moveTo>
                  <a:cubicBezTo>
                    <a:pt x="49" y="88"/>
                    <a:pt x="54" y="85"/>
                    <a:pt x="58" y="78"/>
                  </a:cubicBezTo>
                  <a:cubicBezTo>
                    <a:pt x="63" y="71"/>
                    <a:pt x="65" y="62"/>
                    <a:pt x="65" y="50"/>
                  </a:cubicBezTo>
                  <a:cubicBezTo>
                    <a:pt x="65" y="39"/>
                    <a:pt x="64" y="31"/>
                    <a:pt x="63" y="26"/>
                  </a:cubicBezTo>
                  <a:cubicBezTo>
                    <a:pt x="63" y="25"/>
                    <a:pt x="62" y="24"/>
                    <a:pt x="62" y="22"/>
                  </a:cubicBezTo>
                  <a:cubicBezTo>
                    <a:pt x="61" y="21"/>
                    <a:pt x="60" y="19"/>
                    <a:pt x="59" y="17"/>
                  </a:cubicBezTo>
                  <a:cubicBezTo>
                    <a:pt x="57" y="15"/>
                    <a:pt x="55" y="13"/>
                    <a:pt x="53" y="11"/>
                  </a:cubicBezTo>
                  <a:cubicBezTo>
                    <a:pt x="50" y="10"/>
                    <a:pt x="46" y="9"/>
                    <a:pt x="43" y="9"/>
                  </a:cubicBezTo>
                  <a:cubicBezTo>
                    <a:pt x="37" y="9"/>
                    <a:pt x="33" y="11"/>
                    <a:pt x="29" y="15"/>
                  </a:cubicBezTo>
                  <a:cubicBezTo>
                    <a:pt x="26" y="18"/>
                    <a:pt x="24" y="21"/>
                    <a:pt x="23" y="26"/>
                  </a:cubicBezTo>
                  <a:cubicBezTo>
                    <a:pt x="22" y="30"/>
                    <a:pt x="22" y="37"/>
                    <a:pt x="22" y="48"/>
                  </a:cubicBezTo>
                  <a:cubicBezTo>
                    <a:pt x="22" y="59"/>
                    <a:pt x="22" y="67"/>
                    <a:pt x="23" y="71"/>
                  </a:cubicBezTo>
                  <a:cubicBezTo>
                    <a:pt x="24" y="75"/>
                    <a:pt x="25" y="79"/>
                    <a:pt x="27" y="81"/>
                  </a:cubicBezTo>
                  <a:cubicBezTo>
                    <a:pt x="31" y="86"/>
                    <a:pt x="36" y="88"/>
                    <a:pt x="42" y="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1" name="Freeform 38"/>
            <p:cNvSpPr>
              <a:spLocks noEditPoints="1"/>
            </p:cNvSpPr>
            <p:nvPr/>
          </p:nvSpPr>
          <p:spPr bwMode="auto">
            <a:xfrm>
              <a:off x="-300" y="2648"/>
              <a:ext cx="42" cy="70"/>
            </a:xfrm>
            <a:custGeom>
              <a:avLst/>
              <a:gdLst>
                <a:gd name="T0" fmla="*/ 12 w 89"/>
                <a:gd name="T1" fmla="*/ 17 h 145"/>
                <a:gd name="T2" fmla="*/ 45 w 89"/>
                <a:gd name="T3" fmla="*/ 0 h 145"/>
                <a:gd name="T4" fmla="*/ 65 w 89"/>
                <a:gd name="T5" fmla="*/ 6 h 145"/>
                <a:gd name="T6" fmla="*/ 81 w 89"/>
                <a:gd name="T7" fmla="*/ 25 h 145"/>
                <a:gd name="T8" fmla="*/ 89 w 89"/>
                <a:gd name="T9" fmla="*/ 73 h 145"/>
                <a:gd name="T10" fmla="*/ 80 w 89"/>
                <a:gd name="T11" fmla="*/ 123 h 145"/>
                <a:gd name="T12" fmla="*/ 69 w 89"/>
                <a:gd name="T13" fmla="*/ 137 h 145"/>
                <a:gd name="T14" fmla="*/ 56 w 89"/>
                <a:gd name="T15" fmla="*/ 144 h 145"/>
                <a:gd name="T16" fmla="*/ 45 w 89"/>
                <a:gd name="T17" fmla="*/ 145 h 145"/>
                <a:gd name="T18" fmla="*/ 34 w 89"/>
                <a:gd name="T19" fmla="*/ 144 h 145"/>
                <a:gd name="T20" fmla="*/ 21 w 89"/>
                <a:gd name="T21" fmla="*/ 137 h 145"/>
                <a:gd name="T22" fmla="*/ 10 w 89"/>
                <a:gd name="T23" fmla="*/ 123 h 145"/>
                <a:gd name="T24" fmla="*/ 0 w 89"/>
                <a:gd name="T25" fmla="*/ 73 h 145"/>
                <a:gd name="T26" fmla="*/ 12 w 89"/>
                <a:gd name="T27" fmla="*/ 17 h 145"/>
                <a:gd name="T28" fmla="*/ 60 w 89"/>
                <a:gd name="T29" fmla="*/ 15 h 145"/>
                <a:gd name="T30" fmla="*/ 45 w 89"/>
                <a:gd name="T31" fmla="*/ 8 h 145"/>
                <a:gd name="T32" fmla="*/ 30 w 89"/>
                <a:gd name="T33" fmla="*/ 15 h 145"/>
                <a:gd name="T34" fmla="*/ 23 w 89"/>
                <a:gd name="T35" fmla="*/ 30 h 145"/>
                <a:gd name="T36" fmla="*/ 21 w 89"/>
                <a:gd name="T37" fmla="*/ 71 h 145"/>
                <a:gd name="T38" fmla="*/ 23 w 89"/>
                <a:gd name="T39" fmla="*/ 114 h 145"/>
                <a:gd name="T40" fmla="*/ 30 w 89"/>
                <a:gd name="T41" fmla="*/ 131 h 145"/>
                <a:gd name="T42" fmla="*/ 45 w 89"/>
                <a:gd name="T43" fmla="*/ 137 h 145"/>
                <a:gd name="T44" fmla="*/ 59 w 89"/>
                <a:gd name="T45" fmla="*/ 131 h 145"/>
                <a:gd name="T46" fmla="*/ 67 w 89"/>
                <a:gd name="T47" fmla="*/ 113 h 145"/>
                <a:gd name="T48" fmla="*/ 69 w 89"/>
                <a:gd name="T49" fmla="*/ 71 h 145"/>
                <a:gd name="T50" fmla="*/ 67 w 89"/>
                <a:gd name="T51" fmla="*/ 30 h 145"/>
                <a:gd name="T52" fmla="*/ 60 w 89"/>
                <a:gd name="T53" fmla="*/ 1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9" h="145">
                  <a:moveTo>
                    <a:pt x="12" y="17"/>
                  </a:moveTo>
                  <a:cubicBezTo>
                    <a:pt x="20" y="6"/>
                    <a:pt x="31" y="0"/>
                    <a:pt x="45" y="0"/>
                  </a:cubicBezTo>
                  <a:cubicBezTo>
                    <a:pt x="52" y="0"/>
                    <a:pt x="58" y="2"/>
                    <a:pt x="65" y="6"/>
                  </a:cubicBezTo>
                  <a:cubicBezTo>
                    <a:pt x="72" y="9"/>
                    <a:pt x="77" y="16"/>
                    <a:pt x="81" y="25"/>
                  </a:cubicBezTo>
                  <a:cubicBezTo>
                    <a:pt x="87" y="37"/>
                    <a:pt x="89" y="53"/>
                    <a:pt x="89" y="73"/>
                  </a:cubicBezTo>
                  <a:cubicBezTo>
                    <a:pt x="89" y="95"/>
                    <a:pt x="86" y="112"/>
                    <a:pt x="80" y="123"/>
                  </a:cubicBezTo>
                  <a:cubicBezTo>
                    <a:pt x="77" y="129"/>
                    <a:pt x="74" y="134"/>
                    <a:pt x="69" y="137"/>
                  </a:cubicBezTo>
                  <a:cubicBezTo>
                    <a:pt x="64" y="141"/>
                    <a:pt x="59" y="143"/>
                    <a:pt x="56" y="144"/>
                  </a:cubicBezTo>
                  <a:cubicBezTo>
                    <a:pt x="52" y="145"/>
                    <a:pt x="48" y="145"/>
                    <a:pt x="45" y="145"/>
                  </a:cubicBezTo>
                  <a:cubicBezTo>
                    <a:pt x="41" y="145"/>
                    <a:pt x="38" y="145"/>
                    <a:pt x="34" y="144"/>
                  </a:cubicBezTo>
                  <a:cubicBezTo>
                    <a:pt x="30" y="143"/>
                    <a:pt x="26" y="141"/>
                    <a:pt x="21" y="137"/>
                  </a:cubicBezTo>
                  <a:cubicBezTo>
                    <a:pt x="16" y="134"/>
                    <a:pt x="12" y="129"/>
                    <a:pt x="10" y="123"/>
                  </a:cubicBezTo>
                  <a:cubicBezTo>
                    <a:pt x="3" y="112"/>
                    <a:pt x="0" y="95"/>
                    <a:pt x="0" y="73"/>
                  </a:cubicBezTo>
                  <a:cubicBezTo>
                    <a:pt x="0" y="49"/>
                    <a:pt x="4" y="30"/>
                    <a:pt x="12" y="17"/>
                  </a:cubicBezTo>
                  <a:close/>
                  <a:moveTo>
                    <a:pt x="60" y="15"/>
                  </a:moveTo>
                  <a:cubicBezTo>
                    <a:pt x="56" y="10"/>
                    <a:pt x="51" y="8"/>
                    <a:pt x="45" y="8"/>
                  </a:cubicBezTo>
                  <a:cubicBezTo>
                    <a:pt x="39" y="8"/>
                    <a:pt x="34" y="10"/>
                    <a:pt x="30" y="15"/>
                  </a:cubicBezTo>
                  <a:cubicBezTo>
                    <a:pt x="26" y="19"/>
                    <a:pt x="24" y="24"/>
                    <a:pt x="23" y="30"/>
                  </a:cubicBezTo>
                  <a:cubicBezTo>
                    <a:pt x="22" y="37"/>
                    <a:pt x="21" y="50"/>
                    <a:pt x="21" y="71"/>
                  </a:cubicBezTo>
                  <a:cubicBezTo>
                    <a:pt x="21" y="93"/>
                    <a:pt x="22" y="107"/>
                    <a:pt x="23" y="114"/>
                  </a:cubicBezTo>
                  <a:cubicBezTo>
                    <a:pt x="24" y="121"/>
                    <a:pt x="26" y="127"/>
                    <a:pt x="30" y="131"/>
                  </a:cubicBezTo>
                  <a:cubicBezTo>
                    <a:pt x="34" y="135"/>
                    <a:pt x="39" y="137"/>
                    <a:pt x="45" y="137"/>
                  </a:cubicBezTo>
                  <a:cubicBezTo>
                    <a:pt x="51" y="137"/>
                    <a:pt x="55" y="135"/>
                    <a:pt x="59" y="131"/>
                  </a:cubicBezTo>
                  <a:cubicBezTo>
                    <a:pt x="63" y="127"/>
                    <a:pt x="66" y="121"/>
                    <a:pt x="67" y="113"/>
                  </a:cubicBezTo>
                  <a:cubicBezTo>
                    <a:pt x="68" y="106"/>
                    <a:pt x="68" y="92"/>
                    <a:pt x="69" y="71"/>
                  </a:cubicBezTo>
                  <a:cubicBezTo>
                    <a:pt x="69" y="50"/>
                    <a:pt x="68" y="37"/>
                    <a:pt x="67" y="30"/>
                  </a:cubicBezTo>
                  <a:cubicBezTo>
                    <a:pt x="66" y="24"/>
                    <a:pt x="63" y="19"/>
                    <a:pt x="60" y="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2" name="Freeform 39"/>
            <p:cNvSpPr>
              <a:spLocks/>
            </p:cNvSpPr>
            <p:nvPr/>
          </p:nvSpPr>
          <p:spPr bwMode="auto">
            <a:xfrm>
              <a:off x="-250" y="2628"/>
              <a:ext cx="29" cy="48"/>
            </a:xfrm>
            <a:custGeom>
              <a:avLst/>
              <a:gdLst>
                <a:gd name="T0" fmla="*/ 9 w 60"/>
                <a:gd name="T1" fmla="*/ 36 h 100"/>
                <a:gd name="T2" fmla="*/ 3 w 60"/>
                <a:gd name="T3" fmla="*/ 33 h 100"/>
                <a:gd name="T4" fmla="*/ 0 w 60"/>
                <a:gd name="T5" fmla="*/ 26 h 100"/>
                <a:gd name="T6" fmla="*/ 8 w 60"/>
                <a:gd name="T7" fmla="*/ 8 h 100"/>
                <a:gd name="T8" fmla="*/ 28 w 60"/>
                <a:gd name="T9" fmla="*/ 0 h 100"/>
                <a:gd name="T10" fmla="*/ 51 w 60"/>
                <a:gd name="T11" fmla="*/ 9 h 100"/>
                <a:gd name="T12" fmla="*/ 60 w 60"/>
                <a:gd name="T13" fmla="*/ 30 h 100"/>
                <a:gd name="T14" fmla="*/ 57 w 60"/>
                <a:gd name="T15" fmla="*/ 43 h 100"/>
                <a:gd name="T16" fmla="*/ 50 w 60"/>
                <a:gd name="T17" fmla="*/ 53 h 100"/>
                <a:gd name="T18" fmla="*/ 38 w 60"/>
                <a:gd name="T19" fmla="*/ 64 h 100"/>
                <a:gd name="T20" fmla="*/ 23 w 60"/>
                <a:gd name="T21" fmla="*/ 78 h 100"/>
                <a:gd name="T22" fmla="*/ 14 w 60"/>
                <a:gd name="T23" fmla="*/ 86 h 100"/>
                <a:gd name="T24" fmla="*/ 25 w 60"/>
                <a:gd name="T25" fmla="*/ 86 h 100"/>
                <a:gd name="T26" fmla="*/ 50 w 60"/>
                <a:gd name="T27" fmla="*/ 85 h 100"/>
                <a:gd name="T28" fmla="*/ 54 w 60"/>
                <a:gd name="T29" fmla="*/ 72 h 100"/>
                <a:gd name="T30" fmla="*/ 54 w 60"/>
                <a:gd name="T31" fmla="*/ 72 h 100"/>
                <a:gd name="T32" fmla="*/ 60 w 60"/>
                <a:gd name="T33" fmla="*/ 72 h 100"/>
                <a:gd name="T34" fmla="*/ 60 w 60"/>
                <a:gd name="T35" fmla="*/ 72 h 100"/>
                <a:gd name="T36" fmla="*/ 58 w 60"/>
                <a:gd name="T37" fmla="*/ 86 h 100"/>
                <a:gd name="T38" fmla="*/ 56 w 60"/>
                <a:gd name="T39" fmla="*/ 99 h 100"/>
                <a:gd name="T40" fmla="*/ 56 w 60"/>
                <a:gd name="T41" fmla="*/ 100 h 100"/>
                <a:gd name="T42" fmla="*/ 0 w 60"/>
                <a:gd name="T43" fmla="*/ 100 h 100"/>
                <a:gd name="T44" fmla="*/ 0 w 60"/>
                <a:gd name="T45" fmla="*/ 97 h 100"/>
                <a:gd name="T46" fmla="*/ 0 w 60"/>
                <a:gd name="T47" fmla="*/ 95 h 100"/>
                <a:gd name="T48" fmla="*/ 1 w 60"/>
                <a:gd name="T49" fmla="*/ 93 h 100"/>
                <a:gd name="T50" fmla="*/ 6 w 60"/>
                <a:gd name="T51" fmla="*/ 88 h 100"/>
                <a:gd name="T52" fmla="*/ 13 w 60"/>
                <a:gd name="T53" fmla="*/ 79 h 100"/>
                <a:gd name="T54" fmla="*/ 18 w 60"/>
                <a:gd name="T55" fmla="*/ 74 h 100"/>
                <a:gd name="T56" fmla="*/ 23 w 60"/>
                <a:gd name="T57" fmla="*/ 68 h 100"/>
                <a:gd name="T58" fmla="*/ 28 w 60"/>
                <a:gd name="T59" fmla="*/ 63 h 100"/>
                <a:gd name="T60" fmla="*/ 32 w 60"/>
                <a:gd name="T61" fmla="*/ 58 h 100"/>
                <a:gd name="T62" fmla="*/ 35 w 60"/>
                <a:gd name="T63" fmla="*/ 54 h 100"/>
                <a:gd name="T64" fmla="*/ 38 w 60"/>
                <a:gd name="T65" fmla="*/ 49 h 100"/>
                <a:gd name="T66" fmla="*/ 41 w 60"/>
                <a:gd name="T67" fmla="*/ 45 h 100"/>
                <a:gd name="T68" fmla="*/ 42 w 60"/>
                <a:gd name="T69" fmla="*/ 40 h 100"/>
                <a:gd name="T70" fmla="*/ 44 w 60"/>
                <a:gd name="T71" fmla="*/ 35 h 100"/>
                <a:gd name="T72" fmla="*/ 44 w 60"/>
                <a:gd name="T73" fmla="*/ 31 h 100"/>
                <a:gd name="T74" fmla="*/ 39 w 60"/>
                <a:gd name="T75" fmla="*/ 14 h 100"/>
                <a:gd name="T76" fmla="*/ 24 w 60"/>
                <a:gd name="T77" fmla="*/ 7 h 100"/>
                <a:gd name="T78" fmla="*/ 16 w 60"/>
                <a:gd name="T79" fmla="*/ 10 h 100"/>
                <a:gd name="T80" fmla="*/ 11 w 60"/>
                <a:gd name="T81" fmla="*/ 15 h 100"/>
                <a:gd name="T82" fmla="*/ 9 w 60"/>
                <a:gd name="T83" fmla="*/ 18 h 100"/>
                <a:gd name="T84" fmla="*/ 10 w 60"/>
                <a:gd name="T85" fmla="*/ 18 h 100"/>
                <a:gd name="T86" fmla="*/ 15 w 60"/>
                <a:gd name="T87" fmla="*/ 20 h 100"/>
                <a:gd name="T88" fmla="*/ 18 w 60"/>
                <a:gd name="T89" fmla="*/ 27 h 100"/>
                <a:gd name="T90" fmla="*/ 16 w 60"/>
                <a:gd name="T91" fmla="*/ 33 h 100"/>
                <a:gd name="T92" fmla="*/ 9 w 60"/>
                <a:gd name="T93" fmla="*/ 3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0" h="100">
                  <a:moveTo>
                    <a:pt x="9" y="36"/>
                  </a:moveTo>
                  <a:cubicBezTo>
                    <a:pt x="6" y="36"/>
                    <a:pt x="4" y="35"/>
                    <a:pt x="3" y="33"/>
                  </a:cubicBezTo>
                  <a:cubicBezTo>
                    <a:pt x="1" y="31"/>
                    <a:pt x="0" y="29"/>
                    <a:pt x="0" y="26"/>
                  </a:cubicBezTo>
                  <a:cubicBezTo>
                    <a:pt x="0" y="19"/>
                    <a:pt x="3" y="13"/>
                    <a:pt x="8" y="8"/>
                  </a:cubicBezTo>
                  <a:cubicBezTo>
                    <a:pt x="13" y="3"/>
                    <a:pt x="20" y="0"/>
                    <a:pt x="28" y="0"/>
                  </a:cubicBezTo>
                  <a:cubicBezTo>
                    <a:pt x="37" y="0"/>
                    <a:pt x="44" y="3"/>
                    <a:pt x="51" y="9"/>
                  </a:cubicBezTo>
                  <a:cubicBezTo>
                    <a:pt x="57" y="14"/>
                    <a:pt x="60" y="22"/>
                    <a:pt x="60" y="30"/>
                  </a:cubicBezTo>
                  <a:cubicBezTo>
                    <a:pt x="60" y="35"/>
                    <a:pt x="59" y="39"/>
                    <a:pt x="57" y="43"/>
                  </a:cubicBezTo>
                  <a:cubicBezTo>
                    <a:pt x="55" y="46"/>
                    <a:pt x="52" y="50"/>
                    <a:pt x="50" y="53"/>
                  </a:cubicBezTo>
                  <a:cubicBezTo>
                    <a:pt x="47" y="56"/>
                    <a:pt x="43" y="59"/>
                    <a:pt x="38" y="64"/>
                  </a:cubicBezTo>
                  <a:cubicBezTo>
                    <a:pt x="34" y="67"/>
                    <a:pt x="29" y="71"/>
                    <a:pt x="23" y="78"/>
                  </a:cubicBezTo>
                  <a:lnTo>
                    <a:pt x="14" y="86"/>
                  </a:lnTo>
                  <a:lnTo>
                    <a:pt x="25" y="86"/>
                  </a:lnTo>
                  <a:cubicBezTo>
                    <a:pt x="41" y="86"/>
                    <a:pt x="49" y="86"/>
                    <a:pt x="50" y="85"/>
                  </a:cubicBezTo>
                  <a:cubicBezTo>
                    <a:pt x="51" y="85"/>
                    <a:pt x="52" y="81"/>
                    <a:pt x="54" y="72"/>
                  </a:cubicBezTo>
                  <a:lnTo>
                    <a:pt x="54" y="72"/>
                  </a:lnTo>
                  <a:lnTo>
                    <a:pt x="60" y="72"/>
                  </a:lnTo>
                  <a:lnTo>
                    <a:pt x="60" y="72"/>
                  </a:lnTo>
                  <a:cubicBezTo>
                    <a:pt x="60" y="72"/>
                    <a:pt x="59" y="77"/>
                    <a:pt x="58" y="86"/>
                  </a:cubicBezTo>
                  <a:cubicBezTo>
                    <a:pt x="57" y="94"/>
                    <a:pt x="56" y="99"/>
                    <a:pt x="56" y="99"/>
                  </a:cubicBezTo>
                  <a:lnTo>
                    <a:pt x="56" y="100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5"/>
                  </a:lnTo>
                  <a:cubicBezTo>
                    <a:pt x="0" y="94"/>
                    <a:pt x="1" y="94"/>
                    <a:pt x="1" y="93"/>
                  </a:cubicBezTo>
                  <a:cubicBezTo>
                    <a:pt x="2" y="92"/>
                    <a:pt x="3" y="90"/>
                    <a:pt x="6" y="88"/>
                  </a:cubicBezTo>
                  <a:cubicBezTo>
                    <a:pt x="9" y="84"/>
                    <a:pt x="11" y="82"/>
                    <a:pt x="13" y="79"/>
                  </a:cubicBezTo>
                  <a:cubicBezTo>
                    <a:pt x="14" y="78"/>
                    <a:pt x="16" y="76"/>
                    <a:pt x="18" y="74"/>
                  </a:cubicBezTo>
                  <a:cubicBezTo>
                    <a:pt x="21" y="71"/>
                    <a:pt x="22" y="69"/>
                    <a:pt x="23" y="68"/>
                  </a:cubicBezTo>
                  <a:cubicBezTo>
                    <a:pt x="24" y="67"/>
                    <a:pt x="26" y="66"/>
                    <a:pt x="28" y="63"/>
                  </a:cubicBezTo>
                  <a:cubicBezTo>
                    <a:pt x="30" y="61"/>
                    <a:pt x="31" y="59"/>
                    <a:pt x="32" y="58"/>
                  </a:cubicBezTo>
                  <a:cubicBezTo>
                    <a:pt x="33" y="57"/>
                    <a:pt x="34" y="56"/>
                    <a:pt x="35" y="54"/>
                  </a:cubicBezTo>
                  <a:cubicBezTo>
                    <a:pt x="37" y="52"/>
                    <a:pt x="38" y="50"/>
                    <a:pt x="38" y="49"/>
                  </a:cubicBezTo>
                  <a:cubicBezTo>
                    <a:pt x="39" y="48"/>
                    <a:pt x="40" y="46"/>
                    <a:pt x="41" y="45"/>
                  </a:cubicBezTo>
                  <a:cubicBezTo>
                    <a:pt x="41" y="43"/>
                    <a:pt x="42" y="42"/>
                    <a:pt x="42" y="40"/>
                  </a:cubicBezTo>
                  <a:cubicBezTo>
                    <a:pt x="43" y="38"/>
                    <a:pt x="43" y="37"/>
                    <a:pt x="44" y="35"/>
                  </a:cubicBezTo>
                  <a:cubicBezTo>
                    <a:pt x="44" y="34"/>
                    <a:pt x="44" y="32"/>
                    <a:pt x="44" y="31"/>
                  </a:cubicBezTo>
                  <a:cubicBezTo>
                    <a:pt x="44" y="24"/>
                    <a:pt x="42" y="19"/>
                    <a:pt x="39" y="14"/>
                  </a:cubicBezTo>
                  <a:cubicBezTo>
                    <a:pt x="36" y="10"/>
                    <a:pt x="31" y="7"/>
                    <a:pt x="24" y="7"/>
                  </a:cubicBezTo>
                  <a:cubicBezTo>
                    <a:pt x="21" y="7"/>
                    <a:pt x="18" y="8"/>
                    <a:pt x="16" y="10"/>
                  </a:cubicBezTo>
                  <a:cubicBezTo>
                    <a:pt x="13" y="12"/>
                    <a:pt x="12" y="13"/>
                    <a:pt x="11" y="15"/>
                  </a:cubicBezTo>
                  <a:cubicBezTo>
                    <a:pt x="10" y="16"/>
                    <a:pt x="9" y="17"/>
                    <a:pt x="9" y="18"/>
                  </a:cubicBezTo>
                  <a:cubicBezTo>
                    <a:pt x="9" y="18"/>
                    <a:pt x="9" y="18"/>
                    <a:pt x="10" y="18"/>
                  </a:cubicBezTo>
                  <a:cubicBezTo>
                    <a:pt x="12" y="18"/>
                    <a:pt x="13" y="19"/>
                    <a:pt x="15" y="20"/>
                  </a:cubicBezTo>
                  <a:cubicBezTo>
                    <a:pt x="17" y="21"/>
                    <a:pt x="18" y="24"/>
                    <a:pt x="18" y="27"/>
                  </a:cubicBezTo>
                  <a:cubicBezTo>
                    <a:pt x="18" y="29"/>
                    <a:pt x="17" y="31"/>
                    <a:pt x="16" y="33"/>
                  </a:cubicBezTo>
                  <a:cubicBezTo>
                    <a:pt x="14" y="35"/>
                    <a:pt x="12" y="36"/>
                    <a:pt x="9" y="3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3" name="Freeform 40"/>
            <p:cNvSpPr>
              <a:spLocks/>
            </p:cNvSpPr>
            <p:nvPr/>
          </p:nvSpPr>
          <p:spPr bwMode="auto">
            <a:xfrm>
              <a:off x="-398" y="2790"/>
              <a:ext cx="80" cy="102"/>
            </a:xfrm>
            <a:custGeom>
              <a:avLst/>
              <a:gdLst>
                <a:gd name="T0" fmla="*/ 5 w 165"/>
                <a:gd name="T1" fmla="*/ 131 h 211"/>
                <a:gd name="T2" fmla="*/ 2 w 165"/>
                <a:gd name="T3" fmla="*/ 129 h 211"/>
                <a:gd name="T4" fmla="*/ 1 w 165"/>
                <a:gd name="T5" fmla="*/ 127 h 211"/>
                <a:gd name="T6" fmla="*/ 7 w 165"/>
                <a:gd name="T7" fmla="*/ 120 h 211"/>
                <a:gd name="T8" fmla="*/ 21 w 165"/>
                <a:gd name="T9" fmla="*/ 110 h 211"/>
                <a:gd name="T10" fmla="*/ 29 w 165"/>
                <a:gd name="T11" fmla="*/ 104 h 211"/>
                <a:gd name="T12" fmla="*/ 30 w 165"/>
                <a:gd name="T13" fmla="*/ 103 h 211"/>
                <a:gd name="T14" fmla="*/ 30 w 165"/>
                <a:gd name="T15" fmla="*/ 103 h 211"/>
                <a:gd name="T16" fmla="*/ 33 w 165"/>
                <a:gd name="T17" fmla="*/ 107 h 211"/>
                <a:gd name="T18" fmla="*/ 45 w 165"/>
                <a:gd name="T19" fmla="*/ 131 h 211"/>
                <a:gd name="T20" fmla="*/ 51 w 165"/>
                <a:gd name="T21" fmla="*/ 146 h 211"/>
                <a:gd name="T22" fmla="*/ 69 w 165"/>
                <a:gd name="T23" fmla="*/ 185 h 211"/>
                <a:gd name="T24" fmla="*/ 91 w 165"/>
                <a:gd name="T25" fmla="*/ 140 h 211"/>
                <a:gd name="T26" fmla="*/ 135 w 165"/>
                <a:gd name="T27" fmla="*/ 50 h 211"/>
                <a:gd name="T28" fmla="*/ 157 w 165"/>
                <a:gd name="T29" fmla="*/ 3 h 211"/>
                <a:gd name="T30" fmla="*/ 161 w 165"/>
                <a:gd name="T31" fmla="*/ 0 h 211"/>
                <a:gd name="T32" fmla="*/ 164 w 165"/>
                <a:gd name="T33" fmla="*/ 1 h 211"/>
                <a:gd name="T34" fmla="*/ 165 w 165"/>
                <a:gd name="T35" fmla="*/ 4 h 211"/>
                <a:gd name="T36" fmla="*/ 165 w 165"/>
                <a:gd name="T37" fmla="*/ 5 h 211"/>
                <a:gd name="T38" fmla="*/ 116 w 165"/>
                <a:gd name="T39" fmla="*/ 107 h 211"/>
                <a:gd name="T40" fmla="*/ 67 w 165"/>
                <a:gd name="T41" fmla="*/ 209 h 211"/>
                <a:gd name="T42" fmla="*/ 63 w 165"/>
                <a:gd name="T43" fmla="*/ 211 h 211"/>
                <a:gd name="T44" fmla="*/ 60 w 165"/>
                <a:gd name="T45" fmla="*/ 210 h 211"/>
                <a:gd name="T46" fmla="*/ 39 w 165"/>
                <a:gd name="T47" fmla="*/ 166 h 211"/>
                <a:gd name="T48" fmla="*/ 19 w 165"/>
                <a:gd name="T49" fmla="*/ 121 h 211"/>
                <a:gd name="T50" fmla="*/ 16 w 165"/>
                <a:gd name="T51" fmla="*/ 124 h 211"/>
                <a:gd name="T52" fmla="*/ 9 w 165"/>
                <a:gd name="T53" fmla="*/ 129 h 211"/>
                <a:gd name="T54" fmla="*/ 5 w 165"/>
                <a:gd name="T55" fmla="*/ 13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211">
                  <a:moveTo>
                    <a:pt x="5" y="131"/>
                  </a:moveTo>
                  <a:cubicBezTo>
                    <a:pt x="5" y="131"/>
                    <a:pt x="4" y="131"/>
                    <a:pt x="2" y="129"/>
                  </a:cubicBezTo>
                  <a:cubicBezTo>
                    <a:pt x="1" y="128"/>
                    <a:pt x="1" y="127"/>
                    <a:pt x="1" y="127"/>
                  </a:cubicBezTo>
                  <a:cubicBezTo>
                    <a:pt x="0" y="126"/>
                    <a:pt x="3" y="124"/>
                    <a:pt x="7" y="120"/>
                  </a:cubicBezTo>
                  <a:cubicBezTo>
                    <a:pt x="12" y="117"/>
                    <a:pt x="16" y="113"/>
                    <a:pt x="21" y="110"/>
                  </a:cubicBezTo>
                  <a:cubicBezTo>
                    <a:pt x="26" y="106"/>
                    <a:pt x="29" y="104"/>
                    <a:pt x="29" y="104"/>
                  </a:cubicBezTo>
                  <a:cubicBezTo>
                    <a:pt x="29" y="103"/>
                    <a:pt x="30" y="103"/>
                    <a:pt x="30" y="103"/>
                  </a:cubicBezTo>
                  <a:lnTo>
                    <a:pt x="30" y="103"/>
                  </a:lnTo>
                  <a:cubicBezTo>
                    <a:pt x="31" y="103"/>
                    <a:pt x="32" y="104"/>
                    <a:pt x="33" y="107"/>
                  </a:cubicBezTo>
                  <a:cubicBezTo>
                    <a:pt x="34" y="109"/>
                    <a:pt x="38" y="117"/>
                    <a:pt x="45" y="131"/>
                  </a:cubicBezTo>
                  <a:cubicBezTo>
                    <a:pt x="47" y="137"/>
                    <a:pt x="50" y="142"/>
                    <a:pt x="51" y="146"/>
                  </a:cubicBezTo>
                  <a:lnTo>
                    <a:pt x="69" y="185"/>
                  </a:lnTo>
                  <a:cubicBezTo>
                    <a:pt x="69" y="185"/>
                    <a:pt x="77" y="170"/>
                    <a:pt x="91" y="140"/>
                  </a:cubicBezTo>
                  <a:cubicBezTo>
                    <a:pt x="106" y="110"/>
                    <a:pt x="120" y="80"/>
                    <a:pt x="135" y="50"/>
                  </a:cubicBezTo>
                  <a:cubicBezTo>
                    <a:pt x="149" y="19"/>
                    <a:pt x="157" y="4"/>
                    <a:pt x="157" y="3"/>
                  </a:cubicBezTo>
                  <a:cubicBezTo>
                    <a:pt x="158" y="1"/>
                    <a:pt x="159" y="0"/>
                    <a:pt x="161" y="0"/>
                  </a:cubicBezTo>
                  <a:cubicBezTo>
                    <a:pt x="162" y="0"/>
                    <a:pt x="163" y="0"/>
                    <a:pt x="164" y="1"/>
                  </a:cubicBezTo>
                  <a:cubicBezTo>
                    <a:pt x="165" y="2"/>
                    <a:pt x="165" y="3"/>
                    <a:pt x="165" y="4"/>
                  </a:cubicBezTo>
                  <a:lnTo>
                    <a:pt x="165" y="5"/>
                  </a:lnTo>
                  <a:lnTo>
                    <a:pt x="116" y="107"/>
                  </a:lnTo>
                  <a:lnTo>
                    <a:pt x="67" y="209"/>
                  </a:lnTo>
                  <a:cubicBezTo>
                    <a:pt x="66" y="210"/>
                    <a:pt x="65" y="211"/>
                    <a:pt x="63" y="211"/>
                  </a:cubicBezTo>
                  <a:cubicBezTo>
                    <a:pt x="61" y="211"/>
                    <a:pt x="60" y="211"/>
                    <a:pt x="60" y="210"/>
                  </a:cubicBezTo>
                  <a:cubicBezTo>
                    <a:pt x="60" y="210"/>
                    <a:pt x="53" y="195"/>
                    <a:pt x="39" y="166"/>
                  </a:cubicBezTo>
                  <a:lnTo>
                    <a:pt x="19" y="121"/>
                  </a:lnTo>
                  <a:lnTo>
                    <a:pt x="16" y="124"/>
                  </a:lnTo>
                  <a:cubicBezTo>
                    <a:pt x="14" y="125"/>
                    <a:pt x="11" y="127"/>
                    <a:pt x="9" y="129"/>
                  </a:cubicBezTo>
                  <a:cubicBezTo>
                    <a:pt x="7" y="130"/>
                    <a:pt x="6" y="131"/>
                    <a:pt x="5" y="13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4" name="Rectangle 41"/>
            <p:cNvSpPr>
              <a:spLocks noChangeArrowheads="1"/>
            </p:cNvSpPr>
            <p:nvPr/>
          </p:nvSpPr>
          <p:spPr bwMode="auto">
            <a:xfrm>
              <a:off x="-320" y="2790"/>
              <a:ext cx="101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5" name="Freeform 42"/>
            <p:cNvSpPr>
              <a:spLocks/>
            </p:cNvSpPr>
            <p:nvPr/>
          </p:nvSpPr>
          <p:spPr bwMode="auto">
            <a:xfrm>
              <a:off x="-312" y="2808"/>
              <a:ext cx="35" cy="68"/>
            </a:xfrm>
            <a:custGeom>
              <a:avLst/>
              <a:gdLst>
                <a:gd name="T0" fmla="*/ 27 w 72"/>
                <a:gd name="T1" fmla="*/ 19 h 141"/>
                <a:gd name="T2" fmla="*/ 24 w 72"/>
                <a:gd name="T3" fmla="*/ 20 h 141"/>
                <a:gd name="T4" fmla="*/ 16 w 72"/>
                <a:gd name="T5" fmla="*/ 22 h 141"/>
                <a:gd name="T6" fmla="*/ 4 w 72"/>
                <a:gd name="T7" fmla="*/ 24 h 141"/>
                <a:gd name="T8" fmla="*/ 0 w 72"/>
                <a:gd name="T9" fmla="*/ 24 h 141"/>
                <a:gd name="T10" fmla="*/ 0 w 72"/>
                <a:gd name="T11" fmla="*/ 14 h 141"/>
                <a:gd name="T12" fmla="*/ 4 w 72"/>
                <a:gd name="T13" fmla="*/ 14 h 141"/>
                <a:gd name="T14" fmla="*/ 22 w 72"/>
                <a:gd name="T15" fmla="*/ 11 h 141"/>
                <a:gd name="T16" fmla="*/ 34 w 72"/>
                <a:gd name="T17" fmla="*/ 6 h 141"/>
                <a:gd name="T18" fmla="*/ 40 w 72"/>
                <a:gd name="T19" fmla="*/ 1 h 141"/>
                <a:gd name="T20" fmla="*/ 42 w 72"/>
                <a:gd name="T21" fmla="*/ 0 h 141"/>
                <a:gd name="T22" fmla="*/ 46 w 72"/>
                <a:gd name="T23" fmla="*/ 2 h 141"/>
                <a:gd name="T24" fmla="*/ 46 w 72"/>
                <a:gd name="T25" fmla="*/ 65 h 141"/>
                <a:gd name="T26" fmla="*/ 46 w 72"/>
                <a:gd name="T27" fmla="*/ 128 h 141"/>
                <a:gd name="T28" fmla="*/ 49 w 72"/>
                <a:gd name="T29" fmla="*/ 130 h 141"/>
                <a:gd name="T30" fmla="*/ 54 w 72"/>
                <a:gd name="T31" fmla="*/ 131 h 141"/>
                <a:gd name="T32" fmla="*/ 67 w 72"/>
                <a:gd name="T33" fmla="*/ 131 h 141"/>
                <a:gd name="T34" fmla="*/ 72 w 72"/>
                <a:gd name="T35" fmla="*/ 131 h 141"/>
                <a:gd name="T36" fmla="*/ 72 w 72"/>
                <a:gd name="T37" fmla="*/ 141 h 141"/>
                <a:gd name="T38" fmla="*/ 70 w 72"/>
                <a:gd name="T39" fmla="*/ 141 h 141"/>
                <a:gd name="T40" fmla="*/ 36 w 72"/>
                <a:gd name="T41" fmla="*/ 140 h 141"/>
                <a:gd name="T42" fmla="*/ 3 w 72"/>
                <a:gd name="T43" fmla="*/ 141 h 141"/>
                <a:gd name="T44" fmla="*/ 1 w 72"/>
                <a:gd name="T45" fmla="*/ 141 h 141"/>
                <a:gd name="T46" fmla="*/ 1 w 72"/>
                <a:gd name="T47" fmla="*/ 131 h 141"/>
                <a:gd name="T48" fmla="*/ 6 w 72"/>
                <a:gd name="T49" fmla="*/ 131 h 141"/>
                <a:gd name="T50" fmla="*/ 14 w 72"/>
                <a:gd name="T51" fmla="*/ 131 h 141"/>
                <a:gd name="T52" fmla="*/ 19 w 72"/>
                <a:gd name="T53" fmla="*/ 131 h 141"/>
                <a:gd name="T54" fmla="*/ 23 w 72"/>
                <a:gd name="T55" fmla="*/ 130 h 141"/>
                <a:gd name="T56" fmla="*/ 25 w 72"/>
                <a:gd name="T57" fmla="*/ 130 h 141"/>
                <a:gd name="T58" fmla="*/ 26 w 72"/>
                <a:gd name="T59" fmla="*/ 129 h 141"/>
                <a:gd name="T60" fmla="*/ 27 w 72"/>
                <a:gd name="T61" fmla="*/ 128 h 141"/>
                <a:gd name="T62" fmla="*/ 27 w 72"/>
                <a:gd name="T63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" h="141">
                  <a:moveTo>
                    <a:pt x="27" y="19"/>
                  </a:moveTo>
                  <a:lnTo>
                    <a:pt x="24" y="20"/>
                  </a:lnTo>
                  <a:cubicBezTo>
                    <a:pt x="22" y="21"/>
                    <a:pt x="20" y="21"/>
                    <a:pt x="16" y="22"/>
                  </a:cubicBezTo>
                  <a:cubicBezTo>
                    <a:pt x="12" y="23"/>
                    <a:pt x="8" y="23"/>
                    <a:pt x="4" y="24"/>
                  </a:cubicBezTo>
                  <a:lnTo>
                    <a:pt x="0" y="24"/>
                  </a:lnTo>
                  <a:lnTo>
                    <a:pt x="0" y="14"/>
                  </a:lnTo>
                  <a:lnTo>
                    <a:pt x="4" y="14"/>
                  </a:lnTo>
                  <a:cubicBezTo>
                    <a:pt x="10" y="14"/>
                    <a:pt x="16" y="13"/>
                    <a:pt x="22" y="11"/>
                  </a:cubicBezTo>
                  <a:cubicBezTo>
                    <a:pt x="28" y="9"/>
                    <a:pt x="32" y="7"/>
                    <a:pt x="34" y="6"/>
                  </a:cubicBezTo>
                  <a:cubicBezTo>
                    <a:pt x="36" y="4"/>
                    <a:pt x="38" y="3"/>
                    <a:pt x="40" y="1"/>
                  </a:cubicBezTo>
                  <a:cubicBezTo>
                    <a:pt x="40" y="1"/>
                    <a:pt x="41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lnTo>
                    <a:pt x="46" y="65"/>
                  </a:lnTo>
                  <a:lnTo>
                    <a:pt x="46" y="128"/>
                  </a:lnTo>
                  <a:cubicBezTo>
                    <a:pt x="47" y="129"/>
                    <a:pt x="48" y="130"/>
                    <a:pt x="49" y="130"/>
                  </a:cubicBezTo>
                  <a:cubicBezTo>
                    <a:pt x="49" y="130"/>
                    <a:pt x="51" y="130"/>
                    <a:pt x="54" y="131"/>
                  </a:cubicBezTo>
                  <a:cubicBezTo>
                    <a:pt x="56" y="131"/>
                    <a:pt x="61" y="131"/>
                    <a:pt x="67" y="131"/>
                  </a:cubicBezTo>
                  <a:lnTo>
                    <a:pt x="72" y="131"/>
                  </a:lnTo>
                  <a:lnTo>
                    <a:pt x="72" y="141"/>
                  </a:lnTo>
                  <a:lnTo>
                    <a:pt x="70" y="141"/>
                  </a:lnTo>
                  <a:cubicBezTo>
                    <a:pt x="67" y="140"/>
                    <a:pt x="56" y="140"/>
                    <a:pt x="36" y="140"/>
                  </a:cubicBezTo>
                  <a:cubicBezTo>
                    <a:pt x="17" y="140"/>
                    <a:pt x="6" y="140"/>
                    <a:pt x="3" y="141"/>
                  </a:cubicBezTo>
                  <a:lnTo>
                    <a:pt x="1" y="141"/>
                  </a:lnTo>
                  <a:lnTo>
                    <a:pt x="1" y="131"/>
                  </a:lnTo>
                  <a:lnTo>
                    <a:pt x="6" y="131"/>
                  </a:lnTo>
                  <a:lnTo>
                    <a:pt x="14" y="131"/>
                  </a:lnTo>
                  <a:cubicBezTo>
                    <a:pt x="16" y="131"/>
                    <a:pt x="18" y="131"/>
                    <a:pt x="19" y="131"/>
                  </a:cubicBezTo>
                  <a:cubicBezTo>
                    <a:pt x="21" y="131"/>
                    <a:pt x="22" y="131"/>
                    <a:pt x="23" y="130"/>
                  </a:cubicBezTo>
                  <a:cubicBezTo>
                    <a:pt x="24" y="130"/>
                    <a:pt x="24" y="130"/>
                    <a:pt x="25" y="130"/>
                  </a:cubicBezTo>
                  <a:cubicBezTo>
                    <a:pt x="25" y="130"/>
                    <a:pt x="25" y="130"/>
                    <a:pt x="26" y="129"/>
                  </a:cubicBezTo>
                  <a:cubicBezTo>
                    <a:pt x="26" y="128"/>
                    <a:pt x="27" y="128"/>
                    <a:pt x="27" y="128"/>
                  </a:cubicBezTo>
                  <a:lnTo>
                    <a:pt x="27" y="1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6" name="Freeform 43"/>
            <p:cNvSpPr>
              <a:spLocks/>
            </p:cNvSpPr>
            <p:nvPr/>
          </p:nvSpPr>
          <p:spPr bwMode="auto">
            <a:xfrm>
              <a:off x="-264" y="2808"/>
              <a:ext cx="40" cy="68"/>
            </a:xfrm>
            <a:custGeom>
              <a:avLst/>
              <a:gdLst>
                <a:gd name="T0" fmla="*/ 13 w 84"/>
                <a:gd name="T1" fmla="*/ 50 h 141"/>
                <a:gd name="T2" fmla="*/ 4 w 84"/>
                <a:gd name="T3" fmla="*/ 47 h 141"/>
                <a:gd name="T4" fmla="*/ 0 w 84"/>
                <a:gd name="T5" fmla="*/ 37 h 141"/>
                <a:gd name="T6" fmla="*/ 11 w 84"/>
                <a:gd name="T7" fmla="*/ 11 h 141"/>
                <a:gd name="T8" fmla="*/ 39 w 84"/>
                <a:gd name="T9" fmla="*/ 0 h 141"/>
                <a:gd name="T10" fmla="*/ 71 w 84"/>
                <a:gd name="T11" fmla="*/ 12 h 141"/>
                <a:gd name="T12" fmla="*/ 84 w 84"/>
                <a:gd name="T13" fmla="*/ 43 h 141"/>
                <a:gd name="T14" fmla="*/ 80 w 84"/>
                <a:gd name="T15" fmla="*/ 60 h 141"/>
                <a:gd name="T16" fmla="*/ 70 w 84"/>
                <a:gd name="T17" fmla="*/ 74 h 141"/>
                <a:gd name="T18" fmla="*/ 53 w 84"/>
                <a:gd name="T19" fmla="*/ 90 h 141"/>
                <a:gd name="T20" fmla="*/ 32 w 84"/>
                <a:gd name="T21" fmla="*/ 109 h 141"/>
                <a:gd name="T22" fmla="*/ 20 w 84"/>
                <a:gd name="T23" fmla="*/ 121 h 141"/>
                <a:gd name="T24" fmla="*/ 36 w 84"/>
                <a:gd name="T25" fmla="*/ 121 h 141"/>
                <a:gd name="T26" fmla="*/ 71 w 84"/>
                <a:gd name="T27" fmla="*/ 120 h 141"/>
                <a:gd name="T28" fmla="*/ 76 w 84"/>
                <a:gd name="T29" fmla="*/ 102 h 141"/>
                <a:gd name="T30" fmla="*/ 76 w 84"/>
                <a:gd name="T31" fmla="*/ 101 h 141"/>
                <a:gd name="T32" fmla="*/ 84 w 84"/>
                <a:gd name="T33" fmla="*/ 101 h 141"/>
                <a:gd name="T34" fmla="*/ 84 w 84"/>
                <a:gd name="T35" fmla="*/ 102 h 141"/>
                <a:gd name="T36" fmla="*/ 82 w 84"/>
                <a:gd name="T37" fmla="*/ 121 h 141"/>
                <a:gd name="T38" fmla="*/ 78 w 84"/>
                <a:gd name="T39" fmla="*/ 140 h 141"/>
                <a:gd name="T40" fmla="*/ 78 w 84"/>
                <a:gd name="T41" fmla="*/ 141 h 141"/>
                <a:gd name="T42" fmla="*/ 0 w 84"/>
                <a:gd name="T43" fmla="*/ 141 h 141"/>
                <a:gd name="T44" fmla="*/ 0 w 84"/>
                <a:gd name="T45" fmla="*/ 137 h 141"/>
                <a:gd name="T46" fmla="*/ 0 w 84"/>
                <a:gd name="T47" fmla="*/ 134 h 141"/>
                <a:gd name="T48" fmla="*/ 1 w 84"/>
                <a:gd name="T49" fmla="*/ 131 h 141"/>
                <a:gd name="T50" fmla="*/ 8 w 84"/>
                <a:gd name="T51" fmla="*/ 124 h 141"/>
                <a:gd name="T52" fmla="*/ 18 w 84"/>
                <a:gd name="T53" fmla="*/ 112 h 141"/>
                <a:gd name="T54" fmla="*/ 25 w 84"/>
                <a:gd name="T55" fmla="*/ 104 h 141"/>
                <a:gd name="T56" fmla="*/ 33 w 84"/>
                <a:gd name="T57" fmla="*/ 96 h 141"/>
                <a:gd name="T58" fmla="*/ 39 w 84"/>
                <a:gd name="T59" fmla="*/ 89 h 141"/>
                <a:gd name="T60" fmla="*/ 45 w 84"/>
                <a:gd name="T61" fmla="*/ 82 h 141"/>
                <a:gd name="T62" fmla="*/ 50 w 84"/>
                <a:gd name="T63" fmla="*/ 76 h 141"/>
                <a:gd name="T64" fmla="*/ 54 w 84"/>
                <a:gd name="T65" fmla="*/ 69 h 141"/>
                <a:gd name="T66" fmla="*/ 57 w 84"/>
                <a:gd name="T67" fmla="*/ 63 h 141"/>
                <a:gd name="T68" fmla="*/ 60 w 84"/>
                <a:gd name="T69" fmla="*/ 56 h 141"/>
                <a:gd name="T70" fmla="*/ 61 w 84"/>
                <a:gd name="T71" fmla="*/ 50 h 141"/>
                <a:gd name="T72" fmla="*/ 62 w 84"/>
                <a:gd name="T73" fmla="*/ 43 h 141"/>
                <a:gd name="T74" fmla="*/ 55 w 84"/>
                <a:gd name="T75" fmla="*/ 20 h 141"/>
                <a:gd name="T76" fmla="*/ 34 w 84"/>
                <a:gd name="T77" fmla="*/ 10 h 141"/>
                <a:gd name="T78" fmla="*/ 22 w 84"/>
                <a:gd name="T79" fmla="*/ 14 h 141"/>
                <a:gd name="T80" fmla="*/ 15 w 84"/>
                <a:gd name="T81" fmla="*/ 21 h 141"/>
                <a:gd name="T82" fmla="*/ 13 w 84"/>
                <a:gd name="T83" fmla="*/ 25 h 141"/>
                <a:gd name="T84" fmla="*/ 14 w 84"/>
                <a:gd name="T85" fmla="*/ 25 h 141"/>
                <a:gd name="T86" fmla="*/ 21 w 84"/>
                <a:gd name="T87" fmla="*/ 28 h 141"/>
                <a:gd name="T88" fmla="*/ 25 w 84"/>
                <a:gd name="T89" fmla="*/ 38 h 141"/>
                <a:gd name="T90" fmla="*/ 22 w 84"/>
                <a:gd name="T91" fmla="*/ 47 h 141"/>
                <a:gd name="T92" fmla="*/ 13 w 84"/>
                <a:gd name="T93" fmla="*/ 5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41">
                  <a:moveTo>
                    <a:pt x="13" y="50"/>
                  </a:moveTo>
                  <a:cubicBezTo>
                    <a:pt x="9" y="50"/>
                    <a:pt x="6" y="49"/>
                    <a:pt x="4" y="47"/>
                  </a:cubicBezTo>
                  <a:cubicBezTo>
                    <a:pt x="1" y="44"/>
                    <a:pt x="0" y="41"/>
                    <a:pt x="0" y="37"/>
                  </a:cubicBezTo>
                  <a:cubicBezTo>
                    <a:pt x="0" y="27"/>
                    <a:pt x="4" y="19"/>
                    <a:pt x="11" y="11"/>
                  </a:cubicBezTo>
                  <a:cubicBezTo>
                    <a:pt x="19" y="4"/>
                    <a:pt x="28" y="0"/>
                    <a:pt x="39" y="0"/>
                  </a:cubicBezTo>
                  <a:cubicBezTo>
                    <a:pt x="52" y="0"/>
                    <a:pt x="63" y="4"/>
                    <a:pt x="71" y="12"/>
                  </a:cubicBezTo>
                  <a:cubicBezTo>
                    <a:pt x="80" y="20"/>
                    <a:pt x="84" y="30"/>
                    <a:pt x="84" y="43"/>
                  </a:cubicBezTo>
                  <a:cubicBezTo>
                    <a:pt x="84" y="49"/>
                    <a:pt x="83" y="55"/>
                    <a:pt x="80" y="60"/>
                  </a:cubicBezTo>
                  <a:cubicBezTo>
                    <a:pt x="77" y="66"/>
                    <a:pt x="74" y="70"/>
                    <a:pt x="70" y="74"/>
                  </a:cubicBezTo>
                  <a:cubicBezTo>
                    <a:pt x="66" y="78"/>
                    <a:pt x="60" y="84"/>
                    <a:pt x="53" y="90"/>
                  </a:cubicBezTo>
                  <a:cubicBezTo>
                    <a:pt x="48" y="94"/>
                    <a:pt x="41" y="101"/>
                    <a:pt x="32" y="109"/>
                  </a:cubicBezTo>
                  <a:lnTo>
                    <a:pt x="20" y="121"/>
                  </a:lnTo>
                  <a:lnTo>
                    <a:pt x="36" y="121"/>
                  </a:lnTo>
                  <a:cubicBezTo>
                    <a:pt x="58" y="121"/>
                    <a:pt x="69" y="121"/>
                    <a:pt x="71" y="120"/>
                  </a:cubicBezTo>
                  <a:cubicBezTo>
                    <a:pt x="72" y="120"/>
                    <a:pt x="73" y="114"/>
                    <a:pt x="76" y="102"/>
                  </a:cubicBezTo>
                  <a:lnTo>
                    <a:pt x="76" y="101"/>
                  </a:lnTo>
                  <a:lnTo>
                    <a:pt x="84" y="101"/>
                  </a:lnTo>
                  <a:lnTo>
                    <a:pt x="84" y="102"/>
                  </a:lnTo>
                  <a:cubicBezTo>
                    <a:pt x="84" y="102"/>
                    <a:pt x="83" y="108"/>
                    <a:pt x="82" y="121"/>
                  </a:cubicBezTo>
                  <a:cubicBezTo>
                    <a:pt x="80" y="133"/>
                    <a:pt x="79" y="140"/>
                    <a:pt x="78" y="140"/>
                  </a:cubicBezTo>
                  <a:lnTo>
                    <a:pt x="78" y="141"/>
                  </a:lnTo>
                  <a:lnTo>
                    <a:pt x="0" y="141"/>
                  </a:lnTo>
                  <a:lnTo>
                    <a:pt x="0" y="137"/>
                  </a:lnTo>
                  <a:lnTo>
                    <a:pt x="0" y="134"/>
                  </a:lnTo>
                  <a:cubicBezTo>
                    <a:pt x="0" y="133"/>
                    <a:pt x="1" y="132"/>
                    <a:pt x="1" y="131"/>
                  </a:cubicBezTo>
                  <a:cubicBezTo>
                    <a:pt x="2" y="130"/>
                    <a:pt x="4" y="128"/>
                    <a:pt x="8" y="124"/>
                  </a:cubicBezTo>
                  <a:cubicBezTo>
                    <a:pt x="12" y="119"/>
                    <a:pt x="15" y="115"/>
                    <a:pt x="18" y="112"/>
                  </a:cubicBezTo>
                  <a:cubicBezTo>
                    <a:pt x="20" y="111"/>
                    <a:pt x="22" y="108"/>
                    <a:pt x="25" y="104"/>
                  </a:cubicBezTo>
                  <a:cubicBezTo>
                    <a:pt x="29" y="100"/>
                    <a:pt x="31" y="98"/>
                    <a:pt x="33" y="96"/>
                  </a:cubicBezTo>
                  <a:cubicBezTo>
                    <a:pt x="34" y="95"/>
                    <a:pt x="36" y="93"/>
                    <a:pt x="39" y="89"/>
                  </a:cubicBezTo>
                  <a:cubicBezTo>
                    <a:pt x="42" y="86"/>
                    <a:pt x="44" y="84"/>
                    <a:pt x="45" y="82"/>
                  </a:cubicBezTo>
                  <a:cubicBezTo>
                    <a:pt x="46" y="81"/>
                    <a:pt x="47" y="79"/>
                    <a:pt x="50" y="76"/>
                  </a:cubicBezTo>
                  <a:cubicBezTo>
                    <a:pt x="52" y="73"/>
                    <a:pt x="53" y="71"/>
                    <a:pt x="54" y="69"/>
                  </a:cubicBezTo>
                  <a:cubicBezTo>
                    <a:pt x="55" y="67"/>
                    <a:pt x="56" y="65"/>
                    <a:pt x="57" y="63"/>
                  </a:cubicBezTo>
                  <a:cubicBezTo>
                    <a:pt x="58" y="61"/>
                    <a:pt x="59" y="59"/>
                    <a:pt x="60" y="56"/>
                  </a:cubicBezTo>
                  <a:cubicBezTo>
                    <a:pt x="60" y="54"/>
                    <a:pt x="61" y="52"/>
                    <a:pt x="61" y="50"/>
                  </a:cubicBezTo>
                  <a:cubicBezTo>
                    <a:pt x="62" y="48"/>
                    <a:pt x="62" y="46"/>
                    <a:pt x="62" y="43"/>
                  </a:cubicBezTo>
                  <a:cubicBezTo>
                    <a:pt x="62" y="34"/>
                    <a:pt x="60" y="26"/>
                    <a:pt x="55" y="20"/>
                  </a:cubicBezTo>
                  <a:cubicBezTo>
                    <a:pt x="50" y="13"/>
                    <a:pt x="43" y="10"/>
                    <a:pt x="34" y="10"/>
                  </a:cubicBezTo>
                  <a:cubicBezTo>
                    <a:pt x="30" y="10"/>
                    <a:pt x="26" y="11"/>
                    <a:pt x="22" y="14"/>
                  </a:cubicBezTo>
                  <a:cubicBezTo>
                    <a:pt x="19" y="16"/>
                    <a:pt x="16" y="19"/>
                    <a:pt x="15" y="21"/>
                  </a:cubicBezTo>
                  <a:cubicBezTo>
                    <a:pt x="13" y="23"/>
                    <a:pt x="13" y="24"/>
                    <a:pt x="13" y="25"/>
                  </a:cubicBezTo>
                  <a:cubicBezTo>
                    <a:pt x="13" y="25"/>
                    <a:pt x="13" y="25"/>
                    <a:pt x="14" y="25"/>
                  </a:cubicBezTo>
                  <a:cubicBezTo>
                    <a:pt x="16" y="25"/>
                    <a:pt x="19" y="26"/>
                    <a:pt x="21" y="28"/>
                  </a:cubicBezTo>
                  <a:cubicBezTo>
                    <a:pt x="24" y="30"/>
                    <a:pt x="25" y="33"/>
                    <a:pt x="25" y="38"/>
                  </a:cubicBezTo>
                  <a:cubicBezTo>
                    <a:pt x="25" y="41"/>
                    <a:pt x="24" y="44"/>
                    <a:pt x="22" y="47"/>
                  </a:cubicBezTo>
                  <a:cubicBezTo>
                    <a:pt x="20" y="49"/>
                    <a:pt x="17" y="50"/>
                    <a:pt x="13" y="5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7" name="Freeform 44"/>
            <p:cNvSpPr>
              <a:spLocks/>
            </p:cNvSpPr>
            <p:nvPr/>
          </p:nvSpPr>
          <p:spPr bwMode="auto">
            <a:xfrm>
              <a:off x="-216" y="2831"/>
              <a:ext cx="56" cy="46"/>
            </a:xfrm>
            <a:custGeom>
              <a:avLst/>
              <a:gdLst>
                <a:gd name="T0" fmla="*/ 0 w 118"/>
                <a:gd name="T1" fmla="*/ 33 h 96"/>
                <a:gd name="T2" fmla="*/ 0 w 118"/>
                <a:gd name="T3" fmla="*/ 30 h 96"/>
                <a:gd name="T4" fmla="*/ 3 w 118"/>
                <a:gd name="T5" fmla="*/ 22 h 96"/>
                <a:gd name="T6" fmla="*/ 7 w 118"/>
                <a:gd name="T7" fmla="*/ 12 h 96"/>
                <a:gd name="T8" fmla="*/ 14 w 118"/>
                <a:gd name="T9" fmla="*/ 4 h 96"/>
                <a:gd name="T10" fmla="*/ 24 w 118"/>
                <a:gd name="T11" fmla="*/ 1 h 96"/>
                <a:gd name="T12" fmla="*/ 36 w 118"/>
                <a:gd name="T13" fmla="*/ 4 h 96"/>
                <a:gd name="T14" fmla="*/ 43 w 118"/>
                <a:gd name="T15" fmla="*/ 12 h 96"/>
                <a:gd name="T16" fmla="*/ 44 w 118"/>
                <a:gd name="T17" fmla="*/ 16 h 96"/>
                <a:gd name="T18" fmla="*/ 44 w 118"/>
                <a:gd name="T19" fmla="*/ 16 h 96"/>
                <a:gd name="T20" fmla="*/ 47 w 118"/>
                <a:gd name="T21" fmla="*/ 14 h 96"/>
                <a:gd name="T22" fmla="*/ 76 w 118"/>
                <a:gd name="T23" fmla="*/ 1 h 96"/>
                <a:gd name="T24" fmla="*/ 94 w 118"/>
                <a:gd name="T25" fmla="*/ 6 h 96"/>
                <a:gd name="T26" fmla="*/ 101 w 118"/>
                <a:gd name="T27" fmla="*/ 23 h 96"/>
                <a:gd name="T28" fmla="*/ 93 w 118"/>
                <a:gd name="T29" fmla="*/ 56 h 96"/>
                <a:gd name="T30" fmla="*/ 85 w 118"/>
                <a:gd name="T31" fmla="*/ 83 h 96"/>
                <a:gd name="T32" fmla="*/ 89 w 118"/>
                <a:gd name="T33" fmla="*/ 88 h 96"/>
                <a:gd name="T34" fmla="*/ 91 w 118"/>
                <a:gd name="T35" fmla="*/ 88 h 96"/>
                <a:gd name="T36" fmla="*/ 102 w 118"/>
                <a:gd name="T37" fmla="*/ 80 h 96"/>
                <a:gd name="T38" fmla="*/ 109 w 118"/>
                <a:gd name="T39" fmla="*/ 63 h 96"/>
                <a:gd name="T40" fmla="*/ 113 w 118"/>
                <a:gd name="T41" fmla="*/ 62 h 96"/>
                <a:gd name="T42" fmla="*/ 118 w 118"/>
                <a:gd name="T43" fmla="*/ 63 h 96"/>
                <a:gd name="T44" fmla="*/ 117 w 118"/>
                <a:gd name="T45" fmla="*/ 66 h 96"/>
                <a:gd name="T46" fmla="*/ 112 w 118"/>
                <a:gd name="T47" fmla="*/ 78 h 96"/>
                <a:gd name="T48" fmla="*/ 102 w 118"/>
                <a:gd name="T49" fmla="*/ 90 h 96"/>
                <a:gd name="T50" fmla="*/ 88 w 118"/>
                <a:gd name="T51" fmla="*/ 96 h 96"/>
                <a:gd name="T52" fmla="*/ 74 w 118"/>
                <a:gd name="T53" fmla="*/ 90 h 96"/>
                <a:gd name="T54" fmla="*/ 69 w 118"/>
                <a:gd name="T55" fmla="*/ 78 h 96"/>
                <a:gd name="T56" fmla="*/ 77 w 118"/>
                <a:gd name="T57" fmla="*/ 53 h 96"/>
                <a:gd name="T58" fmla="*/ 85 w 118"/>
                <a:gd name="T59" fmla="*/ 21 h 96"/>
                <a:gd name="T60" fmla="*/ 75 w 118"/>
                <a:gd name="T61" fmla="*/ 9 h 96"/>
                <a:gd name="T62" fmla="*/ 74 w 118"/>
                <a:gd name="T63" fmla="*/ 9 h 96"/>
                <a:gd name="T64" fmla="*/ 44 w 118"/>
                <a:gd name="T65" fmla="*/ 30 h 96"/>
                <a:gd name="T66" fmla="*/ 42 w 118"/>
                <a:gd name="T67" fmla="*/ 32 h 96"/>
                <a:gd name="T68" fmla="*/ 35 w 118"/>
                <a:gd name="T69" fmla="*/ 61 h 96"/>
                <a:gd name="T70" fmla="*/ 27 w 118"/>
                <a:gd name="T71" fmla="*/ 90 h 96"/>
                <a:gd name="T72" fmla="*/ 18 w 118"/>
                <a:gd name="T73" fmla="*/ 96 h 96"/>
                <a:gd name="T74" fmla="*/ 14 w 118"/>
                <a:gd name="T75" fmla="*/ 95 h 96"/>
                <a:gd name="T76" fmla="*/ 11 w 118"/>
                <a:gd name="T77" fmla="*/ 92 h 96"/>
                <a:gd name="T78" fmla="*/ 11 w 118"/>
                <a:gd name="T79" fmla="*/ 90 h 96"/>
                <a:gd name="T80" fmla="*/ 19 w 118"/>
                <a:gd name="T81" fmla="*/ 56 h 96"/>
                <a:gd name="T82" fmla="*/ 27 w 118"/>
                <a:gd name="T83" fmla="*/ 21 h 96"/>
                <a:gd name="T84" fmla="*/ 28 w 118"/>
                <a:gd name="T85" fmla="*/ 17 h 96"/>
                <a:gd name="T86" fmla="*/ 22 w 118"/>
                <a:gd name="T87" fmla="*/ 8 h 96"/>
                <a:gd name="T88" fmla="*/ 9 w 118"/>
                <a:gd name="T89" fmla="*/ 30 h 96"/>
                <a:gd name="T90" fmla="*/ 8 w 118"/>
                <a:gd name="T91" fmla="*/ 34 h 96"/>
                <a:gd name="T92" fmla="*/ 4 w 118"/>
                <a:gd name="T93" fmla="*/ 35 h 96"/>
                <a:gd name="T94" fmla="*/ 1 w 118"/>
                <a:gd name="T95" fmla="*/ 35 h 96"/>
                <a:gd name="T96" fmla="*/ 0 w 118"/>
                <a:gd name="T97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6">
                  <a:moveTo>
                    <a:pt x="0" y="33"/>
                  </a:moveTo>
                  <a:cubicBezTo>
                    <a:pt x="0" y="32"/>
                    <a:pt x="0" y="31"/>
                    <a:pt x="0" y="30"/>
                  </a:cubicBezTo>
                  <a:cubicBezTo>
                    <a:pt x="1" y="29"/>
                    <a:pt x="1" y="26"/>
                    <a:pt x="3" y="22"/>
                  </a:cubicBezTo>
                  <a:cubicBezTo>
                    <a:pt x="4" y="18"/>
                    <a:pt x="6" y="15"/>
                    <a:pt x="7" y="12"/>
                  </a:cubicBezTo>
                  <a:cubicBezTo>
                    <a:pt x="9" y="9"/>
                    <a:pt x="11" y="7"/>
                    <a:pt x="14" y="4"/>
                  </a:cubicBezTo>
                  <a:cubicBezTo>
                    <a:pt x="17" y="2"/>
                    <a:pt x="21" y="0"/>
                    <a:pt x="24" y="1"/>
                  </a:cubicBezTo>
                  <a:cubicBezTo>
                    <a:pt x="29" y="1"/>
                    <a:pt x="33" y="2"/>
                    <a:pt x="36" y="4"/>
                  </a:cubicBezTo>
                  <a:cubicBezTo>
                    <a:pt x="40" y="7"/>
                    <a:pt x="42" y="9"/>
                    <a:pt x="43" y="12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7" y="14"/>
                  </a:lnTo>
                  <a:cubicBezTo>
                    <a:pt x="55" y="5"/>
                    <a:pt x="65" y="1"/>
                    <a:pt x="76" y="1"/>
                  </a:cubicBezTo>
                  <a:cubicBezTo>
                    <a:pt x="83" y="1"/>
                    <a:pt x="90" y="3"/>
                    <a:pt x="94" y="6"/>
                  </a:cubicBezTo>
                  <a:cubicBezTo>
                    <a:pt x="99" y="10"/>
                    <a:pt x="101" y="16"/>
                    <a:pt x="101" y="23"/>
                  </a:cubicBezTo>
                  <a:cubicBezTo>
                    <a:pt x="102" y="30"/>
                    <a:pt x="99" y="41"/>
                    <a:pt x="93" y="56"/>
                  </a:cubicBezTo>
                  <a:cubicBezTo>
                    <a:pt x="88" y="71"/>
                    <a:pt x="85" y="80"/>
                    <a:pt x="85" y="83"/>
                  </a:cubicBezTo>
                  <a:cubicBezTo>
                    <a:pt x="85" y="87"/>
                    <a:pt x="87" y="88"/>
                    <a:pt x="89" y="88"/>
                  </a:cubicBezTo>
                  <a:cubicBezTo>
                    <a:pt x="90" y="88"/>
                    <a:pt x="90" y="88"/>
                    <a:pt x="91" y="88"/>
                  </a:cubicBezTo>
                  <a:cubicBezTo>
                    <a:pt x="95" y="87"/>
                    <a:pt x="99" y="85"/>
                    <a:pt x="102" y="80"/>
                  </a:cubicBezTo>
                  <a:cubicBezTo>
                    <a:pt x="105" y="75"/>
                    <a:pt x="108" y="70"/>
                    <a:pt x="109" y="63"/>
                  </a:cubicBezTo>
                  <a:cubicBezTo>
                    <a:pt x="109" y="62"/>
                    <a:pt x="111" y="62"/>
                    <a:pt x="113" y="62"/>
                  </a:cubicBezTo>
                  <a:cubicBezTo>
                    <a:pt x="116" y="62"/>
                    <a:pt x="118" y="62"/>
                    <a:pt x="118" y="63"/>
                  </a:cubicBezTo>
                  <a:cubicBezTo>
                    <a:pt x="118" y="63"/>
                    <a:pt x="117" y="64"/>
                    <a:pt x="117" y="66"/>
                  </a:cubicBezTo>
                  <a:cubicBezTo>
                    <a:pt x="116" y="70"/>
                    <a:pt x="114" y="75"/>
                    <a:pt x="112" y="78"/>
                  </a:cubicBezTo>
                  <a:cubicBezTo>
                    <a:pt x="110" y="82"/>
                    <a:pt x="107" y="86"/>
                    <a:pt x="102" y="90"/>
                  </a:cubicBezTo>
                  <a:cubicBezTo>
                    <a:pt x="98" y="94"/>
                    <a:pt x="93" y="96"/>
                    <a:pt x="88" y="96"/>
                  </a:cubicBezTo>
                  <a:cubicBezTo>
                    <a:pt x="81" y="96"/>
                    <a:pt x="77" y="94"/>
                    <a:pt x="74" y="90"/>
                  </a:cubicBezTo>
                  <a:cubicBezTo>
                    <a:pt x="71" y="86"/>
                    <a:pt x="69" y="83"/>
                    <a:pt x="69" y="78"/>
                  </a:cubicBezTo>
                  <a:cubicBezTo>
                    <a:pt x="69" y="76"/>
                    <a:pt x="72" y="67"/>
                    <a:pt x="77" y="53"/>
                  </a:cubicBezTo>
                  <a:cubicBezTo>
                    <a:pt x="82" y="39"/>
                    <a:pt x="84" y="28"/>
                    <a:pt x="85" y="21"/>
                  </a:cubicBezTo>
                  <a:cubicBezTo>
                    <a:pt x="85" y="13"/>
                    <a:pt x="81" y="9"/>
                    <a:pt x="75" y="9"/>
                  </a:cubicBezTo>
                  <a:lnTo>
                    <a:pt x="74" y="9"/>
                  </a:lnTo>
                  <a:cubicBezTo>
                    <a:pt x="62" y="9"/>
                    <a:pt x="52" y="16"/>
                    <a:pt x="44" y="30"/>
                  </a:cubicBezTo>
                  <a:lnTo>
                    <a:pt x="42" y="32"/>
                  </a:lnTo>
                  <a:lnTo>
                    <a:pt x="35" y="61"/>
                  </a:lnTo>
                  <a:cubicBezTo>
                    <a:pt x="31" y="79"/>
                    <a:pt x="28" y="89"/>
                    <a:pt x="27" y="90"/>
                  </a:cubicBezTo>
                  <a:cubicBezTo>
                    <a:pt x="25" y="94"/>
                    <a:pt x="22" y="96"/>
                    <a:pt x="18" y="96"/>
                  </a:cubicBezTo>
                  <a:cubicBezTo>
                    <a:pt x="16" y="96"/>
                    <a:pt x="15" y="96"/>
                    <a:pt x="14" y="95"/>
                  </a:cubicBezTo>
                  <a:cubicBezTo>
                    <a:pt x="13" y="94"/>
                    <a:pt x="12" y="93"/>
                    <a:pt x="11" y="92"/>
                  </a:cubicBezTo>
                  <a:cubicBezTo>
                    <a:pt x="11" y="92"/>
                    <a:pt x="11" y="91"/>
                    <a:pt x="11" y="90"/>
                  </a:cubicBezTo>
                  <a:cubicBezTo>
                    <a:pt x="11" y="88"/>
                    <a:pt x="14" y="77"/>
                    <a:pt x="19" y="56"/>
                  </a:cubicBezTo>
                  <a:cubicBezTo>
                    <a:pt x="24" y="35"/>
                    <a:pt x="27" y="23"/>
                    <a:pt x="27" y="21"/>
                  </a:cubicBezTo>
                  <a:cubicBezTo>
                    <a:pt x="27" y="21"/>
                    <a:pt x="28" y="19"/>
                    <a:pt x="28" y="17"/>
                  </a:cubicBezTo>
                  <a:cubicBezTo>
                    <a:pt x="28" y="11"/>
                    <a:pt x="26" y="8"/>
                    <a:pt x="22" y="8"/>
                  </a:cubicBezTo>
                  <a:cubicBezTo>
                    <a:pt x="17" y="8"/>
                    <a:pt x="13" y="15"/>
                    <a:pt x="9" y="30"/>
                  </a:cubicBezTo>
                  <a:cubicBezTo>
                    <a:pt x="8" y="32"/>
                    <a:pt x="8" y="34"/>
                    <a:pt x="8" y="34"/>
                  </a:cubicBezTo>
                  <a:cubicBezTo>
                    <a:pt x="8" y="35"/>
                    <a:pt x="6" y="35"/>
                    <a:pt x="4" y="35"/>
                  </a:cubicBezTo>
                  <a:lnTo>
                    <a:pt x="1" y="35"/>
                  </a:lnTo>
                  <a:cubicBezTo>
                    <a:pt x="0" y="34"/>
                    <a:pt x="0" y="34"/>
                    <a:pt x="0" y="3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88" name="Freeform 45"/>
            <p:cNvSpPr>
              <a:spLocks/>
            </p:cNvSpPr>
            <p:nvPr/>
          </p:nvSpPr>
          <p:spPr bwMode="auto">
            <a:xfrm>
              <a:off x="-134" y="2709"/>
              <a:ext cx="24" cy="101"/>
            </a:xfrm>
            <a:custGeom>
              <a:avLst/>
              <a:gdLst>
                <a:gd name="T0" fmla="*/ 1 w 50"/>
                <a:gd name="T1" fmla="*/ 0 h 211"/>
                <a:gd name="T2" fmla="*/ 2 w 50"/>
                <a:gd name="T3" fmla="*/ 0 h 211"/>
                <a:gd name="T4" fmla="*/ 4 w 50"/>
                <a:gd name="T5" fmla="*/ 0 h 211"/>
                <a:gd name="T6" fmla="*/ 6 w 50"/>
                <a:gd name="T7" fmla="*/ 0 h 211"/>
                <a:gd name="T8" fmla="*/ 12 w 50"/>
                <a:gd name="T9" fmla="*/ 5 h 211"/>
                <a:gd name="T10" fmla="*/ 41 w 50"/>
                <a:gd name="T11" fmla="*/ 50 h 211"/>
                <a:gd name="T12" fmla="*/ 50 w 50"/>
                <a:gd name="T13" fmla="*/ 106 h 211"/>
                <a:gd name="T14" fmla="*/ 48 w 50"/>
                <a:gd name="T15" fmla="*/ 133 h 211"/>
                <a:gd name="T16" fmla="*/ 43 w 50"/>
                <a:gd name="T17" fmla="*/ 156 h 211"/>
                <a:gd name="T18" fmla="*/ 36 w 50"/>
                <a:gd name="T19" fmla="*/ 174 h 211"/>
                <a:gd name="T20" fmla="*/ 27 w 50"/>
                <a:gd name="T21" fmla="*/ 189 h 211"/>
                <a:gd name="T22" fmla="*/ 19 w 50"/>
                <a:gd name="T23" fmla="*/ 199 h 211"/>
                <a:gd name="T24" fmla="*/ 12 w 50"/>
                <a:gd name="T25" fmla="*/ 206 h 211"/>
                <a:gd name="T26" fmla="*/ 7 w 50"/>
                <a:gd name="T27" fmla="*/ 210 h 211"/>
                <a:gd name="T28" fmla="*/ 6 w 50"/>
                <a:gd name="T29" fmla="*/ 211 h 211"/>
                <a:gd name="T30" fmla="*/ 4 w 50"/>
                <a:gd name="T31" fmla="*/ 211 h 211"/>
                <a:gd name="T32" fmla="*/ 2 w 50"/>
                <a:gd name="T33" fmla="*/ 211 h 211"/>
                <a:gd name="T34" fmla="*/ 0 w 50"/>
                <a:gd name="T35" fmla="*/ 211 h 211"/>
                <a:gd name="T36" fmla="*/ 0 w 50"/>
                <a:gd name="T37" fmla="*/ 209 h 211"/>
                <a:gd name="T38" fmla="*/ 2 w 50"/>
                <a:gd name="T39" fmla="*/ 206 h 211"/>
                <a:gd name="T40" fmla="*/ 35 w 50"/>
                <a:gd name="T41" fmla="*/ 106 h 211"/>
                <a:gd name="T42" fmla="*/ 2 w 50"/>
                <a:gd name="T43" fmla="*/ 5 h 211"/>
                <a:gd name="T44" fmla="*/ 0 w 50"/>
                <a:gd name="T45" fmla="*/ 3 h 211"/>
                <a:gd name="T46" fmla="*/ 1 w 50"/>
                <a:gd name="T4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1">
                  <a:moveTo>
                    <a:pt x="1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12" y="5"/>
                  </a:lnTo>
                  <a:cubicBezTo>
                    <a:pt x="26" y="17"/>
                    <a:pt x="35" y="32"/>
                    <a:pt x="41" y="50"/>
                  </a:cubicBezTo>
                  <a:cubicBezTo>
                    <a:pt x="47" y="68"/>
                    <a:pt x="50" y="86"/>
                    <a:pt x="50" y="106"/>
                  </a:cubicBezTo>
                  <a:cubicBezTo>
                    <a:pt x="50" y="115"/>
                    <a:pt x="50" y="124"/>
                    <a:pt x="48" y="133"/>
                  </a:cubicBezTo>
                  <a:cubicBezTo>
                    <a:pt x="47" y="142"/>
                    <a:pt x="45" y="150"/>
                    <a:pt x="43" y="156"/>
                  </a:cubicBezTo>
                  <a:cubicBezTo>
                    <a:pt x="41" y="162"/>
                    <a:pt x="39" y="168"/>
                    <a:pt x="36" y="174"/>
                  </a:cubicBezTo>
                  <a:cubicBezTo>
                    <a:pt x="32" y="181"/>
                    <a:pt x="29" y="185"/>
                    <a:pt x="27" y="189"/>
                  </a:cubicBezTo>
                  <a:cubicBezTo>
                    <a:pt x="26" y="192"/>
                    <a:pt x="23" y="195"/>
                    <a:pt x="19" y="199"/>
                  </a:cubicBezTo>
                  <a:cubicBezTo>
                    <a:pt x="15" y="203"/>
                    <a:pt x="13" y="206"/>
                    <a:pt x="12" y="206"/>
                  </a:cubicBezTo>
                  <a:cubicBezTo>
                    <a:pt x="11" y="207"/>
                    <a:pt x="10" y="208"/>
                    <a:pt x="7" y="210"/>
                  </a:cubicBezTo>
                  <a:lnTo>
                    <a:pt x="6" y="211"/>
                  </a:lnTo>
                  <a:lnTo>
                    <a:pt x="4" y="211"/>
                  </a:lnTo>
                  <a:lnTo>
                    <a:pt x="2" y="211"/>
                  </a:lnTo>
                  <a:cubicBezTo>
                    <a:pt x="1" y="211"/>
                    <a:pt x="1" y="211"/>
                    <a:pt x="0" y="211"/>
                  </a:cubicBezTo>
                  <a:cubicBezTo>
                    <a:pt x="0" y="210"/>
                    <a:pt x="0" y="209"/>
                    <a:pt x="0" y="209"/>
                  </a:cubicBezTo>
                  <a:cubicBezTo>
                    <a:pt x="0" y="208"/>
                    <a:pt x="1" y="208"/>
                    <a:pt x="2" y="206"/>
                  </a:cubicBezTo>
                  <a:cubicBezTo>
                    <a:pt x="24" y="183"/>
                    <a:pt x="35" y="150"/>
                    <a:pt x="35" y="106"/>
                  </a:cubicBezTo>
                  <a:cubicBezTo>
                    <a:pt x="35" y="62"/>
                    <a:pt x="24" y="28"/>
                    <a:pt x="2" y="5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43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lang="ja-JP" altLang="en-US" dirty="0"/>
              <a:t>の導出について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11</a:t>
            </a:fld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ja-JP" altLang="en-US" dirty="0" smtClean="0"/>
              <a:t>ここまでで，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解の重みの平均値</a:t>
            </a:r>
            <a:r>
              <a:rPr kumimoji="1" lang="ja-JP" altLang="en-US" dirty="0" smtClean="0"/>
              <a:t>が確率分布として表現できた．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後は，これが制約を満たす確率を考えればよい．</a:t>
            </a:r>
            <a:endParaRPr lang="en-US" altLang="ja-JP" dirty="0" smtClean="0"/>
          </a:p>
          <a:p>
            <a:r>
              <a:rPr kumimoji="1" lang="ja-JP" altLang="en-US" dirty="0" smtClean="0"/>
              <a:t>制約が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重みの総和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2)</a:t>
            </a:r>
            <a:r>
              <a:rPr kumimoji="1" lang="ja-JP" altLang="en-US" dirty="0" smtClean="0"/>
              <a:t>であることを考えると，アイテム数が</a:t>
            </a:r>
            <a:r>
              <a:rPr kumimoji="1"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解が制約を満たす確率は，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となる確率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ja-JP" altLang="en-US" dirty="0" smtClean="0"/>
              <a:t>を求めればよい．</a:t>
            </a:r>
            <a:endParaRPr kumimoji="1" lang="ja-JP" altLang="en-US" dirty="0"/>
          </a:p>
        </p:txBody>
      </p:sp>
      <p:sp>
        <p:nvSpPr>
          <p:cNvPr id="142" name="コンテンツ プレースホルダー 3"/>
          <p:cNvSpPr>
            <a:spLocks noGrp="1"/>
          </p:cNvSpPr>
          <p:nvPr>
            <p:ph sz="quarter" idx="13"/>
          </p:nvPr>
        </p:nvSpPr>
        <p:spPr>
          <a:xfrm>
            <a:off x="381000" y="6356349"/>
            <a:ext cx="4990328" cy="365125"/>
          </a:xfrm>
        </p:spPr>
        <p:txBody>
          <a:bodyPr/>
          <a:lstStyle/>
          <a:p>
            <a:r>
              <a:rPr lang="ja-JP" altLang="en-US" dirty="0" smtClean="0"/>
              <a:t>制約違反確率の確率分布モデル化</a:t>
            </a:r>
            <a:endParaRPr kumimoji="1" lang="en-US" altLang="ja-JP" dirty="0" smtClean="0"/>
          </a:p>
        </p:txBody>
      </p:sp>
      <p:grpSp>
        <p:nvGrpSpPr>
          <p:cNvPr id="177" name="Group 83"/>
          <p:cNvGrpSpPr>
            <a:grpSpLocks noChangeAspect="1"/>
          </p:cNvGrpSpPr>
          <p:nvPr/>
        </p:nvGrpSpPr>
        <p:grpSpPr bwMode="auto">
          <a:xfrm>
            <a:off x="3244262" y="4176253"/>
            <a:ext cx="5703477" cy="918000"/>
            <a:chOff x="-836" y="3221"/>
            <a:chExt cx="1634" cy="263"/>
          </a:xfrm>
          <a:solidFill>
            <a:schemeClr val="tx1"/>
          </a:solidFill>
        </p:grpSpPr>
        <p:sp>
          <p:nvSpPr>
            <p:cNvPr id="178" name="Freeform 84"/>
            <p:cNvSpPr>
              <a:spLocks noEditPoints="1"/>
            </p:cNvSpPr>
            <p:nvPr/>
          </p:nvSpPr>
          <p:spPr bwMode="auto">
            <a:xfrm>
              <a:off x="-836" y="3308"/>
              <a:ext cx="73" cy="69"/>
            </a:xfrm>
            <a:custGeom>
              <a:avLst/>
              <a:gdLst>
                <a:gd name="T0" fmla="*/ 54 w 151"/>
                <a:gd name="T1" fmla="*/ 12 h 144"/>
                <a:gd name="T2" fmla="*/ 42 w 151"/>
                <a:gd name="T3" fmla="*/ 10 h 144"/>
                <a:gd name="T4" fmla="*/ 35 w 151"/>
                <a:gd name="T5" fmla="*/ 10 h 144"/>
                <a:gd name="T6" fmla="*/ 34 w 151"/>
                <a:gd name="T7" fmla="*/ 8 h 144"/>
                <a:gd name="T8" fmla="*/ 34 w 151"/>
                <a:gd name="T9" fmla="*/ 5 h 144"/>
                <a:gd name="T10" fmla="*/ 36 w 151"/>
                <a:gd name="T11" fmla="*/ 1 h 144"/>
                <a:gd name="T12" fmla="*/ 77 w 151"/>
                <a:gd name="T13" fmla="*/ 0 h 144"/>
                <a:gd name="T14" fmla="*/ 120 w 151"/>
                <a:gd name="T15" fmla="*/ 1 h 144"/>
                <a:gd name="T16" fmla="*/ 142 w 151"/>
                <a:gd name="T17" fmla="*/ 11 h 144"/>
                <a:gd name="T18" fmla="*/ 151 w 151"/>
                <a:gd name="T19" fmla="*/ 33 h 144"/>
                <a:gd name="T20" fmla="*/ 138 w 151"/>
                <a:gd name="T21" fmla="*/ 62 h 144"/>
                <a:gd name="T22" fmla="*/ 100 w 151"/>
                <a:gd name="T23" fmla="*/ 80 h 144"/>
                <a:gd name="T24" fmla="*/ 78 w 151"/>
                <a:gd name="T25" fmla="*/ 81 h 144"/>
                <a:gd name="T26" fmla="*/ 58 w 151"/>
                <a:gd name="T27" fmla="*/ 81 h 144"/>
                <a:gd name="T28" fmla="*/ 51 w 151"/>
                <a:gd name="T29" fmla="*/ 106 h 144"/>
                <a:gd name="T30" fmla="*/ 45 w 151"/>
                <a:gd name="T31" fmla="*/ 132 h 144"/>
                <a:gd name="T32" fmla="*/ 45 w 151"/>
                <a:gd name="T33" fmla="*/ 133 h 144"/>
                <a:gd name="T34" fmla="*/ 47 w 151"/>
                <a:gd name="T35" fmla="*/ 134 h 144"/>
                <a:gd name="T36" fmla="*/ 50 w 151"/>
                <a:gd name="T37" fmla="*/ 134 h 144"/>
                <a:gd name="T38" fmla="*/ 57 w 151"/>
                <a:gd name="T39" fmla="*/ 135 h 144"/>
                <a:gd name="T40" fmla="*/ 64 w 151"/>
                <a:gd name="T41" fmla="*/ 135 h 144"/>
                <a:gd name="T42" fmla="*/ 65 w 151"/>
                <a:gd name="T43" fmla="*/ 137 h 144"/>
                <a:gd name="T44" fmla="*/ 64 w 151"/>
                <a:gd name="T45" fmla="*/ 143 h 144"/>
                <a:gd name="T46" fmla="*/ 60 w 151"/>
                <a:gd name="T47" fmla="*/ 144 h 144"/>
                <a:gd name="T48" fmla="*/ 53 w 151"/>
                <a:gd name="T49" fmla="*/ 144 h 144"/>
                <a:gd name="T50" fmla="*/ 31 w 151"/>
                <a:gd name="T51" fmla="*/ 144 h 144"/>
                <a:gd name="T52" fmla="*/ 11 w 151"/>
                <a:gd name="T53" fmla="*/ 144 h 144"/>
                <a:gd name="T54" fmla="*/ 4 w 151"/>
                <a:gd name="T55" fmla="*/ 144 h 144"/>
                <a:gd name="T56" fmla="*/ 0 w 151"/>
                <a:gd name="T57" fmla="*/ 142 h 144"/>
                <a:gd name="T58" fmla="*/ 1 w 151"/>
                <a:gd name="T59" fmla="*/ 139 h 144"/>
                <a:gd name="T60" fmla="*/ 2 w 151"/>
                <a:gd name="T61" fmla="*/ 135 h 144"/>
                <a:gd name="T62" fmla="*/ 7 w 151"/>
                <a:gd name="T63" fmla="*/ 135 h 144"/>
                <a:gd name="T64" fmla="*/ 20 w 151"/>
                <a:gd name="T65" fmla="*/ 134 h 144"/>
                <a:gd name="T66" fmla="*/ 24 w 151"/>
                <a:gd name="T67" fmla="*/ 132 h 144"/>
                <a:gd name="T68" fmla="*/ 39 w 151"/>
                <a:gd name="T69" fmla="*/ 73 h 144"/>
                <a:gd name="T70" fmla="*/ 54 w 151"/>
                <a:gd name="T71" fmla="*/ 12 h 144"/>
                <a:gd name="T72" fmla="*/ 129 w 151"/>
                <a:gd name="T73" fmla="*/ 28 h 144"/>
                <a:gd name="T74" fmla="*/ 129 w 151"/>
                <a:gd name="T75" fmla="*/ 23 h 144"/>
                <a:gd name="T76" fmla="*/ 127 w 151"/>
                <a:gd name="T77" fmla="*/ 18 h 144"/>
                <a:gd name="T78" fmla="*/ 122 w 151"/>
                <a:gd name="T79" fmla="*/ 14 h 144"/>
                <a:gd name="T80" fmla="*/ 111 w 151"/>
                <a:gd name="T81" fmla="*/ 10 h 144"/>
                <a:gd name="T82" fmla="*/ 94 w 151"/>
                <a:gd name="T83" fmla="*/ 10 h 144"/>
                <a:gd name="T84" fmla="*/ 87 w 151"/>
                <a:gd name="T85" fmla="*/ 10 h 144"/>
                <a:gd name="T86" fmla="*/ 81 w 151"/>
                <a:gd name="T87" fmla="*/ 10 h 144"/>
                <a:gd name="T88" fmla="*/ 78 w 151"/>
                <a:gd name="T89" fmla="*/ 10 h 144"/>
                <a:gd name="T90" fmla="*/ 74 w 151"/>
                <a:gd name="T91" fmla="*/ 12 h 144"/>
                <a:gd name="T92" fmla="*/ 70 w 151"/>
                <a:gd name="T93" fmla="*/ 28 h 144"/>
                <a:gd name="T94" fmla="*/ 63 w 151"/>
                <a:gd name="T95" fmla="*/ 57 h 144"/>
                <a:gd name="T96" fmla="*/ 59 w 151"/>
                <a:gd name="T97" fmla="*/ 72 h 144"/>
                <a:gd name="T98" fmla="*/ 76 w 151"/>
                <a:gd name="T99" fmla="*/ 72 h 144"/>
                <a:gd name="T100" fmla="*/ 79 w 151"/>
                <a:gd name="T101" fmla="*/ 72 h 144"/>
                <a:gd name="T102" fmla="*/ 84 w 151"/>
                <a:gd name="T103" fmla="*/ 72 h 144"/>
                <a:gd name="T104" fmla="*/ 118 w 151"/>
                <a:gd name="T105" fmla="*/ 62 h 144"/>
                <a:gd name="T106" fmla="*/ 126 w 151"/>
                <a:gd name="T107" fmla="*/ 45 h 144"/>
                <a:gd name="T108" fmla="*/ 129 w 151"/>
                <a:gd name="T109" fmla="*/ 28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1" h="144">
                  <a:moveTo>
                    <a:pt x="54" y="12"/>
                  </a:moveTo>
                  <a:cubicBezTo>
                    <a:pt x="54" y="11"/>
                    <a:pt x="50" y="10"/>
                    <a:pt x="42" y="10"/>
                  </a:cubicBezTo>
                  <a:cubicBezTo>
                    <a:pt x="38" y="10"/>
                    <a:pt x="36" y="10"/>
                    <a:pt x="35" y="10"/>
                  </a:cubicBezTo>
                  <a:cubicBezTo>
                    <a:pt x="34" y="10"/>
                    <a:pt x="34" y="9"/>
                    <a:pt x="34" y="8"/>
                  </a:cubicBezTo>
                  <a:cubicBezTo>
                    <a:pt x="34" y="8"/>
                    <a:pt x="34" y="7"/>
                    <a:pt x="34" y="5"/>
                  </a:cubicBezTo>
                  <a:cubicBezTo>
                    <a:pt x="35" y="3"/>
                    <a:pt x="35" y="1"/>
                    <a:pt x="36" y="1"/>
                  </a:cubicBezTo>
                  <a:cubicBezTo>
                    <a:pt x="36" y="0"/>
                    <a:pt x="50" y="0"/>
                    <a:pt x="77" y="0"/>
                  </a:cubicBezTo>
                  <a:cubicBezTo>
                    <a:pt x="104" y="0"/>
                    <a:pt x="118" y="1"/>
                    <a:pt x="120" y="1"/>
                  </a:cubicBezTo>
                  <a:cubicBezTo>
                    <a:pt x="129" y="3"/>
                    <a:pt x="136" y="6"/>
                    <a:pt x="142" y="11"/>
                  </a:cubicBezTo>
                  <a:cubicBezTo>
                    <a:pt x="148" y="17"/>
                    <a:pt x="151" y="24"/>
                    <a:pt x="151" y="33"/>
                  </a:cubicBezTo>
                  <a:cubicBezTo>
                    <a:pt x="151" y="43"/>
                    <a:pt x="147" y="53"/>
                    <a:pt x="138" y="62"/>
                  </a:cubicBezTo>
                  <a:cubicBezTo>
                    <a:pt x="128" y="72"/>
                    <a:pt x="115" y="78"/>
                    <a:pt x="100" y="80"/>
                  </a:cubicBezTo>
                  <a:cubicBezTo>
                    <a:pt x="99" y="81"/>
                    <a:pt x="92" y="81"/>
                    <a:pt x="78" y="81"/>
                  </a:cubicBezTo>
                  <a:lnTo>
                    <a:pt x="58" y="81"/>
                  </a:lnTo>
                  <a:lnTo>
                    <a:pt x="51" y="106"/>
                  </a:lnTo>
                  <a:cubicBezTo>
                    <a:pt x="47" y="122"/>
                    <a:pt x="45" y="131"/>
                    <a:pt x="45" y="132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6" y="133"/>
                    <a:pt x="46" y="133"/>
                    <a:pt x="47" y="134"/>
                  </a:cubicBezTo>
                  <a:cubicBezTo>
                    <a:pt x="48" y="134"/>
                    <a:pt x="49" y="134"/>
                    <a:pt x="50" y="134"/>
                  </a:cubicBezTo>
                  <a:cubicBezTo>
                    <a:pt x="52" y="134"/>
                    <a:pt x="54" y="134"/>
                    <a:pt x="57" y="135"/>
                  </a:cubicBezTo>
                  <a:lnTo>
                    <a:pt x="64" y="135"/>
                  </a:lnTo>
                  <a:cubicBezTo>
                    <a:pt x="65" y="136"/>
                    <a:pt x="65" y="137"/>
                    <a:pt x="65" y="137"/>
                  </a:cubicBezTo>
                  <a:cubicBezTo>
                    <a:pt x="65" y="139"/>
                    <a:pt x="65" y="141"/>
                    <a:pt x="64" y="143"/>
                  </a:cubicBezTo>
                  <a:cubicBezTo>
                    <a:pt x="63" y="144"/>
                    <a:pt x="62" y="144"/>
                    <a:pt x="60" y="144"/>
                  </a:cubicBezTo>
                  <a:cubicBezTo>
                    <a:pt x="60" y="144"/>
                    <a:pt x="57" y="144"/>
                    <a:pt x="53" y="144"/>
                  </a:cubicBezTo>
                  <a:cubicBezTo>
                    <a:pt x="48" y="144"/>
                    <a:pt x="41" y="144"/>
                    <a:pt x="31" y="144"/>
                  </a:cubicBezTo>
                  <a:lnTo>
                    <a:pt x="11" y="144"/>
                  </a:lnTo>
                  <a:cubicBezTo>
                    <a:pt x="7" y="144"/>
                    <a:pt x="4" y="144"/>
                    <a:pt x="4" y="144"/>
                  </a:cubicBezTo>
                  <a:cubicBezTo>
                    <a:pt x="1" y="144"/>
                    <a:pt x="0" y="143"/>
                    <a:pt x="0" y="142"/>
                  </a:cubicBezTo>
                  <a:cubicBezTo>
                    <a:pt x="0" y="142"/>
                    <a:pt x="0" y="141"/>
                    <a:pt x="1" y="139"/>
                  </a:cubicBezTo>
                  <a:cubicBezTo>
                    <a:pt x="1" y="137"/>
                    <a:pt x="2" y="136"/>
                    <a:pt x="2" y="135"/>
                  </a:cubicBezTo>
                  <a:cubicBezTo>
                    <a:pt x="3" y="135"/>
                    <a:pt x="5" y="135"/>
                    <a:pt x="7" y="135"/>
                  </a:cubicBezTo>
                  <a:cubicBezTo>
                    <a:pt x="11" y="135"/>
                    <a:pt x="15" y="134"/>
                    <a:pt x="20" y="134"/>
                  </a:cubicBezTo>
                  <a:cubicBezTo>
                    <a:pt x="22" y="134"/>
                    <a:pt x="23" y="133"/>
                    <a:pt x="24" y="132"/>
                  </a:cubicBezTo>
                  <a:cubicBezTo>
                    <a:pt x="24" y="131"/>
                    <a:pt x="29" y="111"/>
                    <a:pt x="39" y="73"/>
                  </a:cubicBezTo>
                  <a:cubicBezTo>
                    <a:pt x="49" y="34"/>
                    <a:pt x="54" y="14"/>
                    <a:pt x="54" y="12"/>
                  </a:cubicBezTo>
                  <a:close/>
                  <a:moveTo>
                    <a:pt x="129" y="28"/>
                  </a:moveTo>
                  <a:cubicBezTo>
                    <a:pt x="129" y="26"/>
                    <a:pt x="129" y="24"/>
                    <a:pt x="129" y="23"/>
                  </a:cubicBezTo>
                  <a:cubicBezTo>
                    <a:pt x="128" y="22"/>
                    <a:pt x="128" y="20"/>
                    <a:pt x="127" y="18"/>
                  </a:cubicBezTo>
                  <a:cubicBezTo>
                    <a:pt x="126" y="16"/>
                    <a:pt x="124" y="15"/>
                    <a:pt x="122" y="14"/>
                  </a:cubicBezTo>
                  <a:cubicBezTo>
                    <a:pt x="119" y="13"/>
                    <a:pt x="116" y="12"/>
                    <a:pt x="111" y="10"/>
                  </a:cubicBezTo>
                  <a:cubicBezTo>
                    <a:pt x="110" y="10"/>
                    <a:pt x="105" y="10"/>
                    <a:pt x="94" y="10"/>
                  </a:cubicBezTo>
                  <a:lnTo>
                    <a:pt x="87" y="10"/>
                  </a:lnTo>
                  <a:cubicBezTo>
                    <a:pt x="84" y="10"/>
                    <a:pt x="82" y="10"/>
                    <a:pt x="81" y="10"/>
                  </a:cubicBezTo>
                  <a:cubicBezTo>
                    <a:pt x="79" y="10"/>
                    <a:pt x="78" y="10"/>
                    <a:pt x="78" y="10"/>
                  </a:cubicBezTo>
                  <a:cubicBezTo>
                    <a:pt x="76" y="10"/>
                    <a:pt x="75" y="11"/>
                    <a:pt x="74" y="12"/>
                  </a:cubicBezTo>
                  <a:cubicBezTo>
                    <a:pt x="74" y="13"/>
                    <a:pt x="73" y="18"/>
                    <a:pt x="70" y="28"/>
                  </a:cubicBezTo>
                  <a:cubicBezTo>
                    <a:pt x="68" y="38"/>
                    <a:pt x="66" y="48"/>
                    <a:pt x="63" y="57"/>
                  </a:cubicBezTo>
                  <a:cubicBezTo>
                    <a:pt x="61" y="67"/>
                    <a:pt x="59" y="72"/>
                    <a:pt x="59" y="72"/>
                  </a:cubicBezTo>
                  <a:cubicBezTo>
                    <a:pt x="59" y="72"/>
                    <a:pt x="65" y="72"/>
                    <a:pt x="76" y="72"/>
                  </a:cubicBezTo>
                  <a:lnTo>
                    <a:pt x="79" y="72"/>
                  </a:lnTo>
                  <a:lnTo>
                    <a:pt x="84" y="72"/>
                  </a:lnTo>
                  <a:cubicBezTo>
                    <a:pt x="100" y="72"/>
                    <a:pt x="111" y="69"/>
                    <a:pt x="118" y="62"/>
                  </a:cubicBezTo>
                  <a:cubicBezTo>
                    <a:pt x="121" y="58"/>
                    <a:pt x="124" y="52"/>
                    <a:pt x="126" y="45"/>
                  </a:cubicBezTo>
                  <a:cubicBezTo>
                    <a:pt x="128" y="38"/>
                    <a:pt x="129" y="32"/>
                    <a:pt x="129" y="2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79" name="Freeform 85"/>
            <p:cNvSpPr>
              <a:spLocks/>
            </p:cNvSpPr>
            <p:nvPr/>
          </p:nvSpPr>
          <p:spPr bwMode="auto">
            <a:xfrm>
              <a:off x="-725" y="3231"/>
              <a:ext cx="50" cy="243"/>
            </a:xfrm>
            <a:custGeom>
              <a:avLst/>
              <a:gdLst>
                <a:gd name="T0" fmla="*/ 104 w 104"/>
                <a:gd name="T1" fmla="*/ 504 h 506"/>
                <a:gd name="T2" fmla="*/ 102 w 104"/>
                <a:gd name="T3" fmla="*/ 506 h 506"/>
                <a:gd name="T4" fmla="*/ 96 w 104"/>
                <a:gd name="T5" fmla="*/ 506 h 506"/>
                <a:gd name="T6" fmla="*/ 90 w 104"/>
                <a:gd name="T7" fmla="*/ 500 h 506"/>
                <a:gd name="T8" fmla="*/ 80 w 104"/>
                <a:gd name="T9" fmla="*/ 491 h 506"/>
                <a:gd name="T10" fmla="*/ 69 w 104"/>
                <a:gd name="T11" fmla="*/ 478 h 506"/>
                <a:gd name="T12" fmla="*/ 56 w 104"/>
                <a:gd name="T13" fmla="*/ 461 h 506"/>
                <a:gd name="T14" fmla="*/ 43 w 104"/>
                <a:gd name="T15" fmla="*/ 440 h 506"/>
                <a:gd name="T16" fmla="*/ 30 w 104"/>
                <a:gd name="T17" fmla="*/ 413 h 506"/>
                <a:gd name="T18" fmla="*/ 18 w 104"/>
                <a:gd name="T19" fmla="*/ 382 h 506"/>
                <a:gd name="T20" fmla="*/ 8 w 104"/>
                <a:gd name="T21" fmla="*/ 345 h 506"/>
                <a:gd name="T22" fmla="*/ 2 w 104"/>
                <a:gd name="T23" fmla="*/ 302 h 506"/>
                <a:gd name="T24" fmla="*/ 0 w 104"/>
                <a:gd name="T25" fmla="*/ 252 h 506"/>
                <a:gd name="T26" fmla="*/ 77 w 104"/>
                <a:gd name="T27" fmla="*/ 18 h 506"/>
                <a:gd name="T28" fmla="*/ 86 w 104"/>
                <a:gd name="T29" fmla="*/ 9 h 506"/>
                <a:gd name="T30" fmla="*/ 93 w 104"/>
                <a:gd name="T31" fmla="*/ 2 h 506"/>
                <a:gd name="T32" fmla="*/ 96 w 104"/>
                <a:gd name="T33" fmla="*/ 0 h 506"/>
                <a:gd name="T34" fmla="*/ 102 w 104"/>
                <a:gd name="T35" fmla="*/ 0 h 506"/>
                <a:gd name="T36" fmla="*/ 104 w 104"/>
                <a:gd name="T37" fmla="*/ 1 h 506"/>
                <a:gd name="T38" fmla="*/ 99 w 104"/>
                <a:gd name="T39" fmla="*/ 7 h 506"/>
                <a:gd name="T40" fmla="*/ 88 w 104"/>
                <a:gd name="T41" fmla="*/ 19 h 506"/>
                <a:gd name="T42" fmla="*/ 73 w 104"/>
                <a:gd name="T43" fmla="*/ 39 h 506"/>
                <a:gd name="T44" fmla="*/ 56 w 104"/>
                <a:gd name="T45" fmla="*/ 70 h 506"/>
                <a:gd name="T46" fmla="*/ 40 w 104"/>
                <a:gd name="T47" fmla="*/ 110 h 506"/>
                <a:gd name="T48" fmla="*/ 27 w 104"/>
                <a:gd name="T49" fmla="*/ 163 h 506"/>
                <a:gd name="T50" fmla="*/ 21 w 104"/>
                <a:gd name="T51" fmla="*/ 230 h 506"/>
                <a:gd name="T52" fmla="*/ 20 w 104"/>
                <a:gd name="T53" fmla="*/ 253 h 506"/>
                <a:gd name="T54" fmla="*/ 40 w 104"/>
                <a:gd name="T55" fmla="*/ 396 h 506"/>
                <a:gd name="T56" fmla="*/ 101 w 104"/>
                <a:gd name="T57" fmla="*/ 500 h 506"/>
                <a:gd name="T58" fmla="*/ 104 w 104"/>
                <a:gd name="T59" fmla="*/ 504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4" h="506">
                  <a:moveTo>
                    <a:pt x="104" y="504"/>
                  </a:moveTo>
                  <a:cubicBezTo>
                    <a:pt x="104" y="504"/>
                    <a:pt x="103" y="505"/>
                    <a:pt x="102" y="506"/>
                  </a:cubicBezTo>
                  <a:lnTo>
                    <a:pt x="96" y="506"/>
                  </a:lnTo>
                  <a:cubicBezTo>
                    <a:pt x="96" y="505"/>
                    <a:pt x="94" y="503"/>
                    <a:pt x="90" y="500"/>
                  </a:cubicBezTo>
                  <a:cubicBezTo>
                    <a:pt x="86" y="496"/>
                    <a:pt x="83" y="493"/>
                    <a:pt x="80" y="491"/>
                  </a:cubicBezTo>
                  <a:cubicBezTo>
                    <a:pt x="78" y="488"/>
                    <a:pt x="74" y="484"/>
                    <a:pt x="69" y="478"/>
                  </a:cubicBezTo>
                  <a:cubicBezTo>
                    <a:pt x="64" y="472"/>
                    <a:pt x="60" y="466"/>
                    <a:pt x="56" y="461"/>
                  </a:cubicBezTo>
                  <a:cubicBezTo>
                    <a:pt x="52" y="456"/>
                    <a:pt x="48" y="448"/>
                    <a:pt x="43" y="440"/>
                  </a:cubicBezTo>
                  <a:cubicBezTo>
                    <a:pt x="38" y="431"/>
                    <a:pt x="33" y="422"/>
                    <a:pt x="30" y="413"/>
                  </a:cubicBezTo>
                  <a:cubicBezTo>
                    <a:pt x="26" y="404"/>
                    <a:pt x="22" y="394"/>
                    <a:pt x="18" y="382"/>
                  </a:cubicBezTo>
                  <a:cubicBezTo>
                    <a:pt x="14" y="370"/>
                    <a:pt x="11" y="357"/>
                    <a:pt x="8" y="345"/>
                  </a:cubicBezTo>
                  <a:cubicBezTo>
                    <a:pt x="6" y="332"/>
                    <a:pt x="4" y="318"/>
                    <a:pt x="2" y="302"/>
                  </a:cubicBezTo>
                  <a:cubicBezTo>
                    <a:pt x="1" y="286"/>
                    <a:pt x="0" y="269"/>
                    <a:pt x="0" y="252"/>
                  </a:cubicBezTo>
                  <a:cubicBezTo>
                    <a:pt x="0" y="152"/>
                    <a:pt x="25" y="74"/>
                    <a:pt x="77" y="18"/>
                  </a:cubicBezTo>
                  <a:cubicBezTo>
                    <a:pt x="80" y="15"/>
                    <a:pt x="83" y="12"/>
                    <a:pt x="86" y="9"/>
                  </a:cubicBezTo>
                  <a:cubicBezTo>
                    <a:pt x="88" y="6"/>
                    <a:pt x="91" y="4"/>
                    <a:pt x="93" y="2"/>
                  </a:cubicBezTo>
                  <a:cubicBezTo>
                    <a:pt x="94" y="0"/>
                    <a:pt x="96" y="0"/>
                    <a:pt x="96" y="0"/>
                  </a:cubicBezTo>
                  <a:lnTo>
                    <a:pt x="102" y="0"/>
                  </a:lnTo>
                  <a:cubicBezTo>
                    <a:pt x="103" y="0"/>
                    <a:pt x="104" y="1"/>
                    <a:pt x="104" y="1"/>
                  </a:cubicBezTo>
                  <a:cubicBezTo>
                    <a:pt x="104" y="2"/>
                    <a:pt x="102" y="4"/>
                    <a:pt x="99" y="7"/>
                  </a:cubicBezTo>
                  <a:cubicBezTo>
                    <a:pt x="97" y="10"/>
                    <a:pt x="93" y="14"/>
                    <a:pt x="88" y="19"/>
                  </a:cubicBezTo>
                  <a:cubicBezTo>
                    <a:pt x="84" y="25"/>
                    <a:pt x="79" y="31"/>
                    <a:pt x="73" y="39"/>
                  </a:cubicBezTo>
                  <a:cubicBezTo>
                    <a:pt x="68" y="47"/>
                    <a:pt x="62" y="57"/>
                    <a:pt x="56" y="70"/>
                  </a:cubicBezTo>
                  <a:cubicBezTo>
                    <a:pt x="50" y="82"/>
                    <a:pt x="45" y="95"/>
                    <a:pt x="40" y="110"/>
                  </a:cubicBezTo>
                  <a:cubicBezTo>
                    <a:pt x="35" y="125"/>
                    <a:pt x="31" y="142"/>
                    <a:pt x="27" y="163"/>
                  </a:cubicBezTo>
                  <a:cubicBezTo>
                    <a:pt x="24" y="184"/>
                    <a:pt x="22" y="206"/>
                    <a:pt x="21" y="230"/>
                  </a:cubicBezTo>
                  <a:cubicBezTo>
                    <a:pt x="20" y="235"/>
                    <a:pt x="20" y="243"/>
                    <a:pt x="20" y="253"/>
                  </a:cubicBezTo>
                  <a:cubicBezTo>
                    <a:pt x="20" y="307"/>
                    <a:pt x="27" y="355"/>
                    <a:pt x="40" y="396"/>
                  </a:cubicBezTo>
                  <a:cubicBezTo>
                    <a:pt x="53" y="437"/>
                    <a:pt x="74" y="472"/>
                    <a:pt x="101" y="500"/>
                  </a:cubicBezTo>
                  <a:cubicBezTo>
                    <a:pt x="103" y="502"/>
                    <a:pt x="104" y="503"/>
                    <a:pt x="104" y="50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0" name="Freeform 86"/>
            <p:cNvSpPr>
              <a:spLocks/>
            </p:cNvSpPr>
            <p:nvPr/>
          </p:nvSpPr>
          <p:spPr bwMode="auto">
            <a:xfrm>
              <a:off x="-668" y="3308"/>
              <a:ext cx="86" cy="69"/>
            </a:xfrm>
            <a:custGeom>
              <a:avLst/>
              <a:gdLst>
                <a:gd name="T0" fmla="*/ 42 w 180"/>
                <a:gd name="T1" fmla="*/ 10 h 144"/>
                <a:gd name="T2" fmla="*/ 41 w 180"/>
                <a:gd name="T3" fmla="*/ 10 h 144"/>
                <a:gd name="T4" fmla="*/ 34 w 180"/>
                <a:gd name="T5" fmla="*/ 10 h 144"/>
                <a:gd name="T6" fmla="*/ 33 w 180"/>
                <a:gd name="T7" fmla="*/ 7 h 144"/>
                <a:gd name="T8" fmla="*/ 36 w 180"/>
                <a:gd name="T9" fmla="*/ 1 h 144"/>
                <a:gd name="T10" fmla="*/ 56 w 180"/>
                <a:gd name="T11" fmla="*/ 0 h 144"/>
                <a:gd name="T12" fmla="*/ 75 w 180"/>
                <a:gd name="T13" fmla="*/ 0 h 144"/>
                <a:gd name="T14" fmla="*/ 78 w 180"/>
                <a:gd name="T15" fmla="*/ 2 h 144"/>
                <a:gd name="T16" fmla="*/ 123 w 180"/>
                <a:gd name="T17" fmla="*/ 109 h 144"/>
                <a:gd name="T18" fmla="*/ 134 w 180"/>
                <a:gd name="T19" fmla="*/ 64 h 144"/>
                <a:gd name="T20" fmla="*/ 146 w 180"/>
                <a:gd name="T21" fmla="*/ 17 h 144"/>
                <a:gd name="T22" fmla="*/ 132 w 180"/>
                <a:gd name="T23" fmla="*/ 10 h 144"/>
                <a:gd name="T24" fmla="*/ 127 w 180"/>
                <a:gd name="T25" fmla="*/ 8 h 144"/>
                <a:gd name="T26" fmla="*/ 127 w 180"/>
                <a:gd name="T27" fmla="*/ 5 h 144"/>
                <a:gd name="T28" fmla="*/ 129 w 180"/>
                <a:gd name="T29" fmla="*/ 1 h 144"/>
                <a:gd name="T30" fmla="*/ 131 w 180"/>
                <a:gd name="T31" fmla="*/ 0 h 144"/>
                <a:gd name="T32" fmla="*/ 137 w 180"/>
                <a:gd name="T33" fmla="*/ 1 h 144"/>
                <a:gd name="T34" fmla="*/ 155 w 180"/>
                <a:gd name="T35" fmla="*/ 1 h 144"/>
                <a:gd name="T36" fmla="*/ 171 w 180"/>
                <a:gd name="T37" fmla="*/ 1 h 144"/>
                <a:gd name="T38" fmla="*/ 177 w 180"/>
                <a:gd name="T39" fmla="*/ 1 h 144"/>
                <a:gd name="T40" fmla="*/ 180 w 180"/>
                <a:gd name="T41" fmla="*/ 3 h 144"/>
                <a:gd name="T42" fmla="*/ 179 w 180"/>
                <a:gd name="T43" fmla="*/ 9 h 144"/>
                <a:gd name="T44" fmla="*/ 174 w 180"/>
                <a:gd name="T45" fmla="*/ 10 h 144"/>
                <a:gd name="T46" fmla="*/ 155 w 180"/>
                <a:gd name="T47" fmla="*/ 18 h 144"/>
                <a:gd name="T48" fmla="*/ 124 w 180"/>
                <a:gd name="T49" fmla="*/ 143 h 144"/>
                <a:gd name="T50" fmla="*/ 119 w 180"/>
                <a:gd name="T51" fmla="*/ 144 h 144"/>
                <a:gd name="T52" fmla="*/ 116 w 180"/>
                <a:gd name="T53" fmla="*/ 144 h 144"/>
                <a:gd name="T54" fmla="*/ 89 w 180"/>
                <a:gd name="T55" fmla="*/ 80 h 144"/>
                <a:gd name="T56" fmla="*/ 62 w 180"/>
                <a:gd name="T57" fmla="*/ 17 h 144"/>
                <a:gd name="T58" fmla="*/ 48 w 180"/>
                <a:gd name="T59" fmla="*/ 72 h 144"/>
                <a:gd name="T60" fmla="*/ 34 w 180"/>
                <a:gd name="T61" fmla="*/ 128 h 144"/>
                <a:gd name="T62" fmla="*/ 50 w 180"/>
                <a:gd name="T63" fmla="*/ 135 h 144"/>
                <a:gd name="T64" fmla="*/ 52 w 180"/>
                <a:gd name="T65" fmla="*/ 135 h 144"/>
                <a:gd name="T66" fmla="*/ 53 w 180"/>
                <a:gd name="T67" fmla="*/ 136 h 144"/>
                <a:gd name="T68" fmla="*/ 52 w 180"/>
                <a:gd name="T69" fmla="*/ 140 h 144"/>
                <a:gd name="T70" fmla="*/ 50 w 180"/>
                <a:gd name="T71" fmla="*/ 144 h 144"/>
                <a:gd name="T72" fmla="*/ 48 w 180"/>
                <a:gd name="T73" fmla="*/ 144 h 144"/>
                <a:gd name="T74" fmla="*/ 25 w 180"/>
                <a:gd name="T75" fmla="*/ 144 h 144"/>
                <a:gd name="T76" fmla="*/ 14 w 180"/>
                <a:gd name="T77" fmla="*/ 144 h 144"/>
                <a:gd name="T78" fmla="*/ 6 w 180"/>
                <a:gd name="T79" fmla="*/ 144 h 144"/>
                <a:gd name="T80" fmla="*/ 3 w 180"/>
                <a:gd name="T81" fmla="*/ 144 h 144"/>
                <a:gd name="T82" fmla="*/ 0 w 180"/>
                <a:gd name="T83" fmla="*/ 142 h 144"/>
                <a:gd name="T84" fmla="*/ 0 w 180"/>
                <a:gd name="T85" fmla="*/ 139 h 144"/>
                <a:gd name="T86" fmla="*/ 1 w 180"/>
                <a:gd name="T87" fmla="*/ 136 h 144"/>
                <a:gd name="T88" fmla="*/ 6 w 180"/>
                <a:gd name="T89" fmla="*/ 135 h 144"/>
                <a:gd name="T90" fmla="*/ 25 w 180"/>
                <a:gd name="T91" fmla="*/ 126 h 144"/>
                <a:gd name="T92" fmla="*/ 40 w 180"/>
                <a:gd name="T93" fmla="*/ 68 h 144"/>
                <a:gd name="T94" fmla="*/ 54 w 180"/>
                <a:gd name="T95" fmla="*/ 11 h 144"/>
                <a:gd name="T96" fmla="*/ 42 w 180"/>
                <a:gd name="T97" fmla="*/ 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144">
                  <a:moveTo>
                    <a:pt x="42" y="10"/>
                  </a:moveTo>
                  <a:lnTo>
                    <a:pt x="41" y="10"/>
                  </a:lnTo>
                  <a:cubicBezTo>
                    <a:pt x="37" y="10"/>
                    <a:pt x="35" y="10"/>
                    <a:pt x="34" y="10"/>
                  </a:cubicBezTo>
                  <a:cubicBezTo>
                    <a:pt x="34" y="10"/>
                    <a:pt x="33" y="9"/>
                    <a:pt x="33" y="7"/>
                  </a:cubicBezTo>
                  <a:cubicBezTo>
                    <a:pt x="33" y="4"/>
                    <a:pt x="34" y="1"/>
                    <a:pt x="36" y="1"/>
                  </a:cubicBezTo>
                  <a:cubicBezTo>
                    <a:pt x="36" y="0"/>
                    <a:pt x="43" y="0"/>
                    <a:pt x="56" y="0"/>
                  </a:cubicBezTo>
                  <a:lnTo>
                    <a:pt x="75" y="0"/>
                  </a:lnTo>
                  <a:cubicBezTo>
                    <a:pt x="76" y="0"/>
                    <a:pt x="77" y="1"/>
                    <a:pt x="78" y="2"/>
                  </a:cubicBezTo>
                  <a:cubicBezTo>
                    <a:pt x="107" y="71"/>
                    <a:pt x="122" y="107"/>
                    <a:pt x="123" y="109"/>
                  </a:cubicBezTo>
                  <a:lnTo>
                    <a:pt x="134" y="64"/>
                  </a:lnTo>
                  <a:cubicBezTo>
                    <a:pt x="142" y="34"/>
                    <a:pt x="146" y="19"/>
                    <a:pt x="146" y="17"/>
                  </a:cubicBezTo>
                  <a:cubicBezTo>
                    <a:pt x="146" y="13"/>
                    <a:pt x="141" y="11"/>
                    <a:pt x="132" y="10"/>
                  </a:cubicBezTo>
                  <a:cubicBezTo>
                    <a:pt x="129" y="10"/>
                    <a:pt x="127" y="9"/>
                    <a:pt x="127" y="8"/>
                  </a:cubicBezTo>
                  <a:cubicBezTo>
                    <a:pt x="127" y="7"/>
                    <a:pt x="127" y="7"/>
                    <a:pt x="127" y="5"/>
                  </a:cubicBezTo>
                  <a:cubicBezTo>
                    <a:pt x="128" y="3"/>
                    <a:pt x="128" y="2"/>
                    <a:pt x="129" y="1"/>
                  </a:cubicBezTo>
                  <a:cubicBezTo>
                    <a:pt x="129" y="1"/>
                    <a:pt x="130" y="0"/>
                    <a:pt x="131" y="0"/>
                  </a:cubicBezTo>
                  <a:cubicBezTo>
                    <a:pt x="131" y="0"/>
                    <a:pt x="133" y="0"/>
                    <a:pt x="137" y="1"/>
                  </a:cubicBezTo>
                  <a:cubicBezTo>
                    <a:pt x="141" y="1"/>
                    <a:pt x="147" y="1"/>
                    <a:pt x="155" y="1"/>
                  </a:cubicBezTo>
                  <a:cubicBezTo>
                    <a:pt x="162" y="1"/>
                    <a:pt x="167" y="1"/>
                    <a:pt x="171" y="1"/>
                  </a:cubicBezTo>
                  <a:cubicBezTo>
                    <a:pt x="174" y="1"/>
                    <a:pt x="177" y="1"/>
                    <a:pt x="177" y="1"/>
                  </a:cubicBezTo>
                  <a:cubicBezTo>
                    <a:pt x="179" y="1"/>
                    <a:pt x="180" y="1"/>
                    <a:pt x="180" y="3"/>
                  </a:cubicBezTo>
                  <a:cubicBezTo>
                    <a:pt x="180" y="6"/>
                    <a:pt x="180" y="8"/>
                    <a:pt x="179" y="9"/>
                  </a:cubicBezTo>
                  <a:cubicBezTo>
                    <a:pt x="178" y="10"/>
                    <a:pt x="177" y="10"/>
                    <a:pt x="174" y="10"/>
                  </a:cubicBezTo>
                  <a:cubicBezTo>
                    <a:pt x="164" y="11"/>
                    <a:pt x="158" y="13"/>
                    <a:pt x="155" y="18"/>
                  </a:cubicBezTo>
                  <a:lnTo>
                    <a:pt x="124" y="143"/>
                  </a:lnTo>
                  <a:cubicBezTo>
                    <a:pt x="124" y="144"/>
                    <a:pt x="122" y="144"/>
                    <a:pt x="119" y="144"/>
                  </a:cubicBezTo>
                  <a:cubicBezTo>
                    <a:pt x="117" y="144"/>
                    <a:pt x="116" y="144"/>
                    <a:pt x="116" y="144"/>
                  </a:cubicBezTo>
                  <a:cubicBezTo>
                    <a:pt x="115" y="144"/>
                    <a:pt x="106" y="122"/>
                    <a:pt x="89" y="80"/>
                  </a:cubicBezTo>
                  <a:lnTo>
                    <a:pt x="62" y="17"/>
                  </a:lnTo>
                  <a:lnTo>
                    <a:pt x="48" y="72"/>
                  </a:lnTo>
                  <a:cubicBezTo>
                    <a:pt x="39" y="108"/>
                    <a:pt x="34" y="126"/>
                    <a:pt x="34" y="128"/>
                  </a:cubicBezTo>
                  <a:cubicBezTo>
                    <a:pt x="35" y="132"/>
                    <a:pt x="40" y="135"/>
                    <a:pt x="50" y="135"/>
                  </a:cubicBezTo>
                  <a:lnTo>
                    <a:pt x="52" y="135"/>
                  </a:lnTo>
                  <a:cubicBezTo>
                    <a:pt x="52" y="135"/>
                    <a:pt x="53" y="136"/>
                    <a:pt x="53" y="136"/>
                  </a:cubicBezTo>
                  <a:cubicBezTo>
                    <a:pt x="53" y="137"/>
                    <a:pt x="53" y="138"/>
                    <a:pt x="52" y="140"/>
                  </a:cubicBezTo>
                  <a:cubicBezTo>
                    <a:pt x="52" y="142"/>
                    <a:pt x="51" y="144"/>
                    <a:pt x="50" y="144"/>
                  </a:cubicBezTo>
                  <a:lnTo>
                    <a:pt x="48" y="144"/>
                  </a:lnTo>
                  <a:cubicBezTo>
                    <a:pt x="43" y="144"/>
                    <a:pt x="36" y="144"/>
                    <a:pt x="25" y="144"/>
                  </a:cubicBezTo>
                  <a:lnTo>
                    <a:pt x="14" y="144"/>
                  </a:lnTo>
                  <a:lnTo>
                    <a:pt x="6" y="144"/>
                  </a:lnTo>
                  <a:cubicBezTo>
                    <a:pt x="4" y="144"/>
                    <a:pt x="3" y="144"/>
                    <a:pt x="3" y="144"/>
                  </a:cubicBezTo>
                  <a:cubicBezTo>
                    <a:pt x="1" y="144"/>
                    <a:pt x="0" y="144"/>
                    <a:pt x="0" y="142"/>
                  </a:cubicBezTo>
                  <a:cubicBezTo>
                    <a:pt x="0" y="142"/>
                    <a:pt x="0" y="141"/>
                    <a:pt x="0" y="139"/>
                  </a:cubicBezTo>
                  <a:cubicBezTo>
                    <a:pt x="1" y="137"/>
                    <a:pt x="1" y="136"/>
                    <a:pt x="1" y="136"/>
                  </a:cubicBezTo>
                  <a:cubicBezTo>
                    <a:pt x="1" y="135"/>
                    <a:pt x="3" y="135"/>
                    <a:pt x="6" y="135"/>
                  </a:cubicBezTo>
                  <a:cubicBezTo>
                    <a:pt x="16" y="134"/>
                    <a:pt x="22" y="132"/>
                    <a:pt x="25" y="126"/>
                  </a:cubicBezTo>
                  <a:cubicBezTo>
                    <a:pt x="25" y="126"/>
                    <a:pt x="30" y="106"/>
                    <a:pt x="40" y="68"/>
                  </a:cubicBezTo>
                  <a:lnTo>
                    <a:pt x="54" y="11"/>
                  </a:lnTo>
                  <a:cubicBezTo>
                    <a:pt x="54" y="11"/>
                    <a:pt x="50" y="10"/>
                    <a:pt x="42" y="1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1" name="Freeform 87"/>
            <p:cNvSpPr>
              <a:spLocks/>
            </p:cNvSpPr>
            <p:nvPr/>
          </p:nvSpPr>
          <p:spPr bwMode="auto">
            <a:xfrm>
              <a:off x="-572" y="3301"/>
              <a:ext cx="24" cy="102"/>
            </a:xfrm>
            <a:custGeom>
              <a:avLst/>
              <a:gdLst>
                <a:gd name="T0" fmla="*/ 0 w 51"/>
                <a:gd name="T1" fmla="*/ 106 h 211"/>
                <a:gd name="T2" fmla="*/ 2 w 51"/>
                <a:gd name="T3" fmla="*/ 78 h 211"/>
                <a:gd name="T4" fmla="*/ 7 w 51"/>
                <a:gd name="T5" fmla="*/ 55 h 211"/>
                <a:gd name="T6" fmla="*/ 15 w 51"/>
                <a:gd name="T7" fmla="*/ 37 h 211"/>
                <a:gd name="T8" fmla="*/ 23 w 51"/>
                <a:gd name="T9" fmla="*/ 23 h 211"/>
                <a:gd name="T10" fmla="*/ 32 w 51"/>
                <a:gd name="T11" fmla="*/ 12 h 211"/>
                <a:gd name="T12" fmla="*/ 39 w 51"/>
                <a:gd name="T13" fmla="*/ 5 h 211"/>
                <a:gd name="T14" fmla="*/ 44 w 51"/>
                <a:gd name="T15" fmla="*/ 0 h 211"/>
                <a:gd name="T16" fmla="*/ 47 w 51"/>
                <a:gd name="T17" fmla="*/ 0 h 211"/>
                <a:gd name="T18" fmla="*/ 48 w 51"/>
                <a:gd name="T19" fmla="*/ 0 h 211"/>
                <a:gd name="T20" fmla="*/ 51 w 51"/>
                <a:gd name="T21" fmla="*/ 2 h 211"/>
                <a:gd name="T22" fmla="*/ 47 w 51"/>
                <a:gd name="T23" fmla="*/ 7 h 211"/>
                <a:gd name="T24" fmla="*/ 39 w 51"/>
                <a:gd name="T25" fmla="*/ 18 h 211"/>
                <a:gd name="T26" fmla="*/ 28 w 51"/>
                <a:gd name="T27" fmla="*/ 36 h 211"/>
                <a:gd name="T28" fmla="*/ 19 w 51"/>
                <a:gd name="T29" fmla="*/ 65 h 211"/>
                <a:gd name="T30" fmla="*/ 16 w 51"/>
                <a:gd name="T31" fmla="*/ 106 h 211"/>
                <a:gd name="T32" fmla="*/ 19 w 51"/>
                <a:gd name="T33" fmla="*/ 146 h 211"/>
                <a:gd name="T34" fmla="*/ 28 w 51"/>
                <a:gd name="T35" fmla="*/ 175 h 211"/>
                <a:gd name="T36" fmla="*/ 38 w 51"/>
                <a:gd name="T37" fmla="*/ 194 h 211"/>
                <a:gd name="T38" fmla="*/ 47 w 51"/>
                <a:gd name="T39" fmla="*/ 205 h 211"/>
                <a:gd name="T40" fmla="*/ 51 w 51"/>
                <a:gd name="T41" fmla="*/ 209 h 211"/>
                <a:gd name="T42" fmla="*/ 48 w 51"/>
                <a:gd name="T43" fmla="*/ 211 h 211"/>
                <a:gd name="T44" fmla="*/ 47 w 51"/>
                <a:gd name="T45" fmla="*/ 211 h 211"/>
                <a:gd name="T46" fmla="*/ 44 w 51"/>
                <a:gd name="T47" fmla="*/ 211 h 211"/>
                <a:gd name="T48" fmla="*/ 38 w 51"/>
                <a:gd name="T49" fmla="*/ 206 h 211"/>
                <a:gd name="T50" fmla="*/ 9 w 51"/>
                <a:gd name="T51" fmla="*/ 161 h 211"/>
                <a:gd name="T52" fmla="*/ 0 w 51"/>
                <a:gd name="T53" fmla="*/ 1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" h="211">
                  <a:moveTo>
                    <a:pt x="0" y="106"/>
                  </a:moveTo>
                  <a:cubicBezTo>
                    <a:pt x="0" y="96"/>
                    <a:pt x="1" y="87"/>
                    <a:pt x="2" y="78"/>
                  </a:cubicBezTo>
                  <a:cubicBezTo>
                    <a:pt x="4" y="69"/>
                    <a:pt x="5" y="62"/>
                    <a:pt x="7" y="55"/>
                  </a:cubicBezTo>
                  <a:cubicBezTo>
                    <a:pt x="9" y="49"/>
                    <a:pt x="12" y="43"/>
                    <a:pt x="15" y="37"/>
                  </a:cubicBezTo>
                  <a:cubicBezTo>
                    <a:pt x="19" y="31"/>
                    <a:pt x="21" y="26"/>
                    <a:pt x="23" y="23"/>
                  </a:cubicBezTo>
                  <a:cubicBezTo>
                    <a:pt x="25" y="19"/>
                    <a:pt x="28" y="16"/>
                    <a:pt x="32" y="12"/>
                  </a:cubicBezTo>
                  <a:cubicBezTo>
                    <a:pt x="36" y="8"/>
                    <a:pt x="38" y="5"/>
                    <a:pt x="39" y="5"/>
                  </a:cubicBezTo>
                  <a:cubicBezTo>
                    <a:pt x="40" y="4"/>
                    <a:pt x="41" y="2"/>
                    <a:pt x="44" y="0"/>
                  </a:cubicBezTo>
                  <a:lnTo>
                    <a:pt x="47" y="0"/>
                  </a:lnTo>
                  <a:lnTo>
                    <a:pt x="48" y="0"/>
                  </a:lnTo>
                  <a:cubicBezTo>
                    <a:pt x="50" y="0"/>
                    <a:pt x="51" y="1"/>
                    <a:pt x="51" y="2"/>
                  </a:cubicBezTo>
                  <a:cubicBezTo>
                    <a:pt x="51" y="3"/>
                    <a:pt x="50" y="4"/>
                    <a:pt x="47" y="7"/>
                  </a:cubicBezTo>
                  <a:cubicBezTo>
                    <a:pt x="45" y="9"/>
                    <a:pt x="42" y="13"/>
                    <a:pt x="39" y="18"/>
                  </a:cubicBezTo>
                  <a:cubicBezTo>
                    <a:pt x="35" y="23"/>
                    <a:pt x="32" y="29"/>
                    <a:pt x="28" y="36"/>
                  </a:cubicBezTo>
                  <a:cubicBezTo>
                    <a:pt x="25" y="43"/>
                    <a:pt x="22" y="53"/>
                    <a:pt x="19" y="65"/>
                  </a:cubicBezTo>
                  <a:cubicBezTo>
                    <a:pt x="17" y="77"/>
                    <a:pt x="16" y="91"/>
                    <a:pt x="16" y="106"/>
                  </a:cubicBezTo>
                  <a:cubicBezTo>
                    <a:pt x="16" y="121"/>
                    <a:pt x="17" y="134"/>
                    <a:pt x="19" y="146"/>
                  </a:cubicBezTo>
                  <a:cubicBezTo>
                    <a:pt x="22" y="158"/>
                    <a:pt x="25" y="168"/>
                    <a:pt x="28" y="175"/>
                  </a:cubicBezTo>
                  <a:cubicBezTo>
                    <a:pt x="31" y="183"/>
                    <a:pt x="35" y="189"/>
                    <a:pt x="38" y="194"/>
                  </a:cubicBezTo>
                  <a:cubicBezTo>
                    <a:pt x="42" y="198"/>
                    <a:pt x="45" y="202"/>
                    <a:pt x="47" y="205"/>
                  </a:cubicBezTo>
                  <a:cubicBezTo>
                    <a:pt x="50" y="208"/>
                    <a:pt x="51" y="209"/>
                    <a:pt x="51" y="209"/>
                  </a:cubicBezTo>
                  <a:cubicBezTo>
                    <a:pt x="51" y="211"/>
                    <a:pt x="50" y="211"/>
                    <a:pt x="48" y="211"/>
                  </a:cubicBezTo>
                  <a:lnTo>
                    <a:pt x="47" y="211"/>
                  </a:lnTo>
                  <a:lnTo>
                    <a:pt x="44" y="211"/>
                  </a:lnTo>
                  <a:lnTo>
                    <a:pt x="38" y="206"/>
                  </a:lnTo>
                  <a:cubicBezTo>
                    <a:pt x="25" y="194"/>
                    <a:pt x="15" y="179"/>
                    <a:pt x="9" y="161"/>
                  </a:cubicBezTo>
                  <a:cubicBezTo>
                    <a:pt x="3" y="144"/>
                    <a:pt x="0" y="125"/>
                    <a:pt x="0" y="1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2" name="Freeform 88"/>
            <p:cNvSpPr>
              <a:spLocks/>
            </p:cNvSpPr>
            <p:nvPr/>
          </p:nvSpPr>
          <p:spPr bwMode="auto">
            <a:xfrm>
              <a:off x="-537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1 w 84"/>
                <a:gd name="T3" fmla="*/ 116 h 145"/>
                <a:gd name="T4" fmla="*/ 13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7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7 w 84"/>
                <a:gd name="T23" fmla="*/ 76 h 145"/>
                <a:gd name="T24" fmla="*/ 14 w 84"/>
                <a:gd name="T25" fmla="*/ 76 h 145"/>
                <a:gd name="T26" fmla="*/ 10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6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2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4 w 84"/>
                <a:gd name="T63" fmla="*/ 52 h 145"/>
                <a:gd name="T64" fmla="*/ 73 w 84"/>
                <a:gd name="T65" fmla="*/ 66 h 145"/>
                <a:gd name="T66" fmla="*/ 84 w 84"/>
                <a:gd name="T67" fmla="*/ 98 h 145"/>
                <a:gd name="T68" fmla="*/ 71 w 84"/>
                <a:gd name="T69" fmla="*/ 131 h 145"/>
                <a:gd name="T70" fmla="*/ 38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1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1" y="116"/>
                  </a:cubicBezTo>
                  <a:cubicBezTo>
                    <a:pt x="19" y="118"/>
                    <a:pt x="16" y="119"/>
                    <a:pt x="13" y="119"/>
                  </a:cubicBezTo>
                  <a:lnTo>
                    <a:pt x="11" y="119"/>
                  </a:lnTo>
                  <a:cubicBezTo>
                    <a:pt x="18" y="130"/>
                    <a:pt x="26" y="136"/>
                    <a:pt x="37" y="136"/>
                  </a:cubicBezTo>
                  <a:cubicBezTo>
                    <a:pt x="47" y="136"/>
                    <a:pt x="54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7" y="67"/>
                  </a:cubicBezTo>
                  <a:cubicBezTo>
                    <a:pt x="53" y="62"/>
                    <a:pt x="49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8" y="75"/>
                    <a:pt x="17" y="76"/>
                    <a:pt x="17" y="76"/>
                  </a:cubicBezTo>
                  <a:cubicBezTo>
                    <a:pt x="16" y="76"/>
                    <a:pt x="15" y="76"/>
                    <a:pt x="14" y="76"/>
                  </a:cubicBezTo>
                  <a:cubicBezTo>
                    <a:pt x="11" y="76"/>
                    <a:pt x="10" y="76"/>
                    <a:pt x="10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3" y="0"/>
                    <a:pt x="16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3" y="5"/>
                    <a:pt x="72" y="1"/>
                  </a:cubicBezTo>
                  <a:cubicBezTo>
                    <a:pt x="73" y="0"/>
                    <a:pt x="74" y="0"/>
                    <a:pt x="74" y="0"/>
                  </a:cubicBezTo>
                  <a:cubicBezTo>
                    <a:pt x="76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5" y="20"/>
                    <a:pt x="50" y="27"/>
                    <a:pt x="33" y="27"/>
                  </a:cubicBezTo>
                  <a:cubicBezTo>
                    <a:pt x="28" y="27"/>
                    <a:pt x="25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2" y="60"/>
                    <a:pt x="24" y="58"/>
                    <a:pt x="25" y="57"/>
                  </a:cubicBezTo>
                  <a:cubicBezTo>
                    <a:pt x="27" y="56"/>
                    <a:pt x="29" y="55"/>
                    <a:pt x="33" y="53"/>
                  </a:cubicBezTo>
                  <a:cubicBezTo>
                    <a:pt x="36" y="52"/>
                    <a:pt x="40" y="52"/>
                    <a:pt x="44" y="52"/>
                  </a:cubicBezTo>
                  <a:cubicBezTo>
                    <a:pt x="55" y="52"/>
                    <a:pt x="65" y="56"/>
                    <a:pt x="73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80" y="122"/>
                    <a:pt x="71" y="131"/>
                  </a:cubicBezTo>
                  <a:cubicBezTo>
                    <a:pt x="62" y="140"/>
                    <a:pt x="51" y="145"/>
                    <a:pt x="38" y="145"/>
                  </a:cubicBezTo>
                  <a:cubicBezTo>
                    <a:pt x="27" y="145"/>
                    <a:pt x="17" y="141"/>
                    <a:pt x="10" y="134"/>
                  </a:cubicBezTo>
                  <a:cubicBezTo>
                    <a:pt x="4" y="126"/>
                    <a:pt x="0" y="117"/>
                    <a:pt x="0" y="108"/>
                  </a:cubicBezTo>
                  <a:cubicBezTo>
                    <a:pt x="0" y="105"/>
                    <a:pt x="1" y="102"/>
                    <a:pt x="2" y="100"/>
                  </a:cubicBezTo>
                  <a:cubicBezTo>
                    <a:pt x="4" y="98"/>
                    <a:pt x="6" y="97"/>
                    <a:pt x="7" y="96"/>
                  </a:cubicBezTo>
                  <a:cubicBezTo>
                    <a:pt x="9" y="96"/>
                    <a:pt x="11" y="95"/>
                    <a:pt x="12" y="95"/>
                  </a:cubicBezTo>
                  <a:cubicBezTo>
                    <a:pt x="16" y="95"/>
                    <a:pt x="19" y="96"/>
                    <a:pt x="21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3" name="Freeform 89"/>
            <p:cNvSpPr>
              <a:spLocks/>
            </p:cNvSpPr>
            <p:nvPr/>
          </p:nvSpPr>
          <p:spPr bwMode="auto">
            <a:xfrm>
              <a:off x="-486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0 w 84"/>
                <a:gd name="T3" fmla="*/ 116 h 145"/>
                <a:gd name="T4" fmla="*/ 12 w 84"/>
                <a:gd name="T5" fmla="*/ 119 h 145"/>
                <a:gd name="T6" fmla="*/ 11 w 84"/>
                <a:gd name="T7" fmla="*/ 119 h 145"/>
                <a:gd name="T8" fmla="*/ 36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6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6 w 84"/>
                <a:gd name="T23" fmla="*/ 76 h 145"/>
                <a:gd name="T24" fmla="*/ 13 w 84"/>
                <a:gd name="T25" fmla="*/ 76 h 145"/>
                <a:gd name="T26" fmla="*/ 9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5 w 84"/>
                <a:gd name="T37" fmla="*/ 2 h 145"/>
                <a:gd name="T38" fmla="*/ 27 w 84"/>
                <a:gd name="T39" fmla="*/ 5 h 145"/>
                <a:gd name="T40" fmla="*/ 42 w 84"/>
                <a:gd name="T41" fmla="*/ 7 h 145"/>
                <a:gd name="T42" fmla="*/ 71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2 w 84"/>
                <a:gd name="T51" fmla="*/ 27 h 145"/>
                <a:gd name="T52" fmla="*/ 21 w 84"/>
                <a:gd name="T53" fmla="*/ 26 h 145"/>
                <a:gd name="T54" fmla="*/ 18 w 84"/>
                <a:gd name="T55" fmla="*/ 25 h 145"/>
                <a:gd name="T56" fmla="*/ 18 w 84"/>
                <a:gd name="T57" fmla="*/ 62 h 145"/>
                <a:gd name="T58" fmla="*/ 25 w 84"/>
                <a:gd name="T59" fmla="*/ 57 h 145"/>
                <a:gd name="T60" fmla="*/ 32 w 84"/>
                <a:gd name="T61" fmla="*/ 53 h 145"/>
                <a:gd name="T62" fmla="*/ 43 w 84"/>
                <a:gd name="T63" fmla="*/ 52 h 145"/>
                <a:gd name="T64" fmla="*/ 72 w 84"/>
                <a:gd name="T65" fmla="*/ 66 h 145"/>
                <a:gd name="T66" fmla="*/ 84 w 84"/>
                <a:gd name="T67" fmla="*/ 98 h 145"/>
                <a:gd name="T68" fmla="*/ 70 w 84"/>
                <a:gd name="T69" fmla="*/ 131 h 145"/>
                <a:gd name="T70" fmla="*/ 37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0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0" y="116"/>
                  </a:cubicBezTo>
                  <a:cubicBezTo>
                    <a:pt x="18" y="118"/>
                    <a:pt x="15" y="119"/>
                    <a:pt x="12" y="119"/>
                  </a:cubicBezTo>
                  <a:lnTo>
                    <a:pt x="11" y="119"/>
                  </a:lnTo>
                  <a:cubicBezTo>
                    <a:pt x="17" y="130"/>
                    <a:pt x="26" y="136"/>
                    <a:pt x="36" y="136"/>
                  </a:cubicBezTo>
                  <a:cubicBezTo>
                    <a:pt x="46" y="136"/>
                    <a:pt x="53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6" y="67"/>
                  </a:cubicBezTo>
                  <a:cubicBezTo>
                    <a:pt x="53" y="62"/>
                    <a:pt x="48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3" y="65"/>
                    <a:pt x="18" y="74"/>
                  </a:cubicBezTo>
                  <a:cubicBezTo>
                    <a:pt x="17" y="75"/>
                    <a:pt x="17" y="76"/>
                    <a:pt x="16" y="76"/>
                  </a:cubicBezTo>
                  <a:cubicBezTo>
                    <a:pt x="16" y="76"/>
                    <a:pt x="15" y="76"/>
                    <a:pt x="13" y="76"/>
                  </a:cubicBezTo>
                  <a:cubicBezTo>
                    <a:pt x="11" y="76"/>
                    <a:pt x="9" y="76"/>
                    <a:pt x="9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9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2" y="0"/>
                    <a:pt x="15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2" y="7"/>
                  </a:cubicBezTo>
                  <a:cubicBezTo>
                    <a:pt x="52" y="7"/>
                    <a:pt x="62" y="5"/>
                    <a:pt x="71" y="1"/>
                  </a:cubicBezTo>
                  <a:cubicBezTo>
                    <a:pt x="72" y="0"/>
                    <a:pt x="73" y="0"/>
                    <a:pt x="74" y="0"/>
                  </a:cubicBezTo>
                  <a:cubicBezTo>
                    <a:pt x="75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4" y="20"/>
                    <a:pt x="50" y="27"/>
                    <a:pt x="32" y="27"/>
                  </a:cubicBezTo>
                  <a:cubicBezTo>
                    <a:pt x="28" y="27"/>
                    <a:pt x="24" y="26"/>
                    <a:pt x="21" y="26"/>
                  </a:cubicBezTo>
                  <a:lnTo>
                    <a:pt x="18" y="25"/>
                  </a:lnTo>
                  <a:lnTo>
                    <a:pt x="18" y="62"/>
                  </a:lnTo>
                  <a:cubicBezTo>
                    <a:pt x="21" y="60"/>
                    <a:pt x="23" y="58"/>
                    <a:pt x="25" y="57"/>
                  </a:cubicBezTo>
                  <a:cubicBezTo>
                    <a:pt x="26" y="56"/>
                    <a:pt x="29" y="55"/>
                    <a:pt x="32" y="53"/>
                  </a:cubicBezTo>
                  <a:cubicBezTo>
                    <a:pt x="36" y="52"/>
                    <a:pt x="39" y="52"/>
                    <a:pt x="43" y="52"/>
                  </a:cubicBezTo>
                  <a:cubicBezTo>
                    <a:pt x="54" y="52"/>
                    <a:pt x="64" y="56"/>
                    <a:pt x="72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79" y="122"/>
                    <a:pt x="70" y="131"/>
                  </a:cubicBezTo>
                  <a:cubicBezTo>
                    <a:pt x="61" y="140"/>
                    <a:pt x="50" y="145"/>
                    <a:pt x="37" y="145"/>
                  </a:cubicBezTo>
                  <a:cubicBezTo>
                    <a:pt x="26" y="145"/>
                    <a:pt x="17" y="141"/>
                    <a:pt x="10" y="134"/>
                  </a:cubicBezTo>
                  <a:cubicBezTo>
                    <a:pt x="3" y="126"/>
                    <a:pt x="0" y="117"/>
                    <a:pt x="0" y="108"/>
                  </a:cubicBezTo>
                  <a:cubicBezTo>
                    <a:pt x="0" y="105"/>
                    <a:pt x="0" y="102"/>
                    <a:pt x="2" y="100"/>
                  </a:cubicBezTo>
                  <a:cubicBezTo>
                    <a:pt x="3" y="98"/>
                    <a:pt x="5" y="97"/>
                    <a:pt x="7" y="96"/>
                  </a:cubicBezTo>
                  <a:cubicBezTo>
                    <a:pt x="8" y="96"/>
                    <a:pt x="10" y="95"/>
                    <a:pt x="12" y="95"/>
                  </a:cubicBezTo>
                  <a:cubicBezTo>
                    <a:pt x="15" y="95"/>
                    <a:pt x="18" y="96"/>
                    <a:pt x="20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4" name="Freeform 90"/>
            <p:cNvSpPr>
              <a:spLocks/>
            </p:cNvSpPr>
            <p:nvPr/>
          </p:nvSpPr>
          <p:spPr bwMode="auto">
            <a:xfrm>
              <a:off x="-433" y="3365"/>
              <a:ext cx="14" cy="32"/>
            </a:xfrm>
            <a:custGeom>
              <a:avLst/>
              <a:gdLst>
                <a:gd name="T0" fmla="*/ 0 w 28"/>
                <a:gd name="T1" fmla="*/ 18 h 66"/>
                <a:gd name="T2" fmla="*/ 0 w 28"/>
                <a:gd name="T3" fmla="*/ 13 h 66"/>
                <a:gd name="T4" fmla="*/ 4 w 28"/>
                <a:gd name="T5" fmla="*/ 4 h 66"/>
                <a:gd name="T6" fmla="*/ 13 w 28"/>
                <a:gd name="T7" fmla="*/ 0 h 66"/>
                <a:gd name="T8" fmla="*/ 23 w 28"/>
                <a:gd name="T9" fmla="*/ 5 h 66"/>
                <a:gd name="T10" fmla="*/ 28 w 28"/>
                <a:gd name="T11" fmla="*/ 24 h 66"/>
                <a:gd name="T12" fmla="*/ 26 w 28"/>
                <a:gd name="T13" fmla="*/ 38 h 66"/>
                <a:gd name="T14" fmla="*/ 22 w 28"/>
                <a:gd name="T15" fmla="*/ 50 h 66"/>
                <a:gd name="T16" fmla="*/ 16 w 28"/>
                <a:gd name="T17" fmla="*/ 59 h 66"/>
                <a:gd name="T18" fmla="*/ 11 w 28"/>
                <a:gd name="T19" fmla="*/ 64 h 66"/>
                <a:gd name="T20" fmla="*/ 8 w 28"/>
                <a:gd name="T21" fmla="*/ 66 h 66"/>
                <a:gd name="T22" fmla="*/ 6 w 28"/>
                <a:gd name="T23" fmla="*/ 64 h 66"/>
                <a:gd name="T24" fmla="*/ 4 w 28"/>
                <a:gd name="T25" fmla="*/ 62 h 66"/>
                <a:gd name="T26" fmla="*/ 6 w 28"/>
                <a:gd name="T27" fmla="*/ 58 h 66"/>
                <a:gd name="T28" fmla="*/ 11 w 28"/>
                <a:gd name="T29" fmla="*/ 52 h 66"/>
                <a:gd name="T30" fmla="*/ 17 w 28"/>
                <a:gd name="T31" fmla="*/ 41 h 66"/>
                <a:gd name="T32" fmla="*/ 20 w 28"/>
                <a:gd name="T33" fmla="*/ 26 h 66"/>
                <a:gd name="T34" fmla="*/ 20 w 28"/>
                <a:gd name="T35" fmla="*/ 24 h 66"/>
                <a:gd name="T36" fmla="*/ 20 w 28"/>
                <a:gd name="T37" fmla="*/ 24 h 66"/>
                <a:gd name="T38" fmla="*/ 19 w 28"/>
                <a:gd name="T39" fmla="*/ 24 h 66"/>
                <a:gd name="T40" fmla="*/ 18 w 28"/>
                <a:gd name="T41" fmla="*/ 25 h 66"/>
                <a:gd name="T42" fmla="*/ 16 w 28"/>
                <a:gd name="T43" fmla="*/ 25 h 66"/>
                <a:gd name="T44" fmla="*/ 13 w 28"/>
                <a:gd name="T45" fmla="*/ 25 h 66"/>
                <a:gd name="T46" fmla="*/ 4 w 28"/>
                <a:gd name="T47" fmla="*/ 22 h 66"/>
                <a:gd name="T48" fmla="*/ 0 w 28"/>
                <a:gd name="T49" fmla="*/ 1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66">
                  <a:moveTo>
                    <a:pt x="0" y="18"/>
                  </a:moveTo>
                  <a:lnTo>
                    <a:pt x="0" y="13"/>
                  </a:lnTo>
                  <a:cubicBezTo>
                    <a:pt x="0" y="9"/>
                    <a:pt x="1" y="6"/>
                    <a:pt x="4" y="4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7" y="0"/>
                    <a:pt x="20" y="2"/>
                    <a:pt x="23" y="5"/>
                  </a:cubicBezTo>
                  <a:cubicBezTo>
                    <a:pt x="26" y="9"/>
                    <a:pt x="28" y="15"/>
                    <a:pt x="28" y="24"/>
                  </a:cubicBezTo>
                  <a:cubicBezTo>
                    <a:pt x="28" y="29"/>
                    <a:pt x="27" y="33"/>
                    <a:pt x="26" y="38"/>
                  </a:cubicBezTo>
                  <a:cubicBezTo>
                    <a:pt x="25" y="43"/>
                    <a:pt x="23" y="47"/>
                    <a:pt x="22" y="50"/>
                  </a:cubicBezTo>
                  <a:cubicBezTo>
                    <a:pt x="20" y="53"/>
                    <a:pt x="18" y="56"/>
                    <a:pt x="16" y="59"/>
                  </a:cubicBezTo>
                  <a:cubicBezTo>
                    <a:pt x="14" y="61"/>
                    <a:pt x="13" y="63"/>
                    <a:pt x="11" y="64"/>
                  </a:cubicBezTo>
                  <a:cubicBezTo>
                    <a:pt x="10" y="66"/>
                    <a:pt x="9" y="66"/>
                    <a:pt x="8" y="66"/>
                  </a:cubicBezTo>
                  <a:cubicBezTo>
                    <a:pt x="8" y="66"/>
                    <a:pt x="7" y="66"/>
                    <a:pt x="6" y="64"/>
                  </a:cubicBezTo>
                  <a:cubicBezTo>
                    <a:pt x="4" y="63"/>
                    <a:pt x="4" y="62"/>
                    <a:pt x="4" y="62"/>
                  </a:cubicBezTo>
                  <a:cubicBezTo>
                    <a:pt x="4" y="61"/>
                    <a:pt x="5" y="60"/>
                    <a:pt x="6" y="58"/>
                  </a:cubicBezTo>
                  <a:cubicBezTo>
                    <a:pt x="8" y="57"/>
                    <a:pt x="9" y="55"/>
                    <a:pt x="11" y="52"/>
                  </a:cubicBezTo>
                  <a:cubicBezTo>
                    <a:pt x="13" y="49"/>
                    <a:pt x="15" y="46"/>
                    <a:pt x="17" y="41"/>
                  </a:cubicBezTo>
                  <a:cubicBezTo>
                    <a:pt x="19" y="37"/>
                    <a:pt x="20" y="32"/>
                    <a:pt x="20" y="26"/>
                  </a:cubicBezTo>
                  <a:lnTo>
                    <a:pt x="20" y="24"/>
                  </a:lnTo>
                  <a:lnTo>
                    <a:pt x="20" y="24"/>
                  </a:lnTo>
                  <a:cubicBezTo>
                    <a:pt x="20" y="24"/>
                    <a:pt x="19" y="24"/>
                    <a:pt x="19" y="24"/>
                  </a:cubicBezTo>
                  <a:cubicBezTo>
                    <a:pt x="19" y="24"/>
                    <a:pt x="18" y="24"/>
                    <a:pt x="18" y="25"/>
                  </a:cubicBezTo>
                  <a:cubicBezTo>
                    <a:pt x="17" y="25"/>
                    <a:pt x="17" y="25"/>
                    <a:pt x="16" y="25"/>
                  </a:cubicBezTo>
                  <a:cubicBezTo>
                    <a:pt x="15" y="25"/>
                    <a:pt x="14" y="25"/>
                    <a:pt x="13" y="25"/>
                  </a:cubicBezTo>
                  <a:cubicBezTo>
                    <a:pt x="10" y="25"/>
                    <a:pt x="6" y="24"/>
                    <a:pt x="4" y="22"/>
                  </a:cubicBezTo>
                  <a:lnTo>
                    <a:pt x="0" y="1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5" name="Rectangle 91"/>
            <p:cNvSpPr>
              <a:spLocks noChangeArrowheads="1"/>
            </p:cNvSpPr>
            <p:nvPr/>
          </p:nvSpPr>
          <p:spPr bwMode="auto">
            <a:xfrm>
              <a:off x="-383" y="3349"/>
              <a:ext cx="258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6" name="Freeform 92"/>
            <p:cNvSpPr>
              <a:spLocks noEditPoints="1"/>
            </p:cNvSpPr>
            <p:nvPr/>
          </p:nvSpPr>
          <p:spPr bwMode="auto">
            <a:xfrm>
              <a:off x="-323" y="3241"/>
              <a:ext cx="41" cy="70"/>
            </a:xfrm>
            <a:custGeom>
              <a:avLst/>
              <a:gdLst>
                <a:gd name="T0" fmla="*/ 65 w 87"/>
                <a:gd name="T1" fmla="*/ 80 h 145"/>
                <a:gd name="T2" fmla="*/ 40 w 87"/>
                <a:gd name="T3" fmla="*/ 96 h 145"/>
                <a:gd name="T4" fmla="*/ 13 w 87"/>
                <a:gd name="T5" fmla="*/ 84 h 145"/>
                <a:gd name="T6" fmla="*/ 0 w 87"/>
                <a:gd name="T7" fmla="*/ 57 h 145"/>
                <a:gd name="T8" fmla="*/ 0 w 87"/>
                <a:gd name="T9" fmla="*/ 49 h 145"/>
                <a:gd name="T10" fmla="*/ 0 w 87"/>
                <a:gd name="T11" fmla="*/ 47 h 145"/>
                <a:gd name="T12" fmla="*/ 14 w 87"/>
                <a:gd name="T13" fmla="*/ 13 h 145"/>
                <a:gd name="T14" fmla="*/ 42 w 87"/>
                <a:gd name="T15" fmla="*/ 0 h 145"/>
                <a:gd name="T16" fmla="*/ 44 w 87"/>
                <a:gd name="T17" fmla="*/ 0 h 145"/>
                <a:gd name="T18" fmla="*/ 45 w 87"/>
                <a:gd name="T19" fmla="*/ 1 h 145"/>
                <a:gd name="T20" fmla="*/ 46 w 87"/>
                <a:gd name="T21" fmla="*/ 1 h 145"/>
                <a:gd name="T22" fmla="*/ 51 w 87"/>
                <a:gd name="T23" fmla="*/ 1 h 145"/>
                <a:gd name="T24" fmla="*/ 59 w 87"/>
                <a:gd name="T25" fmla="*/ 3 h 145"/>
                <a:gd name="T26" fmla="*/ 69 w 87"/>
                <a:gd name="T27" fmla="*/ 10 h 145"/>
                <a:gd name="T28" fmla="*/ 78 w 87"/>
                <a:gd name="T29" fmla="*/ 23 h 145"/>
                <a:gd name="T30" fmla="*/ 87 w 87"/>
                <a:gd name="T31" fmla="*/ 70 h 145"/>
                <a:gd name="T32" fmla="*/ 75 w 87"/>
                <a:gd name="T33" fmla="*/ 120 h 145"/>
                <a:gd name="T34" fmla="*/ 57 w 87"/>
                <a:gd name="T35" fmla="*/ 139 h 145"/>
                <a:gd name="T36" fmla="*/ 35 w 87"/>
                <a:gd name="T37" fmla="*/ 145 h 145"/>
                <a:gd name="T38" fmla="*/ 14 w 87"/>
                <a:gd name="T39" fmla="*/ 139 h 145"/>
                <a:gd name="T40" fmla="*/ 5 w 87"/>
                <a:gd name="T41" fmla="*/ 121 h 145"/>
                <a:gd name="T42" fmla="*/ 17 w 87"/>
                <a:gd name="T43" fmla="*/ 109 h 145"/>
                <a:gd name="T44" fmla="*/ 24 w 87"/>
                <a:gd name="T45" fmla="*/ 112 h 145"/>
                <a:gd name="T46" fmla="*/ 27 w 87"/>
                <a:gd name="T47" fmla="*/ 121 h 145"/>
                <a:gd name="T48" fmla="*/ 26 w 87"/>
                <a:gd name="T49" fmla="*/ 127 h 145"/>
                <a:gd name="T50" fmla="*/ 22 w 87"/>
                <a:gd name="T51" fmla="*/ 130 h 145"/>
                <a:gd name="T52" fmla="*/ 19 w 87"/>
                <a:gd name="T53" fmla="*/ 132 h 145"/>
                <a:gd name="T54" fmla="*/ 19 w 87"/>
                <a:gd name="T55" fmla="*/ 132 h 145"/>
                <a:gd name="T56" fmla="*/ 20 w 87"/>
                <a:gd name="T57" fmla="*/ 133 h 145"/>
                <a:gd name="T58" fmla="*/ 26 w 87"/>
                <a:gd name="T59" fmla="*/ 135 h 145"/>
                <a:gd name="T60" fmla="*/ 34 w 87"/>
                <a:gd name="T61" fmla="*/ 136 h 145"/>
                <a:gd name="T62" fmla="*/ 36 w 87"/>
                <a:gd name="T63" fmla="*/ 136 h 145"/>
                <a:gd name="T64" fmla="*/ 57 w 87"/>
                <a:gd name="T65" fmla="*/ 123 h 145"/>
                <a:gd name="T66" fmla="*/ 65 w 87"/>
                <a:gd name="T67" fmla="*/ 82 h 145"/>
                <a:gd name="T68" fmla="*/ 65 w 87"/>
                <a:gd name="T69" fmla="*/ 80 h 145"/>
                <a:gd name="T70" fmla="*/ 42 w 87"/>
                <a:gd name="T71" fmla="*/ 88 h 145"/>
                <a:gd name="T72" fmla="*/ 59 w 87"/>
                <a:gd name="T73" fmla="*/ 78 h 145"/>
                <a:gd name="T74" fmla="*/ 65 w 87"/>
                <a:gd name="T75" fmla="*/ 50 h 145"/>
                <a:gd name="T76" fmla="*/ 63 w 87"/>
                <a:gd name="T77" fmla="*/ 26 h 145"/>
                <a:gd name="T78" fmla="*/ 62 w 87"/>
                <a:gd name="T79" fmla="*/ 22 h 145"/>
                <a:gd name="T80" fmla="*/ 59 w 87"/>
                <a:gd name="T81" fmla="*/ 17 h 145"/>
                <a:gd name="T82" fmla="*/ 53 w 87"/>
                <a:gd name="T83" fmla="*/ 11 h 145"/>
                <a:gd name="T84" fmla="*/ 43 w 87"/>
                <a:gd name="T85" fmla="*/ 9 h 145"/>
                <a:gd name="T86" fmla="*/ 29 w 87"/>
                <a:gd name="T87" fmla="*/ 15 h 145"/>
                <a:gd name="T88" fmla="*/ 23 w 87"/>
                <a:gd name="T89" fmla="*/ 26 h 145"/>
                <a:gd name="T90" fmla="*/ 22 w 87"/>
                <a:gd name="T91" fmla="*/ 48 h 145"/>
                <a:gd name="T92" fmla="*/ 23 w 87"/>
                <a:gd name="T93" fmla="*/ 71 h 145"/>
                <a:gd name="T94" fmla="*/ 27 w 87"/>
                <a:gd name="T95" fmla="*/ 81 h 145"/>
                <a:gd name="T96" fmla="*/ 42 w 87"/>
                <a:gd name="T97" fmla="*/ 88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7" h="145">
                  <a:moveTo>
                    <a:pt x="65" y="80"/>
                  </a:moveTo>
                  <a:cubicBezTo>
                    <a:pt x="59" y="91"/>
                    <a:pt x="50" y="96"/>
                    <a:pt x="40" y="96"/>
                  </a:cubicBezTo>
                  <a:cubicBezTo>
                    <a:pt x="29" y="96"/>
                    <a:pt x="20" y="92"/>
                    <a:pt x="13" y="84"/>
                  </a:cubicBezTo>
                  <a:cubicBezTo>
                    <a:pt x="6" y="76"/>
                    <a:pt x="2" y="67"/>
                    <a:pt x="0" y="57"/>
                  </a:cubicBezTo>
                  <a:cubicBezTo>
                    <a:pt x="0" y="55"/>
                    <a:pt x="0" y="52"/>
                    <a:pt x="0" y="49"/>
                  </a:cubicBezTo>
                  <a:lnTo>
                    <a:pt x="0" y="47"/>
                  </a:lnTo>
                  <a:cubicBezTo>
                    <a:pt x="0" y="34"/>
                    <a:pt x="5" y="23"/>
                    <a:pt x="14" y="13"/>
                  </a:cubicBezTo>
                  <a:cubicBezTo>
                    <a:pt x="23" y="5"/>
                    <a:pt x="32" y="0"/>
                    <a:pt x="42" y="0"/>
                  </a:cubicBezTo>
                  <a:lnTo>
                    <a:pt x="44" y="0"/>
                  </a:lnTo>
                  <a:cubicBezTo>
                    <a:pt x="44" y="0"/>
                    <a:pt x="45" y="0"/>
                    <a:pt x="45" y="1"/>
                  </a:cubicBezTo>
                  <a:lnTo>
                    <a:pt x="46" y="1"/>
                  </a:lnTo>
                  <a:cubicBezTo>
                    <a:pt x="48" y="1"/>
                    <a:pt x="50" y="1"/>
                    <a:pt x="51" y="1"/>
                  </a:cubicBezTo>
                  <a:cubicBezTo>
                    <a:pt x="53" y="1"/>
                    <a:pt x="56" y="2"/>
                    <a:pt x="59" y="3"/>
                  </a:cubicBezTo>
                  <a:cubicBezTo>
                    <a:pt x="63" y="5"/>
                    <a:pt x="66" y="7"/>
                    <a:pt x="69" y="10"/>
                  </a:cubicBezTo>
                  <a:cubicBezTo>
                    <a:pt x="72" y="13"/>
                    <a:pt x="75" y="17"/>
                    <a:pt x="78" y="23"/>
                  </a:cubicBezTo>
                  <a:cubicBezTo>
                    <a:pt x="84" y="35"/>
                    <a:pt x="87" y="51"/>
                    <a:pt x="87" y="70"/>
                  </a:cubicBezTo>
                  <a:cubicBezTo>
                    <a:pt x="87" y="90"/>
                    <a:pt x="83" y="107"/>
                    <a:pt x="75" y="120"/>
                  </a:cubicBezTo>
                  <a:cubicBezTo>
                    <a:pt x="70" y="128"/>
                    <a:pt x="64" y="134"/>
                    <a:pt x="57" y="139"/>
                  </a:cubicBezTo>
                  <a:cubicBezTo>
                    <a:pt x="50" y="143"/>
                    <a:pt x="43" y="145"/>
                    <a:pt x="35" y="145"/>
                  </a:cubicBezTo>
                  <a:cubicBezTo>
                    <a:pt x="26" y="145"/>
                    <a:pt x="19" y="143"/>
                    <a:pt x="14" y="139"/>
                  </a:cubicBezTo>
                  <a:cubicBezTo>
                    <a:pt x="8" y="135"/>
                    <a:pt x="5" y="129"/>
                    <a:pt x="5" y="121"/>
                  </a:cubicBezTo>
                  <a:cubicBezTo>
                    <a:pt x="5" y="113"/>
                    <a:pt x="9" y="109"/>
                    <a:pt x="17" y="109"/>
                  </a:cubicBezTo>
                  <a:cubicBezTo>
                    <a:pt x="20" y="109"/>
                    <a:pt x="22" y="110"/>
                    <a:pt x="24" y="112"/>
                  </a:cubicBezTo>
                  <a:cubicBezTo>
                    <a:pt x="26" y="114"/>
                    <a:pt x="27" y="117"/>
                    <a:pt x="27" y="121"/>
                  </a:cubicBezTo>
                  <a:cubicBezTo>
                    <a:pt x="27" y="123"/>
                    <a:pt x="27" y="125"/>
                    <a:pt x="26" y="127"/>
                  </a:cubicBezTo>
                  <a:cubicBezTo>
                    <a:pt x="24" y="129"/>
                    <a:pt x="23" y="130"/>
                    <a:pt x="22" y="130"/>
                  </a:cubicBezTo>
                  <a:cubicBezTo>
                    <a:pt x="21" y="131"/>
                    <a:pt x="20" y="131"/>
                    <a:pt x="19" y="132"/>
                  </a:cubicBezTo>
                  <a:lnTo>
                    <a:pt x="19" y="132"/>
                  </a:lnTo>
                  <a:cubicBezTo>
                    <a:pt x="19" y="132"/>
                    <a:pt x="19" y="132"/>
                    <a:pt x="20" y="133"/>
                  </a:cubicBezTo>
                  <a:cubicBezTo>
                    <a:pt x="21" y="134"/>
                    <a:pt x="23" y="134"/>
                    <a:pt x="26" y="135"/>
                  </a:cubicBezTo>
                  <a:cubicBezTo>
                    <a:pt x="28" y="136"/>
                    <a:pt x="31" y="136"/>
                    <a:pt x="34" y="136"/>
                  </a:cubicBezTo>
                  <a:lnTo>
                    <a:pt x="36" y="136"/>
                  </a:lnTo>
                  <a:cubicBezTo>
                    <a:pt x="44" y="136"/>
                    <a:pt x="51" y="132"/>
                    <a:pt x="57" y="123"/>
                  </a:cubicBezTo>
                  <a:cubicBezTo>
                    <a:pt x="63" y="115"/>
                    <a:pt x="65" y="101"/>
                    <a:pt x="65" y="82"/>
                  </a:cubicBezTo>
                  <a:lnTo>
                    <a:pt x="65" y="80"/>
                  </a:lnTo>
                  <a:close/>
                  <a:moveTo>
                    <a:pt x="42" y="88"/>
                  </a:moveTo>
                  <a:cubicBezTo>
                    <a:pt x="49" y="88"/>
                    <a:pt x="55" y="85"/>
                    <a:pt x="59" y="78"/>
                  </a:cubicBezTo>
                  <a:cubicBezTo>
                    <a:pt x="63" y="71"/>
                    <a:pt x="65" y="62"/>
                    <a:pt x="65" y="50"/>
                  </a:cubicBezTo>
                  <a:cubicBezTo>
                    <a:pt x="65" y="39"/>
                    <a:pt x="64" y="31"/>
                    <a:pt x="63" y="26"/>
                  </a:cubicBezTo>
                  <a:cubicBezTo>
                    <a:pt x="63" y="25"/>
                    <a:pt x="63" y="24"/>
                    <a:pt x="62" y="22"/>
                  </a:cubicBezTo>
                  <a:cubicBezTo>
                    <a:pt x="62" y="21"/>
                    <a:pt x="61" y="19"/>
                    <a:pt x="59" y="17"/>
                  </a:cubicBezTo>
                  <a:cubicBezTo>
                    <a:pt x="58" y="15"/>
                    <a:pt x="56" y="13"/>
                    <a:pt x="53" y="11"/>
                  </a:cubicBezTo>
                  <a:cubicBezTo>
                    <a:pt x="50" y="10"/>
                    <a:pt x="47" y="9"/>
                    <a:pt x="43" y="9"/>
                  </a:cubicBezTo>
                  <a:cubicBezTo>
                    <a:pt x="38" y="9"/>
                    <a:pt x="33" y="11"/>
                    <a:pt x="29" y="15"/>
                  </a:cubicBezTo>
                  <a:cubicBezTo>
                    <a:pt x="26" y="18"/>
                    <a:pt x="24" y="21"/>
                    <a:pt x="23" y="26"/>
                  </a:cubicBezTo>
                  <a:cubicBezTo>
                    <a:pt x="23" y="30"/>
                    <a:pt x="22" y="37"/>
                    <a:pt x="22" y="48"/>
                  </a:cubicBezTo>
                  <a:cubicBezTo>
                    <a:pt x="22" y="59"/>
                    <a:pt x="22" y="67"/>
                    <a:pt x="23" y="71"/>
                  </a:cubicBezTo>
                  <a:cubicBezTo>
                    <a:pt x="24" y="75"/>
                    <a:pt x="25" y="79"/>
                    <a:pt x="27" y="81"/>
                  </a:cubicBezTo>
                  <a:cubicBezTo>
                    <a:pt x="31" y="86"/>
                    <a:pt x="36" y="88"/>
                    <a:pt x="42" y="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7" name="Freeform 93"/>
            <p:cNvSpPr>
              <a:spLocks noEditPoints="1"/>
            </p:cNvSpPr>
            <p:nvPr/>
          </p:nvSpPr>
          <p:spPr bwMode="auto">
            <a:xfrm>
              <a:off x="-273" y="3241"/>
              <a:ext cx="43" cy="70"/>
            </a:xfrm>
            <a:custGeom>
              <a:avLst/>
              <a:gdLst>
                <a:gd name="T0" fmla="*/ 12 w 89"/>
                <a:gd name="T1" fmla="*/ 17 h 145"/>
                <a:gd name="T2" fmla="*/ 44 w 89"/>
                <a:gd name="T3" fmla="*/ 0 h 145"/>
                <a:gd name="T4" fmla="*/ 64 w 89"/>
                <a:gd name="T5" fmla="*/ 6 h 145"/>
                <a:gd name="T6" fmla="*/ 81 w 89"/>
                <a:gd name="T7" fmla="*/ 25 h 145"/>
                <a:gd name="T8" fmla="*/ 89 w 89"/>
                <a:gd name="T9" fmla="*/ 73 h 145"/>
                <a:gd name="T10" fmla="*/ 79 w 89"/>
                <a:gd name="T11" fmla="*/ 123 h 145"/>
                <a:gd name="T12" fmla="*/ 68 w 89"/>
                <a:gd name="T13" fmla="*/ 137 h 145"/>
                <a:gd name="T14" fmla="*/ 55 w 89"/>
                <a:gd name="T15" fmla="*/ 144 h 145"/>
                <a:gd name="T16" fmla="*/ 44 w 89"/>
                <a:gd name="T17" fmla="*/ 145 h 145"/>
                <a:gd name="T18" fmla="*/ 33 w 89"/>
                <a:gd name="T19" fmla="*/ 144 h 145"/>
                <a:gd name="T20" fmla="*/ 20 w 89"/>
                <a:gd name="T21" fmla="*/ 137 h 145"/>
                <a:gd name="T22" fmla="*/ 9 w 89"/>
                <a:gd name="T23" fmla="*/ 123 h 145"/>
                <a:gd name="T24" fmla="*/ 0 w 89"/>
                <a:gd name="T25" fmla="*/ 73 h 145"/>
                <a:gd name="T26" fmla="*/ 12 w 89"/>
                <a:gd name="T27" fmla="*/ 17 h 145"/>
                <a:gd name="T28" fmla="*/ 59 w 89"/>
                <a:gd name="T29" fmla="*/ 15 h 145"/>
                <a:gd name="T30" fmla="*/ 44 w 89"/>
                <a:gd name="T31" fmla="*/ 8 h 145"/>
                <a:gd name="T32" fmla="*/ 29 w 89"/>
                <a:gd name="T33" fmla="*/ 15 h 145"/>
                <a:gd name="T34" fmla="*/ 22 w 89"/>
                <a:gd name="T35" fmla="*/ 30 h 145"/>
                <a:gd name="T36" fmla="*/ 20 w 89"/>
                <a:gd name="T37" fmla="*/ 71 h 145"/>
                <a:gd name="T38" fmla="*/ 22 w 89"/>
                <a:gd name="T39" fmla="*/ 114 h 145"/>
                <a:gd name="T40" fmla="*/ 30 w 89"/>
                <a:gd name="T41" fmla="*/ 131 h 145"/>
                <a:gd name="T42" fmla="*/ 44 w 89"/>
                <a:gd name="T43" fmla="*/ 137 h 145"/>
                <a:gd name="T44" fmla="*/ 59 w 89"/>
                <a:gd name="T45" fmla="*/ 131 h 145"/>
                <a:gd name="T46" fmla="*/ 66 w 89"/>
                <a:gd name="T47" fmla="*/ 113 h 145"/>
                <a:gd name="T48" fmla="*/ 68 w 89"/>
                <a:gd name="T49" fmla="*/ 71 h 145"/>
                <a:gd name="T50" fmla="*/ 66 w 89"/>
                <a:gd name="T51" fmla="*/ 30 h 145"/>
                <a:gd name="T52" fmla="*/ 59 w 89"/>
                <a:gd name="T53" fmla="*/ 1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9" h="145">
                  <a:moveTo>
                    <a:pt x="12" y="17"/>
                  </a:moveTo>
                  <a:cubicBezTo>
                    <a:pt x="20" y="6"/>
                    <a:pt x="30" y="0"/>
                    <a:pt x="44" y="0"/>
                  </a:cubicBezTo>
                  <a:cubicBezTo>
                    <a:pt x="51" y="0"/>
                    <a:pt x="58" y="2"/>
                    <a:pt x="64" y="6"/>
                  </a:cubicBezTo>
                  <a:cubicBezTo>
                    <a:pt x="71" y="9"/>
                    <a:pt x="76" y="16"/>
                    <a:pt x="81" y="25"/>
                  </a:cubicBezTo>
                  <a:cubicBezTo>
                    <a:pt x="86" y="37"/>
                    <a:pt x="89" y="53"/>
                    <a:pt x="89" y="73"/>
                  </a:cubicBezTo>
                  <a:cubicBezTo>
                    <a:pt x="89" y="95"/>
                    <a:pt x="85" y="112"/>
                    <a:pt x="79" y="123"/>
                  </a:cubicBezTo>
                  <a:cubicBezTo>
                    <a:pt x="77" y="129"/>
                    <a:pt x="73" y="134"/>
                    <a:pt x="68" y="137"/>
                  </a:cubicBezTo>
                  <a:cubicBezTo>
                    <a:pt x="63" y="141"/>
                    <a:pt x="59" y="143"/>
                    <a:pt x="55" y="144"/>
                  </a:cubicBezTo>
                  <a:cubicBezTo>
                    <a:pt x="51" y="145"/>
                    <a:pt x="48" y="145"/>
                    <a:pt x="44" y="145"/>
                  </a:cubicBezTo>
                  <a:cubicBezTo>
                    <a:pt x="41" y="145"/>
                    <a:pt x="37" y="145"/>
                    <a:pt x="33" y="144"/>
                  </a:cubicBezTo>
                  <a:cubicBezTo>
                    <a:pt x="30" y="143"/>
                    <a:pt x="25" y="141"/>
                    <a:pt x="20" y="137"/>
                  </a:cubicBezTo>
                  <a:cubicBezTo>
                    <a:pt x="15" y="134"/>
                    <a:pt x="12" y="129"/>
                    <a:pt x="9" y="123"/>
                  </a:cubicBezTo>
                  <a:cubicBezTo>
                    <a:pt x="3" y="112"/>
                    <a:pt x="0" y="95"/>
                    <a:pt x="0" y="73"/>
                  </a:cubicBezTo>
                  <a:cubicBezTo>
                    <a:pt x="0" y="49"/>
                    <a:pt x="4" y="30"/>
                    <a:pt x="12" y="17"/>
                  </a:cubicBezTo>
                  <a:close/>
                  <a:moveTo>
                    <a:pt x="59" y="15"/>
                  </a:moveTo>
                  <a:cubicBezTo>
                    <a:pt x="55" y="10"/>
                    <a:pt x="50" y="8"/>
                    <a:pt x="44" y="8"/>
                  </a:cubicBezTo>
                  <a:cubicBezTo>
                    <a:pt x="38" y="8"/>
                    <a:pt x="33" y="10"/>
                    <a:pt x="29" y="15"/>
                  </a:cubicBezTo>
                  <a:cubicBezTo>
                    <a:pt x="26" y="19"/>
                    <a:pt x="23" y="24"/>
                    <a:pt x="22" y="30"/>
                  </a:cubicBezTo>
                  <a:cubicBezTo>
                    <a:pt x="21" y="37"/>
                    <a:pt x="20" y="50"/>
                    <a:pt x="20" y="71"/>
                  </a:cubicBezTo>
                  <a:cubicBezTo>
                    <a:pt x="20" y="93"/>
                    <a:pt x="21" y="107"/>
                    <a:pt x="22" y="114"/>
                  </a:cubicBezTo>
                  <a:cubicBezTo>
                    <a:pt x="23" y="121"/>
                    <a:pt x="26" y="127"/>
                    <a:pt x="30" y="131"/>
                  </a:cubicBezTo>
                  <a:cubicBezTo>
                    <a:pt x="34" y="135"/>
                    <a:pt x="38" y="137"/>
                    <a:pt x="44" y="137"/>
                  </a:cubicBezTo>
                  <a:cubicBezTo>
                    <a:pt x="50" y="137"/>
                    <a:pt x="55" y="135"/>
                    <a:pt x="59" y="131"/>
                  </a:cubicBezTo>
                  <a:cubicBezTo>
                    <a:pt x="63" y="127"/>
                    <a:pt x="65" y="121"/>
                    <a:pt x="66" y="113"/>
                  </a:cubicBezTo>
                  <a:cubicBezTo>
                    <a:pt x="67" y="106"/>
                    <a:pt x="68" y="92"/>
                    <a:pt x="68" y="71"/>
                  </a:cubicBezTo>
                  <a:cubicBezTo>
                    <a:pt x="68" y="50"/>
                    <a:pt x="67" y="37"/>
                    <a:pt x="66" y="30"/>
                  </a:cubicBezTo>
                  <a:cubicBezTo>
                    <a:pt x="65" y="24"/>
                    <a:pt x="63" y="19"/>
                    <a:pt x="59" y="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8" name="Freeform 94"/>
            <p:cNvSpPr>
              <a:spLocks/>
            </p:cNvSpPr>
            <p:nvPr/>
          </p:nvSpPr>
          <p:spPr bwMode="auto">
            <a:xfrm>
              <a:off x="-223" y="3221"/>
              <a:ext cx="29" cy="48"/>
            </a:xfrm>
            <a:custGeom>
              <a:avLst/>
              <a:gdLst>
                <a:gd name="T0" fmla="*/ 8 w 59"/>
                <a:gd name="T1" fmla="*/ 36 h 100"/>
                <a:gd name="T2" fmla="*/ 2 w 59"/>
                <a:gd name="T3" fmla="*/ 33 h 100"/>
                <a:gd name="T4" fmla="*/ 0 w 59"/>
                <a:gd name="T5" fmla="*/ 26 h 100"/>
                <a:gd name="T6" fmla="*/ 7 w 59"/>
                <a:gd name="T7" fmla="*/ 8 h 100"/>
                <a:gd name="T8" fmla="*/ 27 w 59"/>
                <a:gd name="T9" fmla="*/ 0 h 100"/>
                <a:gd name="T10" fmla="*/ 50 w 59"/>
                <a:gd name="T11" fmla="*/ 9 h 100"/>
                <a:gd name="T12" fmla="*/ 59 w 59"/>
                <a:gd name="T13" fmla="*/ 30 h 100"/>
                <a:gd name="T14" fmla="*/ 56 w 59"/>
                <a:gd name="T15" fmla="*/ 43 h 100"/>
                <a:gd name="T16" fmla="*/ 49 w 59"/>
                <a:gd name="T17" fmla="*/ 53 h 100"/>
                <a:gd name="T18" fmla="*/ 37 w 59"/>
                <a:gd name="T19" fmla="*/ 64 h 100"/>
                <a:gd name="T20" fmla="*/ 22 w 59"/>
                <a:gd name="T21" fmla="*/ 77 h 100"/>
                <a:gd name="T22" fmla="*/ 13 w 59"/>
                <a:gd name="T23" fmla="*/ 86 h 100"/>
                <a:gd name="T24" fmla="*/ 25 w 59"/>
                <a:gd name="T25" fmla="*/ 86 h 100"/>
                <a:gd name="T26" fmla="*/ 49 w 59"/>
                <a:gd name="T27" fmla="*/ 85 h 100"/>
                <a:gd name="T28" fmla="*/ 53 w 59"/>
                <a:gd name="T29" fmla="*/ 72 h 100"/>
                <a:gd name="T30" fmla="*/ 53 w 59"/>
                <a:gd name="T31" fmla="*/ 72 h 100"/>
                <a:gd name="T32" fmla="*/ 59 w 59"/>
                <a:gd name="T33" fmla="*/ 72 h 100"/>
                <a:gd name="T34" fmla="*/ 59 w 59"/>
                <a:gd name="T35" fmla="*/ 72 h 100"/>
                <a:gd name="T36" fmla="*/ 57 w 59"/>
                <a:gd name="T37" fmla="*/ 86 h 100"/>
                <a:gd name="T38" fmla="*/ 55 w 59"/>
                <a:gd name="T39" fmla="*/ 99 h 100"/>
                <a:gd name="T40" fmla="*/ 55 w 59"/>
                <a:gd name="T41" fmla="*/ 100 h 100"/>
                <a:gd name="T42" fmla="*/ 0 w 59"/>
                <a:gd name="T43" fmla="*/ 100 h 100"/>
                <a:gd name="T44" fmla="*/ 0 w 59"/>
                <a:gd name="T45" fmla="*/ 97 h 100"/>
                <a:gd name="T46" fmla="*/ 0 w 59"/>
                <a:gd name="T47" fmla="*/ 95 h 100"/>
                <a:gd name="T48" fmla="*/ 0 w 59"/>
                <a:gd name="T49" fmla="*/ 93 h 100"/>
                <a:gd name="T50" fmla="*/ 5 w 59"/>
                <a:gd name="T51" fmla="*/ 88 h 100"/>
                <a:gd name="T52" fmla="*/ 12 w 59"/>
                <a:gd name="T53" fmla="*/ 79 h 100"/>
                <a:gd name="T54" fmla="*/ 17 w 59"/>
                <a:gd name="T55" fmla="*/ 74 h 100"/>
                <a:gd name="T56" fmla="*/ 22 w 59"/>
                <a:gd name="T57" fmla="*/ 68 h 100"/>
                <a:gd name="T58" fmla="*/ 27 w 59"/>
                <a:gd name="T59" fmla="*/ 63 h 100"/>
                <a:gd name="T60" fmla="*/ 31 w 59"/>
                <a:gd name="T61" fmla="*/ 58 h 100"/>
                <a:gd name="T62" fmla="*/ 34 w 59"/>
                <a:gd name="T63" fmla="*/ 54 h 100"/>
                <a:gd name="T64" fmla="*/ 38 w 59"/>
                <a:gd name="T65" fmla="*/ 49 h 100"/>
                <a:gd name="T66" fmla="*/ 40 w 59"/>
                <a:gd name="T67" fmla="*/ 45 h 100"/>
                <a:gd name="T68" fmla="*/ 42 w 59"/>
                <a:gd name="T69" fmla="*/ 40 h 100"/>
                <a:gd name="T70" fmla="*/ 43 w 59"/>
                <a:gd name="T71" fmla="*/ 35 h 100"/>
                <a:gd name="T72" fmla="*/ 43 w 59"/>
                <a:gd name="T73" fmla="*/ 31 h 100"/>
                <a:gd name="T74" fmla="*/ 38 w 59"/>
                <a:gd name="T75" fmla="*/ 14 h 100"/>
                <a:gd name="T76" fmla="*/ 24 w 59"/>
                <a:gd name="T77" fmla="*/ 7 h 100"/>
                <a:gd name="T78" fmla="*/ 15 w 59"/>
                <a:gd name="T79" fmla="*/ 10 h 100"/>
                <a:gd name="T80" fmla="*/ 10 w 59"/>
                <a:gd name="T81" fmla="*/ 15 h 100"/>
                <a:gd name="T82" fmla="*/ 8 w 59"/>
                <a:gd name="T83" fmla="*/ 18 h 100"/>
                <a:gd name="T84" fmla="*/ 9 w 59"/>
                <a:gd name="T85" fmla="*/ 18 h 100"/>
                <a:gd name="T86" fmla="*/ 15 w 59"/>
                <a:gd name="T87" fmla="*/ 20 h 100"/>
                <a:gd name="T88" fmla="*/ 17 w 59"/>
                <a:gd name="T89" fmla="*/ 27 h 100"/>
                <a:gd name="T90" fmla="*/ 15 w 59"/>
                <a:gd name="T91" fmla="*/ 33 h 100"/>
                <a:gd name="T92" fmla="*/ 8 w 59"/>
                <a:gd name="T93" fmla="*/ 3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9" h="100">
                  <a:moveTo>
                    <a:pt x="8" y="36"/>
                  </a:moveTo>
                  <a:cubicBezTo>
                    <a:pt x="6" y="36"/>
                    <a:pt x="3" y="35"/>
                    <a:pt x="2" y="33"/>
                  </a:cubicBezTo>
                  <a:cubicBezTo>
                    <a:pt x="0" y="31"/>
                    <a:pt x="0" y="29"/>
                    <a:pt x="0" y="26"/>
                  </a:cubicBezTo>
                  <a:cubicBezTo>
                    <a:pt x="0" y="19"/>
                    <a:pt x="2" y="13"/>
                    <a:pt x="7" y="8"/>
                  </a:cubicBezTo>
                  <a:cubicBezTo>
                    <a:pt x="13" y="3"/>
                    <a:pt x="19" y="0"/>
                    <a:pt x="27" y="0"/>
                  </a:cubicBezTo>
                  <a:cubicBezTo>
                    <a:pt x="36" y="0"/>
                    <a:pt x="44" y="3"/>
                    <a:pt x="50" y="9"/>
                  </a:cubicBezTo>
                  <a:cubicBezTo>
                    <a:pt x="56" y="14"/>
                    <a:pt x="59" y="22"/>
                    <a:pt x="59" y="30"/>
                  </a:cubicBezTo>
                  <a:cubicBezTo>
                    <a:pt x="59" y="35"/>
                    <a:pt x="58" y="39"/>
                    <a:pt x="56" y="43"/>
                  </a:cubicBezTo>
                  <a:cubicBezTo>
                    <a:pt x="54" y="46"/>
                    <a:pt x="52" y="50"/>
                    <a:pt x="49" y="53"/>
                  </a:cubicBezTo>
                  <a:cubicBezTo>
                    <a:pt x="46" y="56"/>
                    <a:pt x="42" y="59"/>
                    <a:pt x="37" y="64"/>
                  </a:cubicBezTo>
                  <a:cubicBezTo>
                    <a:pt x="33" y="67"/>
                    <a:pt x="28" y="71"/>
                    <a:pt x="22" y="77"/>
                  </a:cubicBezTo>
                  <a:lnTo>
                    <a:pt x="13" y="86"/>
                  </a:lnTo>
                  <a:lnTo>
                    <a:pt x="25" y="86"/>
                  </a:lnTo>
                  <a:cubicBezTo>
                    <a:pt x="40" y="86"/>
                    <a:pt x="48" y="86"/>
                    <a:pt x="49" y="85"/>
                  </a:cubicBezTo>
                  <a:cubicBezTo>
                    <a:pt x="50" y="85"/>
                    <a:pt x="51" y="81"/>
                    <a:pt x="53" y="72"/>
                  </a:cubicBezTo>
                  <a:lnTo>
                    <a:pt x="53" y="72"/>
                  </a:lnTo>
                  <a:lnTo>
                    <a:pt x="59" y="72"/>
                  </a:lnTo>
                  <a:lnTo>
                    <a:pt x="59" y="72"/>
                  </a:lnTo>
                  <a:cubicBezTo>
                    <a:pt x="59" y="72"/>
                    <a:pt x="58" y="77"/>
                    <a:pt x="57" y="86"/>
                  </a:cubicBezTo>
                  <a:cubicBezTo>
                    <a:pt x="56" y="94"/>
                    <a:pt x="55" y="99"/>
                    <a:pt x="55" y="99"/>
                  </a:cubicBezTo>
                  <a:lnTo>
                    <a:pt x="55" y="100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5"/>
                  </a:lnTo>
                  <a:cubicBezTo>
                    <a:pt x="0" y="94"/>
                    <a:pt x="0" y="94"/>
                    <a:pt x="0" y="93"/>
                  </a:cubicBezTo>
                  <a:cubicBezTo>
                    <a:pt x="1" y="92"/>
                    <a:pt x="2" y="90"/>
                    <a:pt x="5" y="88"/>
                  </a:cubicBezTo>
                  <a:cubicBezTo>
                    <a:pt x="8" y="84"/>
                    <a:pt x="10" y="82"/>
                    <a:pt x="12" y="79"/>
                  </a:cubicBezTo>
                  <a:cubicBezTo>
                    <a:pt x="13" y="78"/>
                    <a:pt x="15" y="76"/>
                    <a:pt x="17" y="74"/>
                  </a:cubicBezTo>
                  <a:cubicBezTo>
                    <a:pt x="20" y="71"/>
                    <a:pt x="22" y="69"/>
                    <a:pt x="22" y="68"/>
                  </a:cubicBezTo>
                  <a:cubicBezTo>
                    <a:pt x="23" y="67"/>
                    <a:pt x="25" y="66"/>
                    <a:pt x="27" y="63"/>
                  </a:cubicBezTo>
                  <a:cubicBezTo>
                    <a:pt x="29" y="61"/>
                    <a:pt x="30" y="59"/>
                    <a:pt x="31" y="58"/>
                  </a:cubicBezTo>
                  <a:cubicBezTo>
                    <a:pt x="32" y="57"/>
                    <a:pt x="33" y="56"/>
                    <a:pt x="34" y="54"/>
                  </a:cubicBezTo>
                  <a:cubicBezTo>
                    <a:pt x="36" y="52"/>
                    <a:pt x="37" y="50"/>
                    <a:pt x="38" y="49"/>
                  </a:cubicBezTo>
                  <a:cubicBezTo>
                    <a:pt x="38" y="48"/>
                    <a:pt x="39" y="46"/>
                    <a:pt x="40" y="45"/>
                  </a:cubicBezTo>
                  <a:cubicBezTo>
                    <a:pt x="41" y="43"/>
                    <a:pt x="41" y="42"/>
                    <a:pt x="42" y="40"/>
                  </a:cubicBezTo>
                  <a:cubicBezTo>
                    <a:pt x="42" y="38"/>
                    <a:pt x="42" y="37"/>
                    <a:pt x="43" y="35"/>
                  </a:cubicBezTo>
                  <a:cubicBezTo>
                    <a:pt x="43" y="34"/>
                    <a:pt x="43" y="32"/>
                    <a:pt x="43" y="31"/>
                  </a:cubicBezTo>
                  <a:cubicBezTo>
                    <a:pt x="43" y="24"/>
                    <a:pt x="42" y="19"/>
                    <a:pt x="38" y="14"/>
                  </a:cubicBezTo>
                  <a:cubicBezTo>
                    <a:pt x="35" y="10"/>
                    <a:pt x="30" y="7"/>
                    <a:pt x="24" y="7"/>
                  </a:cubicBezTo>
                  <a:cubicBezTo>
                    <a:pt x="20" y="7"/>
                    <a:pt x="17" y="8"/>
                    <a:pt x="15" y="10"/>
                  </a:cubicBezTo>
                  <a:cubicBezTo>
                    <a:pt x="13" y="12"/>
                    <a:pt x="11" y="13"/>
                    <a:pt x="10" y="15"/>
                  </a:cubicBezTo>
                  <a:cubicBezTo>
                    <a:pt x="9" y="16"/>
                    <a:pt x="8" y="17"/>
                    <a:pt x="8" y="18"/>
                  </a:cubicBezTo>
                  <a:cubicBezTo>
                    <a:pt x="8" y="18"/>
                    <a:pt x="9" y="18"/>
                    <a:pt x="9" y="18"/>
                  </a:cubicBezTo>
                  <a:cubicBezTo>
                    <a:pt x="11" y="18"/>
                    <a:pt x="13" y="19"/>
                    <a:pt x="15" y="20"/>
                  </a:cubicBezTo>
                  <a:cubicBezTo>
                    <a:pt x="16" y="21"/>
                    <a:pt x="17" y="24"/>
                    <a:pt x="17" y="27"/>
                  </a:cubicBezTo>
                  <a:cubicBezTo>
                    <a:pt x="17" y="29"/>
                    <a:pt x="17" y="31"/>
                    <a:pt x="15" y="33"/>
                  </a:cubicBezTo>
                  <a:cubicBezTo>
                    <a:pt x="13" y="35"/>
                    <a:pt x="11" y="36"/>
                    <a:pt x="8" y="3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9" name="Freeform 95"/>
            <p:cNvSpPr>
              <a:spLocks/>
            </p:cNvSpPr>
            <p:nvPr/>
          </p:nvSpPr>
          <p:spPr bwMode="auto">
            <a:xfrm>
              <a:off x="-370" y="3383"/>
              <a:ext cx="79" cy="101"/>
            </a:xfrm>
            <a:custGeom>
              <a:avLst/>
              <a:gdLst>
                <a:gd name="T0" fmla="*/ 5 w 165"/>
                <a:gd name="T1" fmla="*/ 131 h 211"/>
                <a:gd name="T2" fmla="*/ 2 w 165"/>
                <a:gd name="T3" fmla="*/ 129 h 211"/>
                <a:gd name="T4" fmla="*/ 0 w 165"/>
                <a:gd name="T5" fmla="*/ 127 h 211"/>
                <a:gd name="T6" fmla="*/ 6 w 165"/>
                <a:gd name="T7" fmla="*/ 120 h 211"/>
                <a:gd name="T8" fmla="*/ 20 w 165"/>
                <a:gd name="T9" fmla="*/ 110 h 211"/>
                <a:gd name="T10" fmla="*/ 28 w 165"/>
                <a:gd name="T11" fmla="*/ 104 h 211"/>
                <a:gd name="T12" fmla="*/ 29 w 165"/>
                <a:gd name="T13" fmla="*/ 103 h 211"/>
                <a:gd name="T14" fmla="*/ 30 w 165"/>
                <a:gd name="T15" fmla="*/ 103 h 211"/>
                <a:gd name="T16" fmla="*/ 33 w 165"/>
                <a:gd name="T17" fmla="*/ 107 h 211"/>
                <a:gd name="T18" fmla="*/ 44 w 165"/>
                <a:gd name="T19" fmla="*/ 131 h 211"/>
                <a:gd name="T20" fmla="*/ 50 w 165"/>
                <a:gd name="T21" fmla="*/ 146 h 211"/>
                <a:gd name="T22" fmla="*/ 68 w 165"/>
                <a:gd name="T23" fmla="*/ 185 h 211"/>
                <a:gd name="T24" fmla="*/ 90 w 165"/>
                <a:gd name="T25" fmla="*/ 140 h 211"/>
                <a:gd name="T26" fmla="*/ 134 w 165"/>
                <a:gd name="T27" fmla="*/ 50 h 211"/>
                <a:gd name="T28" fmla="*/ 156 w 165"/>
                <a:gd name="T29" fmla="*/ 3 h 211"/>
                <a:gd name="T30" fmla="*/ 161 w 165"/>
                <a:gd name="T31" fmla="*/ 0 h 211"/>
                <a:gd name="T32" fmla="*/ 163 w 165"/>
                <a:gd name="T33" fmla="*/ 1 h 211"/>
                <a:gd name="T34" fmla="*/ 165 w 165"/>
                <a:gd name="T35" fmla="*/ 4 h 211"/>
                <a:gd name="T36" fmla="*/ 165 w 165"/>
                <a:gd name="T37" fmla="*/ 5 h 211"/>
                <a:gd name="T38" fmla="*/ 115 w 165"/>
                <a:gd name="T39" fmla="*/ 107 h 211"/>
                <a:gd name="T40" fmla="*/ 66 w 165"/>
                <a:gd name="T41" fmla="*/ 209 h 211"/>
                <a:gd name="T42" fmla="*/ 62 w 165"/>
                <a:gd name="T43" fmla="*/ 211 h 211"/>
                <a:gd name="T44" fmla="*/ 59 w 165"/>
                <a:gd name="T45" fmla="*/ 210 h 211"/>
                <a:gd name="T46" fmla="*/ 39 w 165"/>
                <a:gd name="T47" fmla="*/ 166 h 211"/>
                <a:gd name="T48" fmla="*/ 18 w 165"/>
                <a:gd name="T49" fmla="*/ 121 h 211"/>
                <a:gd name="T50" fmla="*/ 15 w 165"/>
                <a:gd name="T51" fmla="*/ 124 h 211"/>
                <a:gd name="T52" fmla="*/ 8 w 165"/>
                <a:gd name="T53" fmla="*/ 129 h 211"/>
                <a:gd name="T54" fmla="*/ 5 w 165"/>
                <a:gd name="T55" fmla="*/ 13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211">
                  <a:moveTo>
                    <a:pt x="5" y="131"/>
                  </a:moveTo>
                  <a:cubicBezTo>
                    <a:pt x="4" y="131"/>
                    <a:pt x="3" y="131"/>
                    <a:pt x="2" y="129"/>
                  </a:cubicBezTo>
                  <a:cubicBezTo>
                    <a:pt x="1" y="128"/>
                    <a:pt x="0" y="127"/>
                    <a:pt x="0" y="127"/>
                  </a:cubicBezTo>
                  <a:cubicBezTo>
                    <a:pt x="0" y="126"/>
                    <a:pt x="2" y="124"/>
                    <a:pt x="6" y="120"/>
                  </a:cubicBezTo>
                  <a:cubicBezTo>
                    <a:pt x="11" y="117"/>
                    <a:pt x="15" y="113"/>
                    <a:pt x="20" y="110"/>
                  </a:cubicBezTo>
                  <a:cubicBezTo>
                    <a:pt x="25" y="106"/>
                    <a:pt x="28" y="104"/>
                    <a:pt x="28" y="104"/>
                  </a:cubicBezTo>
                  <a:cubicBezTo>
                    <a:pt x="29" y="103"/>
                    <a:pt x="29" y="103"/>
                    <a:pt x="29" y="103"/>
                  </a:cubicBezTo>
                  <a:lnTo>
                    <a:pt x="30" y="103"/>
                  </a:lnTo>
                  <a:cubicBezTo>
                    <a:pt x="30" y="103"/>
                    <a:pt x="31" y="104"/>
                    <a:pt x="33" y="107"/>
                  </a:cubicBezTo>
                  <a:cubicBezTo>
                    <a:pt x="34" y="109"/>
                    <a:pt x="37" y="117"/>
                    <a:pt x="44" y="131"/>
                  </a:cubicBezTo>
                  <a:cubicBezTo>
                    <a:pt x="47" y="137"/>
                    <a:pt x="49" y="142"/>
                    <a:pt x="50" y="146"/>
                  </a:cubicBezTo>
                  <a:lnTo>
                    <a:pt x="68" y="185"/>
                  </a:lnTo>
                  <a:cubicBezTo>
                    <a:pt x="69" y="185"/>
                    <a:pt x="76" y="170"/>
                    <a:pt x="90" y="140"/>
                  </a:cubicBezTo>
                  <a:cubicBezTo>
                    <a:pt x="105" y="110"/>
                    <a:pt x="119" y="80"/>
                    <a:pt x="134" y="50"/>
                  </a:cubicBezTo>
                  <a:cubicBezTo>
                    <a:pt x="148" y="19"/>
                    <a:pt x="156" y="4"/>
                    <a:pt x="156" y="3"/>
                  </a:cubicBezTo>
                  <a:cubicBezTo>
                    <a:pt x="157" y="1"/>
                    <a:pt x="159" y="0"/>
                    <a:pt x="161" y="0"/>
                  </a:cubicBezTo>
                  <a:cubicBezTo>
                    <a:pt x="162" y="0"/>
                    <a:pt x="162" y="0"/>
                    <a:pt x="163" y="1"/>
                  </a:cubicBezTo>
                  <a:cubicBezTo>
                    <a:pt x="164" y="2"/>
                    <a:pt x="164" y="3"/>
                    <a:pt x="165" y="4"/>
                  </a:cubicBezTo>
                  <a:lnTo>
                    <a:pt x="165" y="5"/>
                  </a:lnTo>
                  <a:lnTo>
                    <a:pt x="115" y="107"/>
                  </a:lnTo>
                  <a:lnTo>
                    <a:pt x="66" y="209"/>
                  </a:lnTo>
                  <a:cubicBezTo>
                    <a:pt x="65" y="210"/>
                    <a:pt x="64" y="211"/>
                    <a:pt x="62" y="211"/>
                  </a:cubicBezTo>
                  <a:cubicBezTo>
                    <a:pt x="61" y="211"/>
                    <a:pt x="60" y="211"/>
                    <a:pt x="59" y="210"/>
                  </a:cubicBezTo>
                  <a:cubicBezTo>
                    <a:pt x="59" y="210"/>
                    <a:pt x="52" y="195"/>
                    <a:pt x="39" y="166"/>
                  </a:cubicBezTo>
                  <a:lnTo>
                    <a:pt x="18" y="121"/>
                  </a:lnTo>
                  <a:lnTo>
                    <a:pt x="15" y="124"/>
                  </a:lnTo>
                  <a:cubicBezTo>
                    <a:pt x="13" y="125"/>
                    <a:pt x="11" y="127"/>
                    <a:pt x="8" y="129"/>
                  </a:cubicBezTo>
                  <a:cubicBezTo>
                    <a:pt x="6" y="130"/>
                    <a:pt x="5" y="131"/>
                    <a:pt x="5" y="13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0" name="Rectangle 96"/>
            <p:cNvSpPr>
              <a:spLocks noChangeArrowheads="1"/>
            </p:cNvSpPr>
            <p:nvPr/>
          </p:nvSpPr>
          <p:spPr bwMode="auto">
            <a:xfrm>
              <a:off x="-293" y="3383"/>
              <a:ext cx="102" cy="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1" name="Freeform 97"/>
            <p:cNvSpPr>
              <a:spLocks/>
            </p:cNvSpPr>
            <p:nvPr/>
          </p:nvSpPr>
          <p:spPr bwMode="auto">
            <a:xfrm>
              <a:off x="-285" y="3401"/>
              <a:ext cx="35" cy="68"/>
            </a:xfrm>
            <a:custGeom>
              <a:avLst/>
              <a:gdLst>
                <a:gd name="T0" fmla="*/ 27 w 72"/>
                <a:gd name="T1" fmla="*/ 19 h 141"/>
                <a:gd name="T2" fmla="*/ 25 w 72"/>
                <a:gd name="T3" fmla="*/ 20 h 141"/>
                <a:gd name="T4" fmla="*/ 16 w 72"/>
                <a:gd name="T5" fmla="*/ 22 h 141"/>
                <a:gd name="T6" fmla="*/ 4 w 72"/>
                <a:gd name="T7" fmla="*/ 24 h 141"/>
                <a:gd name="T8" fmla="*/ 0 w 72"/>
                <a:gd name="T9" fmla="*/ 24 h 141"/>
                <a:gd name="T10" fmla="*/ 0 w 72"/>
                <a:gd name="T11" fmla="*/ 14 h 141"/>
                <a:gd name="T12" fmla="*/ 4 w 72"/>
                <a:gd name="T13" fmla="*/ 14 h 141"/>
                <a:gd name="T14" fmla="*/ 22 w 72"/>
                <a:gd name="T15" fmla="*/ 11 h 141"/>
                <a:gd name="T16" fmla="*/ 34 w 72"/>
                <a:gd name="T17" fmla="*/ 6 h 141"/>
                <a:gd name="T18" fmla="*/ 40 w 72"/>
                <a:gd name="T19" fmla="*/ 1 h 141"/>
                <a:gd name="T20" fmla="*/ 42 w 72"/>
                <a:gd name="T21" fmla="*/ 0 h 141"/>
                <a:gd name="T22" fmla="*/ 46 w 72"/>
                <a:gd name="T23" fmla="*/ 2 h 141"/>
                <a:gd name="T24" fmla="*/ 46 w 72"/>
                <a:gd name="T25" fmla="*/ 65 h 141"/>
                <a:gd name="T26" fmla="*/ 46 w 72"/>
                <a:gd name="T27" fmla="*/ 128 h 141"/>
                <a:gd name="T28" fmla="*/ 49 w 72"/>
                <a:gd name="T29" fmla="*/ 130 h 141"/>
                <a:gd name="T30" fmla="*/ 54 w 72"/>
                <a:gd name="T31" fmla="*/ 131 h 141"/>
                <a:gd name="T32" fmla="*/ 67 w 72"/>
                <a:gd name="T33" fmla="*/ 131 h 141"/>
                <a:gd name="T34" fmla="*/ 72 w 72"/>
                <a:gd name="T35" fmla="*/ 131 h 141"/>
                <a:gd name="T36" fmla="*/ 72 w 72"/>
                <a:gd name="T37" fmla="*/ 141 h 141"/>
                <a:gd name="T38" fmla="*/ 70 w 72"/>
                <a:gd name="T39" fmla="*/ 141 h 141"/>
                <a:gd name="T40" fmla="*/ 37 w 72"/>
                <a:gd name="T41" fmla="*/ 140 h 141"/>
                <a:gd name="T42" fmla="*/ 3 w 72"/>
                <a:gd name="T43" fmla="*/ 141 h 141"/>
                <a:gd name="T44" fmla="*/ 1 w 72"/>
                <a:gd name="T45" fmla="*/ 141 h 141"/>
                <a:gd name="T46" fmla="*/ 1 w 72"/>
                <a:gd name="T47" fmla="*/ 131 h 141"/>
                <a:gd name="T48" fmla="*/ 6 w 72"/>
                <a:gd name="T49" fmla="*/ 131 h 141"/>
                <a:gd name="T50" fmla="*/ 14 w 72"/>
                <a:gd name="T51" fmla="*/ 131 h 141"/>
                <a:gd name="T52" fmla="*/ 20 w 72"/>
                <a:gd name="T53" fmla="*/ 131 h 141"/>
                <a:gd name="T54" fmla="*/ 23 w 72"/>
                <a:gd name="T55" fmla="*/ 130 h 141"/>
                <a:gd name="T56" fmla="*/ 25 w 72"/>
                <a:gd name="T57" fmla="*/ 130 h 141"/>
                <a:gd name="T58" fmla="*/ 26 w 72"/>
                <a:gd name="T59" fmla="*/ 129 h 141"/>
                <a:gd name="T60" fmla="*/ 27 w 72"/>
                <a:gd name="T61" fmla="*/ 128 h 141"/>
                <a:gd name="T62" fmla="*/ 27 w 72"/>
                <a:gd name="T63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" h="141">
                  <a:moveTo>
                    <a:pt x="27" y="19"/>
                  </a:moveTo>
                  <a:lnTo>
                    <a:pt x="25" y="20"/>
                  </a:lnTo>
                  <a:cubicBezTo>
                    <a:pt x="23" y="21"/>
                    <a:pt x="20" y="21"/>
                    <a:pt x="16" y="22"/>
                  </a:cubicBezTo>
                  <a:cubicBezTo>
                    <a:pt x="12" y="23"/>
                    <a:pt x="8" y="23"/>
                    <a:pt x="4" y="24"/>
                  </a:cubicBezTo>
                  <a:lnTo>
                    <a:pt x="0" y="24"/>
                  </a:lnTo>
                  <a:lnTo>
                    <a:pt x="0" y="14"/>
                  </a:lnTo>
                  <a:lnTo>
                    <a:pt x="4" y="14"/>
                  </a:lnTo>
                  <a:cubicBezTo>
                    <a:pt x="10" y="14"/>
                    <a:pt x="17" y="13"/>
                    <a:pt x="22" y="11"/>
                  </a:cubicBezTo>
                  <a:cubicBezTo>
                    <a:pt x="28" y="9"/>
                    <a:pt x="32" y="7"/>
                    <a:pt x="34" y="6"/>
                  </a:cubicBezTo>
                  <a:cubicBezTo>
                    <a:pt x="36" y="4"/>
                    <a:pt x="38" y="3"/>
                    <a:pt x="40" y="1"/>
                  </a:cubicBezTo>
                  <a:cubicBezTo>
                    <a:pt x="40" y="1"/>
                    <a:pt x="41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lnTo>
                    <a:pt x="46" y="65"/>
                  </a:lnTo>
                  <a:lnTo>
                    <a:pt x="46" y="128"/>
                  </a:lnTo>
                  <a:cubicBezTo>
                    <a:pt x="47" y="129"/>
                    <a:pt x="48" y="130"/>
                    <a:pt x="49" y="130"/>
                  </a:cubicBezTo>
                  <a:cubicBezTo>
                    <a:pt x="50" y="130"/>
                    <a:pt x="51" y="130"/>
                    <a:pt x="54" y="131"/>
                  </a:cubicBezTo>
                  <a:cubicBezTo>
                    <a:pt x="57" y="131"/>
                    <a:pt x="61" y="131"/>
                    <a:pt x="67" y="131"/>
                  </a:cubicBezTo>
                  <a:lnTo>
                    <a:pt x="72" y="131"/>
                  </a:lnTo>
                  <a:lnTo>
                    <a:pt x="72" y="141"/>
                  </a:lnTo>
                  <a:lnTo>
                    <a:pt x="70" y="141"/>
                  </a:lnTo>
                  <a:cubicBezTo>
                    <a:pt x="67" y="140"/>
                    <a:pt x="56" y="140"/>
                    <a:pt x="37" y="140"/>
                  </a:cubicBezTo>
                  <a:cubicBezTo>
                    <a:pt x="17" y="140"/>
                    <a:pt x="6" y="140"/>
                    <a:pt x="3" y="141"/>
                  </a:cubicBezTo>
                  <a:lnTo>
                    <a:pt x="1" y="141"/>
                  </a:lnTo>
                  <a:lnTo>
                    <a:pt x="1" y="131"/>
                  </a:lnTo>
                  <a:lnTo>
                    <a:pt x="6" y="131"/>
                  </a:lnTo>
                  <a:lnTo>
                    <a:pt x="14" y="131"/>
                  </a:lnTo>
                  <a:cubicBezTo>
                    <a:pt x="17" y="131"/>
                    <a:pt x="18" y="131"/>
                    <a:pt x="20" y="131"/>
                  </a:cubicBezTo>
                  <a:cubicBezTo>
                    <a:pt x="21" y="131"/>
                    <a:pt x="22" y="131"/>
                    <a:pt x="23" y="130"/>
                  </a:cubicBezTo>
                  <a:cubicBezTo>
                    <a:pt x="24" y="130"/>
                    <a:pt x="25" y="130"/>
                    <a:pt x="25" y="130"/>
                  </a:cubicBezTo>
                  <a:cubicBezTo>
                    <a:pt x="25" y="130"/>
                    <a:pt x="25" y="130"/>
                    <a:pt x="26" y="129"/>
                  </a:cubicBezTo>
                  <a:cubicBezTo>
                    <a:pt x="27" y="128"/>
                    <a:pt x="27" y="128"/>
                    <a:pt x="27" y="128"/>
                  </a:cubicBezTo>
                  <a:lnTo>
                    <a:pt x="27" y="1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2" name="Freeform 98"/>
            <p:cNvSpPr>
              <a:spLocks/>
            </p:cNvSpPr>
            <p:nvPr/>
          </p:nvSpPr>
          <p:spPr bwMode="auto">
            <a:xfrm>
              <a:off x="-238" y="3401"/>
              <a:ext cx="41" cy="68"/>
            </a:xfrm>
            <a:custGeom>
              <a:avLst/>
              <a:gdLst>
                <a:gd name="T0" fmla="*/ 13 w 85"/>
                <a:gd name="T1" fmla="*/ 50 h 141"/>
                <a:gd name="T2" fmla="*/ 4 w 85"/>
                <a:gd name="T3" fmla="*/ 47 h 141"/>
                <a:gd name="T4" fmla="*/ 0 w 85"/>
                <a:gd name="T5" fmla="*/ 37 h 141"/>
                <a:gd name="T6" fmla="*/ 12 w 85"/>
                <a:gd name="T7" fmla="*/ 11 h 141"/>
                <a:gd name="T8" fmla="*/ 39 w 85"/>
                <a:gd name="T9" fmla="*/ 0 h 141"/>
                <a:gd name="T10" fmla="*/ 71 w 85"/>
                <a:gd name="T11" fmla="*/ 12 h 141"/>
                <a:gd name="T12" fmla="*/ 85 w 85"/>
                <a:gd name="T13" fmla="*/ 43 h 141"/>
                <a:gd name="T14" fmla="*/ 80 w 85"/>
                <a:gd name="T15" fmla="*/ 60 h 141"/>
                <a:gd name="T16" fmla="*/ 70 w 85"/>
                <a:gd name="T17" fmla="*/ 74 h 141"/>
                <a:gd name="T18" fmla="*/ 53 w 85"/>
                <a:gd name="T19" fmla="*/ 90 h 141"/>
                <a:gd name="T20" fmla="*/ 32 w 85"/>
                <a:gd name="T21" fmla="*/ 109 h 141"/>
                <a:gd name="T22" fmla="*/ 20 w 85"/>
                <a:gd name="T23" fmla="*/ 121 h 141"/>
                <a:gd name="T24" fmla="*/ 36 w 85"/>
                <a:gd name="T25" fmla="*/ 121 h 141"/>
                <a:gd name="T26" fmla="*/ 71 w 85"/>
                <a:gd name="T27" fmla="*/ 120 h 141"/>
                <a:gd name="T28" fmla="*/ 76 w 85"/>
                <a:gd name="T29" fmla="*/ 102 h 141"/>
                <a:gd name="T30" fmla="*/ 76 w 85"/>
                <a:gd name="T31" fmla="*/ 101 h 141"/>
                <a:gd name="T32" fmla="*/ 85 w 85"/>
                <a:gd name="T33" fmla="*/ 101 h 141"/>
                <a:gd name="T34" fmla="*/ 85 w 85"/>
                <a:gd name="T35" fmla="*/ 102 h 141"/>
                <a:gd name="T36" fmla="*/ 82 w 85"/>
                <a:gd name="T37" fmla="*/ 121 h 141"/>
                <a:gd name="T38" fmla="*/ 79 w 85"/>
                <a:gd name="T39" fmla="*/ 140 h 141"/>
                <a:gd name="T40" fmla="*/ 79 w 85"/>
                <a:gd name="T41" fmla="*/ 141 h 141"/>
                <a:gd name="T42" fmla="*/ 0 w 85"/>
                <a:gd name="T43" fmla="*/ 141 h 141"/>
                <a:gd name="T44" fmla="*/ 0 w 85"/>
                <a:gd name="T45" fmla="*/ 137 h 141"/>
                <a:gd name="T46" fmla="*/ 0 w 85"/>
                <a:gd name="T47" fmla="*/ 134 h 141"/>
                <a:gd name="T48" fmla="*/ 2 w 85"/>
                <a:gd name="T49" fmla="*/ 131 h 141"/>
                <a:gd name="T50" fmla="*/ 8 w 85"/>
                <a:gd name="T51" fmla="*/ 124 h 141"/>
                <a:gd name="T52" fmla="*/ 19 w 85"/>
                <a:gd name="T53" fmla="*/ 112 h 141"/>
                <a:gd name="T54" fmla="*/ 26 w 85"/>
                <a:gd name="T55" fmla="*/ 104 h 141"/>
                <a:gd name="T56" fmla="*/ 33 w 85"/>
                <a:gd name="T57" fmla="*/ 96 h 141"/>
                <a:gd name="T58" fmla="*/ 39 w 85"/>
                <a:gd name="T59" fmla="*/ 89 h 141"/>
                <a:gd name="T60" fmla="*/ 45 w 85"/>
                <a:gd name="T61" fmla="*/ 82 h 141"/>
                <a:gd name="T62" fmla="*/ 50 w 85"/>
                <a:gd name="T63" fmla="*/ 76 h 141"/>
                <a:gd name="T64" fmla="*/ 54 w 85"/>
                <a:gd name="T65" fmla="*/ 69 h 141"/>
                <a:gd name="T66" fmla="*/ 57 w 85"/>
                <a:gd name="T67" fmla="*/ 63 h 141"/>
                <a:gd name="T68" fmla="*/ 60 w 85"/>
                <a:gd name="T69" fmla="*/ 56 h 141"/>
                <a:gd name="T70" fmla="*/ 62 w 85"/>
                <a:gd name="T71" fmla="*/ 50 h 141"/>
                <a:gd name="T72" fmla="*/ 62 w 85"/>
                <a:gd name="T73" fmla="*/ 43 h 141"/>
                <a:gd name="T74" fmla="*/ 55 w 85"/>
                <a:gd name="T75" fmla="*/ 20 h 141"/>
                <a:gd name="T76" fmla="*/ 35 w 85"/>
                <a:gd name="T77" fmla="*/ 10 h 141"/>
                <a:gd name="T78" fmla="*/ 22 w 85"/>
                <a:gd name="T79" fmla="*/ 14 h 141"/>
                <a:gd name="T80" fmla="*/ 15 w 85"/>
                <a:gd name="T81" fmla="*/ 21 h 141"/>
                <a:gd name="T82" fmla="*/ 13 w 85"/>
                <a:gd name="T83" fmla="*/ 25 h 141"/>
                <a:gd name="T84" fmla="*/ 14 w 85"/>
                <a:gd name="T85" fmla="*/ 25 h 141"/>
                <a:gd name="T86" fmla="*/ 22 w 85"/>
                <a:gd name="T87" fmla="*/ 28 h 141"/>
                <a:gd name="T88" fmla="*/ 26 w 85"/>
                <a:gd name="T89" fmla="*/ 38 h 141"/>
                <a:gd name="T90" fmla="*/ 22 w 85"/>
                <a:gd name="T91" fmla="*/ 47 h 141"/>
                <a:gd name="T92" fmla="*/ 13 w 85"/>
                <a:gd name="T93" fmla="*/ 5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5" h="141">
                  <a:moveTo>
                    <a:pt x="13" y="50"/>
                  </a:moveTo>
                  <a:cubicBezTo>
                    <a:pt x="9" y="50"/>
                    <a:pt x="6" y="49"/>
                    <a:pt x="4" y="47"/>
                  </a:cubicBezTo>
                  <a:cubicBezTo>
                    <a:pt x="2" y="44"/>
                    <a:pt x="0" y="41"/>
                    <a:pt x="0" y="37"/>
                  </a:cubicBezTo>
                  <a:cubicBezTo>
                    <a:pt x="0" y="27"/>
                    <a:pt x="4" y="19"/>
                    <a:pt x="12" y="11"/>
                  </a:cubicBezTo>
                  <a:cubicBezTo>
                    <a:pt x="19" y="4"/>
                    <a:pt x="28" y="0"/>
                    <a:pt x="39" y="0"/>
                  </a:cubicBezTo>
                  <a:cubicBezTo>
                    <a:pt x="52" y="0"/>
                    <a:pt x="63" y="4"/>
                    <a:pt x="71" y="12"/>
                  </a:cubicBezTo>
                  <a:cubicBezTo>
                    <a:pt x="80" y="20"/>
                    <a:pt x="84" y="30"/>
                    <a:pt x="85" y="43"/>
                  </a:cubicBezTo>
                  <a:cubicBezTo>
                    <a:pt x="85" y="49"/>
                    <a:pt x="83" y="55"/>
                    <a:pt x="80" y="60"/>
                  </a:cubicBezTo>
                  <a:cubicBezTo>
                    <a:pt x="78" y="66"/>
                    <a:pt x="74" y="70"/>
                    <a:pt x="70" y="74"/>
                  </a:cubicBezTo>
                  <a:cubicBezTo>
                    <a:pt x="66" y="78"/>
                    <a:pt x="61" y="84"/>
                    <a:pt x="53" y="90"/>
                  </a:cubicBezTo>
                  <a:cubicBezTo>
                    <a:pt x="48" y="94"/>
                    <a:pt x="41" y="101"/>
                    <a:pt x="32" y="109"/>
                  </a:cubicBezTo>
                  <a:lnTo>
                    <a:pt x="20" y="121"/>
                  </a:lnTo>
                  <a:lnTo>
                    <a:pt x="36" y="121"/>
                  </a:lnTo>
                  <a:cubicBezTo>
                    <a:pt x="58" y="121"/>
                    <a:pt x="70" y="121"/>
                    <a:pt x="71" y="120"/>
                  </a:cubicBezTo>
                  <a:cubicBezTo>
                    <a:pt x="72" y="120"/>
                    <a:pt x="74" y="114"/>
                    <a:pt x="76" y="102"/>
                  </a:cubicBezTo>
                  <a:lnTo>
                    <a:pt x="76" y="101"/>
                  </a:lnTo>
                  <a:lnTo>
                    <a:pt x="85" y="101"/>
                  </a:lnTo>
                  <a:lnTo>
                    <a:pt x="85" y="102"/>
                  </a:lnTo>
                  <a:cubicBezTo>
                    <a:pt x="84" y="102"/>
                    <a:pt x="84" y="108"/>
                    <a:pt x="82" y="121"/>
                  </a:cubicBezTo>
                  <a:cubicBezTo>
                    <a:pt x="80" y="133"/>
                    <a:pt x="79" y="140"/>
                    <a:pt x="79" y="140"/>
                  </a:cubicBezTo>
                  <a:lnTo>
                    <a:pt x="79" y="141"/>
                  </a:lnTo>
                  <a:lnTo>
                    <a:pt x="0" y="141"/>
                  </a:lnTo>
                  <a:lnTo>
                    <a:pt x="0" y="137"/>
                  </a:lnTo>
                  <a:lnTo>
                    <a:pt x="0" y="134"/>
                  </a:lnTo>
                  <a:cubicBezTo>
                    <a:pt x="0" y="133"/>
                    <a:pt x="1" y="132"/>
                    <a:pt x="2" y="131"/>
                  </a:cubicBezTo>
                  <a:cubicBezTo>
                    <a:pt x="2" y="130"/>
                    <a:pt x="5" y="128"/>
                    <a:pt x="8" y="124"/>
                  </a:cubicBezTo>
                  <a:cubicBezTo>
                    <a:pt x="12" y="119"/>
                    <a:pt x="16" y="115"/>
                    <a:pt x="19" y="112"/>
                  </a:cubicBezTo>
                  <a:cubicBezTo>
                    <a:pt x="20" y="111"/>
                    <a:pt x="22" y="108"/>
                    <a:pt x="26" y="104"/>
                  </a:cubicBezTo>
                  <a:cubicBezTo>
                    <a:pt x="29" y="100"/>
                    <a:pt x="32" y="98"/>
                    <a:pt x="33" y="96"/>
                  </a:cubicBezTo>
                  <a:cubicBezTo>
                    <a:pt x="34" y="95"/>
                    <a:pt x="36" y="93"/>
                    <a:pt x="39" y="89"/>
                  </a:cubicBezTo>
                  <a:cubicBezTo>
                    <a:pt x="42" y="86"/>
                    <a:pt x="44" y="84"/>
                    <a:pt x="45" y="82"/>
                  </a:cubicBezTo>
                  <a:cubicBezTo>
                    <a:pt x="46" y="81"/>
                    <a:pt x="48" y="79"/>
                    <a:pt x="50" y="76"/>
                  </a:cubicBezTo>
                  <a:cubicBezTo>
                    <a:pt x="52" y="73"/>
                    <a:pt x="53" y="71"/>
                    <a:pt x="54" y="69"/>
                  </a:cubicBezTo>
                  <a:cubicBezTo>
                    <a:pt x="55" y="67"/>
                    <a:pt x="56" y="65"/>
                    <a:pt x="57" y="63"/>
                  </a:cubicBezTo>
                  <a:cubicBezTo>
                    <a:pt x="59" y="61"/>
                    <a:pt x="60" y="59"/>
                    <a:pt x="60" y="56"/>
                  </a:cubicBezTo>
                  <a:cubicBezTo>
                    <a:pt x="61" y="54"/>
                    <a:pt x="61" y="52"/>
                    <a:pt x="62" y="50"/>
                  </a:cubicBezTo>
                  <a:cubicBezTo>
                    <a:pt x="62" y="48"/>
                    <a:pt x="62" y="46"/>
                    <a:pt x="62" y="43"/>
                  </a:cubicBezTo>
                  <a:cubicBezTo>
                    <a:pt x="62" y="34"/>
                    <a:pt x="60" y="26"/>
                    <a:pt x="55" y="20"/>
                  </a:cubicBezTo>
                  <a:cubicBezTo>
                    <a:pt x="50" y="14"/>
                    <a:pt x="43" y="10"/>
                    <a:pt x="35" y="10"/>
                  </a:cubicBezTo>
                  <a:cubicBezTo>
                    <a:pt x="30" y="10"/>
                    <a:pt x="26" y="11"/>
                    <a:pt x="22" y="14"/>
                  </a:cubicBezTo>
                  <a:cubicBezTo>
                    <a:pt x="19" y="16"/>
                    <a:pt x="16" y="19"/>
                    <a:pt x="15" y="21"/>
                  </a:cubicBezTo>
                  <a:cubicBezTo>
                    <a:pt x="14" y="23"/>
                    <a:pt x="13" y="24"/>
                    <a:pt x="13" y="25"/>
                  </a:cubicBezTo>
                  <a:cubicBezTo>
                    <a:pt x="13" y="25"/>
                    <a:pt x="13" y="25"/>
                    <a:pt x="14" y="25"/>
                  </a:cubicBezTo>
                  <a:cubicBezTo>
                    <a:pt x="16" y="25"/>
                    <a:pt x="19" y="26"/>
                    <a:pt x="22" y="28"/>
                  </a:cubicBezTo>
                  <a:cubicBezTo>
                    <a:pt x="24" y="30"/>
                    <a:pt x="26" y="33"/>
                    <a:pt x="26" y="38"/>
                  </a:cubicBezTo>
                  <a:cubicBezTo>
                    <a:pt x="26" y="41"/>
                    <a:pt x="25" y="44"/>
                    <a:pt x="22" y="47"/>
                  </a:cubicBezTo>
                  <a:cubicBezTo>
                    <a:pt x="20" y="49"/>
                    <a:pt x="17" y="50"/>
                    <a:pt x="13" y="5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3" name="Freeform 99"/>
            <p:cNvSpPr>
              <a:spLocks/>
            </p:cNvSpPr>
            <p:nvPr/>
          </p:nvSpPr>
          <p:spPr bwMode="auto">
            <a:xfrm>
              <a:off x="-190" y="3423"/>
              <a:ext cx="57" cy="47"/>
            </a:xfrm>
            <a:custGeom>
              <a:avLst/>
              <a:gdLst>
                <a:gd name="T0" fmla="*/ 0 w 118"/>
                <a:gd name="T1" fmla="*/ 33 h 96"/>
                <a:gd name="T2" fmla="*/ 1 w 118"/>
                <a:gd name="T3" fmla="*/ 30 h 96"/>
                <a:gd name="T4" fmla="*/ 3 w 118"/>
                <a:gd name="T5" fmla="*/ 22 h 96"/>
                <a:gd name="T6" fmla="*/ 7 w 118"/>
                <a:gd name="T7" fmla="*/ 12 h 96"/>
                <a:gd name="T8" fmla="*/ 14 w 118"/>
                <a:gd name="T9" fmla="*/ 4 h 96"/>
                <a:gd name="T10" fmla="*/ 24 w 118"/>
                <a:gd name="T11" fmla="*/ 1 h 96"/>
                <a:gd name="T12" fmla="*/ 37 w 118"/>
                <a:gd name="T13" fmla="*/ 4 h 96"/>
                <a:gd name="T14" fmla="*/ 43 w 118"/>
                <a:gd name="T15" fmla="*/ 12 h 96"/>
                <a:gd name="T16" fmla="*/ 44 w 118"/>
                <a:gd name="T17" fmla="*/ 16 h 96"/>
                <a:gd name="T18" fmla="*/ 44 w 118"/>
                <a:gd name="T19" fmla="*/ 16 h 96"/>
                <a:gd name="T20" fmla="*/ 47 w 118"/>
                <a:gd name="T21" fmla="*/ 14 h 96"/>
                <a:gd name="T22" fmla="*/ 76 w 118"/>
                <a:gd name="T23" fmla="*/ 1 h 96"/>
                <a:gd name="T24" fmla="*/ 94 w 118"/>
                <a:gd name="T25" fmla="*/ 6 h 96"/>
                <a:gd name="T26" fmla="*/ 102 w 118"/>
                <a:gd name="T27" fmla="*/ 23 h 96"/>
                <a:gd name="T28" fmla="*/ 94 w 118"/>
                <a:gd name="T29" fmla="*/ 56 h 96"/>
                <a:gd name="T30" fmla="*/ 86 w 118"/>
                <a:gd name="T31" fmla="*/ 83 h 96"/>
                <a:gd name="T32" fmla="*/ 89 w 118"/>
                <a:gd name="T33" fmla="*/ 88 h 96"/>
                <a:gd name="T34" fmla="*/ 91 w 118"/>
                <a:gd name="T35" fmla="*/ 88 h 96"/>
                <a:gd name="T36" fmla="*/ 102 w 118"/>
                <a:gd name="T37" fmla="*/ 80 h 96"/>
                <a:gd name="T38" fmla="*/ 109 w 118"/>
                <a:gd name="T39" fmla="*/ 63 h 96"/>
                <a:gd name="T40" fmla="*/ 114 w 118"/>
                <a:gd name="T41" fmla="*/ 62 h 96"/>
                <a:gd name="T42" fmla="*/ 118 w 118"/>
                <a:gd name="T43" fmla="*/ 63 h 96"/>
                <a:gd name="T44" fmla="*/ 117 w 118"/>
                <a:gd name="T45" fmla="*/ 66 h 96"/>
                <a:gd name="T46" fmla="*/ 112 w 118"/>
                <a:gd name="T47" fmla="*/ 78 h 96"/>
                <a:gd name="T48" fmla="*/ 103 w 118"/>
                <a:gd name="T49" fmla="*/ 90 h 96"/>
                <a:gd name="T50" fmla="*/ 88 w 118"/>
                <a:gd name="T51" fmla="*/ 96 h 96"/>
                <a:gd name="T52" fmla="*/ 74 w 118"/>
                <a:gd name="T53" fmla="*/ 90 h 96"/>
                <a:gd name="T54" fmla="*/ 69 w 118"/>
                <a:gd name="T55" fmla="*/ 78 h 96"/>
                <a:gd name="T56" fmla="*/ 77 w 118"/>
                <a:gd name="T57" fmla="*/ 53 h 96"/>
                <a:gd name="T58" fmla="*/ 85 w 118"/>
                <a:gd name="T59" fmla="*/ 21 h 96"/>
                <a:gd name="T60" fmla="*/ 75 w 118"/>
                <a:gd name="T61" fmla="*/ 9 h 96"/>
                <a:gd name="T62" fmla="*/ 74 w 118"/>
                <a:gd name="T63" fmla="*/ 9 h 96"/>
                <a:gd name="T64" fmla="*/ 44 w 118"/>
                <a:gd name="T65" fmla="*/ 30 h 96"/>
                <a:gd name="T66" fmla="*/ 42 w 118"/>
                <a:gd name="T67" fmla="*/ 32 h 96"/>
                <a:gd name="T68" fmla="*/ 35 w 118"/>
                <a:gd name="T69" fmla="*/ 61 h 96"/>
                <a:gd name="T70" fmla="*/ 27 w 118"/>
                <a:gd name="T71" fmla="*/ 90 h 96"/>
                <a:gd name="T72" fmla="*/ 18 w 118"/>
                <a:gd name="T73" fmla="*/ 96 h 96"/>
                <a:gd name="T74" fmla="*/ 14 w 118"/>
                <a:gd name="T75" fmla="*/ 95 h 96"/>
                <a:gd name="T76" fmla="*/ 12 w 118"/>
                <a:gd name="T77" fmla="*/ 92 h 96"/>
                <a:gd name="T78" fmla="*/ 11 w 118"/>
                <a:gd name="T79" fmla="*/ 90 h 96"/>
                <a:gd name="T80" fmla="*/ 19 w 118"/>
                <a:gd name="T81" fmla="*/ 56 h 96"/>
                <a:gd name="T82" fmla="*/ 28 w 118"/>
                <a:gd name="T83" fmla="*/ 21 h 96"/>
                <a:gd name="T84" fmla="*/ 28 w 118"/>
                <a:gd name="T85" fmla="*/ 17 h 96"/>
                <a:gd name="T86" fmla="*/ 23 w 118"/>
                <a:gd name="T87" fmla="*/ 8 h 96"/>
                <a:gd name="T88" fmla="*/ 9 w 118"/>
                <a:gd name="T89" fmla="*/ 30 h 96"/>
                <a:gd name="T90" fmla="*/ 8 w 118"/>
                <a:gd name="T91" fmla="*/ 34 h 96"/>
                <a:gd name="T92" fmla="*/ 4 w 118"/>
                <a:gd name="T93" fmla="*/ 35 h 96"/>
                <a:gd name="T94" fmla="*/ 1 w 118"/>
                <a:gd name="T95" fmla="*/ 35 h 96"/>
                <a:gd name="T96" fmla="*/ 0 w 118"/>
                <a:gd name="T97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6">
                  <a:moveTo>
                    <a:pt x="0" y="33"/>
                  </a:moveTo>
                  <a:cubicBezTo>
                    <a:pt x="0" y="32"/>
                    <a:pt x="0" y="31"/>
                    <a:pt x="1" y="30"/>
                  </a:cubicBezTo>
                  <a:cubicBezTo>
                    <a:pt x="1" y="29"/>
                    <a:pt x="2" y="26"/>
                    <a:pt x="3" y="22"/>
                  </a:cubicBezTo>
                  <a:cubicBezTo>
                    <a:pt x="5" y="18"/>
                    <a:pt x="6" y="15"/>
                    <a:pt x="7" y="12"/>
                  </a:cubicBezTo>
                  <a:cubicBezTo>
                    <a:pt x="9" y="9"/>
                    <a:pt x="11" y="7"/>
                    <a:pt x="14" y="4"/>
                  </a:cubicBezTo>
                  <a:cubicBezTo>
                    <a:pt x="18" y="2"/>
                    <a:pt x="21" y="0"/>
                    <a:pt x="24" y="1"/>
                  </a:cubicBezTo>
                  <a:cubicBezTo>
                    <a:pt x="29" y="1"/>
                    <a:pt x="33" y="2"/>
                    <a:pt x="37" y="4"/>
                  </a:cubicBezTo>
                  <a:cubicBezTo>
                    <a:pt x="40" y="7"/>
                    <a:pt x="42" y="9"/>
                    <a:pt x="43" y="12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7" y="14"/>
                  </a:lnTo>
                  <a:cubicBezTo>
                    <a:pt x="55" y="5"/>
                    <a:pt x="65" y="1"/>
                    <a:pt x="76" y="1"/>
                  </a:cubicBezTo>
                  <a:cubicBezTo>
                    <a:pt x="84" y="1"/>
                    <a:pt x="90" y="3"/>
                    <a:pt x="94" y="6"/>
                  </a:cubicBezTo>
                  <a:cubicBezTo>
                    <a:pt x="99" y="10"/>
                    <a:pt x="102" y="16"/>
                    <a:pt x="102" y="23"/>
                  </a:cubicBezTo>
                  <a:cubicBezTo>
                    <a:pt x="102" y="30"/>
                    <a:pt x="99" y="41"/>
                    <a:pt x="94" y="56"/>
                  </a:cubicBezTo>
                  <a:cubicBezTo>
                    <a:pt x="88" y="71"/>
                    <a:pt x="85" y="80"/>
                    <a:pt x="86" y="83"/>
                  </a:cubicBezTo>
                  <a:cubicBezTo>
                    <a:pt x="86" y="87"/>
                    <a:pt x="87" y="88"/>
                    <a:pt x="89" y="88"/>
                  </a:cubicBezTo>
                  <a:cubicBezTo>
                    <a:pt x="90" y="88"/>
                    <a:pt x="91" y="88"/>
                    <a:pt x="91" y="88"/>
                  </a:cubicBezTo>
                  <a:cubicBezTo>
                    <a:pt x="95" y="87"/>
                    <a:pt x="99" y="85"/>
                    <a:pt x="102" y="80"/>
                  </a:cubicBezTo>
                  <a:cubicBezTo>
                    <a:pt x="105" y="76"/>
                    <a:pt x="108" y="70"/>
                    <a:pt x="109" y="63"/>
                  </a:cubicBezTo>
                  <a:cubicBezTo>
                    <a:pt x="110" y="62"/>
                    <a:pt x="111" y="62"/>
                    <a:pt x="114" y="62"/>
                  </a:cubicBezTo>
                  <a:cubicBezTo>
                    <a:pt x="116" y="62"/>
                    <a:pt x="118" y="62"/>
                    <a:pt x="118" y="63"/>
                  </a:cubicBezTo>
                  <a:cubicBezTo>
                    <a:pt x="118" y="63"/>
                    <a:pt x="118" y="64"/>
                    <a:pt x="117" y="66"/>
                  </a:cubicBezTo>
                  <a:cubicBezTo>
                    <a:pt x="116" y="71"/>
                    <a:pt x="114" y="75"/>
                    <a:pt x="112" y="78"/>
                  </a:cubicBezTo>
                  <a:cubicBezTo>
                    <a:pt x="110" y="82"/>
                    <a:pt x="107" y="86"/>
                    <a:pt x="103" y="90"/>
                  </a:cubicBezTo>
                  <a:cubicBezTo>
                    <a:pt x="98" y="94"/>
                    <a:pt x="93" y="96"/>
                    <a:pt x="88" y="96"/>
                  </a:cubicBezTo>
                  <a:cubicBezTo>
                    <a:pt x="82" y="96"/>
                    <a:pt x="77" y="94"/>
                    <a:pt x="74" y="90"/>
                  </a:cubicBezTo>
                  <a:cubicBezTo>
                    <a:pt x="71" y="86"/>
                    <a:pt x="69" y="83"/>
                    <a:pt x="69" y="78"/>
                  </a:cubicBezTo>
                  <a:cubicBezTo>
                    <a:pt x="69" y="76"/>
                    <a:pt x="72" y="67"/>
                    <a:pt x="77" y="53"/>
                  </a:cubicBezTo>
                  <a:cubicBezTo>
                    <a:pt x="82" y="39"/>
                    <a:pt x="85" y="28"/>
                    <a:pt x="85" y="21"/>
                  </a:cubicBezTo>
                  <a:cubicBezTo>
                    <a:pt x="85" y="13"/>
                    <a:pt x="82" y="9"/>
                    <a:pt x="75" y="9"/>
                  </a:cubicBezTo>
                  <a:lnTo>
                    <a:pt x="74" y="9"/>
                  </a:lnTo>
                  <a:cubicBezTo>
                    <a:pt x="62" y="9"/>
                    <a:pt x="52" y="16"/>
                    <a:pt x="44" y="30"/>
                  </a:cubicBezTo>
                  <a:lnTo>
                    <a:pt x="42" y="32"/>
                  </a:lnTo>
                  <a:lnTo>
                    <a:pt x="35" y="61"/>
                  </a:lnTo>
                  <a:cubicBezTo>
                    <a:pt x="31" y="79"/>
                    <a:pt x="28" y="89"/>
                    <a:pt x="27" y="90"/>
                  </a:cubicBezTo>
                  <a:cubicBezTo>
                    <a:pt x="26" y="94"/>
                    <a:pt x="23" y="96"/>
                    <a:pt x="18" y="96"/>
                  </a:cubicBezTo>
                  <a:cubicBezTo>
                    <a:pt x="16" y="96"/>
                    <a:pt x="15" y="96"/>
                    <a:pt x="14" y="95"/>
                  </a:cubicBezTo>
                  <a:cubicBezTo>
                    <a:pt x="13" y="94"/>
                    <a:pt x="12" y="93"/>
                    <a:pt x="12" y="92"/>
                  </a:cubicBezTo>
                  <a:cubicBezTo>
                    <a:pt x="11" y="92"/>
                    <a:pt x="11" y="91"/>
                    <a:pt x="11" y="90"/>
                  </a:cubicBezTo>
                  <a:cubicBezTo>
                    <a:pt x="11" y="88"/>
                    <a:pt x="14" y="77"/>
                    <a:pt x="19" y="56"/>
                  </a:cubicBezTo>
                  <a:cubicBezTo>
                    <a:pt x="25" y="35"/>
                    <a:pt x="27" y="23"/>
                    <a:pt x="28" y="21"/>
                  </a:cubicBezTo>
                  <a:cubicBezTo>
                    <a:pt x="28" y="21"/>
                    <a:pt x="28" y="19"/>
                    <a:pt x="28" y="17"/>
                  </a:cubicBezTo>
                  <a:cubicBezTo>
                    <a:pt x="28" y="11"/>
                    <a:pt x="26" y="8"/>
                    <a:pt x="23" y="8"/>
                  </a:cubicBezTo>
                  <a:cubicBezTo>
                    <a:pt x="17" y="8"/>
                    <a:pt x="13" y="15"/>
                    <a:pt x="9" y="30"/>
                  </a:cubicBezTo>
                  <a:cubicBezTo>
                    <a:pt x="9" y="32"/>
                    <a:pt x="8" y="34"/>
                    <a:pt x="8" y="34"/>
                  </a:cubicBezTo>
                  <a:cubicBezTo>
                    <a:pt x="8" y="35"/>
                    <a:pt x="7" y="35"/>
                    <a:pt x="4" y="35"/>
                  </a:cubicBezTo>
                  <a:lnTo>
                    <a:pt x="1" y="35"/>
                  </a:lnTo>
                  <a:cubicBezTo>
                    <a:pt x="0" y="34"/>
                    <a:pt x="0" y="34"/>
                    <a:pt x="0" y="3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4" name="Freeform 100"/>
            <p:cNvSpPr>
              <a:spLocks/>
            </p:cNvSpPr>
            <p:nvPr/>
          </p:nvSpPr>
          <p:spPr bwMode="auto">
            <a:xfrm>
              <a:off x="-107" y="3301"/>
              <a:ext cx="24" cy="102"/>
            </a:xfrm>
            <a:custGeom>
              <a:avLst/>
              <a:gdLst>
                <a:gd name="T0" fmla="*/ 1 w 50"/>
                <a:gd name="T1" fmla="*/ 0 h 211"/>
                <a:gd name="T2" fmla="*/ 2 w 50"/>
                <a:gd name="T3" fmla="*/ 0 h 211"/>
                <a:gd name="T4" fmla="*/ 4 w 50"/>
                <a:gd name="T5" fmla="*/ 0 h 211"/>
                <a:gd name="T6" fmla="*/ 6 w 50"/>
                <a:gd name="T7" fmla="*/ 0 h 211"/>
                <a:gd name="T8" fmla="*/ 12 w 50"/>
                <a:gd name="T9" fmla="*/ 5 h 211"/>
                <a:gd name="T10" fmla="*/ 41 w 50"/>
                <a:gd name="T11" fmla="*/ 50 h 211"/>
                <a:gd name="T12" fmla="*/ 50 w 50"/>
                <a:gd name="T13" fmla="*/ 106 h 211"/>
                <a:gd name="T14" fmla="*/ 48 w 50"/>
                <a:gd name="T15" fmla="*/ 133 h 211"/>
                <a:gd name="T16" fmla="*/ 43 w 50"/>
                <a:gd name="T17" fmla="*/ 156 h 211"/>
                <a:gd name="T18" fmla="*/ 36 w 50"/>
                <a:gd name="T19" fmla="*/ 174 h 211"/>
                <a:gd name="T20" fmla="*/ 28 w 50"/>
                <a:gd name="T21" fmla="*/ 189 h 211"/>
                <a:gd name="T22" fmla="*/ 19 w 50"/>
                <a:gd name="T23" fmla="*/ 199 h 211"/>
                <a:gd name="T24" fmla="*/ 12 w 50"/>
                <a:gd name="T25" fmla="*/ 206 h 211"/>
                <a:gd name="T26" fmla="*/ 7 w 50"/>
                <a:gd name="T27" fmla="*/ 210 h 211"/>
                <a:gd name="T28" fmla="*/ 6 w 50"/>
                <a:gd name="T29" fmla="*/ 211 h 211"/>
                <a:gd name="T30" fmla="*/ 4 w 50"/>
                <a:gd name="T31" fmla="*/ 211 h 211"/>
                <a:gd name="T32" fmla="*/ 2 w 50"/>
                <a:gd name="T33" fmla="*/ 211 h 211"/>
                <a:gd name="T34" fmla="*/ 1 w 50"/>
                <a:gd name="T35" fmla="*/ 211 h 211"/>
                <a:gd name="T36" fmla="*/ 0 w 50"/>
                <a:gd name="T37" fmla="*/ 209 h 211"/>
                <a:gd name="T38" fmla="*/ 2 w 50"/>
                <a:gd name="T39" fmla="*/ 206 h 211"/>
                <a:gd name="T40" fmla="*/ 35 w 50"/>
                <a:gd name="T41" fmla="*/ 106 h 211"/>
                <a:gd name="T42" fmla="*/ 2 w 50"/>
                <a:gd name="T43" fmla="*/ 5 h 211"/>
                <a:gd name="T44" fmla="*/ 0 w 50"/>
                <a:gd name="T45" fmla="*/ 3 h 211"/>
                <a:gd name="T46" fmla="*/ 1 w 50"/>
                <a:gd name="T4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1">
                  <a:moveTo>
                    <a:pt x="1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12" y="5"/>
                  </a:lnTo>
                  <a:cubicBezTo>
                    <a:pt x="26" y="17"/>
                    <a:pt x="35" y="32"/>
                    <a:pt x="41" y="50"/>
                  </a:cubicBezTo>
                  <a:cubicBezTo>
                    <a:pt x="47" y="68"/>
                    <a:pt x="50" y="86"/>
                    <a:pt x="50" y="106"/>
                  </a:cubicBezTo>
                  <a:cubicBezTo>
                    <a:pt x="50" y="115"/>
                    <a:pt x="50" y="124"/>
                    <a:pt x="48" y="133"/>
                  </a:cubicBezTo>
                  <a:cubicBezTo>
                    <a:pt x="47" y="142"/>
                    <a:pt x="45" y="150"/>
                    <a:pt x="43" y="156"/>
                  </a:cubicBezTo>
                  <a:cubicBezTo>
                    <a:pt x="42" y="162"/>
                    <a:pt x="39" y="168"/>
                    <a:pt x="36" y="174"/>
                  </a:cubicBezTo>
                  <a:cubicBezTo>
                    <a:pt x="32" y="181"/>
                    <a:pt x="30" y="185"/>
                    <a:pt x="28" y="189"/>
                  </a:cubicBezTo>
                  <a:cubicBezTo>
                    <a:pt x="26" y="192"/>
                    <a:pt x="23" y="195"/>
                    <a:pt x="19" y="199"/>
                  </a:cubicBezTo>
                  <a:cubicBezTo>
                    <a:pt x="15" y="203"/>
                    <a:pt x="13" y="206"/>
                    <a:pt x="12" y="206"/>
                  </a:cubicBezTo>
                  <a:cubicBezTo>
                    <a:pt x="11" y="207"/>
                    <a:pt x="10" y="208"/>
                    <a:pt x="7" y="210"/>
                  </a:cubicBezTo>
                  <a:lnTo>
                    <a:pt x="6" y="211"/>
                  </a:lnTo>
                  <a:lnTo>
                    <a:pt x="4" y="211"/>
                  </a:lnTo>
                  <a:lnTo>
                    <a:pt x="2" y="211"/>
                  </a:lnTo>
                  <a:cubicBezTo>
                    <a:pt x="1" y="211"/>
                    <a:pt x="1" y="211"/>
                    <a:pt x="1" y="211"/>
                  </a:cubicBezTo>
                  <a:cubicBezTo>
                    <a:pt x="0" y="210"/>
                    <a:pt x="0" y="209"/>
                    <a:pt x="0" y="209"/>
                  </a:cubicBezTo>
                  <a:cubicBezTo>
                    <a:pt x="0" y="208"/>
                    <a:pt x="1" y="208"/>
                    <a:pt x="2" y="206"/>
                  </a:cubicBezTo>
                  <a:cubicBezTo>
                    <a:pt x="24" y="183"/>
                    <a:pt x="35" y="150"/>
                    <a:pt x="35" y="106"/>
                  </a:cubicBezTo>
                  <a:cubicBezTo>
                    <a:pt x="35" y="62"/>
                    <a:pt x="24" y="28"/>
                    <a:pt x="2" y="5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5" name="Freeform 101"/>
            <p:cNvSpPr>
              <a:spLocks/>
            </p:cNvSpPr>
            <p:nvPr/>
          </p:nvSpPr>
          <p:spPr bwMode="auto">
            <a:xfrm>
              <a:off x="-36" y="3322"/>
              <a:ext cx="62" cy="60"/>
            </a:xfrm>
            <a:custGeom>
              <a:avLst/>
              <a:gdLst>
                <a:gd name="T0" fmla="*/ 128 w 129"/>
                <a:gd name="T1" fmla="*/ 117 h 123"/>
                <a:gd name="T2" fmla="*/ 128 w 129"/>
                <a:gd name="T3" fmla="*/ 118 h 123"/>
                <a:gd name="T4" fmla="*/ 127 w 129"/>
                <a:gd name="T5" fmla="*/ 121 h 123"/>
                <a:gd name="T6" fmla="*/ 125 w 129"/>
                <a:gd name="T7" fmla="*/ 123 h 123"/>
                <a:gd name="T8" fmla="*/ 93 w 129"/>
                <a:gd name="T9" fmla="*/ 108 h 123"/>
                <a:gd name="T10" fmla="*/ 31 w 129"/>
                <a:gd name="T11" fmla="*/ 79 h 123"/>
                <a:gd name="T12" fmla="*/ 1 w 129"/>
                <a:gd name="T13" fmla="*/ 65 h 123"/>
                <a:gd name="T14" fmla="*/ 0 w 129"/>
                <a:gd name="T15" fmla="*/ 62 h 123"/>
                <a:gd name="T16" fmla="*/ 1 w 129"/>
                <a:gd name="T17" fmla="*/ 58 h 123"/>
                <a:gd name="T18" fmla="*/ 125 w 129"/>
                <a:gd name="T19" fmla="*/ 0 h 123"/>
                <a:gd name="T20" fmla="*/ 127 w 129"/>
                <a:gd name="T21" fmla="*/ 2 h 123"/>
                <a:gd name="T22" fmla="*/ 128 w 129"/>
                <a:gd name="T23" fmla="*/ 5 h 123"/>
                <a:gd name="T24" fmla="*/ 127 w 129"/>
                <a:gd name="T25" fmla="*/ 8 h 123"/>
                <a:gd name="T26" fmla="*/ 70 w 129"/>
                <a:gd name="T27" fmla="*/ 35 h 123"/>
                <a:gd name="T28" fmla="*/ 14 w 129"/>
                <a:gd name="T29" fmla="*/ 62 h 123"/>
                <a:gd name="T30" fmla="*/ 70 w 129"/>
                <a:gd name="T31" fmla="*/ 88 h 123"/>
                <a:gd name="T32" fmla="*/ 127 w 129"/>
                <a:gd name="T33" fmla="*/ 115 h 123"/>
                <a:gd name="T34" fmla="*/ 128 w 129"/>
                <a:gd name="T35" fmla="*/ 118 h 123"/>
                <a:gd name="T36" fmla="*/ 128 w 129"/>
                <a:gd name="T37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9" h="123">
                  <a:moveTo>
                    <a:pt x="128" y="117"/>
                  </a:moveTo>
                  <a:lnTo>
                    <a:pt x="128" y="118"/>
                  </a:lnTo>
                  <a:cubicBezTo>
                    <a:pt x="128" y="120"/>
                    <a:pt x="128" y="121"/>
                    <a:pt x="127" y="121"/>
                  </a:cubicBezTo>
                  <a:cubicBezTo>
                    <a:pt x="126" y="122"/>
                    <a:pt x="126" y="123"/>
                    <a:pt x="125" y="123"/>
                  </a:cubicBezTo>
                  <a:cubicBezTo>
                    <a:pt x="124" y="123"/>
                    <a:pt x="113" y="118"/>
                    <a:pt x="93" y="108"/>
                  </a:cubicBezTo>
                  <a:cubicBezTo>
                    <a:pt x="72" y="99"/>
                    <a:pt x="51" y="89"/>
                    <a:pt x="31" y="79"/>
                  </a:cubicBezTo>
                  <a:lnTo>
                    <a:pt x="1" y="65"/>
                  </a:lnTo>
                  <a:cubicBezTo>
                    <a:pt x="0" y="64"/>
                    <a:pt x="0" y="63"/>
                    <a:pt x="0" y="62"/>
                  </a:cubicBezTo>
                  <a:cubicBezTo>
                    <a:pt x="0" y="60"/>
                    <a:pt x="0" y="59"/>
                    <a:pt x="1" y="58"/>
                  </a:cubicBezTo>
                  <a:cubicBezTo>
                    <a:pt x="82" y="20"/>
                    <a:pt x="123" y="0"/>
                    <a:pt x="125" y="0"/>
                  </a:cubicBezTo>
                  <a:cubicBezTo>
                    <a:pt x="125" y="0"/>
                    <a:pt x="126" y="1"/>
                    <a:pt x="127" y="2"/>
                  </a:cubicBezTo>
                  <a:cubicBezTo>
                    <a:pt x="128" y="3"/>
                    <a:pt x="128" y="4"/>
                    <a:pt x="128" y="5"/>
                  </a:cubicBezTo>
                  <a:cubicBezTo>
                    <a:pt x="129" y="6"/>
                    <a:pt x="128" y="7"/>
                    <a:pt x="127" y="8"/>
                  </a:cubicBezTo>
                  <a:cubicBezTo>
                    <a:pt x="127" y="8"/>
                    <a:pt x="108" y="17"/>
                    <a:pt x="70" y="35"/>
                  </a:cubicBezTo>
                  <a:lnTo>
                    <a:pt x="14" y="62"/>
                  </a:lnTo>
                  <a:lnTo>
                    <a:pt x="70" y="88"/>
                  </a:lnTo>
                  <a:cubicBezTo>
                    <a:pt x="108" y="106"/>
                    <a:pt x="127" y="115"/>
                    <a:pt x="127" y="115"/>
                  </a:cubicBezTo>
                  <a:cubicBezTo>
                    <a:pt x="128" y="116"/>
                    <a:pt x="128" y="117"/>
                    <a:pt x="128" y="118"/>
                  </a:cubicBezTo>
                  <a:lnTo>
                    <a:pt x="128" y="11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6" name="Freeform 102"/>
            <p:cNvSpPr>
              <a:spLocks/>
            </p:cNvSpPr>
            <p:nvPr/>
          </p:nvSpPr>
          <p:spPr bwMode="auto">
            <a:xfrm>
              <a:off x="83" y="3231"/>
              <a:ext cx="50" cy="243"/>
            </a:xfrm>
            <a:custGeom>
              <a:avLst/>
              <a:gdLst>
                <a:gd name="T0" fmla="*/ 104 w 104"/>
                <a:gd name="T1" fmla="*/ 504 h 506"/>
                <a:gd name="T2" fmla="*/ 103 w 104"/>
                <a:gd name="T3" fmla="*/ 506 h 506"/>
                <a:gd name="T4" fmla="*/ 96 w 104"/>
                <a:gd name="T5" fmla="*/ 506 h 506"/>
                <a:gd name="T6" fmla="*/ 90 w 104"/>
                <a:gd name="T7" fmla="*/ 500 h 506"/>
                <a:gd name="T8" fmla="*/ 81 w 104"/>
                <a:gd name="T9" fmla="*/ 491 h 506"/>
                <a:gd name="T10" fmla="*/ 69 w 104"/>
                <a:gd name="T11" fmla="*/ 478 h 506"/>
                <a:gd name="T12" fmla="*/ 56 w 104"/>
                <a:gd name="T13" fmla="*/ 461 h 506"/>
                <a:gd name="T14" fmla="*/ 43 w 104"/>
                <a:gd name="T15" fmla="*/ 440 h 506"/>
                <a:gd name="T16" fmla="*/ 30 w 104"/>
                <a:gd name="T17" fmla="*/ 413 h 506"/>
                <a:gd name="T18" fmla="*/ 18 w 104"/>
                <a:gd name="T19" fmla="*/ 382 h 506"/>
                <a:gd name="T20" fmla="*/ 9 w 104"/>
                <a:gd name="T21" fmla="*/ 345 h 506"/>
                <a:gd name="T22" fmla="*/ 3 w 104"/>
                <a:gd name="T23" fmla="*/ 302 h 506"/>
                <a:gd name="T24" fmla="*/ 0 w 104"/>
                <a:gd name="T25" fmla="*/ 252 h 506"/>
                <a:gd name="T26" fmla="*/ 77 w 104"/>
                <a:gd name="T27" fmla="*/ 18 h 506"/>
                <a:gd name="T28" fmla="*/ 86 w 104"/>
                <a:gd name="T29" fmla="*/ 9 h 506"/>
                <a:gd name="T30" fmla="*/ 93 w 104"/>
                <a:gd name="T31" fmla="*/ 2 h 506"/>
                <a:gd name="T32" fmla="*/ 96 w 104"/>
                <a:gd name="T33" fmla="*/ 0 h 506"/>
                <a:gd name="T34" fmla="*/ 103 w 104"/>
                <a:gd name="T35" fmla="*/ 0 h 506"/>
                <a:gd name="T36" fmla="*/ 104 w 104"/>
                <a:gd name="T37" fmla="*/ 1 h 506"/>
                <a:gd name="T38" fmla="*/ 100 w 104"/>
                <a:gd name="T39" fmla="*/ 7 h 506"/>
                <a:gd name="T40" fmla="*/ 89 w 104"/>
                <a:gd name="T41" fmla="*/ 19 h 506"/>
                <a:gd name="T42" fmla="*/ 73 w 104"/>
                <a:gd name="T43" fmla="*/ 39 h 506"/>
                <a:gd name="T44" fmla="*/ 56 w 104"/>
                <a:gd name="T45" fmla="*/ 70 h 506"/>
                <a:gd name="T46" fmla="*/ 40 w 104"/>
                <a:gd name="T47" fmla="*/ 110 h 506"/>
                <a:gd name="T48" fmla="*/ 28 w 104"/>
                <a:gd name="T49" fmla="*/ 163 h 506"/>
                <a:gd name="T50" fmla="*/ 21 w 104"/>
                <a:gd name="T51" fmla="*/ 230 h 506"/>
                <a:gd name="T52" fmla="*/ 21 w 104"/>
                <a:gd name="T53" fmla="*/ 253 h 506"/>
                <a:gd name="T54" fmla="*/ 40 w 104"/>
                <a:gd name="T55" fmla="*/ 396 h 506"/>
                <a:gd name="T56" fmla="*/ 102 w 104"/>
                <a:gd name="T57" fmla="*/ 500 h 506"/>
                <a:gd name="T58" fmla="*/ 104 w 104"/>
                <a:gd name="T59" fmla="*/ 504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4" h="506">
                  <a:moveTo>
                    <a:pt x="104" y="504"/>
                  </a:moveTo>
                  <a:cubicBezTo>
                    <a:pt x="104" y="504"/>
                    <a:pt x="103" y="505"/>
                    <a:pt x="103" y="506"/>
                  </a:cubicBezTo>
                  <a:lnTo>
                    <a:pt x="96" y="506"/>
                  </a:lnTo>
                  <a:cubicBezTo>
                    <a:pt x="96" y="505"/>
                    <a:pt x="94" y="503"/>
                    <a:pt x="90" y="500"/>
                  </a:cubicBezTo>
                  <a:cubicBezTo>
                    <a:pt x="87" y="496"/>
                    <a:pt x="83" y="493"/>
                    <a:pt x="81" y="491"/>
                  </a:cubicBezTo>
                  <a:cubicBezTo>
                    <a:pt x="78" y="488"/>
                    <a:pt x="74" y="484"/>
                    <a:pt x="69" y="478"/>
                  </a:cubicBezTo>
                  <a:cubicBezTo>
                    <a:pt x="64" y="472"/>
                    <a:pt x="60" y="466"/>
                    <a:pt x="56" y="461"/>
                  </a:cubicBezTo>
                  <a:cubicBezTo>
                    <a:pt x="52" y="456"/>
                    <a:pt x="48" y="448"/>
                    <a:pt x="43" y="440"/>
                  </a:cubicBezTo>
                  <a:cubicBezTo>
                    <a:pt x="38" y="431"/>
                    <a:pt x="33" y="422"/>
                    <a:pt x="30" y="413"/>
                  </a:cubicBezTo>
                  <a:cubicBezTo>
                    <a:pt x="26" y="404"/>
                    <a:pt x="22" y="394"/>
                    <a:pt x="18" y="382"/>
                  </a:cubicBezTo>
                  <a:cubicBezTo>
                    <a:pt x="14" y="370"/>
                    <a:pt x="11" y="357"/>
                    <a:pt x="9" y="345"/>
                  </a:cubicBezTo>
                  <a:cubicBezTo>
                    <a:pt x="6" y="332"/>
                    <a:pt x="4" y="318"/>
                    <a:pt x="3" y="302"/>
                  </a:cubicBezTo>
                  <a:cubicBezTo>
                    <a:pt x="1" y="286"/>
                    <a:pt x="0" y="269"/>
                    <a:pt x="0" y="252"/>
                  </a:cubicBezTo>
                  <a:cubicBezTo>
                    <a:pt x="0" y="152"/>
                    <a:pt x="26" y="74"/>
                    <a:pt x="77" y="18"/>
                  </a:cubicBezTo>
                  <a:cubicBezTo>
                    <a:pt x="80" y="15"/>
                    <a:pt x="83" y="12"/>
                    <a:pt x="86" y="9"/>
                  </a:cubicBezTo>
                  <a:cubicBezTo>
                    <a:pt x="89" y="6"/>
                    <a:pt x="91" y="4"/>
                    <a:pt x="93" y="2"/>
                  </a:cubicBezTo>
                  <a:cubicBezTo>
                    <a:pt x="95" y="0"/>
                    <a:pt x="96" y="0"/>
                    <a:pt x="96" y="0"/>
                  </a:cubicBezTo>
                  <a:lnTo>
                    <a:pt x="103" y="0"/>
                  </a:lnTo>
                  <a:cubicBezTo>
                    <a:pt x="103" y="0"/>
                    <a:pt x="104" y="1"/>
                    <a:pt x="104" y="1"/>
                  </a:cubicBezTo>
                  <a:cubicBezTo>
                    <a:pt x="104" y="2"/>
                    <a:pt x="102" y="4"/>
                    <a:pt x="100" y="7"/>
                  </a:cubicBezTo>
                  <a:cubicBezTo>
                    <a:pt x="97" y="10"/>
                    <a:pt x="93" y="14"/>
                    <a:pt x="89" y="19"/>
                  </a:cubicBezTo>
                  <a:cubicBezTo>
                    <a:pt x="84" y="25"/>
                    <a:pt x="79" y="31"/>
                    <a:pt x="73" y="39"/>
                  </a:cubicBezTo>
                  <a:cubicBezTo>
                    <a:pt x="68" y="47"/>
                    <a:pt x="62" y="57"/>
                    <a:pt x="56" y="70"/>
                  </a:cubicBezTo>
                  <a:cubicBezTo>
                    <a:pt x="51" y="82"/>
                    <a:pt x="45" y="95"/>
                    <a:pt x="40" y="110"/>
                  </a:cubicBezTo>
                  <a:cubicBezTo>
                    <a:pt x="35" y="125"/>
                    <a:pt x="31" y="142"/>
                    <a:pt x="28" y="163"/>
                  </a:cubicBezTo>
                  <a:cubicBezTo>
                    <a:pt x="24" y="184"/>
                    <a:pt x="22" y="206"/>
                    <a:pt x="21" y="230"/>
                  </a:cubicBezTo>
                  <a:cubicBezTo>
                    <a:pt x="21" y="235"/>
                    <a:pt x="21" y="243"/>
                    <a:pt x="21" y="253"/>
                  </a:cubicBezTo>
                  <a:cubicBezTo>
                    <a:pt x="21" y="307"/>
                    <a:pt x="27" y="355"/>
                    <a:pt x="40" y="396"/>
                  </a:cubicBezTo>
                  <a:cubicBezTo>
                    <a:pt x="54" y="437"/>
                    <a:pt x="74" y="472"/>
                    <a:pt x="102" y="500"/>
                  </a:cubicBezTo>
                  <a:cubicBezTo>
                    <a:pt x="103" y="502"/>
                    <a:pt x="104" y="503"/>
                    <a:pt x="104" y="50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7" name="Freeform 103"/>
            <p:cNvSpPr>
              <a:spLocks/>
            </p:cNvSpPr>
            <p:nvPr/>
          </p:nvSpPr>
          <p:spPr bwMode="auto">
            <a:xfrm>
              <a:off x="142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0 w 84"/>
                <a:gd name="T3" fmla="*/ 116 h 145"/>
                <a:gd name="T4" fmla="*/ 12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6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6 w 84"/>
                <a:gd name="T23" fmla="*/ 76 h 145"/>
                <a:gd name="T24" fmla="*/ 13 w 84"/>
                <a:gd name="T25" fmla="*/ 76 h 145"/>
                <a:gd name="T26" fmla="*/ 9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5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1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3 w 84"/>
                <a:gd name="T63" fmla="*/ 52 h 145"/>
                <a:gd name="T64" fmla="*/ 72 w 84"/>
                <a:gd name="T65" fmla="*/ 66 h 145"/>
                <a:gd name="T66" fmla="*/ 84 w 84"/>
                <a:gd name="T67" fmla="*/ 98 h 145"/>
                <a:gd name="T68" fmla="*/ 70 w 84"/>
                <a:gd name="T69" fmla="*/ 131 h 145"/>
                <a:gd name="T70" fmla="*/ 38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0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0" y="116"/>
                  </a:cubicBezTo>
                  <a:cubicBezTo>
                    <a:pt x="18" y="118"/>
                    <a:pt x="15" y="119"/>
                    <a:pt x="12" y="119"/>
                  </a:cubicBezTo>
                  <a:lnTo>
                    <a:pt x="11" y="119"/>
                  </a:lnTo>
                  <a:cubicBezTo>
                    <a:pt x="17" y="130"/>
                    <a:pt x="26" y="136"/>
                    <a:pt x="37" y="136"/>
                  </a:cubicBezTo>
                  <a:cubicBezTo>
                    <a:pt x="46" y="136"/>
                    <a:pt x="54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6" y="67"/>
                  </a:cubicBezTo>
                  <a:cubicBezTo>
                    <a:pt x="53" y="62"/>
                    <a:pt x="49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7" y="75"/>
                    <a:pt x="17" y="76"/>
                    <a:pt x="16" y="76"/>
                  </a:cubicBezTo>
                  <a:cubicBezTo>
                    <a:pt x="16" y="76"/>
                    <a:pt x="15" y="76"/>
                    <a:pt x="13" y="76"/>
                  </a:cubicBezTo>
                  <a:cubicBezTo>
                    <a:pt x="11" y="76"/>
                    <a:pt x="10" y="76"/>
                    <a:pt x="9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9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2" y="0"/>
                    <a:pt x="15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2" y="5"/>
                    <a:pt x="71" y="1"/>
                  </a:cubicBezTo>
                  <a:cubicBezTo>
                    <a:pt x="72" y="0"/>
                    <a:pt x="73" y="0"/>
                    <a:pt x="74" y="0"/>
                  </a:cubicBezTo>
                  <a:cubicBezTo>
                    <a:pt x="75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4" y="20"/>
                    <a:pt x="50" y="27"/>
                    <a:pt x="33" y="27"/>
                  </a:cubicBezTo>
                  <a:cubicBezTo>
                    <a:pt x="28" y="27"/>
                    <a:pt x="24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1" y="60"/>
                    <a:pt x="23" y="58"/>
                    <a:pt x="25" y="57"/>
                  </a:cubicBezTo>
                  <a:cubicBezTo>
                    <a:pt x="26" y="56"/>
                    <a:pt x="29" y="55"/>
                    <a:pt x="33" y="53"/>
                  </a:cubicBezTo>
                  <a:cubicBezTo>
                    <a:pt x="36" y="52"/>
                    <a:pt x="40" y="52"/>
                    <a:pt x="43" y="52"/>
                  </a:cubicBezTo>
                  <a:cubicBezTo>
                    <a:pt x="55" y="52"/>
                    <a:pt x="64" y="56"/>
                    <a:pt x="72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79" y="122"/>
                    <a:pt x="70" y="131"/>
                  </a:cubicBezTo>
                  <a:cubicBezTo>
                    <a:pt x="61" y="140"/>
                    <a:pt x="51" y="145"/>
                    <a:pt x="38" y="145"/>
                  </a:cubicBezTo>
                  <a:cubicBezTo>
                    <a:pt x="26" y="145"/>
                    <a:pt x="17" y="141"/>
                    <a:pt x="10" y="134"/>
                  </a:cubicBezTo>
                  <a:cubicBezTo>
                    <a:pt x="3" y="126"/>
                    <a:pt x="0" y="117"/>
                    <a:pt x="0" y="108"/>
                  </a:cubicBezTo>
                  <a:cubicBezTo>
                    <a:pt x="0" y="105"/>
                    <a:pt x="1" y="102"/>
                    <a:pt x="2" y="100"/>
                  </a:cubicBezTo>
                  <a:cubicBezTo>
                    <a:pt x="4" y="98"/>
                    <a:pt x="5" y="97"/>
                    <a:pt x="7" y="96"/>
                  </a:cubicBezTo>
                  <a:cubicBezTo>
                    <a:pt x="9" y="96"/>
                    <a:pt x="10" y="95"/>
                    <a:pt x="12" y="95"/>
                  </a:cubicBezTo>
                  <a:cubicBezTo>
                    <a:pt x="15" y="95"/>
                    <a:pt x="18" y="96"/>
                    <a:pt x="20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8" name="Freeform 104"/>
            <p:cNvSpPr>
              <a:spLocks/>
            </p:cNvSpPr>
            <p:nvPr/>
          </p:nvSpPr>
          <p:spPr bwMode="auto">
            <a:xfrm>
              <a:off x="192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1 w 84"/>
                <a:gd name="T3" fmla="*/ 116 h 145"/>
                <a:gd name="T4" fmla="*/ 13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9 w 84"/>
                <a:gd name="T11" fmla="*/ 123 h 145"/>
                <a:gd name="T12" fmla="*/ 63 w 84"/>
                <a:gd name="T13" fmla="*/ 96 h 145"/>
                <a:gd name="T14" fmla="*/ 57 w 84"/>
                <a:gd name="T15" fmla="*/ 67 h 145"/>
                <a:gd name="T16" fmla="*/ 45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7 w 84"/>
                <a:gd name="T23" fmla="*/ 76 h 145"/>
                <a:gd name="T24" fmla="*/ 14 w 84"/>
                <a:gd name="T25" fmla="*/ 76 h 145"/>
                <a:gd name="T26" fmla="*/ 10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6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2 w 84"/>
                <a:gd name="T43" fmla="*/ 1 h 145"/>
                <a:gd name="T44" fmla="*/ 75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4 w 84"/>
                <a:gd name="T63" fmla="*/ 52 h 145"/>
                <a:gd name="T64" fmla="*/ 73 w 84"/>
                <a:gd name="T65" fmla="*/ 66 h 145"/>
                <a:gd name="T66" fmla="*/ 84 w 84"/>
                <a:gd name="T67" fmla="*/ 98 h 145"/>
                <a:gd name="T68" fmla="*/ 71 w 84"/>
                <a:gd name="T69" fmla="*/ 131 h 145"/>
                <a:gd name="T70" fmla="*/ 38 w 84"/>
                <a:gd name="T71" fmla="*/ 145 h 145"/>
                <a:gd name="T72" fmla="*/ 11 w 84"/>
                <a:gd name="T73" fmla="*/ 134 h 145"/>
                <a:gd name="T74" fmla="*/ 0 w 84"/>
                <a:gd name="T75" fmla="*/ 108 h 145"/>
                <a:gd name="T76" fmla="*/ 3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1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1" y="116"/>
                  </a:cubicBezTo>
                  <a:cubicBezTo>
                    <a:pt x="19" y="118"/>
                    <a:pt x="16" y="119"/>
                    <a:pt x="13" y="119"/>
                  </a:cubicBezTo>
                  <a:lnTo>
                    <a:pt x="11" y="119"/>
                  </a:lnTo>
                  <a:cubicBezTo>
                    <a:pt x="18" y="130"/>
                    <a:pt x="26" y="136"/>
                    <a:pt x="37" y="136"/>
                  </a:cubicBezTo>
                  <a:cubicBezTo>
                    <a:pt x="47" y="136"/>
                    <a:pt x="54" y="132"/>
                    <a:pt x="59" y="123"/>
                  </a:cubicBezTo>
                  <a:cubicBezTo>
                    <a:pt x="61" y="118"/>
                    <a:pt x="63" y="109"/>
                    <a:pt x="63" y="96"/>
                  </a:cubicBezTo>
                  <a:cubicBezTo>
                    <a:pt x="63" y="82"/>
                    <a:pt x="61" y="72"/>
                    <a:pt x="57" y="67"/>
                  </a:cubicBezTo>
                  <a:cubicBezTo>
                    <a:pt x="53" y="62"/>
                    <a:pt x="49" y="60"/>
                    <a:pt x="45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8" y="75"/>
                    <a:pt x="17" y="76"/>
                    <a:pt x="17" y="76"/>
                  </a:cubicBezTo>
                  <a:cubicBezTo>
                    <a:pt x="17" y="76"/>
                    <a:pt x="15" y="76"/>
                    <a:pt x="14" y="76"/>
                  </a:cubicBezTo>
                  <a:cubicBezTo>
                    <a:pt x="11" y="76"/>
                    <a:pt x="10" y="76"/>
                    <a:pt x="10" y="75"/>
                  </a:cubicBezTo>
                  <a:cubicBezTo>
                    <a:pt x="10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3" y="0"/>
                    <a:pt x="16" y="2"/>
                  </a:cubicBezTo>
                  <a:cubicBezTo>
                    <a:pt x="19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3" y="5"/>
                    <a:pt x="72" y="1"/>
                  </a:cubicBezTo>
                  <a:cubicBezTo>
                    <a:pt x="73" y="0"/>
                    <a:pt x="74" y="0"/>
                    <a:pt x="75" y="0"/>
                  </a:cubicBezTo>
                  <a:cubicBezTo>
                    <a:pt x="76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5" y="20"/>
                    <a:pt x="50" y="27"/>
                    <a:pt x="33" y="27"/>
                  </a:cubicBezTo>
                  <a:cubicBezTo>
                    <a:pt x="29" y="27"/>
                    <a:pt x="25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2" y="60"/>
                    <a:pt x="24" y="58"/>
                    <a:pt x="25" y="57"/>
                  </a:cubicBezTo>
                  <a:cubicBezTo>
                    <a:pt x="27" y="56"/>
                    <a:pt x="29" y="55"/>
                    <a:pt x="33" y="53"/>
                  </a:cubicBezTo>
                  <a:cubicBezTo>
                    <a:pt x="37" y="52"/>
                    <a:pt x="40" y="52"/>
                    <a:pt x="44" y="52"/>
                  </a:cubicBezTo>
                  <a:cubicBezTo>
                    <a:pt x="55" y="52"/>
                    <a:pt x="65" y="56"/>
                    <a:pt x="73" y="66"/>
                  </a:cubicBezTo>
                  <a:cubicBezTo>
                    <a:pt x="81" y="75"/>
                    <a:pt x="84" y="85"/>
                    <a:pt x="84" y="98"/>
                  </a:cubicBezTo>
                  <a:cubicBezTo>
                    <a:pt x="84" y="111"/>
                    <a:pt x="80" y="122"/>
                    <a:pt x="71" y="131"/>
                  </a:cubicBezTo>
                  <a:cubicBezTo>
                    <a:pt x="62" y="140"/>
                    <a:pt x="51" y="145"/>
                    <a:pt x="38" y="145"/>
                  </a:cubicBezTo>
                  <a:cubicBezTo>
                    <a:pt x="27" y="145"/>
                    <a:pt x="18" y="141"/>
                    <a:pt x="11" y="134"/>
                  </a:cubicBezTo>
                  <a:cubicBezTo>
                    <a:pt x="4" y="126"/>
                    <a:pt x="0" y="117"/>
                    <a:pt x="0" y="108"/>
                  </a:cubicBezTo>
                  <a:cubicBezTo>
                    <a:pt x="0" y="105"/>
                    <a:pt x="1" y="102"/>
                    <a:pt x="3" y="100"/>
                  </a:cubicBezTo>
                  <a:cubicBezTo>
                    <a:pt x="4" y="98"/>
                    <a:pt x="6" y="97"/>
                    <a:pt x="7" y="96"/>
                  </a:cubicBezTo>
                  <a:cubicBezTo>
                    <a:pt x="9" y="96"/>
                    <a:pt x="11" y="95"/>
                    <a:pt x="12" y="95"/>
                  </a:cubicBezTo>
                  <a:cubicBezTo>
                    <a:pt x="16" y="95"/>
                    <a:pt x="19" y="96"/>
                    <a:pt x="21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9" name="Freeform 105"/>
            <p:cNvSpPr>
              <a:spLocks/>
            </p:cNvSpPr>
            <p:nvPr/>
          </p:nvSpPr>
          <p:spPr bwMode="auto">
            <a:xfrm>
              <a:off x="275" y="3328"/>
              <a:ext cx="49" cy="49"/>
            </a:xfrm>
            <a:custGeom>
              <a:avLst/>
              <a:gdLst>
                <a:gd name="T0" fmla="*/ 102 w 102"/>
                <a:gd name="T1" fmla="*/ 97 h 102"/>
                <a:gd name="T2" fmla="*/ 98 w 102"/>
                <a:gd name="T3" fmla="*/ 102 h 102"/>
                <a:gd name="T4" fmla="*/ 93 w 102"/>
                <a:gd name="T5" fmla="*/ 98 h 102"/>
                <a:gd name="T6" fmla="*/ 73 w 102"/>
                <a:gd name="T7" fmla="*/ 79 h 102"/>
                <a:gd name="T8" fmla="*/ 51 w 102"/>
                <a:gd name="T9" fmla="*/ 57 h 102"/>
                <a:gd name="T10" fmla="*/ 29 w 102"/>
                <a:gd name="T11" fmla="*/ 79 h 102"/>
                <a:gd name="T12" fmla="*/ 6 w 102"/>
                <a:gd name="T13" fmla="*/ 101 h 102"/>
                <a:gd name="T14" fmla="*/ 5 w 102"/>
                <a:gd name="T15" fmla="*/ 102 h 102"/>
                <a:gd name="T16" fmla="*/ 2 w 102"/>
                <a:gd name="T17" fmla="*/ 100 h 102"/>
                <a:gd name="T18" fmla="*/ 0 w 102"/>
                <a:gd name="T19" fmla="*/ 97 h 102"/>
                <a:gd name="T20" fmla="*/ 3 w 102"/>
                <a:gd name="T21" fmla="*/ 93 h 102"/>
                <a:gd name="T22" fmla="*/ 23 w 102"/>
                <a:gd name="T23" fmla="*/ 73 h 102"/>
                <a:gd name="T24" fmla="*/ 45 w 102"/>
                <a:gd name="T25" fmla="*/ 51 h 102"/>
                <a:gd name="T26" fmla="*/ 23 w 102"/>
                <a:gd name="T27" fmla="*/ 29 h 102"/>
                <a:gd name="T28" fmla="*/ 3 w 102"/>
                <a:gd name="T29" fmla="*/ 9 h 102"/>
                <a:gd name="T30" fmla="*/ 0 w 102"/>
                <a:gd name="T31" fmla="*/ 4 h 102"/>
                <a:gd name="T32" fmla="*/ 2 w 102"/>
                <a:gd name="T33" fmla="*/ 1 h 102"/>
                <a:gd name="T34" fmla="*/ 5 w 102"/>
                <a:gd name="T35" fmla="*/ 0 h 102"/>
                <a:gd name="T36" fmla="*/ 6 w 102"/>
                <a:gd name="T37" fmla="*/ 0 h 102"/>
                <a:gd name="T38" fmla="*/ 29 w 102"/>
                <a:gd name="T39" fmla="*/ 23 h 102"/>
                <a:gd name="T40" fmla="*/ 51 w 102"/>
                <a:gd name="T41" fmla="*/ 45 h 102"/>
                <a:gd name="T42" fmla="*/ 73 w 102"/>
                <a:gd name="T43" fmla="*/ 23 h 102"/>
                <a:gd name="T44" fmla="*/ 93 w 102"/>
                <a:gd name="T45" fmla="*/ 3 h 102"/>
                <a:gd name="T46" fmla="*/ 98 w 102"/>
                <a:gd name="T47" fmla="*/ 0 h 102"/>
                <a:gd name="T48" fmla="*/ 102 w 102"/>
                <a:gd name="T49" fmla="*/ 4 h 102"/>
                <a:gd name="T50" fmla="*/ 100 w 102"/>
                <a:gd name="T51" fmla="*/ 8 h 102"/>
                <a:gd name="T52" fmla="*/ 79 w 102"/>
                <a:gd name="T53" fmla="*/ 29 h 102"/>
                <a:gd name="T54" fmla="*/ 57 w 102"/>
                <a:gd name="T55" fmla="*/ 51 h 102"/>
                <a:gd name="T56" fmla="*/ 79 w 102"/>
                <a:gd name="T57" fmla="*/ 73 h 102"/>
                <a:gd name="T58" fmla="*/ 100 w 102"/>
                <a:gd name="T59" fmla="*/ 93 h 102"/>
                <a:gd name="T60" fmla="*/ 102 w 102"/>
                <a:gd name="T61" fmla="*/ 9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102">
                  <a:moveTo>
                    <a:pt x="102" y="97"/>
                  </a:moveTo>
                  <a:cubicBezTo>
                    <a:pt x="102" y="100"/>
                    <a:pt x="101" y="102"/>
                    <a:pt x="98" y="102"/>
                  </a:cubicBezTo>
                  <a:cubicBezTo>
                    <a:pt x="97" y="102"/>
                    <a:pt x="95" y="100"/>
                    <a:pt x="93" y="98"/>
                  </a:cubicBezTo>
                  <a:cubicBezTo>
                    <a:pt x="91" y="96"/>
                    <a:pt x="84" y="89"/>
                    <a:pt x="73" y="79"/>
                  </a:cubicBezTo>
                  <a:lnTo>
                    <a:pt x="51" y="57"/>
                  </a:lnTo>
                  <a:lnTo>
                    <a:pt x="29" y="79"/>
                  </a:lnTo>
                  <a:cubicBezTo>
                    <a:pt x="14" y="93"/>
                    <a:pt x="7" y="101"/>
                    <a:pt x="6" y="101"/>
                  </a:cubicBezTo>
                  <a:cubicBezTo>
                    <a:pt x="6" y="101"/>
                    <a:pt x="5" y="102"/>
                    <a:pt x="5" y="102"/>
                  </a:cubicBezTo>
                  <a:cubicBezTo>
                    <a:pt x="4" y="102"/>
                    <a:pt x="3" y="101"/>
                    <a:pt x="2" y="100"/>
                  </a:cubicBezTo>
                  <a:cubicBezTo>
                    <a:pt x="1" y="99"/>
                    <a:pt x="0" y="98"/>
                    <a:pt x="0" y="97"/>
                  </a:cubicBezTo>
                  <a:cubicBezTo>
                    <a:pt x="0" y="96"/>
                    <a:pt x="1" y="95"/>
                    <a:pt x="3" y="93"/>
                  </a:cubicBezTo>
                  <a:cubicBezTo>
                    <a:pt x="5" y="91"/>
                    <a:pt x="12" y="84"/>
                    <a:pt x="23" y="73"/>
                  </a:cubicBezTo>
                  <a:lnTo>
                    <a:pt x="45" y="51"/>
                  </a:lnTo>
                  <a:lnTo>
                    <a:pt x="23" y="29"/>
                  </a:lnTo>
                  <a:cubicBezTo>
                    <a:pt x="12" y="17"/>
                    <a:pt x="5" y="11"/>
                    <a:pt x="3" y="9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7" y="1"/>
                    <a:pt x="14" y="8"/>
                    <a:pt x="29" y="23"/>
                  </a:cubicBezTo>
                  <a:lnTo>
                    <a:pt x="51" y="45"/>
                  </a:lnTo>
                  <a:lnTo>
                    <a:pt x="73" y="23"/>
                  </a:lnTo>
                  <a:cubicBezTo>
                    <a:pt x="84" y="12"/>
                    <a:pt x="91" y="5"/>
                    <a:pt x="93" y="3"/>
                  </a:cubicBezTo>
                  <a:cubicBezTo>
                    <a:pt x="95" y="1"/>
                    <a:pt x="97" y="0"/>
                    <a:pt x="98" y="0"/>
                  </a:cubicBezTo>
                  <a:cubicBezTo>
                    <a:pt x="101" y="0"/>
                    <a:pt x="102" y="1"/>
                    <a:pt x="102" y="4"/>
                  </a:cubicBezTo>
                  <a:cubicBezTo>
                    <a:pt x="102" y="5"/>
                    <a:pt x="101" y="6"/>
                    <a:pt x="100" y="8"/>
                  </a:cubicBezTo>
                  <a:cubicBezTo>
                    <a:pt x="99" y="9"/>
                    <a:pt x="92" y="16"/>
                    <a:pt x="79" y="29"/>
                  </a:cubicBezTo>
                  <a:lnTo>
                    <a:pt x="57" y="51"/>
                  </a:lnTo>
                  <a:lnTo>
                    <a:pt x="79" y="73"/>
                  </a:lnTo>
                  <a:cubicBezTo>
                    <a:pt x="91" y="85"/>
                    <a:pt x="98" y="91"/>
                    <a:pt x="100" y="93"/>
                  </a:cubicBezTo>
                  <a:cubicBezTo>
                    <a:pt x="101" y="95"/>
                    <a:pt x="102" y="96"/>
                    <a:pt x="102" y="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0" name="Rectangle 106"/>
            <p:cNvSpPr>
              <a:spLocks noChangeArrowheads="1"/>
            </p:cNvSpPr>
            <p:nvPr/>
          </p:nvSpPr>
          <p:spPr bwMode="auto">
            <a:xfrm>
              <a:off x="374" y="3349"/>
              <a:ext cx="73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1" name="Freeform 107"/>
            <p:cNvSpPr>
              <a:spLocks/>
            </p:cNvSpPr>
            <p:nvPr/>
          </p:nvSpPr>
          <p:spPr bwMode="auto">
            <a:xfrm>
              <a:off x="390" y="3241"/>
              <a:ext cx="41" cy="68"/>
            </a:xfrm>
            <a:custGeom>
              <a:avLst/>
              <a:gdLst>
                <a:gd name="T0" fmla="*/ 12 w 84"/>
                <a:gd name="T1" fmla="*/ 50 h 141"/>
                <a:gd name="T2" fmla="*/ 3 w 84"/>
                <a:gd name="T3" fmla="*/ 46 h 141"/>
                <a:gd name="T4" fmla="*/ 0 w 84"/>
                <a:gd name="T5" fmla="*/ 37 h 141"/>
                <a:gd name="T6" fmla="*/ 11 w 84"/>
                <a:gd name="T7" fmla="*/ 11 h 141"/>
                <a:gd name="T8" fmla="*/ 39 w 84"/>
                <a:gd name="T9" fmla="*/ 0 h 141"/>
                <a:gd name="T10" fmla="*/ 71 w 84"/>
                <a:gd name="T11" fmla="*/ 12 h 141"/>
                <a:gd name="T12" fmla="*/ 84 w 84"/>
                <a:gd name="T13" fmla="*/ 43 h 141"/>
                <a:gd name="T14" fmla="*/ 79 w 84"/>
                <a:gd name="T15" fmla="*/ 60 h 141"/>
                <a:gd name="T16" fmla="*/ 69 w 84"/>
                <a:gd name="T17" fmla="*/ 74 h 141"/>
                <a:gd name="T18" fmla="*/ 52 w 84"/>
                <a:gd name="T19" fmla="*/ 90 h 141"/>
                <a:gd name="T20" fmla="*/ 31 w 84"/>
                <a:gd name="T21" fmla="*/ 109 h 141"/>
                <a:gd name="T22" fmla="*/ 19 w 84"/>
                <a:gd name="T23" fmla="*/ 121 h 141"/>
                <a:gd name="T24" fmla="*/ 35 w 84"/>
                <a:gd name="T25" fmla="*/ 121 h 141"/>
                <a:gd name="T26" fmla="*/ 70 w 84"/>
                <a:gd name="T27" fmla="*/ 120 h 141"/>
                <a:gd name="T28" fmla="*/ 75 w 84"/>
                <a:gd name="T29" fmla="*/ 102 h 141"/>
                <a:gd name="T30" fmla="*/ 75 w 84"/>
                <a:gd name="T31" fmla="*/ 101 h 141"/>
                <a:gd name="T32" fmla="*/ 84 w 84"/>
                <a:gd name="T33" fmla="*/ 101 h 141"/>
                <a:gd name="T34" fmla="*/ 84 w 84"/>
                <a:gd name="T35" fmla="*/ 102 h 141"/>
                <a:gd name="T36" fmla="*/ 81 w 84"/>
                <a:gd name="T37" fmla="*/ 121 h 141"/>
                <a:gd name="T38" fmla="*/ 78 w 84"/>
                <a:gd name="T39" fmla="*/ 140 h 141"/>
                <a:gd name="T40" fmla="*/ 78 w 84"/>
                <a:gd name="T41" fmla="*/ 141 h 141"/>
                <a:gd name="T42" fmla="*/ 0 w 84"/>
                <a:gd name="T43" fmla="*/ 141 h 141"/>
                <a:gd name="T44" fmla="*/ 0 w 84"/>
                <a:gd name="T45" fmla="*/ 137 h 141"/>
                <a:gd name="T46" fmla="*/ 0 w 84"/>
                <a:gd name="T47" fmla="*/ 134 h 141"/>
                <a:gd name="T48" fmla="*/ 1 w 84"/>
                <a:gd name="T49" fmla="*/ 131 h 141"/>
                <a:gd name="T50" fmla="*/ 7 w 84"/>
                <a:gd name="T51" fmla="*/ 124 h 141"/>
                <a:gd name="T52" fmla="*/ 18 w 84"/>
                <a:gd name="T53" fmla="*/ 112 h 141"/>
                <a:gd name="T54" fmla="*/ 25 w 84"/>
                <a:gd name="T55" fmla="*/ 104 h 141"/>
                <a:gd name="T56" fmla="*/ 32 w 84"/>
                <a:gd name="T57" fmla="*/ 96 h 141"/>
                <a:gd name="T58" fmla="*/ 38 w 84"/>
                <a:gd name="T59" fmla="*/ 89 h 141"/>
                <a:gd name="T60" fmla="*/ 44 w 84"/>
                <a:gd name="T61" fmla="*/ 82 h 141"/>
                <a:gd name="T62" fmla="*/ 49 w 84"/>
                <a:gd name="T63" fmla="*/ 76 h 141"/>
                <a:gd name="T64" fmla="*/ 53 w 84"/>
                <a:gd name="T65" fmla="*/ 69 h 141"/>
                <a:gd name="T66" fmla="*/ 56 w 84"/>
                <a:gd name="T67" fmla="*/ 63 h 141"/>
                <a:gd name="T68" fmla="*/ 59 w 84"/>
                <a:gd name="T69" fmla="*/ 56 h 141"/>
                <a:gd name="T70" fmla="*/ 61 w 84"/>
                <a:gd name="T71" fmla="*/ 50 h 141"/>
                <a:gd name="T72" fmla="*/ 61 w 84"/>
                <a:gd name="T73" fmla="*/ 43 h 141"/>
                <a:gd name="T74" fmla="*/ 54 w 84"/>
                <a:gd name="T75" fmla="*/ 20 h 141"/>
                <a:gd name="T76" fmla="*/ 34 w 84"/>
                <a:gd name="T77" fmla="*/ 10 h 141"/>
                <a:gd name="T78" fmla="*/ 21 w 84"/>
                <a:gd name="T79" fmla="*/ 14 h 141"/>
                <a:gd name="T80" fmla="*/ 14 w 84"/>
                <a:gd name="T81" fmla="*/ 21 h 141"/>
                <a:gd name="T82" fmla="*/ 12 w 84"/>
                <a:gd name="T83" fmla="*/ 25 h 141"/>
                <a:gd name="T84" fmla="*/ 13 w 84"/>
                <a:gd name="T85" fmla="*/ 25 h 141"/>
                <a:gd name="T86" fmla="*/ 21 w 84"/>
                <a:gd name="T87" fmla="*/ 28 h 141"/>
                <a:gd name="T88" fmla="*/ 25 w 84"/>
                <a:gd name="T89" fmla="*/ 38 h 141"/>
                <a:gd name="T90" fmla="*/ 21 w 84"/>
                <a:gd name="T91" fmla="*/ 46 h 141"/>
                <a:gd name="T92" fmla="*/ 12 w 84"/>
                <a:gd name="T93" fmla="*/ 5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41">
                  <a:moveTo>
                    <a:pt x="12" y="50"/>
                  </a:moveTo>
                  <a:cubicBezTo>
                    <a:pt x="8" y="50"/>
                    <a:pt x="5" y="49"/>
                    <a:pt x="3" y="46"/>
                  </a:cubicBezTo>
                  <a:cubicBezTo>
                    <a:pt x="1" y="44"/>
                    <a:pt x="0" y="41"/>
                    <a:pt x="0" y="37"/>
                  </a:cubicBezTo>
                  <a:cubicBezTo>
                    <a:pt x="0" y="27"/>
                    <a:pt x="3" y="19"/>
                    <a:pt x="11" y="11"/>
                  </a:cubicBezTo>
                  <a:cubicBezTo>
                    <a:pt x="18" y="4"/>
                    <a:pt x="27" y="0"/>
                    <a:pt x="39" y="0"/>
                  </a:cubicBezTo>
                  <a:cubicBezTo>
                    <a:pt x="51" y="0"/>
                    <a:pt x="62" y="4"/>
                    <a:pt x="71" y="12"/>
                  </a:cubicBezTo>
                  <a:cubicBezTo>
                    <a:pt x="79" y="20"/>
                    <a:pt x="84" y="30"/>
                    <a:pt x="84" y="43"/>
                  </a:cubicBezTo>
                  <a:cubicBezTo>
                    <a:pt x="84" y="49"/>
                    <a:pt x="82" y="55"/>
                    <a:pt x="79" y="60"/>
                  </a:cubicBezTo>
                  <a:cubicBezTo>
                    <a:pt x="77" y="65"/>
                    <a:pt x="73" y="70"/>
                    <a:pt x="69" y="74"/>
                  </a:cubicBezTo>
                  <a:cubicBezTo>
                    <a:pt x="65" y="78"/>
                    <a:pt x="60" y="84"/>
                    <a:pt x="52" y="90"/>
                  </a:cubicBezTo>
                  <a:cubicBezTo>
                    <a:pt x="47" y="94"/>
                    <a:pt x="40" y="101"/>
                    <a:pt x="31" y="109"/>
                  </a:cubicBezTo>
                  <a:lnTo>
                    <a:pt x="19" y="121"/>
                  </a:lnTo>
                  <a:lnTo>
                    <a:pt x="35" y="121"/>
                  </a:lnTo>
                  <a:cubicBezTo>
                    <a:pt x="57" y="121"/>
                    <a:pt x="69" y="121"/>
                    <a:pt x="70" y="120"/>
                  </a:cubicBezTo>
                  <a:cubicBezTo>
                    <a:pt x="71" y="120"/>
                    <a:pt x="73" y="114"/>
                    <a:pt x="75" y="102"/>
                  </a:cubicBezTo>
                  <a:lnTo>
                    <a:pt x="75" y="101"/>
                  </a:lnTo>
                  <a:lnTo>
                    <a:pt x="84" y="101"/>
                  </a:lnTo>
                  <a:lnTo>
                    <a:pt x="84" y="102"/>
                  </a:lnTo>
                  <a:cubicBezTo>
                    <a:pt x="84" y="102"/>
                    <a:pt x="83" y="108"/>
                    <a:pt x="81" y="121"/>
                  </a:cubicBezTo>
                  <a:cubicBezTo>
                    <a:pt x="79" y="133"/>
                    <a:pt x="78" y="140"/>
                    <a:pt x="78" y="140"/>
                  </a:cubicBezTo>
                  <a:lnTo>
                    <a:pt x="78" y="141"/>
                  </a:lnTo>
                  <a:lnTo>
                    <a:pt x="0" y="141"/>
                  </a:lnTo>
                  <a:lnTo>
                    <a:pt x="0" y="137"/>
                  </a:lnTo>
                  <a:lnTo>
                    <a:pt x="0" y="134"/>
                  </a:lnTo>
                  <a:cubicBezTo>
                    <a:pt x="0" y="133"/>
                    <a:pt x="0" y="132"/>
                    <a:pt x="1" y="131"/>
                  </a:cubicBezTo>
                  <a:cubicBezTo>
                    <a:pt x="2" y="130"/>
                    <a:pt x="4" y="128"/>
                    <a:pt x="7" y="124"/>
                  </a:cubicBezTo>
                  <a:cubicBezTo>
                    <a:pt x="11" y="119"/>
                    <a:pt x="15" y="115"/>
                    <a:pt x="18" y="112"/>
                  </a:cubicBezTo>
                  <a:cubicBezTo>
                    <a:pt x="19" y="110"/>
                    <a:pt x="21" y="108"/>
                    <a:pt x="25" y="104"/>
                  </a:cubicBezTo>
                  <a:cubicBezTo>
                    <a:pt x="28" y="100"/>
                    <a:pt x="31" y="98"/>
                    <a:pt x="32" y="96"/>
                  </a:cubicBezTo>
                  <a:cubicBezTo>
                    <a:pt x="33" y="95"/>
                    <a:pt x="35" y="93"/>
                    <a:pt x="38" y="89"/>
                  </a:cubicBezTo>
                  <a:cubicBezTo>
                    <a:pt x="41" y="86"/>
                    <a:pt x="43" y="84"/>
                    <a:pt x="44" y="82"/>
                  </a:cubicBezTo>
                  <a:cubicBezTo>
                    <a:pt x="45" y="81"/>
                    <a:pt x="47" y="78"/>
                    <a:pt x="49" y="76"/>
                  </a:cubicBezTo>
                  <a:cubicBezTo>
                    <a:pt x="51" y="73"/>
                    <a:pt x="52" y="71"/>
                    <a:pt x="53" y="69"/>
                  </a:cubicBezTo>
                  <a:cubicBezTo>
                    <a:pt x="54" y="67"/>
                    <a:pt x="55" y="65"/>
                    <a:pt x="56" y="63"/>
                  </a:cubicBezTo>
                  <a:cubicBezTo>
                    <a:pt x="58" y="61"/>
                    <a:pt x="59" y="58"/>
                    <a:pt x="59" y="56"/>
                  </a:cubicBezTo>
                  <a:cubicBezTo>
                    <a:pt x="60" y="54"/>
                    <a:pt x="60" y="52"/>
                    <a:pt x="61" y="50"/>
                  </a:cubicBezTo>
                  <a:cubicBezTo>
                    <a:pt x="61" y="48"/>
                    <a:pt x="61" y="46"/>
                    <a:pt x="61" y="43"/>
                  </a:cubicBezTo>
                  <a:cubicBezTo>
                    <a:pt x="61" y="34"/>
                    <a:pt x="59" y="26"/>
                    <a:pt x="54" y="20"/>
                  </a:cubicBezTo>
                  <a:cubicBezTo>
                    <a:pt x="49" y="13"/>
                    <a:pt x="43" y="10"/>
                    <a:pt x="34" y="10"/>
                  </a:cubicBezTo>
                  <a:cubicBezTo>
                    <a:pt x="29" y="10"/>
                    <a:pt x="25" y="11"/>
                    <a:pt x="21" y="14"/>
                  </a:cubicBezTo>
                  <a:cubicBezTo>
                    <a:pt x="18" y="16"/>
                    <a:pt x="15" y="19"/>
                    <a:pt x="14" y="21"/>
                  </a:cubicBezTo>
                  <a:cubicBezTo>
                    <a:pt x="13" y="23"/>
                    <a:pt x="12" y="24"/>
                    <a:pt x="12" y="25"/>
                  </a:cubicBezTo>
                  <a:cubicBezTo>
                    <a:pt x="12" y="25"/>
                    <a:pt x="12" y="25"/>
                    <a:pt x="13" y="25"/>
                  </a:cubicBezTo>
                  <a:cubicBezTo>
                    <a:pt x="16" y="25"/>
                    <a:pt x="18" y="26"/>
                    <a:pt x="21" y="28"/>
                  </a:cubicBezTo>
                  <a:cubicBezTo>
                    <a:pt x="23" y="30"/>
                    <a:pt x="25" y="33"/>
                    <a:pt x="25" y="38"/>
                  </a:cubicBezTo>
                  <a:cubicBezTo>
                    <a:pt x="25" y="41"/>
                    <a:pt x="24" y="44"/>
                    <a:pt x="21" y="46"/>
                  </a:cubicBezTo>
                  <a:cubicBezTo>
                    <a:pt x="19" y="49"/>
                    <a:pt x="16" y="50"/>
                    <a:pt x="12" y="5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2" name="Freeform 108"/>
            <p:cNvSpPr>
              <a:spLocks/>
            </p:cNvSpPr>
            <p:nvPr/>
          </p:nvSpPr>
          <p:spPr bwMode="auto">
            <a:xfrm>
              <a:off x="382" y="3402"/>
              <a:ext cx="57" cy="46"/>
            </a:xfrm>
            <a:custGeom>
              <a:avLst/>
              <a:gdLst>
                <a:gd name="T0" fmla="*/ 0 w 118"/>
                <a:gd name="T1" fmla="*/ 33 h 95"/>
                <a:gd name="T2" fmla="*/ 0 w 118"/>
                <a:gd name="T3" fmla="*/ 29 h 95"/>
                <a:gd name="T4" fmla="*/ 3 w 118"/>
                <a:gd name="T5" fmla="*/ 21 h 95"/>
                <a:gd name="T6" fmla="*/ 7 w 118"/>
                <a:gd name="T7" fmla="*/ 11 h 95"/>
                <a:gd name="T8" fmla="*/ 14 w 118"/>
                <a:gd name="T9" fmla="*/ 3 h 95"/>
                <a:gd name="T10" fmla="*/ 24 w 118"/>
                <a:gd name="T11" fmla="*/ 0 h 95"/>
                <a:gd name="T12" fmla="*/ 37 w 118"/>
                <a:gd name="T13" fmla="*/ 4 h 95"/>
                <a:gd name="T14" fmla="*/ 43 w 118"/>
                <a:gd name="T15" fmla="*/ 11 h 95"/>
                <a:gd name="T16" fmla="*/ 44 w 118"/>
                <a:gd name="T17" fmla="*/ 15 h 95"/>
                <a:gd name="T18" fmla="*/ 44 w 118"/>
                <a:gd name="T19" fmla="*/ 16 h 95"/>
                <a:gd name="T20" fmla="*/ 47 w 118"/>
                <a:gd name="T21" fmla="*/ 13 h 95"/>
                <a:gd name="T22" fmla="*/ 76 w 118"/>
                <a:gd name="T23" fmla="*/ 0 h 95"/>
                <a:gd name="T24" fmla="*/ 94 w 118"/>
                <a:gd name="T25" fmla="*/ 6 h 95"/>
                <a:gd name="T26" fmla="*/ 102 w 118"/>
                <a:gd name="T27" fmla="*/ 22 h 95"/>
                <a:gd name="T28" fmla="*/ 94 w 118"/>
                <a:gd name="T29" fmla="*/ 55 h 95"/>
                <a:gd name="T30" fmla="*/ 85 w 118"/>
                <a:gd name="T31" fmla="*/ 82 h 95"/>
                <a:gd name="T32" fmla="*/ 89 w 118"/>
                <a:gd name="T33" fmla="*/ 88 h 95"/>
                <a:gd name="T34" fmla="*/ 91 w 118"/>
                <a:gd name="T35" fmla="*/ 87 h 95"/>
                <a:gd name="T36" fmla="*/ 102 w 118"/>
                <a:gd name="T37" fmla="*/ 79 h 95"/>
                <a:gd name="T38" fmla="*/ 109 w 118"/>
                <a:gd name="T39" fmla="*/ 63 h 95"/>
                <a:gd name="T40" fmla="*/ 114 w 118"/>
                <a:gd name="T41" fmla="*/ 61 h 95"/>
                <a:gd name="T42" fmla="*/ 118 w 118"/>
                <a:gd name="T43" fmla="*/ 63 h 95"/>
                <a:gd name="T44" fmla="*/ 117 w 118"/>
                <a:gd name="T45" fmla="*/ 66 h 95"/>
                <a:gd name="T46" fmla="*/ 112 w 118"/>
                <a:gd name="T47" fmla="*/ 78 h 95"/>
                <a:gd name="T48" fmla="*/ 103 w 118"/>
                <a:gd name="T49" fmla="*/ 90 h 95"/>
                <a:gd name="T50" fmla="*/ 88 w 118"/>
                <a:gd name="T51" fmla="*/ 95 h 95"/>
                <a:gd name="T52" fmla="*/ 74 w 118"/>
                <a:gd name="T53" fmla="*/ 90 h 95"/>
                <a:gd name="T54" fmla="*/ 69 w 118"/>
                <a:gd name="T55" fmla="*/ 78 h 95"/>
                <a:gd name="T56" fmla="*/ 77 w 118"/>
                <a:gd name="T57" fmla="*/ 52 h 95"/>
                <a:gd name="T58" fmla="*/ 85 w 118"/>
                <a:gd name="T59" fmla="*/ 20 h 95"/>
                <a:gd name="T60" fmla="*/ 75 w 118"/>
                <a:gd name="T61" fmla="*/ 8 h 95"/>
                <a:gd name="T62" fmla="*/ 74 w 118"/>
                <a:gd name="T63" fmla="*/ 8 h 95"/>
                <a:gd name="T64" fmla="*/ 44 w 118"/>
                <a:gd name="T65" fmla="*/ 29 h 95"/>
                <a:gd name="T66" fmla="*/ 42 w 118"/>
                <a:gd name="T67" fmla="*/ 32 h 95"/>
                <a:gd name="T68" fmla="*/ 35 w 118"/>
                <a:gd name="T69" fmla="*/ 60 h 95"/>
                <a:gd name="T70" fmla="*/ 27 w 118"/>
                <a:gd name="T71" fmla="*/ 90 h 95"/>
                <a:gd name="T72" fmla="*/ 18 w 118"/>
                <a:gd name="T73" fmla="*/ 95 h 95"/>
                <a:gd name="T74" fmla="*/ 14 w 118"/>
                <a:gd name="T75" fmla="*/ 94 h 95"/>
                <a:gd name="T76" fmla="*/ 11 w 118"/>
                <a:gd name="T77" fmla="*/ 92 h 95"/>
                <a:gd name="T78" fmla="*/ 11 w 118"/>
                <a:gd name="T79" fmla="*/ 90 h 95"/>
                <a:gd name="T80" fmla="*/ 19 w 118"/>
                <a:gd name="T81" fmla="*/ 55 h 95"/>
                <a:gd name="T82" fmla="*/ 27 w 118"/>
                <a:gd name="T83" fmla="*/ 21 h 95"/>
                <a:gd name="T84" fmla="*/ 28 w 118"/>
                <a:gd name="T85" fmla="*/ 16 h 95"/>
                <a:gd name="T86" fmla="*/ 23 w 118"/>
                <a:gd name="T87" fmla="*/ 8 h 95"/>
                <a:gd name="T88" fmla="*/ 9 w 118"/>
                <a:gd name="T89" fmla="*/ 29 h 95"/>
                <a:gd name="T90" fmla="*/ 8 w 118"/>
                <a:gd name="T91" fmla="*/ 33 h 95"/>
                <a:gd name="T92" fmla="*/ 4 w 118"/>
                <a:gd name="T93" fmla="*/ 34 h 95"/>
                <a:gd name="T94" fmla="*/ 1 w 118"/>
                <a:gd name="T95" fmla="*/ 34 h 95"/>
                <a:gd name="T96" fmla="*/ 0 w 118"/>
                <a:gd name="T97" fmla="*/ 3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5">
                  <a:moveTo>
                    <a:pt x="0" y="33"/>
                  </a:moveTo>
                  <a:cubicBezTo>
                    <a:pt x="0" y="32"/>
                    <a:pt x="0" y="31"/>
                    <a:pt x="0" y="29"/>
                  </a:cubicBezTo>
                  <a:cubicBezTo>
                    <a:pt x="1" y="28"/>
                    <a:pt x="2" y="25"/>
                    <a:pt x="3" y="21"/>
                  </a:cubicBezTo>
                  <a:cubicBezTo>
                    <a:pt x="4" y="17"/>
                    <a:pt x="6" y="14"/>
                    <a:pt x="7" y="11"/>
                  </a:cubicBezTo>
                  <a:cubicBezTo>
                    <a:pt x="9" y="9"/>
                    <a:pt x="11" y="6"/>
                    <a:pt x="14" y="3"/>
                  </a:cubicBezTo>
                  <a:cubicBezTo>
                    <a:pt x="17" y="1"/>
                    <a:pt x="21" y="0"/>
                    <a:pt x="24" y="0"/>
                  </a:cubicBezTo>
                  <a:cubicBezTo>
                    <a:pt x="29" y="0"/>
                    <a:pt x="33" y="1"/>
                    <a:pt x="37" y="4"/>
                  </a:cubicBezTo>
                  <a:cubicBezTo>
                    <a:pt x="40" y="6"/>
                    <a:pt x="42" y="9"/>
                    <a:pt x="43" y="11"/>
                  </a:cubicBezTo>
                  <a:cubicBezTo>
                    <a:pt x="44" y="13"/>
                    <a:pt x="44" y="15"/>
                    <a:pt x="44" y="15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7" y="13"/>
                  </a:lnTo>
                  <a:cubicBezTo>
                    <a:pt x="55" y="4"/>
                    <a:pt x="65" y="0"/>
                    <a:pt x="76" y="0"/>
                  </a:cubicBezTo>
                  <a:cubicBezTo>
                    <a:pt x="84" y="0"/>
                    <a:pt x="90" y="2"/>
                    <a:pt x="94" y="6"/>
                  </a:cubicBezTo>
                  <a:cubicBezTo>
                    <a:pt x="99" y="9"/>
                    <a:pt x="101" y="15"/>
                    <a:pt x="102" y="22"/>
                  </a:cubicBezTo>
                  <a:cubicBezTo>
                    <a:pt x="102" y="30"/>
                    <a:pt x="99" y="41"/>
                    <a:pt x="94" y="55"/>
                  </a:cubicBezTo>
                  <a:cubicBezTo>
                    <a:pt x="88" y="70"/>
                    <a:pt x="85" y="79"/>
                    <a:pt x="85" y="82"/>
                  </a:cubicBezTo>
                  <a:cubicBezTo>
                    <a:pt x="85" y="86"/>
                    <a:pt x="87" y="88"/>
                    <a:pt x="89" y="88"/>
                  </a:cubicBezTo>
                  <a:cubicBezTo>
                    <a:pt x="90" y="88"/>
                    <a:pt x="91" y="88"/>
                    <a:pt x="91" y="87"/>
                  </a:cubicBezTo>
                  <a:cubicBezTo>
                    <a:pt x="95" y="87"/>
                    <a:pt x="99" y="84"/>
                    <a:pt x="102" y="79"/>
                  </a:cubicBezTo>
                  <a:cubicBezTo>
                    <a:pt x="105" y="75"/>
                    <a:pt x="108" y="69"/>
                    <a:pt x="109" y="63"/>
                  </a:cubicBezTo>
                  <a:cubicBezTo>
                    <a:pt x="110" y="61"/>
                    <a:pt x="111" y="61"/>
                    <a:pt x="114" y="61"/>
                  </a:cubicBezTo>
                  <a:cubicBezTo>
                    <a:pt x="116" y="61"/>
                    <a:pt x="118" y="61"/>
                    <a:pt x="118" y="63"/>
                  </a:cubicBezTo>
                  <a:cubicBezTo>
                    <a:pt x="118" y="63"/>
                    <a:pt x="117" y="64"/>
                    <a:pt x="117" y="66"/>
                  </a:cubicBezTo>
                  <a:cubicBezTo>
                    <a:pt x="116" y="70"/>
                    <a:pt x="114" y="74"/>
                    <a:pt x="112" y="78"/>
                  </a:cubicBezTo>
                  <a:cubicBezTo>
                    <a:pt x="110" y="82"/>
                    <a:pt x="107" y="86"/>
                    <a:pt x="103" y="90"/>
                  </a:cubicBezTo>
                  <a:cubicBezTo>
                    <a:pt x="98" y="93"/>
                    <a:pt x="93" y="95"/>
                    <a:pt x="88" y="95"/>
                  </a:cubicBezTo>
                  <a:cubicBezTo>
                    <a:pt x="81" y="95"/>
                    <a:pt x="77" y="93"/>
                    <a:pt x="74" y="90"/>
                  </a:cubicBezTo>
                  <a:cubicBezTo>
                    <a:pt x="71" y="86"/>
                    <a:pt x="69" y="82"/>
                    <a:pt x="69" y="78"/>
                  </a:cubicBezTo>
                  <a:cubicBezTo>
                    <a:pt x="69" y="75"/>
                    <a:pt x="72" y="67"/>
                    <a:pt x="77" y="52"/>
                  </a:cubicBezTo>
                  <a:cubicBezTo>
                    <a:pt x="82" y="38"/>
                    <a:pt x="85" y="28"/>
                    <a:pt x="85" y="20"/>
                  </a:cubicBezTo>
                  <a:cubicBezTo>
                    <a:pt x="85" y="12"/>
                    <a:pt x="82" y="8"/>
                    <a:pt x="75" y="8"/>
                  </a:cubicBezTo>
                  <a:lnTo>
                    <a:pt x="74" y="8"/>
                  </a:lnTo>
                  <a:cubicBezTo>
                    <a:pt x="62" y="8"/>
                    <a:pt x="52" y="15"/>
                    <a:pt x="44" y="29"/>
                  </a:cubicBezTo>
                  <a:lnTo>
                    <a:pt x="42" y="32"/>
                  </a:lnTo>
                  <a:lnTo>
                    <a:pt x="35" y="60"/>
                  </a:lnTo>
                  <a:cubicBezTo>
                    <a:pt x="31" y="78"/>
                    <a:pt x="28" y="88"/>
                    <a:pt x="27" y="90"/>
                  </a:cubicBezTo>
                  <a:cubicBezTo>
                    <a:pt x="25" y="94"/>
                    <a:pt x="22" y="95"/>
                    <a:pt x="18" y="95"/>
                  </a:cubicBezTo>
                  <a:cubicBezTo>
                    <a:pt x="16" y="95"/>
                    <a:pt x="15" y="95"/>
                    <a:pt x="14" y="94"/>
                  </a:cubicBezTo>
                  <a:cubicBezTo>
                    <a:pt x="13" y="93"/>
                    <a:pt x="12" y="92"/>
                    <a:pt x="11" y="92"/>
                  </a:cubicBezTo>
                  <a:cubicBezTo>
                    <a:pt x="11" y="91"/>
                    <a:pt x="11" y="90"/>
                    <a:pt x="11" y="90"/>
                  </a:cubicBezTo>
                  <a:cubicBezTo>
                    <a:pt x="11" y="88"/>
                    <a:pt x="14" y="76"/>
                    <a:pt x="19" y="55"/>
                  </a:cubicBezTo>
                  <a:cubicBezTo>
                    <a:pt x="24" y="34"/>
                    <a:pt x="27" y="23"/>
                    <a:pt x="27" y="21"/>
                  </a:cubicBezTo>
                  <a:cubicBezTo>
                    <a:pt x="28" y="20"/>
                    <a:pt x="28" y="18"/>
                    <a:pt x="28" y="16"/>
                  </a:cubicBezTo>
                  <a:cubicBezTo>
                    <a:pt x="28" y="10"/>
                    <a:pt x="26" y="8"/>
                    <a:pt x="23" y="8"/>
                  </a:cubicBezTo>
                  <a:cubicBezTo>
                    <a:pt x="17" y="8"/>
                    <a:pt x="13" y="15"/>
                    <a:pt x="9" y="29"/>
                  </a:cubicBezTo>
                  <a:cubicBezTo>
                    <a:pt x="8" y="32"/>
                    <a:pt x="8" y="33"/>
                    <a:pt x="8" y="33"/>
                  </a:cubicBezTo>
                  <a:cubicBezTo>
                    <a:pt x="8" y="34"/>
                    <a:pt x="6" y="34"/>
                    <a:pt x="4" y="34"/>
                  </a:cubicBezTo>
                  <a:lnTo>
                    <a:pt x="1" y="34"/>
                  </a:lnTo>
                  <a:cubicBezTo>
                    <a:pt x="0" y="34"/>
                    <a:pt x="0" y="33"/>
                    <a:pt x="0" y="3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3" name="Freeform 109"/>
            <p:cNvSpPr>
              <a:spLocks/>
            </p:cNvSpPr>
            <p:nvPr/>
          </p:nvSpPr>
          <p:spPr bwMode="auto">
            <a:xfrm>
              <a:off x="462" y="3231"/>
              <a:ext cx="50" cy="243"/>
            </a:xfrm>
            <a:custGeom>
              <a:avLst/>
              <a:gdLst>
                <a:gd name="T0" fmla="*/ 0 w 104"/>
                <a:gd name="T1" fmla="*/ 2 h 506"/>
                <a:gd name="T2" fmla="*/ 1 w 104"/>
                <a:gd name="T3" fmla="*/ 0 h 506"/>
                <a:gd name="T4" fmla="*/ 4 w 104"/>
                <a:gd name="T5" fmla="*/ 0 h 506"/>
                <a:gd name="T6" fmla="*/ 5 w 104"/>
                <a:gd name="T7" fmla="*/ 0 h 506"/>
                <a:gd name="T8" fmla="*/ 8 w 104"/>
                <a:gd name="T9" fmla="*/ 0 h 506"/>
                <a:gd name="T10" fmla="*/ 14 w 104"/>
                <a:gd name="T11" fmla="*/ 5 h 506"/>
                <a:gd name="T12" fmla="*/ 23 w 104"/>
                <a:gd name="T13" fmla="*/ 14 h 506"/>
                <a:gd name="T14" fmla="*/ 35 w 104"/>
                <a:gd name="T15" fmla="*/ 27 h 506"/>
                <a:gd name="T16" fmla="*/ 48 w 104"/>
                <a:gd name="T17" fmla="*/ 44 h 506"/>
                <a:gd name="T18" fmla="*/ 61 w 104"/>
                <a:gd name="T19" fmla="*/ 66 h 506"/>
                <a:gd name="T20" fmla="*/ 74 w 104"/>
                <a:gd name="T21" fmla="*/ 92 h 506"/>
                <a:gd name="T22" fmla="*/ 86 w 104"/>
                <a:gd name="T23" fmla="*/ 123 h 506"/>
                <a:gd name="T24" fmla="*/ 95 w 104"/>
                <a:gd name="T25" fmla="*/ 160 h 506"/>
                <a:gd name="T26" fmla="*/ 101 w 104"/>
                <a:gd name="T27" fmla="*/ 203 h 506"/>
                <a:gd name="T28" fmla="*/ 104 w 104"/>
                <a:gd name="T29" fmla="*/ 253 h 506"/>
                <a:gd name="T30" fmla="*/ 102 w 104"/>
                <a:gd name="T31" fmla="*/ 294 h 506"/>
                <a:gd name="T32" fmla="*/ 27 w 104"/>
                <a:gd name="T33" fmla="*/ 487 h 506"/>
                <a:gd name="T34" fmla="*/ 18 w 104"/>
                <a:gd name="T35" fmla="*/ 496 h 506"/>
                <a:gd name="T36" fmla="*/ 11 w 104"/>
                <a:gd name="T37" fmla="*/ 503 h 506"/>
                <a:gd name="T38" fmla="*/ 8 w 104"/>
                <a:gd name="T39" fmla="*/ 506 h 506"/>
                <a:gd name="T40" fmla="*/ 5 w 104"/>
                <a:gd name="T41" fmla="*/ 506 h 506"/>
                <a:gd name="T42" fmla="*/ 1 w 104"/>
                <a:gd name="T43" fmla="*/ 505 h 506"/>
                <a:gd name="T44" fmla="*/ 0 w 104"/>
                <a:gd name="T45" fmla="*/ 503 h 506"/>
                <a:gd name="T46" fmla="*/ 23 w 104"/>
                <a:gd name="T47" fmla="*/ 477 h 506"/>
                <a:gd name="T48" fmla="*/ 83 w 104"/>
                <a:gd name="T49" fmla="*/ 253 h 506"/>
                <a:gd name="T50" fmla="*/ 78 w 104"/>
                <a:gd name="T51" fmla="*/ 173 h 506"/>
                <a:gd name="T52" fmla="*/ 64 w 104"/>
                <a:gd name="T53" fmla="*/ 111 h 506"/>
                <a:gd name="T54" fmla="*/ 45 w 104"/>
                <a:gd name="T55" fmla="*/ 64 h 506"/>
                <a:gd name="T56" fmla="*/ 24 w 104"/>
                <a:gd name="T57" fmla="*/ 29 h 506"/>
                <a:gd name="T58" fmla="*/ 3 w 104"/>
                <a:gd name="T59" fmla="*/ 5 h 506"/>
                <a:gd name="T60" fmla="*/ 2 w 104"/>
                <a:gd name="T61" fmla="*/ 4 h 506"/>
                <a:gd name="T62" fmla="*/ 1 w 104"/>
                <a:gd name="T63" fmla="*/ 3 h 506"/>
                <a:gd name="T64" fmla="*/ 1 w 104"/>
                <a:gd name="T65" fmla="*/ 3 h 506"/>
                <a:gd name="T66" fmla="*/ 0 w 104"/>
                <a:gd name="T67" fmla="*/ 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506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4" y="0"/>
                  </a:cubicBezTo>
                  <a:lnTo>
                    <a:pt x="5" y="0"/>
                  </a:lnTo>
                  <a:lnTo>
                    <a:pt x="8" y="0"/>
                  </a:lnTo>
                  <a:cubicBezTo>
                    <a:pt x="8" y="0"/>
                    <a:pt x="10" y="2"/>
                    <a:pt x="14" y="5"/>
                  </a:cubicBezTo>
                  <a:cubicBezTo>
                    <a:pt x="18" y="9"/>
                    <a:pt x="21" y="12"/>
                    <a:pt x="23" y="14"/>
                  </a:cubicBezTo>
                  <a:cubicBezTo>
                    <a:pt x="26" y="17"/>
                    <a:pt x="30" y="21"/>
                    <a:pt x="35" y="27"/>
                  </a:cubicBezTo>
                  <a:cubicBezTo>
                    <a:pt x="40" y="33"/>
                    <a:pt x="44" y="39"/>
                    <a:pt x="48" y="44"/>
                  </a:cubicBezTo>
                  <a:cubicBezTo>
                    <a:pt x="52" y="50"/>
                    <a:pt x="56" y="57"/>
                    <a:pt x="61" y="66"/>
                  </a:cubicBezTo>
                  <a:cubicBezTo>
                    <a:pt x="66" y="75"/>
                    <a:pt x="71" y="83"/>
                    <a:pt x="74" y="92"/>
                  </a:cubicBezTo>
                  <a:cubicBezTo>
                    <a:pt x="78" y="100"/>
                    <a:pt x="82" y="111"/>
                    <a:pt x="86" y="123"/>
                  </a:cubicBezTo>
                  <a:cubicBezTo>
                    <a:pt x="90" y="136"/>
                    <a:pt x="93" y="148"/>
                    <a:pt x="95" y="160"/>
                  </a:cubicBezTo>
                  <a:cubicBezTo>
                    <a:pt x="98" y="173"/>
                    <a:pt x="100" y="187"/>
                    <a:pt x="101" y="203"/>
                  </a:cubicBezTo>
                  <a:cubicBezTo>
                    <a:pt x="103" y="219"/>
                    <a:pt x="104" y="236"/>
                    <a:pt x="104" y="253"/>
                  </a:cubicBezTo>
                  <a:cubicBezTo>
                    <a:pt x="104" y="269"/>
                    <a:pt x="103" y="283"/>
                    <a:pt x="102" y="294"/>
                  </a:cubicBezTo>
                  <a:cubicBezTo>
                    <a:pt x="96" y="375"/>
                    <a:pt x="71" y="439"/>
                    <a:pt x="27" y="487"/>
                  </a:cubicBezTo>
                  <a:cubicBezTo>
                    <a:pt x="24" y="491"/>
                    <a:pt x="21" y="494"/>
                    <a:pt x="18" y="496"/>
                  </a:cubicBezTo>
                  <a:cubicBezTo>
                    <a:pt x="15" y="499"/>
                    <a:pt x="13" y="501"/>
                    <a:pt x="11" y="503"/>
                  </a:cubicBezTo>
                  <a:cubicBezTo>
                    <a:pt x="9" y="505"/>
                    <a:pt x="8" y="506"/>
                    <a:pt x="8" y="506"/>
                  </a:cubicBezTo>
                  <a:lnTo>
                    <a:pt x="5" y="506"/>
                  </a:lnTo>
                  <a:cubicBezTo>
                    <a:pt x="3" y="506"/>
                    <a:pt x="2" y="506"/>
                    <a:pt x="1" y="505"/>
                  </a:cubicBezTo>
                  <a:cubicBezTo>
                    <a:pt x="1" y="505"/>
                    <a:pt x="0" y="504"/>
                    <a:pt x="0" y="503"/>
                  </a:cubicBezTo>
                  <a:cubicBezTo>
                    <a:pt x="8" y="496"/>
                    <a:pt x="15" y="487"/>
                    <a:pt x="23" y="477"/>
                  </a:cubicBezTo>
                  <a:cubicBezTo>
                    <a:pt x="63" y="423"/>
                    <a:pt x="83" y="348"/>
                    <a:pt x="83" y="253"/>
                  </a:cubicBezTo>
                  <a:cubicBezTo>
                    <a:pt x="83" y="224"/>
                    <a:pt x="81" y="198"/>
                    <a:pt x="78" y="173"/>
                  </a:cubicBezTo>
                  <a:cubicBezTo>
                    <a:pt x="74" y="149"/>
                    <a:pt x="70" y="128"/>
                    <a:pt x="64" y="111"/>
                  </a:cubicBezTo>
                  <a:cubicBezTo>
                    <a:pt x="59" y="94"/>
                    <a:pt x="52" y="79"/>
                    <a:pt x="45" y="64"/>
                  </a:cubicBezTo>
                  <a:cubicBezTo>
                    <a:pt x="37" y="49"/>
                    <a:pt x="30" y="38"/>
                    <a:pt x="24" y="29"/>
                  </a:cubicBezTo>
                  <a:cubicBezTo>
                    <a:pt x="17" y="21"/>
                    <a:pt x="10" y="13"/>
                    <a:pt x="3" y="5"/>
                  </a:cubicBezTo>
                  <a:lnTo>
                    <a:pt x="2" y="4"/>
                  </a:lnTo>
                  <a:cubicBezTo>
                    <a:pt x="2" y="4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4" name="Freeform 110"/>
            <p:cNvSpPr>
              <a:spLocks/>
            </p:cNvSpPr>
            <p:nvPr/>
          </p:nvSpPr>
          <p:spPr bwMode="auto">
            <a:xfrm>
              <a:off x="571" y="3328"/>
              <a:ext cx="49" cy="49"/>
            </a:xfrm>
            <a:custGeom>
              <a:avLst/>
              <a:gdLst>
                <a:gd name="T0" fmla="*/ 102 w 102"/>
                <a:gd name="T1" fmla="*/ 97 h 102"/>
                <a:gd name="T2" fmla="*/ 98 w 102"/>
                <a:gd name="T3" fmla="*/ 102 h 102"/>
                <a:gd name="T4" fmla="*/ 93 w 102"/>
                <a:gd name="T5" fmla="*/ 98 h 102"/>
                <a:gd name="T6" fmla="*/ 73 w 102"/>
                <a:gd name="T7" fmla="*/ 79 h 102"/>
                <a:gd name="T8" fmla="*/ 51 w 102"/>
                <a:gd name="T9" fmla="*/ 57 h 102"/>
                <a:gd name="T10" fmla="*/ 29 w 102"/>
                <a:gd name="T11" fmla="*/ 79 h 102"/>
                <a:gd name="T12" fmla="*/ 6 w 102"/>
                <a:gd name="T13" fmla="*/ 101 h 102"/>
                <a:gd name="T14" fmla="*/ 5 w 102"/>
                <a:gd name="T15" fmla="*/ 102 h 102"/>
                <a:gd name="T16" fmla="*/ 2 w 102"/>
                <a:gd name="T17" fmla="*/ 100 h 102"/>
                <a:gd name="T18" fmla="*/ 0 w 102"/>
                <a:gd name="T19" fmla="*/ 97 h 102"/>
                <a:gd name="T20" fmla="*/ 3 w 102"/>
                <a:gd name="T21" fmla="*/ 93 h 102"/>
                <a:gd name="T22" fmla="*/ 23 w 102"/>
                <a:gd name="T23" fmla="*/ 73 h 102"/>
                <a:gd name="T24" fmla="*/ 45 w 102"/>
                <a:gd name="T25" fmla="*/ 51 h 102"/>
                <a:gd name="T26" fmla="*/ 23 w 102"/>
                <a:gd name="T27" fmla="*/ 29 h 102"/>
                <a:gd name="T28" fmla="*/ 3 w 102"/>
                <a:gd name="T29" fmla="*/ 9 h 102"/>
                <a:gd name="T30" fmla="*/ 0 w 102"/>
                <a:gd name="T31" fmla="*/ 4 h 102"/>
                <a:gd name="T32" fmla="*/ 2 w 102"/>
                <a:gd name="T33" fmla="*/ 1 h 102"/>
                <a:gd name="T34" fmla="*/ 5 w 102"/>
                <a:gd name="T35" fmla="*/ 0 h 102"/>
                <a:gd name="T36" fmla="*/ 6 w 102"/>
                <a:gd name="T37" fmla="*/ 0 h 102"/>
                <a:gd name="T38" fmla="*/ 29 w 102"/>
                <a:gd name="T39" fmla="*/ 23 h 102"/>
                <a:gd name="T40" fmla="*/ 51 w 102"/>
                <a:gd name="T41" fmla="*/ 45 h 102"/>
                <a:gd name="T42" fmla="*/ 73 w 102"/>
                <a:gd name="T43" fmla="*/ 23 h 102"/>
                <a:gd name="T44" fmla="*/ 93 w 102"/>
                <a:gd name="T45" fmla="*/ 3 h 102"/>
                <a:gd name="T46" fmla="*/ 98 w 102"/>
                <a:gd name="T47" fmla="*/ 0 h 102"/>
                <a:gd name="T48" fmla="*/ 102 w 102"/>
                <a:gd name="T49" fmla="*/ 4 h 102"/>
                <a:gd name="T50" fmla="*/ 100 w 102"/>
                <a:gd name="T51" fmla="*/ 8 h 102"/>
                <a:gd name="T52" fmla="*/ 79 w 102"/>
                <a:gd name="T53" fmla="*/ 29 h 102"/>
                <a:gd name="T54" fmla="*/ 57 w 102"/>
                <a:gd name="T55" fmla="*/ 51 h 102"/>
                <a:gd name="T56" fmla="*/ 79 w 102"/>
                <a:gd name="T57" fmla="*/ 73 h 102"/>
                <a:gd name="T58" fmla="*/ 100 w 102"/>
                <a:gd name="T59" fmla="*/ 93 h 102"/>
                <a:gd name="T60" fmla="*/ 102 w 102"/>
                <a:gd name="T61" fmla="*/ 9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102">
                  <a:moveTo>
                    <a:pt x="102" y="97"/>
                  </a:moveTo>
                  <a:cubicBezTo>
                    <a:pt x="102" y="100"/>
                    <a:pt x="101" y="102"/>
                    <a:pt x="98" y="102"/>
                  </a:cubicBezTo>
                  <a:cubicBezTo>
                    <a:pt x="97" y="102"/>
                    <a:pt x="96" y="100"/>
                    <a:pt x="93" y="98"/>
                  </a:cubicBezTo>
                  <a:cubicBezTo>
                    <a:pt x="91" y="96"/>
                    <a:pt x="84" y="89"/>
                    <a:pt x="73" y="79"/>
                  </a:cubicBezTo>
                  <a:lnTo>
                    <a:pt x="51" y="57"/>
                  </a:lnTo>
                  <a:lnTo>
                    <a:pt x="29" y="79"/>
                  </a:lnTo>
                  <a:cubicBezTo>
                    <a:pt x="14" y="93"/>
                    <a:pt x="7" y="101"/>
                    <a:pt x="6" y="101"/>
                  </a:cubicBezTo>
                  <a:cubicBezTo>
                    <a:pt x="6" y="101"/>
                    <a:pt x="5" y="102"/>
                    <a:pt x="5" y="102"/>
                  </a:cubicBezTo>
                  <a:cubicBezTo>
                    <a:pt x="4" y="102"/>
                    <a:pt x="3" y="101"/>
                    <a:pt x="2" y="100"/>
                  </a:cubicBezTo>
                  <a:cubicBezTo>
                    <a:pt x="1" y="99"/>
                    <a:pt x="0" y="98"/>
                    <a:pt x="0" y="97"/>
                  </a:cubicBezTo>
                  <a:cubicBezTo>
                    <a:pt x="0" y="96"/>
                    <a:pt x="1" y="95"/>
                    <a:pt x="3" y="93"/>
                  </a:cubicBezTo>
                  <a:cubicBezTo>
                    <a:pt x="5" y="91"/>
                    <a:pt x="12" y="84"/>
                    <a:pt x="23" y="73"/>
                  </a:cubicBezTo>
                  <a:lnTo>
                    <a:pt x="45" y="51"/>
                  </a:lnTo>
                  <a:lnTo>
                    <a:pt x="23" y="29"/>
                  </a:lnTo>
                  <a:cubicBezTo>
                    <a:pt x="12" y="17"/>
                    <a:pt x="5" y="11"/>
                    <a:pt x="3" y="9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7" y="1"/>
                    <a:pt x="14" y="8"/>
                    <a:pt x="29" y="23"/>
                  </a:cubicBezTo>
                  <a:lnTo>
                    <a:pt x="51" y="45"/>
                  </a:lnTo>
                  <a:lnTo>
                    <a:pt x="73" y="23"/>
                  </a:lnTo>
                  <a:cubicBezTo>
                    <a:pt x="84" y="12"/>
                    <a:pt x="91" y="5"/>
                    <a:pt x="93" y="3"/>
                  </a:cubicBezTo>
                  <a:cubicBezTo>
                    <a:pt x="96" y="1"/>
                    <a:pt x="97" y="0"/>
                    <a:pt x="98" y="0"/>
                  </a:cubicBezTo>
                  <a:cubicBezTo>
                    <a:pt x="101" y="0"/>
                    <a:pt x="102" y="1"/>
                    <a:pt x="102" y="4"/>
                  </a:cubicBezTo>
                  <a:cubicBezTo>
                    <a:pt x="102" y="5"/>
                    <a:pt x="101" y="6"/>
                    <a:pt x="100" y="8"/>
                  </a:cubicBezTo>
                  <a:cubicBezTo>
                    <a:pt x="99" y="9"/>
                    <a:pt x="92" y="16"/>
                    <a:pt x="79" y="29"/>
                  </a:cubicBezTo>
                  <a:lnTo>
                    <a:pt x="57" y="51"/>
                  </a:lnTo>
                  <a:lnTo>
                    <a:pt x="79" y="73"/>
                  </a:lnTo>
                  <a:cubicBezTo>
                    <a:pt x="91" y="85"/>
                    <a:pt x="98" y="91"/>
                    <a:pt x="100" y="93"/>
                  </a:cubicBezTo>
                  <a:cubicBezTo>
                    <a:pt x="101" y="95"/>
                    <a:pt x="102" y="96"/>
                    <a:pt x="102" y="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5" name="Rectangle 111"/>
            <p:cNvSpPr>
              <a:spLocks noChangeArrowheads="1"/>
            </p:cNvSpPr>
            <p:nvPr/>
          </p:nvSpPr>
          <p:spPr bwMode="auto">
            <a:xfrm>
              <a:off x="670" y="3349"/>
              <a:ext cx="63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6" name="Freeform 112"/>
            <p:cNvSpPr>
              <a:spLocks/>
            </p:cNvSpPr>
            <p:nvPr/>
          </p:nvSpPr>
          <p:spPr bwMode="auto">
            <a:xfrm>
              <a:off x="684" y="3241"/>
              <a:ext cx="35" cy="68"/>
            </a:xfrm>
            <a:custGeom>
              <a:avLst/>
              <a:gdLst>
                <a:gd name="T0" fmla="*/ 27 w 73"/>
                <a:gd name="T1" fmla="*/ 19 h 141"/>
                <a:gd name="T2" fmla="*/ 25 w 73"/>
                <a:gd name="T3" fmla="*/ 20 h 141"/>
                <a:gd name="T4" fmla="*/ 16 w 73"/>
                <a:gd name="T5" fmla="*/ 22 h 141"/>
                <a:gd name="T6" fmla="*/ 4 w 73"/>
                <a:gd name="T7" fmla="*/ 24 h 141"/>
                <a:gd name="T8" fmla="*/ 0 w 73"/>
                <a:gd name="T9" fmla="*/ 24 h 141"/>
                <a:gd name="T10" fmla="*/ 0 w 73"/>
                <a:gd name="T11" fmla="*/ 14 h 141"/>
                <a:gd name="T12" fmla="*/ 4 w 73"/>
                <a:gd name="T13" fmla="*/ 14 h 141"/>
                <a:gd name="T14" fmla="*/ 22 w 73"/>
                <a:gd name="T15" fmla="*/ 11 h 141"/>
                <a:gd name="T16" fmla="*/ 34 w 73"/>
                <a:gd name="T17" fmla="*/ 6 h 141"/>
                <a:gd name="T18" fmla="*/ 40 w 73"/>
                <a:gd name="T19" fmla="*/ 1 h 141"/>
                <a:gd name="T20" fmla="*/ 43 w 73"/>
                <a:gd name="T21" fmla="*/ 0 h 141"/>
                <a:gd name="T22" fmla="*/ 46 w 73"/>
                <a:gd name="T23" fmla="*/ 2 h 141"/>
                <a:gd name="T24" fmla="*/ 46 w 73"/>
                <a:gd name="T25" fmla="*/ 65 h 141"/>
                <a:gd name="T26" fmla="*/ 46 w 73"/>
                <a:gd name="T27" fmla="*/ 128 h 141"/>
                <a:gd name="T28" fmla="*/ 49 w 73"/>
                <a:gd name="T29" fmla="*/ 130 h 141"/>
                <a:gd name="T30" fmla="*/ 54 w 73"/>
                <a:gd name="T31" fmla="*/ 131 h 141"/>
                <a:gd name="T32" fmla="*/ 67 w 73"/>
                <a:gd name="T33" fmla="*/ 131 h 141"/>
                <a:gd name="T34" fmla="*/ 73 w 73"/>
                <a:gd name="T35" fmla="*/ 131 h 141"/>
                <a:gd name="T36" fmla="*/ 73 w 73"/>
                <a:gd name="T37" fmla="*/ 141 h 141"/>
                <a:gd name="T38" fmla="*/ 70 w 73"/>
                <a:gd name="T39" fmla="*/ 141 h 141"/>
                <a:gd name="T40" fmla="*/ 37 w 73"/>
                <a:gd name="T41" fmla="*/ 140 h 141"/>
                <a:gd name="T42" fmla="*/ 4 w 73"/>
                <a:gd name="T43" fmla="*/ 141 h 141"/>
                <a:gd name="T44" fmla="*/ 1 w 73"/>
                <a:gd name="T45" fmla="*/ 141 h 141"/>
                <a:gd name="T46" fmla="*/ 1 w 73"/>
                <a:gd name="T47" fmla="*/ 131 h 141"/>
                <a:gd name="T48" fmla="*/ 6 w 73"/>
                <a:gd name="T49" fmla="*/ 131 h 141"/>
                <a:gd name="T50" fmla="*/ 14 w 73"/>
                <a:gd name="T51" fmla="*/ 131 h 141"/>
                <a:gd name="T52" fmla="*/ 20 w 73"/>
                <a:gd name="T53" fmla="*/ 131 h 141"/>
                <a:gd name="T54" fmla="*/ 23 w 73"/>
                <a:gd name="T55" fmla="*/ 130 h 141"/>
                <a:gd name="T56" fmla="*/ 25 w 73"/>
                <a:gd name="T57" fmla="*/ 130 h 141"/>
                <a:gd name="T58" fmla="*/ 26 w 73"/>
                <a:gd name="T59" fmla="*/ 129 h 141"/>
                <a:gd name="T60" fmla="*/ 27 w 73"/>
                <a:gd name="T61" fmla="*/ 128 h 141"/>
                <a:gd name="T62" fmla="*/ 27 w 73"/>
                <a:gd name="T63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141">
                  <a:moveTo>
                    <a:pt x="27" y="19"/>
                  </a:moveTo>
                  <a:lnTo>
                    <a:pt x="25" y="20"/>
                  </a:lnTo>
                  <a:cubicBezTo>
                    <a:pt x="23" y="21"/>
                    <a:pt x="20" y="21"/>
                    <a:pt x="16" y="22"/>
                  </a:cubicBezTo>
                  <a:cubicBezTo>
                    <a:pt x="13" y="23"/>
                    <a:pt x="8" y="23"/>
                    <a:pt x="4" y="24"/>
                  </a:cubicBezTo>
                  <a:lnTo>
                    <a:pt x="0" y="24"/>
                  </a:lnTo>
                  <a:lnTo>
                    <a:pt x="0" y="14"/>
                  </a:lnTo>
                  <a:lnTo>
                    <a:pt x="4" y="14"/>
                  </a:lnTo>
                  <a:cubicBezTo>
                    <a:pt x="11" y="14"/>
                    <a:pt x="17" y="12"/>
                    <a:pt x="22" y="11"/>
                  </a:cubicBezTo>
                  <a:cubicBezTo>
                    <a:pt x="28" y="9"/>
                    <a:pt x="32" y="7"/>
                    <a:pt x="34" y="6"/>
                  </a:cubicBezTo>
                  <a:cubicBezTo>
                    <a:pt x="36" y="4"/>
                    <a:pt x="38" y="2"/>
                    <a:pt x="40" y="1"/>
                  </a:cubicBezTo>
                  <a:cubicBezTo>
                    <a:pt x="40" y="1"/>
                    <a:pt x="41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lnTo>
                    <a:pt x="46" y="65"/>
                  </a:lnTo>
                  <a:lnTo>
                    <a:pt x="46" y="128"/>
                  </a:lnTo>
                  <a:cubicBezTo>
                    <a:pt x="47" y="129"/>
                    <a:pt x="48" y="130"/>
                    <a:pt x="49" y="130"/>
                  </a:cubicBezTo>
                  <a:cubicBezTo>
                    <a:pt x="50" y="130"/>
                    <a:pt x="51" y="130"/>
                    <a:pt x="54" y="131"/>
                  </a:cubicBezTo>
                  <a:cubicBezTo>
                    <a:pt x="57" y="131"/>
                    <a:pt x="61" y="131"/>
                    <a:pt x="67" y="131"/>
                  </a:cubicBezTo>
                  <a:lnTo>
                    <a:pt x="73" y="131"/>
                  </a:lnTo>
                  <a:lnTo>
                    <a:pt x="73" y="141"/>
                  </a:lnTo>
                  <a:lnTo>
                    <a:pt x="70" y="141"/>
                  </a:lnTo>
                  <a:cubicBezTo>
                    <a:pt x="67" y="140"/>
                    <a:pt x="56" y="140"/>
                    <a:pt x="37" y="140"/>
                  </a:cubicBezTo>
                  <a:cubicBezTo>
                    <a:pt x="18" y="140"/>
                    <a:pt x="6" y="140"/>
                    <a:pt x="4" y="141"/>
                  </a:cubicBezTo>
                  <a:lnTo>
                    <a:pt x="1" y="141"/>
                  </a:lnTo>
                  <a:lnTo>
                    <a:pt x="1" y="131"/>
                  </a:lnTo>
                  <a:lnTo>
                    <a:pt x="6" y="131"/>
                  </a:lnTo>
                  <a:lnTo>
                    <a:pt x="14" y="131"/>
                  </a:lnTo>
                  <a:cubicBezTo>
                    <a:pt x="17" y="131"/>
                    <a:pt x="19" y="131"/>
                    <a:pt x="20" y="131"/>
                  </a:cubicBezTo>
                  <a:cubicBezTo>
                    <a:pt x="21" y="131"/>
                    <a:pt x="22" y="131"/>
                    <a:pt x="23" y="130"/>
                  </a:cubicBezTo>
                  <a:cubicBezTo>
                    <a:pt x="24" y="130"/>
                    <a:pt x="25" y="130"/>
                    <a:pt x="25" y="130"/>
                  </a:cubicBezTo>
                  <a:cubicBezTo>
                    <a:pt x="25" y="130"/>
                    <a:pt x="25" y="129"/>
                    <a:pt x="26" y="129"/>
                  </a:cubicBezTo>
                  <a:cubicBezTo>
                    <a:pt x="27" y="128"/>
                    <a:pt x="27" y="128"/>
                    <a:pt x="27" y="128"/>
                  </a:cubicBezTo>
                  <a:lnTo>
                    <a:pt x="27" y="1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7" name="Freeform 113"/>
            <p:cNvSpPr>
              <a:spLocks noEditPoints="1"/>
            </p:cNvSpPr>
            <p:nvPr/>
          </p:nvSpPr>
          <p:spPr bwMode="auto">
            <a:xfrm>
              <a:off x="686" y="3380"/>
              <a:ext cx="28" cy="68"/>
            </a:xfrm>
            <a:custGeom>
              <a:avLst/>
              <a:gdLst>
                <a:gd name="T0" fmla="*/ 34 w 59"/>
                <a:gd name="T1" fmla="*/ 13 h 141"/>
                <a:gd name="T2" fmla="*/ 38 w 59"/>
                <a:gd name="T3" fmla="*/ 4 h 141"/>
                <a:gd name="T4" fmla="*/ 48 w 59"/>
                <a:gd name="T5" fmla="*/ 0 h 141"/>
                <a:gd name="T6" fmla="*/ 54 w 59"/>
                <a:gd name="T7" fmla="*/ 2 h 141"/>
                <a:gd name="T8" fmla="*/ 57 w 59"/>
                <a:gd name="T9" fmla="*/ 9 h 141"/>
                <a:gd name="T10" fmla="*/ 53 w 59"/>
                <a:gd name="T11" fmla="*/ 17 h 141"/>
                <a:gd name="T12" fmla="*/ 43 w 59"/>
                <a:gd name="T13" fmla="*/ 22 h 141"/>
                <a:gd name="T14" fmla="*/ 37 w 59"/>
                <a:gd name="T15" fmla="*/ 20 h 141"/>
                <a:gd name="T16" fmla="*/ 34 w 59"/>
                <a:gd name="T17" fmla="*/ 13 h 141"/>
                <a:gd name="T18" fmla="*/ 0 w 59"/>
                <a:gd name="T19" fmla="*/ 79 h 141"/>
                <a:gd name="T20" fmla="*/ 2 w 59"/>
                <a:gd name="T21" fmla="*/ 72 h 141"/>
                <a:gd name="T22" fmla="*/ 7 w 59"/>
                <a:gd name="T23" fmla="*/ 61 h 141"/>
                <a:gd name="T24" fmla="*/ 16 w 59"/>
                <a:gd name="T25" fmla="*/ 51 h 141"/>
                <a:gd name="T26" fmla="*/ 29 w 59"/>
                <a:gd name="T27" fmla="*/ 46 h 141"/>
                <a:gd name="T28" fmla="*/ 43 w 59"/>
                <a:gd name="T29" fmla="*/ 51 h 141"/>
                <a:gd name="T30" fmla="*/ 48 w 59"/>
                <a:gd name="T31" fmla="*/ 64 h 141"/>
                <a:gd name="T32" fmla="*/ 45 w 59"/>
                <a:gd name="T33" fmla="*/ 76 h 141"/>
                <a:gd name="T34" fmla="*/ 37 w 59"/>
                <a:gd name="T35" fmla="*/ 98 h 141"/>
                <a:gd name="T36" fmla="*/ 28 w 59"/>
                <a:gd name="T37" fmla="*/ 122 h 141"/>
                <a:gd name="T38" fmla="*/ 27 w 59"/>
                <a:gd name="T39" fmla="*/ 128 h 141"/>
                <a:gd name="T40" fmla="*/ 31 w 59"/>
                <a:gd name="T41" fmla="*/ 134 h 141"/>
                <a:gd name="T42" fmla="*/ 35 w 59"/>
                <a:gd name="T43" fmla="*/ 133 h 141"/>
                <a:gd name="T44" fmla="*/ 40 w 59"/>
                <a:gd name="T45" fmla="*/ 130 h 141"/>
                <a:gd name="T46" fmla="*/ 45 w 59"/>
                <a:gd name="T47" fmla="*/ 123 h 141"/>
                <a:gd name="T48" fmla="*/ 51 w 59"/>
                <a:gd name="T49" fmla="*/ 110 h 141"/>
                <a:gd name="T50" fmla="*/ 52 w 59"/>
                <a:gd name="T51" fmla="*/ 107 h 141"/>
                <a:gd name="T52" fmla="*/ 55 w 59"/>
                <a:gd name="T53" fmla="*/ 107 h 141"/>
                <a:gd name="T54" fmla="*/ 59 w 59"/>
                <a:gd name="T55" fmla="*/ 109 h 141"/>
                <a:gd name="T56" fmla="*/ 57 w 59"/>
                <a:gd name="T57" fmla="*/ 116 h 141"/>
                <a:gd name="T58" fmla="*/ 52 w 59"/>
                <a:gd name="T59" fmla="*/ 126 h 141"/>
                <a:gd name="T60" fmla="*/ 43 w 59"/>
                <a:gd name="T61" fmla="*/ 137 h 141"/>
                <a:gd name="T62" fmla="*/ 30 w 59"/>
                <a:gd name="T63" fmla="*/ 141 h 141"/>
                <a:gd name="T64" fmla="*/ 17 w 59"/>
                <a:gd name="T65" fmla="*/ 137 h 141"/>
                <a:gd name="T66" fmla="*/ 11 w 59"/>
                <a:gd name="T67" fmla="*/ 124 h 141"/>
                <a:gd name="T68" fmla="*/ 12 w 59"/>
                <a:gd name="T69" fmla="*/ 117 h 141"/>
                <a:gd name="T70" fmla="*/ 21 w 59"/>
                <a:gd name="T71" fmla="*/ 93 h 141"/>
                <a:gd name="T72" fmla="*/ 31 w 59"/>
                <a:gd name="T73" fmla="*/ 67 h 141"/>
                <a:gd name="T74" fmla="*/ 32 w 59"/>
                <a:gd name="T75" fmla="*/ 59 h 141"/>
                <a:gd name="T76" fmla="*/ 29 w 59"/>
                <a:gd name="T77" fmla="*/ 54 h 141"/>
                <a:gd name="T78" fmla="*/ 28 w 59"/>
                <a:gd name="T79" fmla="*/ 54 h 141"/>
                <a:gd name="T80" fmla="*/ 17 w 59"/>
                <a:gd name="T81" fmla="*/ 61 h 141"/>
                <a:gd name="T82" fmla="*/ 9 w 59"/>
                <a:gd name="T83" fmla="*/ 79 h 141"/>
                <a:gd name="T84" fmla="*/ 8 w 59"/>
                <a:gd name="T85" fmla="*/ 79 h 141"/>
                <a:gd name="T86" fmla="*/ 8 w 59"/>
                <a:gd name="T87" fmla="*/ 80 h 141"/>
                <a:gd name="T88" fmla="*/ 7 w 59"/>
                <a:gd name="T89" fmla="*/ 80 h 141"/>
                <a:gd name="T90" fmla="*/ 7 w 59"/>
                <a:gd name="T91" fmla="*/ 80 h 141"/>
                <a:gd name="T92" fmla="*/ 6 w 59"/>
                <a:gd name="T93" fmla="*/ 80 h 141"/>
                <a:gd name="T94" fmla="*/ 4 w 59"/>
                <a:gd name="T95" fmla="*/ 80 h 141"/>
                <a:gd name="T96" fmla="*/ 1 w 59"/>
                <a:gd name="T97" fmla="*/ 80 h 141"/>
                <a:gd name="T98" fmla="*/ 0 w 59"/>
                <a:gd name="T99" fmla="*/ 7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9" h="141">
                  <a:moveTo>
                    <a:pt x="34" y="13"/>
                  </a:moveTo>
                  <a:cubicBezTo>
                    <a:pt x="34" y="9"/>
                    <a:pt x="36" y="6"/>
                    <a:pt x="38" y="4"/>
                  </a:cubicBezTo>
                  <a:cubicBezTo>
                    <a:pt x="41" y="1"/>
                    <a:pt x="44" y="0"/>
                    <a:pt x="48" y="0"/>
                  </a:cubicBezTo>
                  <a:cubicBezTo>
                    <a:pt x="50" y="0"/>
                    <a:pt x="52" y="1"/>
                    <a:pt x="54" y="2"/>
                  </a:cubicBezTo>
                  <a:cubicBezTo>
                    <a:pt x="56" y="4"/>
                    <a:pt x="57" y="6"/>
                    <a:pt x="57" y="9"/>
                  </a:cubicBezTo>
                  <a:cubicBezTo>
                    <a:pt x="57" y="12"/>
                    <a:pt x="55" y="15"/>
                    <a:pt x="53" y="17"/>
                  </a:cubicBezTo>
                  <a:cubicBezTo>
                    <a:pt x="50" y="20"/>
                    <a:pt x="47" y="21"/>
                    <a:pt x="43" y="22"/>
                  </a:cubicBezTo>
                  <a:cubicBezTo>
                    <a:pt x="41" y="22"/>
                    <a:pt x="39" y="21"/>
                    <a:pt x="37" y="20"/>
                  </a:cubicBezTo>
                  <a:cubicBezTo>
                    <a:pt x="36" y="18"/>
                    <a:pt x="35" y="16"/>
                    <a:pt x="34" y="13"/>
                  </a:cubicBezTo>
                  <a:close/>
                  <a:moveTo>
                    <a:pt x="0" y="79"/>
                  </a:moveTo>
                  <a:cubicBezTo>
                    <a:pt x="0" y="77"/>
                    <a:pt x="1" y="75"/>
                    <a:pt x="2" y="72"/>
                  </a:cubicBezTo>
                  <a:cubicBezTo>
                    <a:pt x="3" y="69"/>
                    <a:pt x="5" y="65"/>
                    <a:pt x="7" y="61"/>
                  </a:cubicBezTo>
                  <a:cubicBezTo>
                    <a:pt x="9" y="57"/>
                    <a:pt x="12" y="54"/>
                    <a:pt x="16" y="51"/>
                  </a:cubicBezTo>
                  <a:cubicBezTo>
                    <a:pt x="20" y="47"/>
                    <a:pt x="25" y="46"/>
                    <a:pt x="29" y="46"/>
                  </a:cubicBezTo>
                  <a:cubicBezTo>
                    <a:pt x="34" y="46"/>
                    <a:pt x="39" y="48"/>
                    <a:pt x="43" y="51"/>
                  </a:cubicBezTo>
                  <a:cubicBezTo>
                    <a:pt x="46" y="54"/>
                    <a:pt x="48" y="58"/>
                    <a:pt x="48" y="64"/>
                  </a:cubicBezTo>
                  <a:cubicBezTo>
                    <a:pt x="48" y="66"/>
                    <a:pt x="47" y="70"/>
                    <a:pt x="45" y="76"/>
                  </a:cubicBezTo>
                  <a:cubicBezTo>
                    <a:pt x="43" y="81"/>
                    <a:pt x="41" y="88"/>
                    <a:pt x="37" y="98"/>
                  </a:cubicBezTo>
                  <a:cubicBezTo>
                    <a:pt x="33" y="107"/>
                    <a:pt x="30" y="115"/>
                    <a:pt x="28" y="122"/>
                  </a:cubicBezTo>
                  <a:cubicBezTo>
                    <a:pt x="27" y="125"/>
                    <a:pt x="27" y="127"/>
                    <a:pt x="27" y="128"/>
                  </a:cubicBezTo>
                  <a:cubicBezTo>
                    <a:pt x="27" y="132"/>
                    <a:pt x="28" y="134"/>
                    <a:pt x="31" y="134"/>
                  </a:cubicBezTo>
                  <a:cubicBezTo>
                    <a:pt x="32" y="134"/>
                    <a:pt x="33" y="133"/>
                    <a:pt x="35" y="133"/>
                  </a:cubicBezTo>
                  <a:cubicBezTo>
                    <a:pt x="36" y="133"/>
                    <a:pt x="38" y="132"/>
                    <a:pt x="40" y="130"/>
                  </a:cubicBezTo>
                  <a:cubicBezTo>
                    <a:pt x="41" y="129"/>
                    <a:pt x="43" y="126"/>
                    <a:pt x="45" y="123"/>
                  </a:cubicBezTo>
                  <a:cubicBezTo>
                    <a:pt x="47" y="119"/>
                    <a:pt x="49" y="115"/>
                    <a:pt x="51" y="110"/>
                  </a:cubicBezTo>
                  <a:cubicBezTo>
                    <a:pt x="51" y="109"/>
                    <a:pt x="51" y="108"/>
                    <a:pt x="52" y="107"/>
                  </a:cubicBezTo>
                  <a:cubicBezTo>
                    <a:pt x="52" y="107"/>
                    <a:pt x="53" y="107"/>
                    <a:pt x="55" y="107"/>
                  </a:cubicBezTo>
                  <a:cubicBezTo>
                    <a:pt x="58" y="107"/>
                    <a:pt x="59" y="108"/>
                    <a:pt x="59" y="109"/>
                  </a:cubicBezTo>
                  <a:cubicBezTo>
                    <a:pt x="59" y="110"/>
                    <a:pt x="59" y="112"/>
                    <a:pt x="57" y="116"/>
                  </a:cubicBezTo>
                  <a:cubicBezTo>
                    <a:pt x="56" y="119"/>
                    <a:pt x="54" y="122"/>
                    <a:pt x="52" y="126"/>
                  </a:cubicBezTo>
                  <a:cubicBezTo>
                    <a:pt x="50" y="130"/>
                    <a:pt x="47" y="134"/>
                    <a:pt x="43" y="137"/>
                  </a:cubicBezTo>
                  <a:cubicBezTo>
                    <a:pt x="39" y="140"/>
                    <a:pt x="34" y="141"/>
                    <a:pt x="30" y="141"/>
                  </a:cubicBezTo>
                  <a:cubicBezTo>
                    <a:pt x="25" y="141"/>
                    <a:pt x="21" y="140"/>
                    <a:pt x="17" y="137"/>
                  </a:cubicBezTo>
                  <a:cubicBezTo>
                    <a:pt x="13" y="134"/>
                    <a:pt x="11" y="130"/>
                    <a:pt x="11" y="124"/>
                  </a:cubicBezTo>
                  <a:cubicBezTo>
                    <a:pt x="11" y="121"/>
                    <a:pt x="12" y="119"/>
                    <a:pt x="12" y="117"/>
                  </a:cubicBezTo>
                  <a:cubicBezTo>
                    <a:pt x="13" y="115"/>
                    <a:pt x="16" y="107"/>
                    <a:pt x="21" y="93"/>
                  </a:cubicBezTo>
                  <a:cubicBezTo>
                    <a:pt x="27" y="79"/>
                    <a:pt x="30" y="70"/>
                    <a:pt x="31" y="67"/>
                  </a:cubicBezTo>
                  <a:cubicBezTo>
                    <a:pt x="32" y="64"/>
                    <a:pt x="32" y="62"/>
                    <a:pt x="32" y="59"/>
                  </a:cubicBezTo>
                  <a:cubicBezTo>
                    <a:pt x="32" y="56"/>
                    <a:pt x="31" y="54"/>
                    <a:pt x="29" y="54"/>
                  </a:cubicBezTo>
                  <a:lnTo>
                    <a:pt x="28" y="54"/>
                  </a:lnTo>
                  <a:cubicBezTo>
                    <a:pt x="24" y="54"/>
                    <a:pt x="20" y="56"/>
                    <a:pt x="17" y="61"/>
                  </a:cubicBezTo>
                  <a:cubicBezTo>
                    <a:pt x="13" y="66"/>
                    <a:pt x="10" y="71"/>
                    <a:pt x="9" y="79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79"/>
                    <a:pt x="8" y="80"/>
                    <a:pt x="8" y="80"/>
                  </a:cubicBezTo>
                  <a:cubicBezTo>
                    <a:pt x="8" y="80"/>
                    <a:pt x="8" y="80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lnTo>
                    <a:pt x="6" y="80"/>
                  </a:lnTo>
                  <a:lnTo>
                    <a:pt x="4" y="80"/>
                  </a:lnTo>
                  <a:lnTo>
                    <a:pt x="1" y="80"/>
                  </a:lnTo>
                  <a:cubicBezTo>
                    <a:pt x="1" y="80"/>
                    <a:pt x="0" y="79"/>
                    <a:pt x="0" y="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8" name="Freeform 114"/>
            <p:cNvSpPr>
              <a:spLocks/>
            </p:cNvSpPr>
            <p:nvPr/>
          </p:nvSpPr>
          <p:spPr bwMode="auto">
            <a:xfrm>
              <a:off x="748" y="3231"/>
              <a:ext cx="50" cy="243"/>
            </a:xfrm>
            <a:custGeom>
              <a:avLst/>
              <a:gdLst>
                <a:gd name="T0" fmla="*/ 0 w 104"/>
                <a:gd name="T1" fmla="*/ 2 h 506"/>
                <a:gd name="T2" fmla="*/ 1 w 104"/>
                <a:gd name="T3" fmla="*/ 0 h 506"/>
                <a:gd name="T4" fmla="*/ 4 w 104"/>
                <a:gd name="T5" fmla="*/ 0 h 506"/>
                <a:gd name="T6" fmla="*/ 5 w 104"/>
                <a:gd name="T7" fmla="*/ 0 h 506"/>
                <a:gd name="T8" fmla="*/ 8 w 104"/>
                <a:gd name="T9" fmla="*/ 0 h 506"/>
                <a:gd name="T10" fmla="*/ 14 w 104"/>
                <a:gd name="T11" fmla="*/ 5 h 506"/>
                <a:gd name="T12" fmla="*/ 23 w 104"/>
                <a:gd name="T13" fmla="*/ 14 h 506"/>
                <a:gd name="T14" fmla="*/ 35 w 104"/>
                <a:gd name="T15" fmla="*/ 27 h 506"/>
                <a:gd name="T16" fmla="*/ 48 w 104"/>
                <a:gd name="T17" fmla="*/ 44 h 506"/>
                <a:gd name="T18" fmla="*/ 61 w 104"/>
                <a:gd name="T19" fmla="*/ 66 h 506"/>
                <a:gd name="T20" fmla="*/ 74 w 104"/>
                <a:gd name="T21" fmla="*/ 92 h 506"/>
                <a:gd name="T22" fmla="*/ 86 w 104"/>
                <a:gd name="T23" fmla="*/ 123 h 506"/>
                <a:gd name="T24" fmla="*/ 95 w 104"/>
                <a:gd name="T25" fmla="*/ 160 h 506"/>
                <a:gd name="T26" fmla="*/ 102 w 104"/>
                <a:gd name="T27" fmla="*/ 203 h 506"/>
                <a:gd name="T28" fmla="*/ 104 w 104"/>
                <a:gd name="T29" fmla="*/ 253 h 506"/>
                <a:gd name="T30" fmla="*/ 103 w 104"/>
                <a:gd name="T31" fmla="*/ 294 h 506"/>
                <a:gd name="T32" fmla="*/ 27 w 104"/>
                <a:gd name="T33" fmla="*/ 487 h 506"/>
                <a:gd name="T34" fmla="*/ 18 w 104"/>
                <a:gd name="T35" fmla="*/ 496 h 506"/>
                <a:gd name="T36" fmla="*/ 11 w 104"/>
                <a:gd name="T37" fmla="*/ 503 h 506"/>
                <a:gd name="T38" fmla="*/ 8 w 104"/>
                <a:gd name="T39" fmla="*/ 506 h 506"/>
                <a:gd name="T40" fmla="*/ 5 w 104"/>
                <a:gd name="T41" fmla="*/ 506 h 506"/>
                <a:gd name="T42" fmla="*/ 1 w 104"/>
                <a:gd name="T43" fmla="*/ 505 h 506"/>
                <a:gd name="T44" fmla="*/ 0 w 104"/>
                <a:gd name="T45" fmla="*/ 503 h 506"/>
                <a:gd name="T46" fmla="*/ 23 w 104"/>
                <a:gd name="T47" fmla="*/ 477 h 506"/>
                <a:gd name="T48" fmla="*/ 83 w 104"/>
                <a:gd name="T49" fmla="*/ 253 h 506"/>
                <a:gd name="T50" fmla="*/ 78 w 104"/>
                <a:gd name="T51" fmla="*/ 173 h 506"/>
                <a:gd name="T52" fmla="*/ 64 w 104"/>
                <a:gd name="T53" fmla="*/ 111 h 506"/>
                <a:gd name="T54" fmla="*/ 45 w 104"/>
                <a:gd name="T55" fmla="*/ 64 h 506"/>
                <a:gd name="T56" fmla="*/ 24 w 104"/>
                <a:gd name="T57" fmla="*/ 29 h 506"/>
                <a:gd name="T58" fmla="*/ 3 w 104"/>
                <a:gd name="T59" fmla="*/ 5 h 506"/>
                <a:gd name="T60" fmla="*/ 2 w 104"/>
                <a:gd name="T61" fmla="*/ 4 h 506"/>
                <a:gd name="T62" fmla="*/ 1 w 104"/>
                <a:gd name="T63" fmla="*/ 3 h 506"/>
                <a:gd name="T64" fmla="*/ 1 w 104"/>
                <a:gd name="T65" fmla="*/ 3 h 506"/>
                <a:gd name="T66" fmla="*/ 0 w 104"/>
                <a:gd name="T67" fmla="*/ 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506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4" y="0"/>
                  </a:cubicBezTo>
                  <a:lnTo>
                    <a:pt x="5" y="0"/>
                  </a:lnTo>
                  <a:lnTo>
                    <a:pt x="8" y="0"/>
                  </a:lnTo>
                  <a:cubicBezTo>
                    <a:pt x="8" y="0"/>
                    <a:pt x="10" y="2"/>
                    <a:pt x="14" y="5"/>
                  </a:cubicBezTo>
                  <a:cubicBezTo>
                    <a:pt x="18" y="9"/>
                    <a:pt x="21" y="12"/>
                    <a:pt x="23" y="14"/>
                  </a:cubicBezTo>
                  <a:cubicBezTo>
                    <a:pt x="26" y="17"/>
                    <a:pt x="30" y="21"/>
                    <a:pt x="35" y="27"/>
                  </a:cubicBezTo>
                  <a:cubicBezTo>
                    <a:pt x="40" y="33"/>
                    <a:pt x="44" y="39"/>
                    <a:pt x="48" y="44"/>
                  </a:cubicBezTo>
                  <a:cubicBezTo>
                    <a:pt x="52" y="50"/>
                    <a:pt x="56" y="57"/>
                    <a:pt x="61" y="66"/>
                  </a:cubicBezTo>
                  <a:cubicBezTo>
                    <a:pt x="66" y="75"/>
                    <a:pt x="71" y="83"/>
                    <a:pt x="74" y="92"/>
                  </a:cubicBezTo>
                  <a:cubicBezTo>
                    <a:pt x="78" y="100"/>
                    <a:pt x="82" y="111"/>
                    <a:pt x="86" y="123"/>
                  </a:cubicBezTo>
                  <a:cubicBezTo>
                    <a:pt x="90" y="136"/>
                    <a:pt x="93" y="148"/>
                    <a:pt x="95" y="160"/>
                  </a:cubicBezTo>
                  <a:cubicBezTo>
                    <a:pt x="98" y="173"/>
                    <a:pt x="100" y="187"/>
                    <a:pt x="102" y="203"/>
                  </a:cubicBezTo>
                  <a:cubicBezTo>
                    <a:pt x="103" y="219"/>
                    <a:pt x="104" y="236"/>
                    <a:pt x="104" y="253"/>
                  </a:cubicBezTo>
                  <a:cubicBezTo>
                    <a:pt x="104" y="269"/>
                    <a:pt x="104" y="283"/>
                    <a:pt x="103" y="294"/>
                  </a:cubicBezTo>
                  <a:cubicBezTo>
                    <a:pt x="96" y="375"/>
                    <a:pt x="71" y="439"/>
                    <a:pt x="27" y="487"/>
                  </a:cubicBezTo>
                  <a:cubicBezTo>
                    <a:pt x="24" y="491"/>
                    <a:pt x="21" y="494"/>
                    <a:pt x="18" y="496"/>
                  </a:cubicBezTo>
                  <a:cubicBezTo>
                    <a:pt x="15" y="499"/>
                    <a:pt x="13" y="501"/>
                    <a:pt x="11" y="503"/>
                  </a:cubicBezTo>
                  <a:cubicBezTo>
                    <a:pt x="9" y="505"/>
                    <a:pt x="8" y="506"/>
                    <a:pt x="8" y="506"/>
                  </a:cubicBezTo>
                  <a:lnTo>
                    <a:pt x="5" y="506"/>
                  </a:lnTo>
                  <a:cubicBezTo>
                    <a:pt x="3" y="506"/>
                    <a:pt x="2" y="506"/>
                    <a:pt x="1" y="505"/>
                  </a:cubicBezTo>
                  <a:cubicBezTo>
                    <a:pt x="1" y="505"/>
                    <a:pt x="0" y="504"/>
                    <a:pt x="0" y="503"/>
                  </a:cubicBezTo>
                  <a:cubicBezTo>
                    <a:pt x="8" y="496"/>
                    <a:pt x="15" y="487"/>
                    <a:pt x="23" y="477"/>
                  </a:cubicBezTo>
                  <a:cubicBezTo>
                    <a:pt x="63" y="423"/>
                    <a:pt x="83" y="348"/>
                    <a:pt x="83" y="253"/>
                  </a:cubicBezTo>
                  <a:cubicBezTo>
                    <a:pt x="83" y="224"/>
                    <a:pt x="82" y="198"/>
                    <a:pt x="78" y="173"/>
                  </a:cubicBezTo>
                  <a:cubicBezTo>
                    <a:pt x="74" y="149"/>
                    <a:pt x="70" y="128"/>
                    <a:pt x="64" y="111"/>
                  </a:cubicBezTo>
                  <a:cubicBezTo>
                    <a:pt x="59" y="94"/>
                    <a:pt x="53" y="79"/>
                    <a:pt x="45" y="64"/>
                  </a:cubicBezTo>
                  <a:cubicBezTo>
                    <a:pt x="37" y="49"/>
                    <a:pt x="30" y="38"/>
                    <a:pt x="24" y="29"/>
                  </a:cubicBezTo>
                  <a:cubicBezTo>
                    <a:pt x="17" y="21"/>
                    <a:pt x="10" y="13"/>
                    <a:pt x="3" y="5"/>
                  </a:cubicBezTo>
                  <a:lnTo>
                    <a:pt x="2" y="4"/>
                  </a:lnTo>
                  <a:cubicBezTo>
                    <a:pt x="2" y="4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051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dirty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dirty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dirty="0"/>
              <a:t>)</a:t>
            </a:r>
            <a:r>
              <a:rPr lang="ja-JP" altLang="en-US" dirty="0"/>
              <a:t>の導出について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12</a:t>
            </a:fld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ja-JP" altLang="en-US" dirty="0" smtClean="0"/>
              <a:t>注釈</a:t>
            </a:r>
            <a:endParaRPr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例えば，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ja-JP" altLang="en-US" dirty="0" smtClean="0"/>
              <a:t>が</a:t>
            </a:r>
            <a:r>
              <a:rPr lang="en-US" altLang="ja-JP" dirty="0" smtClean="0"/>
              <a:t>500</a:t>
            </a:r>
            <a:r>
              <a:rPr lang="ja-JP" altLang="en-US" dirty="0" err="1" smtClean="0"/>
              <a:t>，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/>
              <a:t>が</a:t>
            </a:r>
            <a:r>
              <a:rPr lang="en-US" altLang="ja-JP" dirty="0" smtClean="0"/>
              <a:t>250</a:t>
            </a:r>
            <a:r>
              <a:rPr lang="ja-JP" altLang="en-US" dirty="0" smtClean="0"/>
              <a:t>のとき，</a:t>
            </a:r>
            <a:r>
              <a:rPr lang="en-US" altLang="ja-JP" dirty="0" smtClean="0"/>
              <a:t>55</a:t>
            </a:r>
            <a:r>
              <a:rPr lang="en-US" altLang="ja-JP" dirty="0"/>
              <a:t>×(2/500)×(1/250</a:t>
            </a:r>
            <a:r>
              <a:rPr lang="en-US" altLang="ja-JP" dirty="0" smtClean="0"/>
              <a:t>)</a:t>
            </a:r>
            <a:r>
              <a:rPr lang="ja-JP" altLang="en-US" dirty="0" smtClean="0"/>
              <a:t> </a:t>
            </a:r>
            <a:r>
              <a:rPr lang="en-US" altLang="ja-JP" dirty="0" smtClean="0"/>
              <a:t>= 55</a:t>
            </a:r>
            <a:r>
              <a:rPr lang="ja-JP" altLang="en-US" dirty="0" smtClean="0"/>
              <a:t> より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重み平均が</a:t>
            </a:r>
            <a:r>
              <a:rPr lang="en-US" altLang="ja-JP" dirty="0" smtClean="0"/>
              <a:t>55</a:t>
            </a:r>
            <a:r>
              <a:rPr lang="ja-JP" altLang="en-US" dirty="0" smtClean="0"/>
              <a:t>を超えると制約違反になる</a:t>
            </a:r>
            <a:endParaRPr kumimoji="1" lang="en-US" altLang="ja-JP" dirty="0" smtClean="0"/>
          </a:p>
        </p:txBody>
      </p:sp>
      <p:grpSp>
        <p:nvGrpSpPr>
          <p:cNvPr id="8" name="グループ化 7"/>
          <p:cNvGrpSpPr/>
          <p:nvPr/>
        </p:nvGrpSpPr>
        <p:grpSpPr>
          <a:xfrm>
            <a:off x="5978096" y="3586435"/>
            <a:ext cx="2600237" cy="496777"/>
            <a:chOff x="5774896" y="3438305"/>
            <a:chExt cx="2600237" cy="496777"/>
          </a:xfrm>
        </p:grpSpPr>
        <p:cxnSp>
          <p:nvCxnSpPr>
            <p:cNvPr id="6" name="直線コネクタ 5"/>
            <p:cNvCxnSpPr/>
            <p:nvPr/>
          </p:nvCxnSpPr>
          <p:spPr>
            <a:xfrm>
              <a:off x="6167939" y="3438305"/>
              <a:ext cx="1719150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テキスト ボックス 6"/>
            <p:cNvSpPr txBox="1"/>
            <p:nvPr/>
          </p:nvSpPr>
          <p:spPr>
            <a:xfrm>
              <a:off x="5774896" y="3473417"/>
              <a:ext cx="2600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solidFill>
                    <a:schemeClr val="bg2"/>
                  </a:solidFill>
                </a:rPr>
                <a:t>制約</a:t>
              </a:r>
              <a:r>
                <a:rPr lang="ja-JP" altLang="en-US" sz="2400" dirty="0" smtClean="0">
                  <a:solidFill>
                    <a:schemeClr val="bg2"/>
                  </a:solidFill>
                </a:rPr>
                <a:t>の期待値</a:t>
              </a:r>
              <a:endParaRPr lang="en-US" altLang="ja-JP" sz="2400" dirty="0" smtClean="0">
                <a:solidFill>
                  <a:schemeClr val="bg2"/>
                </a:solidFill>
              </a:endParaRPr>
            </a:p>
          </p:txBody>
        </p:sp>
      </p:grpSp>
      <p:grpSp>
        <p:nvGrpSpPr>
          <p:cNvPr id="37" name="グループ化 36"/>
          <p:cNvGrpSpPr/>
          <p:nvPr/>
        </p:nvGrpSpPr>
        <p:grpSpPr>
          <a:xfrm>
            <a:off x="6371139" y="3459681"/>
            <a:ext cx="5101744" cy="992863"/>
            <a:chOff x="6167939" y="3438305"/>
            <a:chExt cx="5101744" cy="992863"/>
          </a:xfrm>
        </p:grpSpPr>
        <p:cxnSp>
          <p:nvCxnSpPr>
            <p:cNvPr id="38" name="直線コネクタ 37"/>
            <p:cNvCxnSpPr/>
            <p:nvPr/>
          </p:nvCxnSpPr>
          <p:spPr>
            <a:xfrm>
              <a:off x="6167939" y="3438305"/>
              <a:ext cx="2700132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/>
            <p:cNvSpPr txBox="1"/>
            <p:nvPr/>
          </p:nvSpPr>
          <p:spPr>
            <a:xfrm>
              <a:off x="7887089" y="3600171"/>
              <a:ext cx="33825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 smtClean="0">
                  <a:solidFill>
                    <a:schemeClr val="tx2"/>
                  </a:solidFill>
                </a:rPr>
                <a:t>解の</a:t>
              </a:r>
              <a:r>
                <a:rPr lang="en-US" altLang="ja-JP" sz="2400" dirty="0">
                  <a:solidFill>
                    <a:schemeClr val="tx2"/>
                  </a:solidFill>
                </a:rPr>
                <a:t>1</a:t>
              </a:r>
              <a:r>
                <a:rPr lang="ja-JP" altLang="en-US" sz="2400" dirty="0" smtClean="0">
                  <a:solidFill>
                    <a:schemeClr val="tx2"/>
                  </a:solidFill>
                </a:rPr>
                <a:t>アイテムあたりの重み平均の最大値</a:t>
              </a:r>
              <a:endParaRPr lang="en-US" altLang="ja-JP" sz="2400" dirty="0" smtClean="0">
                <a:solidFill>
                  <a:schemeClr val="tx2"/>
                </a:solidFill>
              </a:endParaRPr>
            </a:p>
          </p:txBody>
        </p:sp>
      </p:grpSp>
      <p:sp>
        <p:nvSpPr>
          <p:cNvPr id="44" name="コンテンツ プレースホルダー 3"/>
          <p:cNvSpPr>
            <a:spLocks noGrp="1"/>
          </p:cNvSpPr>
          <p:nvPr>
            <p:ph sz="quarter" idx="13"/>
          </p:nvPr>
        </p:nvSpPr>
        <p:spPr>
          <a:xfrm>
            <a:off x="381000" y="6356349"/>
            <a:ext cx="4990328" cy="365125"/>
          </a:xfrm>
        </p:spPr>
        <p:txBody>
          <a:bodyPr/>
          <a:lstStyle/>
          <a:p>
            <a:r>
              <a:rPr lang="ja-JP" altLang="en-US" dirty="0" smtClean="0"/>
              <a:t>制約違反確率の確率分布モデル化</a:t>
            </a:r>
            <a:endParaRPr kumimoji="1" lang="en-US" altLang="ja-JP" dirty="0" smtClean="0"/>
          </a:p>
        </p:txBody>
      </p:sp>
      <p:grpSp>
        <p:nvGrpSpPr>
          <p:cNvPr id="45" name="Group 83"/>
          <p:cNvGrpSpPr>
            <a:grpSpLocks noChangeAspect="1"/>
          </p:cNvGrpSpPr>
          <p:nvPr/>
        </p:nvGrpSpPr>
        <p:grpSpPr bwMode="auto">
          <a:xfrm>
            <a:off x="3244262" y="2449053"/>
            <a:ext cx="5703477" cy="918000"/>
            <a:chOff x="-836" y="3221"/>
            <a:chExt cx="1634" cy="263"/>
          </a:xfrm>
          <a:solidFill>
            <a:schemeClr val="tx1"/>
          </a:solidFill>
        </p:grpSpPr>
        <p:sp>
          <p:nvSpPr>
            <p:cNvPr id="46" name="Freeform 84"/>
            <p:cNvSpPr>
              <a:spLocks noEditPoints="1"/>
            </p:cNvSpPr>
            <p:nvPr/>
          </p:nvSpPr>
          <p:spPr bwMode="auto">
            <a:xfrm>
              <a:off x="-836" y="3308"/>
              <a:ext cx="73" cy="69"/>
            </a:xfrm>
            <a:custGeom>
              <a:avLst/>
              <a:gdLst>
                <a:gd name="T0" fmla="*/ 54 w 151"/>
                <a:gd name="T1" fmla="*/ 12 h 144"/>
                <a:gd name="T2" fmla="*/ 42 w 151"/>
                <a:gd name="T3" fmla="*/ 10 h 144"/>
                <a:gd name="T4" fmla="*/ 35 w 151"/>
                <a:gd name="T5" fmla="*/ 10 h 144"/>
                <a:gd name="T6" fmla="*/ 34 w 151"/>
                <a:gd name="T7" fmla="*/ 8 h 144"/>
                <a:gd name="T8" fmla="*/ 34 w 151"/>
                <a:gd name="T9" fmla="*/ 5 h 144"/>
                <a:gd name="T10" fmla="*/ 36 w 151"/>
                <a:gd name="T11" fmla="*/ 1 h 144"/>
                <a:gd name="T12" fmla="*/ 77 w 151"/>
                <a:gd name="T13" fmla="*/ 0 h 144"/>
                <a:gd name="T14" fmla="*/ 120 w 151"/>
                <a:gd name="T15" fmla="*/ 1 h 144"/>
                <a:gd name="T16" fmla="*/ 142 w 151"/>
                <a:gd name="T17" fmla="*/ 11 h 144"/>
                <a:gd name="T18" fmla="*/ 151 w 151"/>
                <a:gd name="T19" fmla="*/ 33 h 144"/>
                <a:gd name="T20" fmla="*/ 138 w 151"/>
                <a:gd name="T21" fmla="*/ 62 h 144"/>
                <a:gd name="T22" fmla="*/ 100 w 151"/>
                <a:gd name="T23" fmla="*/ 80 h 144"/>
                <a:gd name="T24" fmla="*/ 78 w 151"/>
                <a:gd name="T25" fmla="*/ 81 h 144"/>
                <a:gd name="T26" fmla="*/ 58 w 151"/>
                <a:gd name="T27" fmla="*/ 81 h 144"/>
                <a:gd name="T28" fmla="*/ 51 w 151"/>
                <a:gd name="T29" fmla="*/ 106 h 144"/>
                <a:gd name="T30" fmla="*/ 45 w 151"/>
                <a:gd name="T31" fmla="*/ 132 h 144"/>
                <a:gd name="T32" fmla="*/ 45 w 151"/>
                <a:gd name="T33" fmla="*/ 133 h 144"/>
                <a:gd name="T34" fmla="*/ 47 w 151"/>
                <a:gd name="T35" fmla="*/ 134 h 144"/>
                <a:gd name="T36" fmla="*/ 50 w 151"/>
                <a:gd name="T37" fmla="*/ 134 h 144"/>
                <a:gd name="T38" fmla="*/ 57 w 151"/>
                <a:gd name="T39" fmla="*/ 135 h 144"/>
                <a:gd name="T40" fmla="*/ 64 w 151"/>
                <a:gd name="T41" fmla="*/ 135 h 144"/>
                <a:gd name="T42" fmla="*/ 65 w 151"/>
                <a:gd name="T43" fmla="*/ 137 h 144"/>
                <a:gd name="T44" fmla="*/ 64 w 151"/>
                <a:gd name="T45" fmla="*/ 143 h 144"/>
                <a:gd name="T46" fmla="*/ 60 w 151"/>
                <a:gd name="T47" fmla="*/ 144 h 144"/>
                <a:gd name="T48" fmla="*/ 53 w 151"/>
                <a:gd name="T49" fmla="*/ 144 h 144"/>
                <a:gd name="T50" fmla="*/ 31 w 151"/>
                <a:gd name="T51" fmla="*/ 144 h 144"/>
                <a:gd name="T52" fmla="*/ 11 w 151"/>
                <a:gd name="T53" fmla="*/ 144 h 144"/>
                <a:gd name="T54" fmla="*/ 4 w 151"/>
                <a:gd name="T55" fmla="*/ 144 h 144"/>
                <a:gd name="T56" fmla="*/ 0 w 151"/>
                <a:gd name="T57" fmla="*/ 142 h 144"/>
                <a:gd name="T58" fmla="*/ 1 w 151"/>
                <a:gd name="T59" fmla="*/ 139 h 144"/>
                <a:gd name="T60" fmla="*/ 2 w 151"/>
                <a:gd name="T61" fmla="*/ 135 h 144"/>
                <a:gd name="T62" fmla="*/ 7 w 151"/>
                <a:gd name="T63" fmla="*/ 135 h 144"/>
                <a:gd name="T64" fmla="*/ 20 w 151"/>
                <a:gd name="T65" fmla="*/ 134 h 144"/>
                <a:gd name="T66" fmla="*/ 24 w 151"/>
                <a:gd name="T67" fmla="*/ 132 h 144"/>
                <a:gd name="T68" fmla="*/ 39 w 151"/>
                <a:gd name="T69" fmla="*/ 73 h 144"/>
                <a:gd name="T70" fmla="*/ 54 w 151"/>
                <a:gd name="T71" fmla="*/ 12 h 144"/>
                <a:gd name="T72" fmla="*/ 129 w 151"/>
                <a:gd name="T73" fmla="*/ 28 h 144"/>
                <a:gd name="T74" fmla="*/ 129 w 151"/>
                <a:gd name="T75" fmla="*/ 23 h 144"/>
                <a:gd name="T76" fmla="*/ 127 w 151"/>
                <a:gd name="T77" fmla="*/ 18 h 144"/>
                <a:gd name="T78" fmla="*/ 122 w 151"/>
                <a:gd name="T79" fmla="*/ 14 h 144"/>
                <a:gd name="T80" fmla="*/ 111 w 151"/>
                <a:gd name="T81" fmla="*/ 10 h 144"/>
                <a:gd name="T82" fmla="*/ 94 w 151"/>
                <a:gd name="T83" fmla="*/ 10 h 144"/>
                <a:gd name="T84" fmla="*/ 87 w 151"/>
                <a:gd name="T85" fmla="*/ 10 h 144"/>
                <a:gd name="T86" fmla="*/ 81 w 151"/>
                <a:gd name="T87" fmla="*/ 10 h 144"/>
                <a:gd name="T88" fmla="*/ 78 w 151"/>
                <a:gd name="T89" fmla="*/ 10 h 144"/>
                <a:gd name="T90" fmla="*/ 74 w 151"/>
                <a:gd name="T91" fmla="*/ 12 h 144"/>
                <a:gd name="T92" fmla="*/ 70 w 151"/>
                <a:gd name="T93" fmla="*/ 28 h 144"/>
                <a:gd name="T94" fmla="*/ 63 w 151"/>
                <a:gd name="T95" fmla="*/ 57 h 144"/>
                <a:gd name="T96" fmla="*/ 59 w 151"/>
                <a:gd name="T97" fmla="*/ 72 h 144"/>
                <a:gd name="T98" fmla="*/ 76 w 151"/>
                <a:gd name="T99" fmla="*/ 72 h 144"/>
                <a:gd name="T100" fmla="*/ 79 w 151"/>
                <a:gd name="T101" fmla="*/ 72 h 144"/>
                <a:gd name="T102" fmla="*/ 84 w 151"/>
                <a:gd name="T103" fmla="*/ 72 h 144"/>
                <a:gd name="T104" fmla="*/ 118 w 151"/>
                <a:gd name="T105" fmla="*/ 62 h 144"/>
                <a:gd name="T106" fmla="*/ 126 w 151"/>
                <a:gd name="T107" fmla="*/ 45 h 144"/>
                <a:gd name="T108" fmla="*/ 129 w 151"/>
                <a:gd name="T109" fmla="*/ 28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1" h="144">
                  <a:moveTo>
                    <a:pt x="54" y="12"/>
                  </a:moveTo>
                  <a:cubicBezTo>
                    <a:pt x="54" y="11"/>
                    <a:pt x="50" y="10"/>
                    <a:pt x="42" y="10"/>
                  </a:cubicBezTo>
                  <a:cubicBezTo>
                    <a:pt x="38" y="10"/>
                    <a:pt x="36" y="10"/>
                    <a:pt x="35" y="10"/>
                  </a:cubicBezTo>
                  <a:cubicBezTo>
                    <a:pt x="34" y="10"/>
                    <a:pt x="34" y="9"/>
                    <a:pt x="34" y="8"/>
                  </a:cubicBezTo>
                  <a:cubicBezTo>
                    <a:pt x="34" y="8"/>
                    <a:pt x="34" y="7"/>
                    <a:pt x="34" y="5"/>
                  </a:cubicBezTo>
                  <a:cubicBezTo>
                    <a:pt x="35" y="3"/>
                    <a:pt x="35" y="1"/>
                    <a:pt x="36" y="1"/>
                  </a:cubicBezTo>
                  <a:cubicBezTo>
                    <a:pt x="36" y="0"/>
                    <a:pt x="50" y="0"/>
                    <a:pt x="77" y="0"/>
                  </a:cubicBezTo>
                  <a:cubicBezTo>
                    <a:pt x="104" y="0"/>
                    <a:pt x="118" y="1"/>
                    <a:pt x="120" y="1"/>
                  </a:cubicBezTo>
                  <a:cubicBezTo>
                    <a:pt x="129" y="3"/>
                    <a:pt x="136" y="6"/>
                    <a:pt x="142" y="11"/>
                  </a:cubicBezTo>
                  <a:cubicBezTo>
                    <a:pt x="148" y="17"/>
                    <a:pt x="151" y="24"/>
                    <a:pt x="151" y="33"/>
                  </a:cubicBezTo>
                  <a:cubicBezTo>
                    <a:pt x="151" y="43"/>
                    <a:pt x="147" y="53"/>
                    <a:pt x="138" y="62"/>
                  </a:cubicBezTo>
                  <a:cubicBezTo>
                    <a:pt x="128" y="72"/>
                    <a:pt x="115" y="78"/>
                    <a:pt x="100" y="80"/>
                  </a:cubicBezTo>
                  <a:cubicBezTo>
                    <a:pt x="99" y="81"/>
                    <a:pt x="92" y="81"/>
                    <a:pt x="78" y="81"/>
                  </a:cubicBezTo>
                  <a:lnTo>
                    <a:pt x="58" y="81"/>
                  </a:lnTo>
                  <a:lnTo>
                    <a:pt x="51" y="106"/>
                  </a:lnTo>
                  <a:cubicBezTo>
                    <a:pt x="47" y="122"/>
                    <a:pt x="45" y="131"/>
                    <a:pt x="45" y="132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6" y="133"/>
                    <a:pt x="46" y="133"/>
                    <a:pt x="47" y="134"/>
                  </a:cubicBezTo>
                  <a:cubicBezTo>
                    <a:pt x="48" y="134"/>
                    <a:pt x="49" y="134"/>
                    <a:pt x="50" y="134"/>
                  </a:cubicBezTo>
                  <a:cubicBezTo>
                    <a:pt x="52" y="134"/>
                    <a:pt x="54" y="134"/>
                    <a:pt x="57" y="135"/>
                  </a:cubicBezTo>
                  <a:lnTo>
                    <a:pt x="64" y="135"/>
                  </a:lnTo>
                  <a:cubicBezTo>
                    <a:pt x="65" y="136"/>
                    <a:pt x="65" y="137"/>
                    <a:pt x="65" y="137"/>
                  </a:cubicBezTo>
                  <a:cubicBezTo>
                    <a:pt x="65" y="139"/>
                    <a:pt x="65" y="141"/>
                    <a:pt x="64" y="143"/>
                  </a:cubicBezTo>
                  <a:cubicBezTo>
                    <a:pt x="63" y="144"/>
                    <a:pt x="62" y="144"/>
                    <a:pt x="60" y="144"/>
                  </a:cubicBezTo>
                  <a:cubicBezTo>
                    <a:pt x="60" y="144"/>
                    <a:pt x="57" y="144"/>
                    <a:pt x="53" y="144"/>
                  </a:cubicBezTo>
                  <a:cubicBezTo>
                    <a:pt x="48" y="144"/>
                    <a:pt x="41" y="144"/>
                    <a:pt x="31" y="144"/>
                  </a:cubicBezTo>
                  <a:lnTo>
                    <a:pt x="11" y="144"/>
                  </a:lnTo>
                  <a:cubicBezTo>
                    <a:pt x="7" y="144"/>
                    <a:pt x="4" y="144"/>
                    <a:pt x="4" y="144"/>
                  </a:cubicBezTo>
                  <a:cubicBezTo>
                    <a:pt x="1" y="144"/>
                    <a:pt x="0" y="143"/>
                    <a:pt x="0" y="142"/>
                  </a:cubicBezTo>
                  <a:cubicBezTo>
                    <a:pt x="0" y="142"/>
                    <a:pt x="0" y="141"/>
                    <a:pt x="1" y="139"/>
                  </a:cubicBezTo>
                  <a:cubicBezTo>
                    <a:pt x="1" y="137"/>
                    <a:pt x="2" y="136"/>
                    <a:pt x="2" y="135"/>
                  </a:cubicBezTo>
                  <a:cubicBezTo>
                    <a:pt x="3" y="135"/>
                    <a:pt x="5" y="135"/>
                    <a:pt x="7" y="135"/>
                  </a:cubicBezTo>
                  <a:cubicBezTo>
                    <a:pt x="11" y="135"/>
                    <a:pt x="15" y="134"/>
                    <a:pt x="20" y="134"/>
                  </a:cubicBezTo>
                  <a:cubicBezTo>
                    <a:pt x="22" y="134"/>
                    <a:pt x="23" y="133"/>
                    <a:pt x="24" y="132"/>
                  </a:cubicBezTo>
                  <a:cubicBezTo>
                    <a:pt x="24" y="131"/>
                    <a:pt x="29" y="111"/>
                    <a:pt x="39" y="73"/>
                  </a:cubicBezTo>
                  <a:cubicBezTo>
                    <a:pt x="49" y="34"/>
                    <a:pt x="54" y="14"/>
                    <a:pt x="54" y="12"/>
                  </a:cubicBezTo>
                  <a:close/>
                  <a:moveTo>
                    <a:pt x="129" y="28"/>
                  </a:moveTo>
                  <a:cubicBezTo>
                    <a:pt x="129" y="26"/>
                    <a:pt x="129" y="24"/>
                    <a:pt x="129" y="23"/>
                  </a:cubicBezTo>
                  <a:cubicBezTo>
                    <a:pt x="128" y="22"/>
                    <a:pt x="128" y="20"/>
                    <a:pt x="127" y="18"/>
                  </a:cubicBezTo>
                  <a:cubicBezTo>
                    <a:pt x="126" y="16"/>
                    <a:pt x="124" y="15"/>
                    <a:pt x="122" y="14"/>
                  </a:cubicBezTo>
                  <a:cubicBezTo>
                    <a:pt x="119" y="13"/>
                    <a:pt x="116" y="12"/>
                    <a:pt x="111" y="10"/>
                  </a:cubicBezTo>
                  <a:cubicBezTo>
                    <a:pt x="110" y="10"/>
                    <a:pt x="105" y="10"/>
                    <a:pt x="94" y="10"/>
                  </a:cubicBezTo>
                  <a:lnTo>
                    <a:pt x="87" y="10"/>
                  </a:lnTo>
                  <a:cubicBezTo>
                    <a:pt x="84" y="10"/>
                    <a:pt x="82" y="10"/>
                    <a:pt x="81" y="10"/>
                  </a:cubicBezTo>
                  <a:cubicBezTo>
                    <a:pt x="79" y="10"/>
                    <a:pt x="78" y="10"/>
                    <a:pt x="78" y="10"/>
                  </a:cubicBezTo>
                  <a:cubicBezTo>
                    <a:pt x="76" y="10"/>
                    <a:pt x="75" y="11"/>
                    <a:pt x="74" y="12"/>
                  </a:cubicBezTo>
                  <a:cubicBezTo>
                    <a:pt x="74" y="13"/>
                    <a:pt x="73" y="18"/>
                    <a:pt x="70" y="28"/>
                  </a:cubicBezTo>
                  <a:cubicBezTo>
                    <a:pt x="68" y="38"/>
                    <a:pt x="66" y="48"/>
                    <a:pt x="63" y="57"/>
                  </a:cubicBezTo>
                  <a:cubicBezTo>
                    <a:pt x="61" y="67"/>
                    <a:pt x="59" y="72"/>
                    <a:pt x="59" y="72"/>
                  </a:cubicBezTo>
                  <a:cubicBezTo>
                    <a:pt x="59" y="72"/>
                    <a:pt x="65" y="72"/>
                    <a:pt x="76" y="72"/>
                  </a:cubicBezTo>
                  <a:lnTo>
                    <a:pt x="79" y="72"/>
                  </a:lnTo>
                  <a:lnTo>
                    <a:pt x="84" y="72"/>
                  </a:lnTo>
                  <a:cubicBezTo>
                    <a:pt x="100" y="72"/>
                    <a:pt x="111" y="69"/>
                    <a:pt x="118" y="62"/>
                  </a:cubicBezTo>
                  <a:cubicBezTo>
                    <a:pt x="121" y="58"/>
                    <a:pt x="124" y="52"/>
                    <a:pt x="126" y="45"/>
                  </a:cubicBezTo>
                  <a:cubicBezTo>
                    <a:pt x="128" y="38"/>
                    <a:pt x="129" y="32"/>
                    <a:pt x="129" y="2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7" name="Freeform 85"/>
            <p:cNvSpPr>
              <a:spLocks/>
            </p:cNvSpPr>
            <p:nvPr/>
          </p:nvSpPr>
          <p:spPr bwMode="auto">
            <a:xfrm>
              <a:off x="-725" y="3231"/>
              <a:ext cx="50" cy="243"/>
            </a:xfrm>
            <a:custGeom>
              <a:avLst/>
              <a:gdLst>
                <a:gd name="T0" fmla="*/ 104 w 104"/>
                <a:gd name="T1" fmla="*/ 504 h 506"/>
                <a:gd name="T2" fmla="*/ 102 w 104"/>
                <a:gd name="T3" fmla="*/ 506 h 506"/>
                <a:gd name="T4" fmla="*/ 96 w 104"/>
                <a:gd name="T5" fmla="*/ 506 h 506"/>
                <a:gd name="T6" fmla="*/ 90 w 104"/>
                <a:gd name="T7" fmla="*/ 500 h 506"/>
                <a:gd name="T8" fmla="*/ 80 w 104"/>
                <a:gd name="T9" fmla="*/ 491 h 506"/>
                <a:gd name="T10" fmla="*/ 69 w 104"/>
                <a:gd name="T11" fmla="*/ 478 h 506"/>
                <a:gd name="T12" fmla="*/ 56 w 104"/>
                <a:gd name="T13" fmla="*/ 461 h 506"/>
                <a:gd name="T14" fmla="*/ 43 w 104"/>
                <a:gd name="T15" fmla="*/ 440 h 506"/>
                <a:gd name="T16" fmla="*/ 30 w 104"/>
                <a:gd name="T17" fmla="*/ 413 h 506"/>
                <a:gd name="T18" fmla="*/ 18 w 104"/>
                <a:gd name="T19" fmla="*/ 382 h 506"/>
                <a:gd name="T20" fmla="*/ 8 w 104"/>
                <a:gd name="T21" fmla="*/ 345 h 506"/>
                <a:gd name="T22" fmla="*/ 2 w 104"/>
                <a:gd name="T23" fmla="*/ 302 h 506"/>
                <a:gd name="T24" fmla="*/ 0 w 104"/>
                <a:gd name="T25" fmla="*/ 252 h 506"/>
                <a:gd name="T26" fmla="*/ 77 w 104"/>
                <a:gd name="T27" fmla="*/ 18 h 506"/>
                <a:gd name="T28" fmla="*/ 86 w 104"/>
                <a:gd name="T29" fmla="*/ 9 h 506"/>
                <a:gd name="T30" fmla="*/ 93 w 104"/>
                <a:gd name="T31" fmla="*/ 2 h 506"/>
                <a:gd name="T32" fmla="*/ 96 w 104"/>
                <a:gd name="T33" fmla="*/ 0 h 506"/>
                <a:gd name="T34" fmla="*/ 102 w 104"/>
                <a:gd name="T35" fmla="*/ 0 h 506"/>
                <a:gd name="T36" fmla="*/ 104 w 104"/>
                <a:gd name="T37" fmla="*/ 1 h 506"/>
                <a:gd name="T38" fmla="*/ 99 w 104"/>
                <a:gd name="T39" fmla="*/ 7 h 506"/>
                <a:gd name="T40" fmla="*/ 88 w 104"/>
                <a:gd name="T41" fmla="*/ 19 h 506"/>
                <a:gd name="T42" fmla="*/ 73 w 104"/>
                <a:gd name="T43" fmla="*/ 39 h 506"/>
                <a:gd name="T44" fmla="*/ 56 w 104"/>
                <a:gd name="T45" fmla="*/ 70 h 506"/>
                <a:gd name="T46" fmla="*/ 40 w 104"/>
                <a:gd name="T47" fmla="*/ 110 h 506"/>
                <a:gd name="T48" fmla="*/ 27 w 104"/>
                <a:gd name="T49" fmla="*/ 163 h 506"/>
                <a:gd name="T50" fmla="*/ 21 w 104"/>
                <a:gd name="T51" fmla="*/ 230 h 506"/>
                <a:gd name="T52" fmla="*/ 20 w 104"/>
                <a:gd name="T53" fmla="*/ 253 h 506"/>
                <a:gd name="T54" fmla="*/ 40 w 104"/>
                <a:gd name="T55" fmla="*/ 396 h 506"/>
                <a:gd name="T56" fmla="*/ 101 w 104"/>
                <a:gd name="T57" fmla="*/ 500 h 506"/>
                <a:gd name="T58" fmla="*/ 104 w 104"/>
                <a:gd name="T59" fmla="*/ 504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4" h="506">
                  <a:moveTo>
                    <a:pt x="104" y="504"/>
                  </a:moveTo>
                  <a:cubicBezTo>
                    <a:pt x="104" y="504"/>
                    <a:pt x="103" y="505"/>
                    <a:pt x="102" y="506"/>
                  </a:cubicBezTo>
                  <a:lnTo>
                    <a:pt x="96" y="506"/>
                  </a:lnTo>
                  <a:cubicBezTo>
                    <a:pt x="96" y="505"/>
                    <a:pt x="94" y="503"/>
                    <a:pt x="90" y="500"/>
                  </a:cubicBezTo>
                  <a:cubicBezTo>
                    <a:pt x="86" y="496"/>
                    <a:pt x="83" y="493"/>
                    <a:pt x="80" y="491"/>
                  </a:cubicBezTo>
                  <a:cubicBezTo>
                    <a:pt x="78" y="488"/>
                    <a:pt x="74" y="484"/>
                    <a:pt x="69" y="478"/>
                  </a:cubicBezTo>
                  <a:cubicBezTo>
                    <a:pt x="64" y="472"/>
                    <a:pt x="60" y="466"/>
                    <a:pt x="56" y="461"/>
                  </a:cubicBezTo>
                  <a:cubicBezTo>
                    <a:pt x="52" y="456"/>
                    <a:pt x="48" y="448"/>
                    <a:pt x="43" y="440"/>
                  </a:cubicBezTo>
                  <a:cubicBezTo>
                    <a:pt x="38" y="431"/>
                    <a:pt x="33" y="422"/>
                    <a:pt x="30" y="413"/>
                  </a:cubicBezTo>
                  <a:cubicBezTo>
                    <a:pt x="26" y="404"/>
                    <a:pt x="22" y="394"/>
                    <a:pt x="18" y="382"/>
                  </a:cubicBezTo>
                  <a:cubicBezTo>
                    <a:pt x="14" y="370"/>
                    <a:pt x="11" y="357"/>
                    <a:pt x="8" y="345"/>
                  </a:cubicBezTo>
                  <a:cubicBezTo>
                    <a:pt x="6" y="332"/>
                    <a:pt x="4" y="318"/>
                    <a:pt x="2" y="302"/>
                  </a:cubicBezTo>
                  <a:cubicBezTo>
                    <a:pt x="1" y="286"/>
                    <a:pt x="0" y="269"/>
                    <a:pt x="0" y="252"/>
                  </a:cubicBezTo>
                  <a:cubicBezTo>
                    <a:pt x="0" y="152"/>
                    <a:pt x="25" y="74"/>
                    <a:pt x="77" y="18"/>
                  </a:cubicBezTo>
                  <a:cubicBezTo>
                    <a:pt x="80" y="15"/>
                    <a:pt x="83" y="12"/>
                    <a:pt x="86" y="9"/>
                  </a:cubicBezTo>
                  <a:cubicBezTo>
                    <a:pt x="88" y="6"/>
                    <a:pt x="91" y="4"/>
                    <a:pt x="93" y="2"/>
                  </a:cubicBezTo>
                  <a:cubicBezTo>
                    <a:pt x="94" y="0"/>
                    <a:pt x="96" y="0"/>
                    <a:pt x="96" y="0"/>
                  </a:cubicBezTo>
                  <a:lnTo>
                    <a:pt x="102" y="0"/>
                  </a:lnTo>
                  <a:cubicBezTo>
                    <a:pt x="103" y="0"/>
                    <a:pt x="104" y="1"/>
                    <a:pt x="104" y="1"/>
                  </a:cubicBezTo>
                  <a:cubicBezTo>
                    <a:pt x="104" y="2"/>
                    <a:pt x="102" y="4"/>
                    <a:pt x="99" y="7"/>
                  </a:cubicBezTo>
                  <a:cubicBezTo>
                    <a:pt x="97" y="10"/>
                    <a:pt x="93" y="14"/>
                    <a:pt x="88" y="19"/>
                  </a:cubicBezTo>
                  <a:cubicBezTo>
                    <a:pt x="84" y="25"/>
                    <a:pt x="79" y="31"/>
                    <a:pt x="73" y="39"/>
                  </a:cubicBezTo>
                  <a:cubicBezTo>
                    <a:pt x="68" y="47"/>
                    <a:pt x="62" y="57"/>
                    <a:pt x="56" y="70"/>
                  </a:cubicBezTo>
                  <a:cubicBezTo>
                    <a:pt x="50" y="82"/>
                    <a:pt x="45" y="95"/>
                    <a:pt x="40" y="110"/>
                  </a:cubicBezTo>
                  <a:cubicBezTo>
                    <a:pt x="35" y="125"/>
                    <a:pt x="31" y="142"/>
                    <a:pt x="27" y="163"/>
                  </a:cubicBezTo>
                  <a:cubicBezTo>
                    <a:pt x="24" y="184"/>
                    <a:pt x="22" y="206"/>
                    <a:pt x="21" y="230"/>
                  </a:cubicBezTo>
                  <a:cubicBezTo>
                    <a:pt x="20" y="235"/>
                    <a:pt x="20" y="243"/>
                    <a:pt x="20" y="253"/>
                  </a:cubicBezTo>
                  <a:cubicBezTo>
                    <a:pt x="20" y="307"/>
                    <a:pt x="27" y="355"/>
                    <a:pt x="40" y="396"/>
                  </a:cubicBezTo>
                  <a:cubicBezTo>
                    <a:pt x="53" y="437"/>
                    <a:pt x="74" y="472"/>
                    <a:pt x="101" y="500"/>
                  </a:cubicBezTo>
                  <a:cubicBezTo>
                    <a:pt x="103" y="502"/>
                    <a:pt x="104" y="503"/>
                    <a:pt x="104" y="50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8" name="Freeform 86"/>
            <p:cNvSpPr>
              <a:spLocks/>
            </p:cNvSpPr>
            <p:nvPr/>
          </p:nvSpPr>
          <p:spPr bwMode="auto">
            <a:xfrm>
              <a:off x="-668" y="3308"/>
              <a:ext cx="86" cy="69"/>
            </a:xfrm>
            <a:custGeom>
              <a:avLst/>
              <a:gdLst>
                <a:gd name="T0" fmla="*/ 42 w 180"/>
                <a:gd name="T1" fmla="*/ 10 h 144"/>
                <a:gd name="T2" fmla="*/ 41 w 180"/>
                <a:gd name="T3" fmla="*/ 10 h 144"/>
                <a:gd name="T4" fmla="*/ 34 w 180"/>
                <a:gd name="T5" fmla="*/ 10 h 144"/>
                <a:gd name="T6" fmla="*/ 33 w 180"/>
                <a:gd name="T7" fmla="*/ 7 h 144"/>
                <a:gd name="T8" fmla="*/ 36 w 180"/>
                <a:gd name="T9" fmla="*/ 1 h 144"/>
                <a:gd name="T10" fmla="*/ 56 w 180"/>
                <a:gd name="T11" fmla="*/ 0 h 144"/>
                <a:gd name="T12" fmla="*/ 75 w 180"/>
                <a:gd name="T13" fmla="*/ 0 h 144"/>
                <a:gd name="T14" fmla="*/ 78 w 180"/>
                <a:gd name="T15" fmla="*/ 2 h 144"/>
                <a:gd name="T16" fmla="*/ 123 w 180"/>
                <a:gd name="T17" fmla="*/ 109 h 144"/>
                <a:gd name="T18" fmla="*/ 134 w 180"/>
                <a:gd name="T19" fmla="*/ 64 h 144"/>
                <a:gd name="T20" fmla="*/ 146 w 180"/>
                <a:gd name="T21" fmla="*/ 17 h 144"/>
                <a:gd name="T22" fmla="*/ 132 w 180"/>
                <a:gd name="T23" fmla="*/ 10 h 144"/>
                <a:gd name="T24" fmla="*/ 127 w 180"/>
                <a:gd name="T25" fmla="*/ 8 h 144"/>
                <a:gd name="T26" fmla="*/ 127 w 180"/>
                <a:gd name="T27" fmla="*/ 5 h 144"/>
                <a:gd name="T28" fmla="*/ 129 w 180"/>
                <a:gd name="T29" fmla="*/ 1 h 144"/>
                <a:gd name="T30" fmla="*/ 131 w 180"/>
                <a:gd name="T31" fmla="*/ 0 h 144"/>
                <a:gd name="T32" fmla="*/ 137 w 180"/>
                <a:gd name="T33" fmla="*/ 1 h 144"/>
                <a:gd name="T34" fmla="*/ 155 w 180"/>
                <a:gd name="T35" fmla="*/ 1 h 144"/>
                <a:gd name="T36" fmla="*/ 171 w 180"/>
                <a:gd name="T37" fmla="*/ 1 h 144"/>
                <a:gd name="T38" fmla="*/ 177 w 180"/>
                <a:gd name="T39" fmla="*/ 1 h 144"/>
                <a:gd name="T40" fmla="*/ 180 w 180"/>
                <a:gd name="T41" fmla="*/ 3 h 144"/>
                <a:gd name="T42" fmla="*/ 179 w 180"/>
                <a:gd name="T43" fmla="*/ 9 h 144"/>
                <a:gd name="T44" fmla="*/ 174 w 180"/>
                <a:gd name="T45" fmla="*/ 10 h 144"/>
                <a:gd name="T46" fmla="*/ 155 w 180"/>
                <a:gd name="T47" fmla="*/ 18 h 144"/>
                <a:gd name="T48" fmla="*/ 124 w 180"/>
                <a:gd name="T49" fmla="*/ 143 h 144"/>
                <a:gd name="T50" fmla="*/ 119 w 180"/>
                <a:gd name="T51" fmla="*/ 144 h 144"/>
                <a:gd name="T52" fmla="*/ 116 w 180"/>
                <a:gd name="T53" fmla="*/ 144 h 144"/>
                <a:gd name="T54" fmla="*/ 89 w 180"/>
                <a:gd name="T55" fmla="*/ 80 h 144"/>
                <a:gd name="T56" fmla="*/ 62 w 180"/>
                <a:gd name="T57" fmla="*/ 17 h 144"/>
                <a:gd name="T58" fmla="*/ 48 w 180"/>
                <a:gd name="T59" fmla="*/ 72 h 144"/>
                <a:gd name="T60" fmla="*/ 34 w 180"/>
                <a:gd name="T61" fmla="*/ 128 h 144"/>
                <a:gd name="T62" fmla="*/ 50 w 180"/>
                <a:gd name="T63" fmla="*/ 135 h 144"/>
                <a:gd name="T64" fmla="*/ 52 w 180"/>
                <a:gd name="T65" fmla="*/ 135 h 144"/>
                <a:gd name="T66" fmla="*/ 53 w 180"/>
                <a:gd name="T67" fmla="*/ 136 h 144"/>
                <a:gd name="T68" fmla="*/ 52 w 180"/>
                <a:gd name="T69" fmla="*/ 140 h 144"/>
                <a:gd name="T70" fmla="*/ 50 w 180"/>
                <a:gd name="T71" fmla="*/ 144 h 144"/>
                <a:gd name="T72" fmla="*/ 48 w 180"/>
                <a:gd name="T73" fmla="*/ 144 h 144"/>
                <a:gd name="T74" fmla="*/ 25 w 180"/>
                <a:gd name="T75" fmla="*/ 144 h 144"/>
                <a:gd name="T76" fmla="*/ 14 w 180"/>
                <a:gd name="T77" fmla="*/ 144 h 144"/>
                <a:gd name="T78" fmla="*/ 6 w 180"/>
                <a:gd name="T79" fmla="*/ 144 h 144"/>
                <a:gd name="T80" fmla="*/ 3 w 180"/>
                <a:gd name="T81" fmla="*/ 144 h 144"/>
                <a:gd name="T82" fmla="*/ 0 w 180"/>
                <a:gd name="T83" fmla="*/ 142 h 144"/>
                <a:gd name="T84" fmla="*/ 0 w 180"/>
                <a:gd name="T85" fmla="*/ 139 h 144"/>
                <a:gd name="T86" fmla="*/ 1 w 180"/>
                <a:gd name="T87" fmla="*/ 136 h 144"/>
                <a:gd name="T88" fmla="*/ 6 w 180"/>
                <a:gd name="T89" fmla="*/ 135 h 144"/>
                <a:gd name="T90" fmla="*/ 25 w 180"/>
                <a:gd name="T91" fmla="*/ 126 h 144"/>
                <a:gd name="T92" fmla="*/ 40 w 180"/>
                <a:gd name="T93" fmla="*/ 68 h 144"/>
                <a:gd name="T94" fmla="*/ 54 w 180"/>
                <a:gd name="T95" fmla="*/ 11 h 144"/>
                <a:gd name="T96" fmla="*/ 42 w 180"/>
                <a:gd name="T97" fmla="*/ 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144">
                  <a:moveTo>
                    <a:pt x="42" y="10"/>
                  </a:moveTo>
                  <a:lnTo>
                    <a:pt x="41" y="10"/>
                  </a:lnTo>
                  <a:cubicBezTo>
                    <a:pt x="37" y="10"/>
                    <a:pt x="35" y="10"/>
                    <a:pt x="34" y="10"/>
                  </a:cubicBezTo>
                  <a:cubicBezTo>
                    <a:pt x="34" y="10"/>
                    <a:pt x="33" y="9"/>
                    <a:pt x="33" y="7"/>
                  </a:cubicBezTo>
                  <a:cubicBezTo>
                    <a:pt x="33" y="4"/>
                    <a:pt x="34" y="1"/>
                    <a:pt x="36" y="1"/>
                  </a:cubicBezTo>
                  <a:cubicBezTo>
                    <a:pt x="36" y="0"/>
                    <a:pt x="43" y="0"/>
                    <a:pt x="56" y="0"/>
                  </a:cubicBezTo>
                  <a:lnTo>
                    <a:pt x="75" y="0"/>
                  </a:lnTo>
                  <a:cubicBezTo>
                    <a:pt x="76" y="0"/>
                    <a:pt x="77" y="1"/>
                    <a:pt x="78" y="2"/>
                  </a:cubicBezTo>
                  <a:cubicBezTo>
                    <a:pt x="107" y="71"/>
                    <a:pt x="122" y="107"/>
                    <a:pt x="123" y="109"/>
                  </a:cubicBezTo>
                  <a:lnTo>
                    <a:pt x="134" y="64"/>
                  </a:lnTo>
                  <a:cubicBezTo>
                    <a:pt x="142" y="34"/>
                    <a:pt x="146" y="19"/>
                    <a:pt x="146" y="17"/>
                  </a:cubicBezTo>
                  <a:cubicBezTo>
                    <a:pt x="146" y="13"/>
                    <a:pt x="141" y="11"/>
                    <a:pt x="132" y="10"/>
                  </a:cubicBezTo>
                  <a:cubicBezTo>
                    <a:pt x="129" y="10"/>
                    <a:pt x="127" y="9"/>
                    <a:pt x="127" y="8"/>
                  </a:cubicBezTo>
                  <a:cubicBezTo>
                    <a:pt x="127" y="7"/>
                    <a:pt x="127" y="7"/>
                    <a:pt x="127" y="5"/>
                  </a:cubicBezTo>
                  <a:cubicBezTo>
                    <a:pt x="128" y="3"/>
                    <a:pt x="128" y="2"/>
                    <a:pt x="129" y="1"/>
                  </a:cubicBezTo>
                  <a:cubicBezTo>
                    <a:pt x="129" y="1"/>
                    <a:pt x="130" y="0"/>
                    <a:pt x="131" y="0"/>
                  </a:cubicBezTo>
                  <a:cubicBezTo>
                    <a:pt x="131" y="0"/>
                    <a:pt x="133" y="0"/>
                    <a:pt x="137" y="1"/>
                  </a:cubicBezTo>
                  <a:cubicBezTo>
                    <a:pt x="141" y="1"/>
                    <a:pt x="147" y="1"/>
                    <a:pt x="155" y="1"/>
                  </a:cubicBezTo>
                  <a:cubicBezTo>
                    <a:pt x="162" y="1"/>
                    <a:pt x="167" y="1"/>
                    <a:pt x="171" y="1"/>
                  </a:cubicBezTo>
                  <a:cubicBezTo>
                    <a:pt x="174" y="1"/>
                    <a:pt x="177" y="1"/>
                    <a:pt x="177" y="1"/>
                  </a:cubicBezTo>
                  <a:cubicBezTo>
                    <a:pt x="179" y="1"/>
                    <a:pt x="180" y="1"/>
                    <a:pt x="180" y="3"/>
                  </a:cubicBezTo>
                  <a:cubicBezTo>
                    <a:pt x="180" y="6"/>
                    <a:pt x="180" y="8"/>
                    <a:pt x="179" y="9"/>
                  </a:cubicBezTo>
                  <a:cubicBezTo>
                    <a:pt x="178" y="10"/>
                    <a:pt x="177" y="10"/>
                    <a:pt x="174" y="10"/>
                  </a:cubicBezTo>
                  <a:cubicBezTo>
                    <a:pt x="164" y="11"/>
                    <a:pt x="158" y="13"/>
                    <a:pt x="155" y="18"/>
                  </a:cubicBezTo>
                  <a:lnTo>
                    <a:pt x="124" y="143"/>
                  </a:lnTo>
                  <a:cubicBezTo>
                    <a:pt x="124" y="144"/>
                    <a:pt x="122" y="144"/>
                    <a:pt x="119" y="144"/>
                  </a:cubicBezTo>
                  <a:cubicBezTo>
                    <a:pt x="117" y="144"/>
                    <a:pt x="116" y="144"/>
                    <a:pt x="116" y="144"/>
                  </a:cubicBezTo>
                  <a:cubicBezTo>
                    <a:pt x="115" y="144"/>
                    <a:pt x="106" y="122"/>
                    <a:pt x="89" y="80"/>
                  </a:cubicBezTo>
                  <a:lnTo>
                    <a:pt x="62" y="17"/>
                  </a:lnTo>
                  <a:lnTo>
                    <a:pt x="48" y="72"/>
                  </a:lnTo>
                  <a:cubicBezTo>
                    <a:pt x="39" y="108"/>
                    <a:pt x="34" y="126"/>
                    <a:pt x="34" y="128"/>
                  </a:cubicBezTo>
                  <a:cubicBezTo>
                    <a:pt x="35" y="132"/>
                    <a:pt x="40" y="135"/>
                    <a:pt x="50" y="135"/>
                  </a:cubicBezTo>
                  <a:lnTo>
                    <a:pt x="52" y="135"/>
                  </a:lnTo>
                  <a:cubicBezTo>
                    <a:pt x="52" y="135"/>
                    <a:pt x="53" y="136"/>
                    <a:pt x="53" y="136"/>
                  </a:cubicBezTo>
                  <a:cubicBezTo>
                    <a:pt x="53" y="137"/>
                    <a:pt x="53" y="138"/>
                    <a:pt x="52" y="140"/>
                  </a:cubicBezTo>
                  <a:cubicBezTo>
                    <a:pt x="52" y="142"/>
                    <a:pt x="51" y="144"/>
                    <a:pt x="50" y="144"/>
                  </a:cubicBezTo>
                  <a:lnTo>
                    <a:pt x="48" y="144"/>
                  </a:lnTo>
                  <a:cubicBezTo>
                    <a:pt x="43" y="144"/>
                    <a:pt x="36" y="144"/>
                    <a:pt x="25" y="144"/>
                  </a:cubicBezTo>
                  <a:lnTo>
                    <a:pt x="14" y="144"/>
                  </a:lnTo>
                  <a:lnTo>
                    <a:pt x="6" y="144"/>
                  </a:lnTo>
                  <a:cubicBezTo>
                    <a:pt x="4" y="144"/>
                    <a:pt x="3" y="144"/>
                    <a:pt x="3" y="144"/>
                  </a:cubicBezTo>
                  <a:cubicBezTo>
                    <a:pt x="1" y="144"/>
                    <a:pt x="0" y="144"/>
                    <a:pt x="0" y="142"/>
                  </a:cubicBezTo>
                  <a:cubicBezTo>
                    <a:pt x="0" y="142"/>
                    <a:pt x="0" y="141"/>
                    <a:pt x="0" y="139"/>
                  </a:cubicBezTo>
                  <a:cubicBezTo>
                    <a:pt x="1" y="137"/>
                    <a:pt x="1" y="136"/>
                    <a:pt x="1" y="136"/>
                  </a:cubicBezTo>
                  <a:cubicBezTo>
                    <a:pt x="1" y="135"/>
                    <a:pt x="3" y="135"/>
                    <a:pt x="6" y="135"/>
                  </a:cubicBezTo>
                  <a:cubicBezTo>
                    <a:pt x="16" y="134"/>
                    <a:pt x="22" y="132"/>
                    <a:pt x="25" y="126"/>
                  </a:cubicBezTo>
                  <a:cubicBezTo>
                    <a:pt x="25" y="126"/>
                    <a:pt x="30" y="106"/>
                    <a:pt x="40" y="68"/>
                  </a:cubicBezTo>
                  <a:lnTo>
                    <a:pt x="54" y="11"/>
                  </a:lnTo>
                  <a:cubicBezTo>
                    <a:pt x="54" y="11"/>
                    <a:pt x="50" y="10"/>
                    <a:pt x="42" y="1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9" name="Freeform 87"/>
            <p:cNvSpPr>
              <a:spLocks/>
            </p:cNvSpPr>
            <p:nvPr/>
          </p:nvSpPr>
          <p:spPr bwMode="auto">
            <a:xfrm>
              <a:off x="-572" y="3301"/>
              <a:ext cx="24" cy="102"/>
            </a:xfrm>
            <a:custGeom>
              <a:avLst/>
              <a:gdLst>
                <a:gd name="T0" fmla="*/ 0 w 51"/>
                <a:gd name="T1" fmla="*/ 106 h 211"/>
                <a:gd name="T2" fmla="*/ 2 w 51"/>
                <a:gd name="T3" fmla="*/ 78 h 211"/>
                <a:gd name="T4" fmla="*/ 7 w 51"/>
                <a:gd name="T5" fmla="*/ 55 h 211"/>
                <a:gd name="T6" fmla="*/ 15 w 51"/>
                <a:gd name="T7" fmla="*/ 37 h 211"/>
                <a:gd name="T8" fmla="*/ 23 w 51"/>
                <a:gd name="T9" fmla="*/ 23 h 211"/>
                <a:gd name="T10" fmla="*/ 32 w 51"/>
                <a:gd name="T11" fmla="*/ 12 h 211"/>
                <a:gd name="T12" fmla="*/ 39 w 51"/>
                <a:gd name="T13" fmla="*/ 5 h 211"/>
                <a:gd name="T14" fmla="*/ 44 w 51"/>
                <a:gd name="T15" fmla="*/ 0 h 211"/>
                <a:gd name="T16" fmla="*/ 47 w 51"/>
                <a:gd name="T17" fmla="*/ 0 h 211"/>
                <a:gd name="T18" fmla="*/ 48 w 51"/>
                <a:gd name="T19" fmla="*/ 0 h 211"/>
                <a:gd name="T20" fmla="*/ 51 w 51"/>
                <a:gd name="T21" fmla="*/ 2 h 211"/>
                <a:gd name="T22" fmla="*/ 47 w 51"/>
                <a:gd name="T23" fmla="*/ 7 h 211"/>
                <a:gd name="T24" fmla="*/ 39 w 51"/>
                <a:gd name="T25" fmla="*/ 18 h 211"/>
                <a:gd name="T26" fmla="*/ 28 w 51"/>
                <a:gd name="T27" fmla="*/ 36 h 211"/>
                <a:gd name="T28" fmla="*/ 19 w 51"/>
                <a:gd name="T29" fmla="*/ 65 h 211"/>
                <a:gd name="T30" fmla="*/ 16 w 51"/>
                <a:gd name="T31" fmla="*/ 106 h 211"/>
                <a:gd name="T32" fmla="*/ 19 w 51"/>
                <a:gd name="T33" fmla="*/ 146 h 211"/>
                <a:gd name="T34" fmla="*/ 28 w 51"/>
                <a:gd name="T35" fmla="*/ 175 h 211"/>
                <a:gd name="T36" fmla="*/ 38 w 51"/>
                <a:gd name="T37" fmla="*/ 194 h 211"/>
                <a:gd name="T38" fmla="*/ 47 w 51"/>
                <a:gd name="T39" fmla="*/ 205 h 211"/>
                <a:gd name="T40" fmla="*/ 51 w 51"/>
                <a:gd name="T41" fmla="*/ 209 h 211"/>
                <a:gd name="T42" fmla="*/ 48 w 51"/>
                <a:gd name="T43" fmla="*/ 211 h 211"/>
                <a:gd name="T44" fmla="*/ 47 w 51"/>
                <a:gd name="T45" fmla="*/ 211 h 211"/>
                <a:gd name="T46" fmla="*/ 44 w 51"/>
                <a:gd name="T47" fmla="*/ 211 h 211"/>
                <a:gd name="T48" fmla="*/ 38 w 51"/>
                <a:gd name="T49" fmla="*/ 206 h 211"/>
                <a:gd name="T50" fmla="*/ 9 w 51"/>
                <a:gd name="T51" fmla="*/ 161 h 211"/>
                <a:gd name="T52" fmla="*/ 0 w 51"/>
                <a:gd name="T53" fmla="*/ 1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" h="211">
                  <a:moveTo>
                    <a:pt x="0" y="106"/>
                  </a:moveTo>
                  <a:cubicBezTo>
                    <a:pt x="0" y="96"/>
                    <a:pt x="1" y="87"/>
                    <a:pt x="2" y="78"/>
                  </a:cubicBezTo>
                  <a:cubicBezTo>
                    <a:pt x="4" y="69"/>
                    <a:pt x="5" y="62"/>
                    <a:pt x="7" y="55"/>
                  </a:cubicBezTo>
                  <a:cubicBezTo>
                    <a:pt x="9" y="49"/>
                    <a:pt x="12" y="43"/>
                    <a:pt x="15" y="37"/>
                  </a:cubicBezTo>
                  <a:cubicBezTo>
                    <a:pt x="19" y="31"/>
                    <a:pt x="21" y="26"/>
                    <a:pt x="23" y="23"/>
                  </a:cubicBezTo>
                  <a:cubicBezTo>
                    <a:pt x="25" y="19"/>
                    <a:pt x="28" y="16"/>
                    <a:pt x="32" y="12"/>
                  </a:cubicBezTo>
                  <a:cubicBezTo>
                    <a:pt x="36" y="8"/>
                    <a:pt x="38" y="5"/>
                    <a:pt x="39" y="5"/>
                  </a:cubicBezTo>
                  <a:cubicBezTo>
                    <a:pt x="40" y="4"/>
                    <a:pt x="41" y="2"/>
                    <a:pt x="44" y="0"/>
                  </a:cubicBezTo>
                  <a:lnTo>
                    <a:pt x="47" y="0"/>
                  </a:lnTo>
                  <a:lnTo>
                    <a:pt x="48" y="0"/>
                  </a:lnTo>
                  <a:cubicBezTo>
                    <a:pt x="50" y="0"/>
                    <a:pt x="51" y="1"/>
                    <a:pt x="51" y="2"/>
                  </a:cubicBezTo>
                  <a:cubicBezTo>
                    <a:pt x="51" y="3"/>
                    <a:pt x="50" y="4"/>
                    <a:pt x="47" y="7"/>
                  </a:cubicBezTo>
                  <a:cubicBezTo>
                    <a:pt x="45" y="9"/>
                    <a:pt x="42" y="13"/>
                    <a:pt x="39" y="18"/>
                  </a:cubicBezTo>
                  <a:cubicBezTo>
                    <a:pt x="35" y="23"/>
                    <a:pt x="32" y="29"/>
                    <a:pt x="28" y="36"/>
                  </a:cubicBezTo>
                  <a:cubicBezTo>
                    <a:pt x="25" y="43"/>
                    <a:pt x="22" y="53"/>
                    <a:pt x="19" y="65"/>
                  </a:cubicBezTo>
                  <a:cubicBezTo>
                    <a:pt x="17" y="77"/>
                    <a:pt x="16" y="91"/>
                    <a:pt x="16" y="106"/>
                  </a:cubicBezTo>
                  <a:cubicBezTo>
                    <a:pt x="16" y="121"/>
                    <a:pt x="17" y="134"/>
                    <a:pt x="19" y="146"/>
                  </a:cubicBezTo>
                  <a:cubicBezTo>
                    <a:pt x="22" y="158"/>
                    <a:pt x="25" y="168"/>
                    <a:pt x="28" y="175"/>
                  </a:cubicBezTo>
                  <a:cubicBezTo>
                    <a:pt x="31" y="183"/>
                    <a:pt x="35" y="189"/>
                    <a:pt x="38" y="194"/>
                  </a:cubicBezTo>
                  <a:cubicBezTo>
                    <a:pt x="42" y="198"/>
                    <a:pt x="45" y="202"/>
                    <a:pt x="47" y="205"/>
                  </a:cubicBezTo>
                  <a:cubicBezTo>
                    <a:pt x="50" y="208"/>
                    <a:pt x="51" y="209"/>
                    <a:pt x="51" y="209"/>
                  </a:cubicBezTo>
                  <a:cubicBezTo>
                    <a:pt x="51" y="211"/>
                    <a:pt x="50" y="211"/>
                    <a:pt x="48" y="211"/>
                  </a:cubicBezTo>
                  <a:lnTo>
                    <a:pt x="47" y="211"/>
                  </a:lnTo>
                  <a:lnTo>
                    <a:pt x="44" y="211"/>
                  </a:lnTo>
                  <a:lnTo>
                    <a:pt x="38" y="206"/>
                  </a:lnTo>
                  <a:cubicBezTo>
                    <a:pt x="25" y="194"/>
                    <a:pt x="15" y="179"/>
                    <a:pt x="9" y="161"/>
                  </a:cubicBezTo>
                  <a:cubicBezTo>
                    <a:pt x="3" y="144"/>
                    <a:pt x="0" y="125"/>
                    <a:pt x="0" y="1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0" name="Freeform 88"/>
            <p:cNvSpPr>
              <a:spLocks/>
            </p:cNvSpPr>
            <p:nvPr/>
          </p:nvSpPr>
          <p:spPr bwMode="auto">
            <a:xfrm>
              <a:off x="-537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1 w 84"/>
                <a:gd name="T3" fmla="*/ 116 h 145"/>
                <a:gd name="T4" fmla="*/ 13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7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7 w 84"/>
                <a:gd name="T23" fmla="*/ 76 h 145"/>
                <a:gd name="T24" fmla="*/ 14 w 84"/>
                <a:gd name="T25" fmla="*/ 76 h 145"/>
                <a:gd name="T26" fmla="*/ 10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6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2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4 w 84"/>
                <a:gd name="T63" fmla="*/ 52 h 145"/>
                <a:gd name="T64" fmla="*/ 73 w 84"/>
                <a:gd name="T65" fmla="*/ 66 h 145"/>
                <a:gd name="T66" fmla="*/ 84 w 84"/>
                <a:gd name="T67" fmla="*/ 98 h 145"/>
                <a:gd name="T68" fmla="*/ 71 w 84"/>
                <a:gd name="T69" fmla="*/ 131 h 145"/>
                <a:gd name="T70" fmla="*/ 38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1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1" y="116"/>
                  </a:cubicBezTo>
                  <a:cubicBezTo>
                    <a:pt x="19" y="118"/>
                    <a:pt x="16" y="119"/>
                    <a:pt x="13" y="119"/>
                  </a:cubicBezTo>
                  <a:lnTo>
                    <a:pt x="11" y="119"/>
                  </a:lnTo>
                  <a:cubicBezTo>
                    <a:pt x="18" y="130"/>
                    <a:pt x="26" y="136"/>
                    <a:pt x="37" y="136"/>
                  </a:cubicBezTo>
                  <a:cubicBezTo>
                    <a:pt x="47" y="136"/>
                    <a:pt x="54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7" y="67"/>
                  </a:cubicBezTo>
                  <a:cubicBezTo>
                    <a:pt x="53" y="62"/>
                    <a:pt x="49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8" y="75"/>
                    <a:pt x="17" y="76"/>
                    <a:pt x="17" y="76"/>
                  </a:cubicBezTo>
                  <a:cubicBezTo>
                    <a:pt x="16" y="76"/>
                    <a:pt x="15" y="76"/>
                    <a:pt x="14" y="76"/>
                  </a:cubicBezTo>
                  <a:cubicBezTo>
                    <a:pt x="11" y="76"/>
                    <a:pt x="10" y="76"/>
                    <a:pt x="10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3" y="0"/>
                    <a:pt x="16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3" y="5"/>
                    <a:pt x="72" y="1"/>
                  </a:cubicBezTo>
                  <a:cubicBezTo>
                    <a:pt x="73" y="0"/>
                    <a:pt x="74" y="0"/>
                    <a:pt x="74" y="0"/>
                  </a:cubicBezTo>
                  <a:cubicBezTo>
                    <a:pt x="76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5" y="20"/>
                    <a:pt x="50" y="27"/>
                    <a:pt x="33" y="27"/>
                  </a:cubicBezTo>
                  <a:cubicBezTo>
                    <a:pt x="28" y="27"/>
                    <a:pt x="25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2" y="60"/>
                    <a:pt x="24" y="58"/>
                    <a:pt x="25" y="57"/>
                  </a:cubicBezTo>
                  <a:cubicBezTo>
                    <a:pt x="27" y="56"/>
                    <a:pt x="29" y="55"/>
                    <a:pt x="33" y="53"/>
                  </a:cubicBezTo>
                  <a:cubicBezTo>
                    <a:pt x="36" y="52"/>
                    <a:pt x="40" y="52"/>
                    <a:pt x="44" y="52"/>
                  </a:cubicBezTo>
                  <a:cubicBezTo>
                    <a:pt x="55" y="52"/>
                    <a:pt x="65" y="56"/>
                    <a:pt x="73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80" y="122"/>
                    <a:pt x="71" y="131"/>
                  </a:cubicBezTo>
                  <a:cubicBezTo>
                    <a:pt x="62" y="140"/>
                    <a:pt x="51" y="145"/>
                    <a:pt x="38" y="145"/>
                  </a:cubicBezTo>
                  <a:cubicBezTo>
                    <a:pt x="27" y="145"/>
                    <a:pt x="17" y="141"/>
                    <a:pt x="10" y="134"/>
                  </a:cubicBezTo>
                  <a:cubicBezTo>
                    <a:pt x="4" y="126"/>
                    <a:pt x="0" y="117"/>
                    <a:pt x="0" y="108"/>
                  </a:cubicBezTo>
                  <a:cubicBezTo>
                    <a:pt x="0" y="105"/>
                    <a:pt x="1" y="102"/>
                    <a:pt x="2" y="100"/>
                  </a:cubicBezTo>
                  <a:cubicBezTo>
                    <a:pt x="4" y="98"/>
                    <a:pt x="6" y="97"/>
                    <a:pt x="7" y="96"/>
                  </a:cubicBezTo>
                  <a:cubicBezTo>
                    <a:pt x="9" y="96"/>
                    <a:pt x="11" y="95"/>
                    <a:pt x="12" y="95"/>
                  </a:cubicBezTo>
                  <a:cubicBezTo>
                    <a:pt x="16" y="95"/>
                    <a:pt x="19" y="96"/>
                    <a:pt x="21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1" name="Freeform 89"/>
            <p:cNvSpPr>
              <a:spLocks/>
            </p:cNvSpPr>
            <p:nvPr/>
          </p:nvSpPr>
          <p:spPr bwMode="auto">
            <a:xfrm>
              <a:off x="-486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0 w 84"/>
                <a:gd name="T3" fmla="*/ 116 h 145"/>
                <a:gd name="T4" fmla="*/ 12 w 84"/>
                <a:gd name="T5" fmla="*/ 119 h 145"/>
                <a:gd name="T6" fmla="*/ 11 w 84"/>
                <a:gd name="T7" fmla="*/ 119 h 145"/>
                <a:gd name="T8" fmla="*/ 36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6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6 w 84"/>
                <a:gd name="T23" fmla="*/ 76 h 145"/>
                <a:gd name="T24" fmla="*/ 13 w 84"/>
                <a:gd name="T25" fmla="*/ 76 h 145"/>
                <a:gd name="T26" fmla="*/ 9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5 w 84"/>
                <a:gd name="T37" fmla="*/ 2 h 145"/>
                <a:gd name="T38" fmla="*/ 27 w 84"/>
                <a:gd name="T39" fmla="*/ 5 h 145"/>
                <a:gd name="T40" fmla="*/ 42 w 84"/>
                <a:gd name="T41" fmla="*/ 7 h 145"/>
                <a:gd name="T42" fmla="*/ 71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2 w 84"/>
                <a:gd name="T51" fmla="*/ 27 h 145"/>
                <a:gd name="T52" fmla="*/ 21 w 84"/>
                <a:gd name="T53" fmla="*/ 26 h 145"/>
                <a:gd name="T54" fmla="*/ 18 w 84"/>
                <a:gd name="T55" fmla="*/ 25 h 145"/>
                <a:gd name="T56" fmla="*/ 18 w 84"/>
                <a:gd name="T57" fmla="*/ 62 h 145"/>
                <a:gd name="T58" fmla="*/ 25 w 84"/>
                <a:gd name="T59" fmla="*/ 57 h 145"/>
                <a:gd name="T60" fmla="*/ 32 w 84"/>
                <a:gd name="T61" fmla="*/ 53 h 145"/>
                <a:gd name="T62" fmla="*/ 43 w 84"/>
                <a:gd name="T63" fmla="*/ 52 h 145"/>
                <a:gd name="T64" fmla="*/ 72 w 84"/>
                <a:gd name="T65" fmla="*/ 66 h 145"/>
                <a:gd name="T66" fmla="*/ 84 w 84"/>
                <a:gd name="T67" fmla="*/ 98 h 145"/>
                <a:gd name="T68" fmla="*/ 70 w 84"/>
                <a:gd name="T69" fmla="*/ 131 h 145"/>
                <a:gd name="T70" fmla="*/ 37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0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0" y="116"/>
                  </a:cubicBezTo>
                  <a:cubicBezTo>
                    <a:pt x="18" y="118"/>
                    <a:pt x="15" y="119"/>
                    <a:pt x="12" y="119"/>
                  </a:cubicBezTo>
                  <a:lnTo>
                    <a:pt x="11" y="119"/>
                  </a:lnTo>
                  <a:cubicBezTo>
                    <a:pt x="17" y="130"/>
                    <a:pt x="26" y="136"/>
                    <a:pt x="36" y="136"/>
                  </a:cubicBezTo>
                  <a:cubicBezTo>
                    <a:pt x="46" y="136"/>
                    <a:pt x="53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6" y="67"/>
                  </a:cubicBezTo>
                  <a:cubicBezTo>
                    <a:pt x="53" y="62"/>
                    <a:pt x="48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3" y="65"/>
                    <a:pt x="18" y="74"/>
                  </a:cubicBezTo>
                  <a:cubicBezTo>
                    <a:pt x="17" y="75"/>
                    <a:pt x="17" y="76"/>
                    <a:pt x="16" y="76"/>
                  </a:cubicBezTo>
                  <a:cubicBezTo>
                    <a:pt x="16" y="76"/>
                    <a:pt x="15" y="76"/>
                    <a:pt x="13" y="76"/>
                  </a:cubicBezTo>
                  <a:cubicBezTo>
                    <a:pt x="11" y="76"/>
                    <a:pt x="9" y="76"/>
                    <a:pt x="9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9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2" y="0"/>
                    <a:pt x="15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2" y="7"/>
                  </a:cubicBezTo>
                  <a:cubicBezTo>
                    <a:pt x="52" y="7"/>
                    <a:pt x="62" y="5"/>
                    <a:pt x="71" y="1"/>
                  </a:cubicBezTo>
                  <a:cubicBezTo>
                    <a:pt x="72" y="0"/>
                    <a:pt x="73" y="0"/>
                    <a:pt x="74" y="0"/>
                  </a:cubicBezTo>
                  <a:cubicBezTo>
                    <a:pt x="75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4" y="20"/>
                    <a:pt x="50" y="27"/>
                    <a:pt x="32" y="27"/>
                  </a:cubicBezTo>
                  <a:cubicBezTo>
                    <a:pt x="28" y="27"/>
                    <a:pt x="24" y="26"/>
                    <a:pt x="21" y="26"/>
                  </a:cubicBezTo>
                  <a:lnTo>
                    <a:pt x="18" y="25"/>
                  </a:lnTo>
                  <a:lnTo>
                    <a:pt x="18" y="62"/>
                  </a:lnTo>
                  <a:cubicBezTo>
                    <a:pt x="21" y="60"/>
                    <a:pt x="23" y="58"/>
                    <a:pt x="25" y="57"/>
                  </a:cubicBezTo>
                  <a:cubicBezTo>
                    <a:pt x="26" y="56"/>
                    <a:pt x="29" y="55"/>
                    <a:pt x="32" y="53"/>
                  </a:cubicBezTo>
                  <a:cubicBezTo>
                    <a:pt x="36" y="52"/>
                    <a:pt x="39" y="52"/>
                    <a:pt x="43" y="52"/>
                  </a:cubicBezTo>
                  <a:cubicBezTo>
                    <a:pt x="54" y="52"/>
                    <a:pt x="64" y="56"/>
                    <a:pt x="72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79" y="122"/>
                    <a:pt x="70" y="131"/>
                  </a:cubicBezTo>
                  <a:cubicBezTo>
                    <a:pt x="61" y="140"/>
                    <a:pt x="50" y="145"/>
                    <a:pt x="37" y="145"/>
                  </a:cubicBezTo>
                  <a:cubicBezTo>
                    <a:pt x="26" y="145"/>
                    <a:pt x="17" y="141"/>
                    <a:pt x="10" y="134"/>
                  </a:cubicBezTo>
                  <a:cubicBezTo>
                    <a:pt x="3" y="126"/>
                    <a:pt x="0" y="117"/>
                    <a:pt x="0" y="108"/>
                  </a:cubicBezTo>
                  <a:cubicBezTo>
                    <a:pt x="0" y="105"/>
                    <a:pt x="0" y="102"/>
                    <a:pt x="2" y="100"/>
                  </a:cubicBezTo>
                  <a:cubicBezTo>
                    <a:pt x="3" y="98"/>
                    <a:pt x="5" y="97"/>
                    <a:pt x="7" y="96"/>
                  </a:cubicBezTo>
                  <a:cubicBezTo>
                    <a:pt x="8" y="96"/>
                    <a:pt x="10" y="95"/>
                    <a:pt x="12" y="95"/>
                  </a:cubicBezTo>
                  <a:cubicBezTo>
                    <a:pt x="15" y="95"/>
                    <a:pt x="18" y="96"/>
                    <a:pt x="20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2" name="Freeform 90"/>
            <p:cNvSpPr>
              <a:spLocks/>
            </p:cNvSpPr>
            <p:nvPr/>
          </p:nvSpPr>
          <p:spPr bwMode="auto">
            <a:xfrm>
              <a:off x="-433" y="3365"/>
              <a:ext cx="14" cy="32"/>
            </a:xfrm>
            <a:custGeom>
              <a:avLst/>
              <a:gdLst>
                <a:gd name="T0" fmla="*/ 0 w 28"/>
                <a:gd name="T1" fmla="*/ 18 h 66"/>
                <a:gd name="T2" fmla="*/ 0 w 28"/>
                <a:gd name="T3" fmla="*/ 13 h 66"/>
                <a:gd name="T4" fmla="*/ 4 w 28"/>
                <a:gd name="T5" fmla="*/ 4 h 66"/>
                <a:gd name="T6" fmla="*/ 13 w 28"/>
                <a:gd name="T7" fmla="*/ 0 h 66"/>
                <a:gd name="T8" fmla="*/ 23 w 28"/>
                <a:gd name="T9" fmla="*/ 5 h 66"/>
                <a:gd name="T10" fmla="*/ 28 w 28"/>
                <a:gd name="T11" fmla="*/ 24 h 66"/>
                <a:gd name="T12" fmla="*/ 26 w 28"/>
                <a:gd name="T13" fmla="*/ 38 h 66"/>
                <a:gd name="T14" fmla="*/ 22 w 28"/>
                <a:gd name="T15" fmla="*/ 50 h 66"/>
                <a:gd name="T16" fmla="*/ 16 w 28"/>
                <a:gd name="T17" fmla="*/ 59 h 66"/>
                <a:gd name="T18" fmla="*/ 11 w 28"/>
                <a:gd name="T19" fmla="*/ 64 h 66"/>
                <a:gd name="T20" fmla="*/ 8 w 28"/>
                <a:gd name="T21" fmla="*/ 66 h 66"/>
                <a:gd name="T22" fmla="*/ 6 w 28"/>
                <a:gd name="T23" fmla="*/ 64 h 66"/>
                <a:gd name="T24" fmla="*/ 4 w 28"/>
                <a:gd name="T25" fmla="*/ 62 h 66"/>
                <a:gd name="T26" fmla="*/ 6 w 28"/>
                <a:gd name="T27" fmla="*/ 58 h 66"/>
                <a:gd name="T28" fmla="*/ 11 w 28"/>
                <a:gd name="T29" fmla="*/ 52 h 66"/>
                <a:gd name="T30" fmla="*/ 17 w 28"/>
                <a:gd name="T31" fmla="*/ 41 h 66"/>
                <a:gd name="T32" fmla="*/ 20 w 28"/>
                <a:gd name="T33" fmla="*/ 26 h 66"/>
                <a:gd name="T34" fmla="*/ 20 w 28"/>
                <a:gd name="T35" fmla="*/ 24 h 66"/>
                <a:gd name="T36" fmla="*/ 20 w 28"/>
                <a:gd name="T37" fmla="*/ 24 h 66"/>
                <a:gd name="T38" fmla="*/ 19 w 28"/>
                <a:gd name="T39" fmla="*/ 24 h 66"/>
                <a:gd name="T40" fmla="*/ 18 w 28"/>
                <a:gd name="T41" fmla="*/ 25 h 66"/>
                <a:gd name="T42" fmla="*/ 16 w 28"/>
                <a:gd name="T43" fmla="*/ 25 h 66"/>
                <a:gd name="T44" fmla="*/ 13 w 28"/>
                <a:gd name="T45" fmla="*/ 25 h 66"/>
                <a:gd name="T46" fmla="*/ 4 w 28"/>
                <a:gd name="T47" fmla="*/ 22 h 66"/>
                <a:gd name="T48" fmla="*/ 0 w 28"/>
                <a:gd name="T49" fmla="*/ 1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66">
                  <a:moveTo>
                    <a:pt x="0" y="18"/>
                  </a:moveTo>
                  <a:lnTo>
                    <a:pt x="0" y="13"/>
                  </a:lnTo>
                  <a:cubicBezTo>
                    <a:pt x="0" y="9"/>
                    <a:pt x="1" y="6"/>
                    <a:pt x="4" y="4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7" y="0"/>
                    <a:pt x="20" y="2"/>
                    <a:pt x="23" y="5"/>
                  </a:cubicBezTo>
                  <a:cubicBezTo>
                    <a:pt x="26" y="9"/>
                    <a:pt x="28" y="15"/>
                    <a:pt x="28" y="24"/>
                  </a:cubicBezTo>
                  <a:cubicBezTo>
                    <a:pt x="28" y="29"/>
                    <a:pt x="27" y="33"/>
                    <a:pt x="26" y="38"/>
                  </a:cubicBezTo>
                  <a:cubicBezTo>
                    <a:pt x="25" y="43"/>
                    <a:pt x="23" y="47"/>
                    <a:pt x="22" y="50"/>
                  </a:cubicBezTo>
                  <a:cubicBezTo>
                    <a:pt x="20" y="53"/>
                    <a:pt x="18" y="56"/>
                    <a:pt x="16" y="59"/>
                  </a:cubicBezTo>
                  <a:cubicBezTo>
                    <a:pt x="14" y="61"/>
                    <a:pt x="13" y="63"/>
                    <a:pt x="11" y="64"/>
                  </a:cubicBezTo>
                  <a:cubicBezTo>
                    <a:pt x="10" y="66"/>
                    <a:pt x="9" y="66"/>
                    <a:pt x="8" y="66"/>
                  </a:cubicBezTo>
                  <a:cubicBezTo>
                    <a:pt x="8" y="66"/>
                    <a:pt x="7" y="66"/>
                    <a:pt x="6" y="64"/>
                  </a:cubicBezTo>
                  <a:cubicBezTo>
                    <a:pt x="4" y="63"/>
                    <a:pt x="4" y="62"/>
                    <a:pt x="4" y="62"/>
                  </a:cubicBezTo>
                  <a:cubicBezTo>
                    <a:pt x="4" y="61"/>
                    <a:pt x="5" y="60"/>
                    <a:pt x="6" y="58"/>
                  </a:cubicBezTo>
                  <a:cubicBezTo>
                    <a:pt x="8" y="57"/>
                    <a:pt x="9" y="55"/>
                    <a:pt x="11" y="52"/>
                  </a:cubicBezTo>
                  <a:cubicBezTo>
                    <a:pt x="13" y="49"/>
                    <a:pt x="15" y="46"/>
                    <a:pt x="17" y="41"/>
                  </a:cubicBezTo>
                  <a:cubicBezTo>
                    <a:pt x="19" y="37"/>
                    <a:pt x="20" y="32"/>
                    <a:pt x="20" y="26"/>
                  </a:cubicBezTo>
                  <a:lnTo>
                    <a:pt x="20" y="24"/>
                  </a:lnTo>
                  <a:lnTo>
                    <a:pt x="20" y="24"/>
                  </a:lnTo>
                  <a:cubicBezTo>
                    <a:pt x="20" y="24"/>
                    <a:pt x="19" y="24"/>
                    <a:pt x="19" y="24"/>
                  </a:cubicBezTo>
                  <a:cubicBezTo>
                    <a:pt x="19" y="24"/>
                    <a:pt x="18" y="24"/>
                    <a:pt x="18" y="25"/>
                  </a:cubicBezTo>
                  <a:cubicBezTo>
                    <a:pt x="17" y="25"/>
                    <a:pt x="17" y="25"/>
                    <a:pt x="16" y="25"/>
                  </a:cubicBezTo>
                  <a:cubicBezTo>
                    <a:pt x="15" y="25"/>
                    <a:pt x="14" y="25"/>
                    <a:pt x="13" y="25"/>
                  </a:cubicBezTo>
                  <a:cubicBezTo>
                    <a:pt x="10" y="25"/>
                    <a:pt x="6" y="24"/>
                    <a:pt x="4" y="22"/>
                  </a:cubicBezTo>
                  <a:lnTo>
                    <a:pt x="0" y="1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3" name="Rectangle 91"/>
            <p:cNvSpPr>
              <a:spLocks noChangeArrowheads="1"/>
            </p:cNvSpPr>
            <p:nvPr/>
          </p:nvSpPr>
          <p:spPr bwMode="auto">
            <a:xfrm>
              <a:off x="-383" y="3349"/>
              <a:ext cx="258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4" name="Freeform 92"/>
            <p:cNvSpPr>
              <a:spLocks noEditPoints="1"/>
            </p:cNvSpPr>
            <p:nvPr/>
          </p:nvSpPr>
          <p:spPr bwMode="auto">
            <a:xfrm>
              <a:off x="-323" y="3241"/>
              <a:ext cx="41" cy="70"/>
            </a:xfrm>
            <a:custGeom>
              <a:avLst/>
              <a:gdLst>
                <a:gd name="T0" fmla="*/ 65 w 87"/>
                <a:gd name="T1" fmla="*/ 80 h 145"/>
                <a:gd name="T2" fmla="*/ 40 w 87"/>
                <a:gd name="T3" fmla="*/ 96 h 145"/>
                <a:gd name="T4" fmla="*/ 13 w 87"/>
                <a:gd name="T5" fmla="*/ 84 h 145"/>
                <a:gd name="T6" fmla="*/ 0 w 87"/>
                <a:gd name="T7" fmla="*/ 57 h 145"/>
                <a:gd name="T8" fmla="*/ 0 w 87"/>
                <a:gd name="T9" fmla="*/ 49 h 145"/>
                <a:gd name="T10" fmla="*/ 0 w 87"/>
                <a:gd name="T11" fmla="*/ 47 h 145"/>
                <a:gd name="T12" fmla="*/ 14 w 87"/>
                <a:gd name="T13" fmla="*/ 13 h 145"/>
                <a:gd name="T14" fmla="*/ 42 w 87"/>
                <a:gd name="T15" fmla="*/ 0 h 145"/>
                <a:gd name="T16" fmla="*/ 44 w 87"/>
                <a:gd name="T17" fmla="*/ 0 h 145"/>
                <a:gd name="T18" fmla="*/ 45 w 87"/>
                <a:gd name="T19" fmla="*/ 1 h 145"/>
                <a:gd name="T20" fmla="*/ 46 w 87"/>
                <a:gd name="T21" fmla="*/ 1 h 145"/>
                <a:gd name="T22" fmla="*/ 51 w 87"/>
                <a:gd name="T23" fmla="*/ 1 h 145"/>
                <a:gd name="T24" fmla="*/ 59 w 87"/>
                <a:gd name="T25" fmla="*/ 3 h 145"/>
                <a:gd name="T26" fmla="*/ 69 w 87"/>
                <a:gd name="T27" fmla="*/ 10 h 145"/>
                <a:gd name="T28" fmla="*/ 78 w 87"/>
                <a:gd name="T29" fmla="*/ 23 h 145"/>
                <a:gd name="T30" fmla="*/ 87 w 87"/>
                <a:gd name="T31" fmla="*/ 70 h 145"/>
                <a:gd name="T32" fmla="*/ 75 w 87"/>
                <a:gd name="T33" fmla="*/ 120 h 145"/>
                <a:gd name="T34" fmla="*/ 57 w 87"/>
                <a:gd name="T35" fmla="*/ 139 h 145"/>
                <a:gd name="T36" fmla="*/ 35 w 87"/>
                <a:gd name="T37" fmla="*/ 145 h 145"/>
                <a:gd name="T38" fmla="*/ 14 w 87"/>
                <a:gd name="T39" fmla="*/ 139 h 145"/>
                <a:gd name="T40" fmla="*/ 5 w 87"/>
                <a:gd name="T41" fmla="*/ 121 h 145"/>
                <a:gd name="T42" fmla="*/ 17 w 87"/>
                <a:gd name="T43" fmla="*/ 109 h 145"/>
                <a:gd name="T44" fmla="*/ 24 w 87"/>
                <a:gd name="T45" fmla="*/ 112 h 145"/>
                <a:gd name="T46" fmla="*/ 27 w 87"/>
                <a:gd name="T47" fmla="*/ 121 h 145"/>
                <a:gd name="T48" fmla="*/ 26 w 87"/>
                <a:gd name="T49" fmla="*/ 127 h 145"/>
                <a:gd name="T50" fmla="*/ 22 w 87"/>
                <a:gd name="T51" fmla="*/ 130 h 145"/>
                <a:gd name="T52" fmla="*/ 19 w 87"/>
                <a:gd name="T53" fmla="*/ 132 h 145"/>
                <a:gd name="T54" fmla="*/ 19 w 87"/>
                <a:gd name="T55" fmla="*/ 132 h 145"/>
                <a:gd name="T56" fmla="*/ 20 w 87"/>
                <a:gd name="T57" fmla="*/ 133 h 145"/>
                <a:gd name="T58" fmla="*/ 26 w 87"/>
                <a:gd name="T59" fmla="*/ 135 h 145"/>
                <a:gd name="T60" fmla="*/ 34 w 87"/>
                <a:gd name="T61" fmla="*/ 136 h 145"/>
                <a:gd name="T62" fmla="*/ 36 w 87"/>
                <a:gd name="T63" fmla="*/ 136 h 145"/>
                <a:gd name="T64" fmla="*/ 57 w 87"/>
                <a:gd name="T65" fmla="*/ 123 h 145"/>
                <a:gd name="T66" fmla="*/ 65 w 87"/>
                <a:gd name="T67" fmla="*/ 82 h 145"/>
                <a:gd name="T68" fmla="*/ 65 w 87"/>
                <a:gd name="T69" fmla="*/ 80 h 145"/>
                <a:gd name="T70" fmla="*/ 42 w 87"/>
                <a:gd name="T71" fmla="*/ 88 h 145"/>
                <a:gd name="T72" fmla="*/ 59 w 87"/>
                <a:gd name="T73" fmla="*/ 78 h 145"/>
                <a:gd name="T74" fmla="*/ 65 w 87"/>
                <a:gd name="T75" fmla="*/ 50 h 145"/>
                <a:gd name="T76" fmla="*/ 63 w 87"/>
                <a:gd name="T77" fmla="*/ 26 h 145"/>
                <a:gd name="T78" fmla="*/ 62 w 87"/>
                <a:gd name="T79" fmla="*/ 22 h 145"/>
                <a:gd name="T80" fmla="*/ 59 w 87"/>
                <a:gd name="T81" fmla="*/ 17 h 145"/>
                <a:gd name="T82" fmla="*/ 53 w 87"/>
                <a:gd name="T83" fmla="*/ 11 h 145"/>
                <a:gd name="T84" fmla="*/ 43 w 87"/>
                <a:gd name="T85" fmla="*/ 9 h 145"/>
                <a:gd name="T86" fmla="*/ 29 w 87"/>
                <a:gd name="T87" fmla="*/ 15 h 145"/>
                <a:gd name="T88" fmla="*/ 23 w 87"/>
                <a:gd name="T89" fmla="*/ 26 h 145"/>
                <a:gd name="T90" fmla="*/ 22 w 87"/>
                <a:gd name="T91" fmla="*/ 48 h 145"/>
                <a:gd name="T92" fmla="*/ 23 w 87"/>
                <a:gd name="T93" fmla="*/ 71 h 145"/>
                <a:gd name="T94" fmla="*/ 27 w 87"/>
                <a:gd name="T95" fmla="*/ 81 h 145"/>
                <a:gd name="T96" fmla="*/ 42 w 87"/>
                <a:gd name="T97" fmla="*/ 88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7" h="145">
                  <a:moveTo>
                    <a:pt x="65" y="80"/>
                  </a:moveTo>
                  <a:cubicBezTo>
                    <a:pt x="59" y="91"/>
                    <a:pt x="50" y="96"/>
                    <a:pt x="40" y="96"/>
                  </a:cubicBezTo>
                  <a:cubicBezTo>
                    <a:pt x="29" y="96"/>
                    <a:pt x="20" y="92"/>
                    <a:pt x="13" y="84"/>
                  </a:cubicBezTo>
                  <a:cubicBezTo>
                    <a:pt x="6" y="76"/>
                    <a:pt x="2" y="67"/>
                    <a:pt x="0" y="57"/>
                  </a:cubicBezTo>
                  <a:cubicBezTo>
                    <a:pt x="0" y="55"/>
                    <a:pt x="0" y="52"/>
                    <a:pt x="0" y="49"/>
                  </a:cubicBezTo>
                  <a:lnTo>
                    <a:pt x="0" y="47"/>
                  </a:lnTo>
                  <a:cubicBezTo>
                    <a:pt x="0" y="34"/>
                    <a:pt x="5" y="23"/>
                    <a:pt x="14" y="13"/>
                  </a:cubicBezTo>
                  <a:cubicBezTo>
                    <a:pt x="23" y="5"/>
                    <a:pt x="32" y="0"/>
                    <a:pt x="42" y="0"/>
                  </a:cubicBezTo>
                  <a:lnTo>
                    <a:pt x="44" y="0"/>
                  </a:lnTo>
                  <a:cubicBezTo>
                    <a:pt x="44" y="0"/>
                    <a:pt x="45" y="0"/>
                    <a:pt x="45" y="1"/>
                  </a:cubicBezTo>
                  <a:lnTo>
                    <a:pt x="46" y="1"/>
                  </a:lnTo>
                  <a:cubicBezTo>
                    <a:pt x="48" y="1"/>
                    <a:pt x="50" y="1"/>
                    <a:pt x="51" y="1"/>
                  </a:cubicBezTo>
                  <a:cubicBezTo>
                    <a:pt x="53" y="1"/>
                    <a:pt x="56" y="2"/>
                    <a:pt x="59" y="3"/>
                  </a:cubicBezTo>
                  <a:cubicBezTo>
                    <a:pt x="63" y="5"/>
                    <a:pt x="66" y="7"/>
                    <a:pt x="69" y="10"/>
                  </a:cubicBezTo>
                  <a:cubicBezTo>
                    <a:pt x="72" y="13"/>
                    <a:pt x="75" y="17"/>
                    <a:pt x="78" y="23"/>
                  </a:cubicBezTo>
                  <a:cubicBezTo>
                    <a:pt x="84" y="35"/>
                    <a:pt x="87" y="51"/>
                    <a:pt x="87" y="70"/>
                  </a:cubicBezTo>
                  <a:cubicBezTo>
                    <a:pt x="87" y="90"/>
                    <a:pt x="83" y="107"/>
                    <a:pt x="75" y="120"/>
                  </a:cubicBezTo>
                  <a:cubicBezTo>
                    <a:pt x="70" y="128"/>
                    <a:pt x="64" y="134"/>
                    <a:pt x="57" y="139"/>
                  </a:cubicBezTo>
                  <a:cubicBezTo>
                    <a:pt x="50" y="143"/>
                    <a:pt x="43" y="145"/>
                    <a:pt x="35" y="145"/>
                  </a:cubicBezTo>
                  <a:cubicBezTo>
                    <a:pt x="26" y="145"/>
                    <a:pt x="19" y="143"/>
                    <a:pt x="14" y="139"/>
                  </a:cubicBezTo>
                  <a:cubicBezTo>
                    <a:pt x="8" y="135"/>
                    <a:pt x="5" y="129"/>
                    <a:pt x="5" y="121"/>
                  </a:cubicBezTo>
                  <a:cubicBezTo>
                    <a:pt x="5" y="113"/>
                    <a:pt x="9" y="109"/>
                    <a:pt x="17" y="109"/>
                  </a:cubicBezTo>
                  <a:cubicBezTo>
                    <a:pt x="20" y="109"/>
                    <a:pt x="22" y="110"/>
                    <a:pt x="24" y="112"/>
                  </a:cubicBezTo>
                  <a:cubicBezTo>
                    <a:pt x="26" y="114"/>
                    <a:pt x="27" y="117"/>
                    <a:pt x="27" y="121"/>
                  </a:cubicBezTo>
                  <a:cubicBezTo>
                    <a:pt x="27" y="123"/>
                    <a:pt x="27" y="125"/>
                    <a:pt x="26" y="127"/>
                  </a:cubicBezTo>
                  <a:cubicBezTo>
                    <a:pt x="24" y="129"/>
                    <a:pt x="23" y="130"/>
                    <a:pt x="22" y="130"/>
                  </a:cubicBezTo>
                  <a:cubicBezTo>
                    <a:pt x="21" y="131"/>
                    <a:pt x="20" y="131"/>
                    <a:pt x="19" y="132"/>
                  </a:cubicBezTo>
                  <a:lnTo>
                    <a:pt x="19" y="132"/>
                  </a:lnTo>
                  <a:cubicBezTo>
                    <a:pt x="19" y="132"/>
                    <a:pt x="19" y="132"/>
                    <a:pt x="20" y="133"/>
                  </a:cubicBezTo>
                  <a:cubicBezTo>
                    <a:pt x="21" y="134"/>
                    <a:pt x="23" y="134"/>
                    <a:pt x="26" y="135"/>
                  </a:cubicBezTo>
                  <a:cubicBezTo>
                    <a:pt x="28" y="136"/>
                    <a:pt x="31" y="136"/>
                    <a:pt x="34" y="136"/>
                  </a:cubicBezTo>
                  <a:lnTo>
                    <a:pt x="36" y="136"/>
                  </a:lnTo>
                  <a:cubicBezTo>
                    <a:pt x="44" y="136"/>
                    <a:pt x="51" y="132"/>
                    <a:pt x="57" y="123"/>
                  </a:cubicBezTo>
                  <a:cubicBezTo>
                    <a:pt x="63" y="115"/>
                    <a:pt x="65" y="101"/>
                    <a:pt x="65" y="82"/>
                  </a:cubicBezTo>
                  <a:lnTo>
                    <a:pt x="65" y="80"/>
                  </a:lnTo>
                  <a:close/>
                  <a:moveTo>
                    <a:pt x="42" y="88"/>
                  </a:moveTo>
                  <a:cubicBezTo>
                    <a:pt x="49" y="88"/>
                    <a:pt x="55" y="85"/>
                    <a:pt x="59" y="78"/>
                  </a:cubicBezTo>
                  <a:cubicBezTo>
                    <a:pt x="63" y="71"/>
                    <a:pt x="65" y="62"/>
                    <a:pt x="65" y="50"/>
                  </a:cubicBezTo>
                  <a:cubicBezTo>
                    <a:pt x="65" y="39"/>
                    <a:pt x="64" y="31"/>
                    <a:pt x="63" y="26"/>
                  </a:cubicBezTo>
                  <a:cubicBezTo>
                    <a:pt x="63" y="25"/>
                    <a:pt x="63" y="24"/>
                    <a:pt x="62" y="22"/>
                  </a:cubicBezTo>
                  <a:cubicBezTo>
                    <a:pt x="62" y="21"/>
                    <a:pt x="61" y="19"/>
                    <a:pt x="59" y="17"/>
                  </a:cubicBezTo>
                  <a:cubicBezTo>
                    <a:pt x="58" y="15"/>
                    <a:pt x="56" y="13"/>
                    <a:pt x="53" y="11"/>
                  </a:cubicBezTo>
                  <a:cubicBezTo>
                    <a:pt x="50" y="10"/>
                    <a:pt x="47" y="9"/>
                    <a:pt x="43" y="9"/>
                  </a:cubicBezTo>
                  <a:cubicBezTo>
                    <a:pt x="38" y="9"/>
                    <a:pt x="33" y="11"/>
                    <a:pt x="29" y="15"/>
                  </a:cubicBezTo>
                  <a:cubicBezTo>
                    <a:pt x="26" y="18"/>
                    <a:pt x="24" y="21"/>
                    <a:pt x="23" y="26"/>
                  </a:cubicBezTo>
                  <a:cubicBezTo>
                    <a:pt x="23" y="30"/>
                    <a:pt x="22" y="37"/>
                    <a:pt x="22" y="48"/>
                  </a:cubicBezTo>
                  <a:cubicBezTo>
                    <a:pt x="22" y="59"/>
                    <a:pt x="22" y="67"/>
                    <a:pt x="23" y="71"/>
                  </a:cubicBezTo>
                  <a:cubicBezTo>
                    <a:pt x="24" y="75"/>
                    <a:pt x="25" y="79"/>
                    <a:pt x="27" y="81"/>
                  </a:cubicBezTo>
                  <a:cubicBezTo>
                    <a:pt x="31" y="86"/>
                    <a:pt x="36" y="88"/>
                    <a:pt x="42" y="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5" name="Freeform 93"/>
            <p:cNvSpPr>
              <a:spLocks noEditPoints="1"/>
            </p:cNvSpPr>
            <p:nvPr/>
          </p:nvSpPr>
          <p:spPr bwMode="auto">
            <a:xfrm>
              <a:off x="-273" y="3241"/>
              <a:ext cx="43" cy="70"/>
            </a:xfrm>
            <a:custGeom>
              <a:avLst/>
              <a:gdLst>
                <a:gd name="T0" fmla="*/ 12 w 89"/>
                <a:gd name="T1" fmla="*/ 17 h 145"/>
                <a:gd name="T2" fmla="*/ 44 w 89"/>
                <a:gd name="T3" fmla="*/ 0 h 145"/>
                <a:gd name="T4" fmla="*/ 64 w 89"/>
                <a:gd name="T5" fmla="*/ 6 h 145"/>
                <a:gd name="T6" fmla="*/ 81 w 89"/>
                <a:gd name="T7" fmla="*/ 25 h 145"/>
                <a:gd name="T8" fmla="*/ 89 w 89"/>
                <a:gd name="T9" fmla="*/ 73 h 145"/>
                <a:gd name="T10" fmla="*/ 79 w 89"/>
                <a:gd name="T11" fmla="*/ 123 h 145"/>
                <a:gd name="T12" fmla="*/ 68 w 89"/>
                <a:gd name="T13" fmla="*/ 137 h 145"/>
                <a:gd name="T14" fmla="*/ 55 w 89"/>
                <a:gd name="T15" fmla="*/ 144 h 145"/>
                <a:gd name="T16" fmla="*/ 44 w 89"/>
                <a:gd name="T17" fmla="*/ 145 h 145"/>
                <a:gd name="T18" fmla="*/ 33 w 89"/>
                <a:gd name="T19" fmla="*/ 144 h 145"/>
                <a:gd name="T20" fmla="*/ 20 w 89"/>
                <a:gd name="T21" fmla="*/ 137 h 145"/>
                <a:gd name="T22" fmla="*/ 9 w 89"/>
                <a:gd name="T23" fmla="*/ 123 h 145"/>
                <a:gd name="T24" fmla="*/ 0 w 89"/>
                <a:gd name="T25" fmla="*/ 73 h 145"/>
                <a:gd name="T26" fmla="*/ 12 w 89"/>
                <a:gd name="T27" fmla="*/ 17 h 145"/>
                <a:gd name="T28" fmla="*/ 59 w 89"/>
                <a:gd name="T29" fmla="*/ 15 h 145"/>
                <a:gd name="T30" fmla="*/ 44 w 89"/>
                <a:gd name="T31" fmla="*/ 8 h 145"/>
                <a:gd name="T32" fmla="*/ 29 w 89"/>
                <a:gd name="T33" fmla="*/ 15 h 145"/>
                <a:gd name="T34" fmla="*/ 22 w 89"/>
                <a:gd name="T35" fmla="*/ 30 h 145"/>
                <a:gd name="T36" fmla="*/ 20 w 89"/>
                <a:gd name="T37" fmla="*/ 71 h 145"/>
                <a:gd name="T38" fmla="*/ 22 w 89"/>
                <a:gd name="T39" fmla="*/ 114 h 145"/>
                <a:gd name="T40" fmla="*/ 30 w 89"/>
                <a:gd name="T41" fmla="*/ 131 h 145"/>
                <a:gd name="T42" fmla="*/ 44 w 89"/>
                <a:gd name="T43" fmla="*/ 137 h 145"/>
                <a:gd name="T44" fmla="*/ 59 w 89"/>
                <a:gd name="T45" fmla="*/ 131 h 145"/>
                <a:gd name="T46" fmla="*/ 66 w 89"/>
                <a:gd name="T47" fmla="*/ 113 h 145"/>
                <a:gd name="T48" fmla="*/ 68 w 89"/>
                <a:gd name="T49" fmla="*/ 71 h 145"/>
                <a:gd name="T50" fmla="*/ 66 w 89"/>
                <a:gd name="T51" fmla="*/ 30 h 145"/>
                <a:gd name="T52" fmla="*/ 59 w 89"/>
                <a:gd name="T53" fmla="*/ 1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9" h="145">
                  <a:moveTo>
                    <a:pt x="12" y="17"/>
                  </a:moveTo>
                  <a:cubicBezTo>
                    <a:pt x="20" y="6"/>
                    <a:pt x="30" y="0"/>
                    <a:pt x="44" y="0"/>
                  </a:cubicBezTo>
                  <a:cubicBezTo>
                    <a:pt x="51" y="0"/>
                    <a:pt x="58" y="2"/>
                    <a:pt x="64" y="6"/>
                  </a:cubicBezTo>
                  <a:cubicBezTo>
                    <a:pt x="71" y="9"/>
                    <a:pt x="76" y="16"/>
                    <a:pt x="81" y="25"/>
                  </a:cubicBezTo>
                  <a:cubicBezTo>
                    <a:pt x="86" y="37"/>
                    <a:pt x="89" y="53"/>
                    <a:pt x="89" y="73"/>
                  </a:cubicBezTo>
                  <a:cubicBezTo>
                    <a:pt x="89" y="95"/>
                    <a:pt x="85" y="112"/>
                    <a:pt x="79" y="123"/>
                  </a:cubicBezTo>
                  <a:cubicBezTo>
                    <a:pt x="77" y="129"/>
                    <a:pt x="73" y="134"/>
                    <a:pt x="68" y="137"/>
                  </a:cubicBezTo>
                  <a:cubicBezTo>
                    <a:pt x="63" y="141"/>
                    <a:pt x="59" y="143"/>
                    <a:pt x="55" y="144"/>
                  </a:cubicBezTo>
                  <a:cubicBezTo>
                    <a:pt x="51" y="145"/>
                    <a:pt x="48" y="145"/>
                    <a:pt x="44" y="145"/>
                  </a:cubicBezTo>
                  <a:cubicBezTo>
                    <a:pt x="41" y="145"/>
                    <a:pt x="37" y="145"/>
                    <a:pt x="33" y="144"/>
                  </a:cubicBezTo>
                  <a:cubicBezTo>
                    <a:pt x="30" y="143"/>
                    <a:pt x="25" y="141"/>
                    <a:pt x="20" y="137"/>
                  </a:cubicBezTo>
                  <a:cubicBezTo>
                    <a:pt x="15" y="134"/>
                    <a:pt x="12" y="129"/>
                    <a:pt x="9" y="123"/>
                  </a:cubicBezTo>
                  <a:cubicBezTo>
                    <a:pt x="3" y="112"/>
                    <a:pt x="0" y="95"/>
                    <a:pt x="0" y="73"/>
                  </a:cubicBezTo>
                  <a:cubicBezTo>
                    <a:pt x="0" y="49"/>
                    <a:pt x="4" y="30"/>
                    <a:pt x="12" y="17"/>
                  </a:cubicBezTo>
                  <a:close/>
                  <a:moveTo>
                    <a:pt x="59" y="15"/>
                  </a:moveTo>
                  <a:cubicBezTo>
                    <a:pt x="55" y="10"/>
                    <a:pt x="50" y="8"/>
                    <a:pt x="44" y="8"/>
                  </a:cubicBezTo>
                  <a:cubicBezTo>
                    <a:pt x="38" y="8"/>
                    <a:pt x="33" y="10"/>
                    <a:pt x="29" y="15"/>
                  </a:cubicBezTo>
                  <a:cubicBezTo>
                    <a:pt x="26" y="19"/>
                    <a:pt x="23" y="24"/>
                    <a:pt x="22" y="30"/>
                  </a:cubicBezTo>
                  <a:cubicBezTo>
                    <a:pt x="21" y="37"/>
                    <a:pt x="20" y="50"/>
                    <a:pt x="20" y="71"/>
                  </a:cubicBezTo>
                  <a:cubicBezTo>
                    <a:pt x="20" y="93"/>
                    <a:pt x="21" y="107"/>
                    <a:pt x="22" y="114"/>
                  </a:cubicBezTo>
                  <a:cubicBezTo>
                    <a:pt x="23" y="121"/>
                    <a:pt x="26" y="127"/>
                    <a:pt x="30" y="131"/>
                  </a:cubicBezTo>
                  <a:cubicBezTo>
                    <a:pt x="34" y="135"/>
                    <a:pt x="38" y="137"/>
                    <a:pt x="44" y="137"/>
                  </a:cubicBezTo>
                  <a:cubicBezTo>
                    <a:pt x="50" y="137"/>
                    <a:pt x="55" y="135"/>
                    <a:pt x="59" y="131"/>
                  </a:cubicBezTo>
                  <a:cubicBezTo>
                    <a:pt x="63" y="127"/>
                    <a:pt x="65" y="121"/>
                    <a:pt x="66" y="113"/>
                  </a:cubicBezTo>
                  <a:cubicBezTo>
                    <a:pt x="67" y="106"/>
                    <a:pt x="68" y="92"/>
                    <a:pt x="68" y="71"/>
                  </a:cubicBezTo>
                  <a:cubicBezTo>
                    <a:pt x="68" y="50"/>
                    <a:pt x="67" y="37"/>
                    <a:pt x="66" y="30"/>
                  </a:cubicBezTo>
                  <a:cubicBezTo>
                    <a:pt x="65" y="24"/>
                    <a:pt x="63" y="19"/>
                    <a:pt x="59" y="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6" name="Freeform 94"/>
            <p:cNvSpPr>
              <a:spLocks/>
            </p:cNvSpPr>
            <p:nvPr/>
          </p:nvSpPr>
          <p:spPr bwMode="auto">
            <a:xfrm>
              <a:off x="-223" y="3221"/>
              <a:ext cx="29" cy="48"/>
            </a:xfrm>
            <a:custGeom>
              <a:avLst/>
              <a:gdLst>
                <a:gd name="T0" fmla="*/ 8 w 59"/>
                <a:gd name="T1" fmla="*/ 36 h 100"/>
                <a:gd name="T2" fmla="*/ 2 w 59"/>
                <a:gd name="T3" fmla="*/ 33 h 100"/>
                <a:gd name="T4" fmla="*/ 0 w 59"/>
                <a:gd name="T5" fmla="*/ 26 h 100"/>
                <a:gd name="T6" fmla="*/ 7 w 59"/>
                <a:gd name="T7" fmla="*/ 8 h 100"/>
                <a:gd name="T8" fmla="*/ 27 w 59"/>
                <a:gd name="T9" fmla="*/ 0 h 100"/>
                <a:gd name="T10" fmla="*/ 50 w 59"/>
                <a:gd name="T11" fmla="*/ 9 h 100"/>
                <a:gd name="T12" fmla="*/ 59 w 59"/>
                <a:gd name="T13" fmla="*/ 30 h 100"/>
                <a:gd name="T14" fmla="*/ 56 w 59"/>
                <a:gd name="T15" fmla="*/ 43 h 100"/>
                <a:gd name="T16" fmla="*/ 49 w 59"/>
                <a:gd name="T17" fmla="*/ 53 h 100"/>
                <a:gd name="T18" fmla="*/ 37 w 59"/>
                <a:gd name="T19" fmla="*/ 64 h 100"/>
                <a:gd name="T20" fmla="*/ 22 w 59"/>
                <a:gd name="T21" fmla="*/ 77 h 100"/>
                <a:gd name="T22" fmla="*/ 13 w 59"/>
                <a:gd name="T23" fmla="*/ 86 h 100"/>
                <a:gd name="T24" fmla="*/ 25 w 59"/>
                <a:gd name="T25" fmla="*/ 86 h 100"/>
                <a:gd name="T26" fmla="*/ 49 w 59"/>
                <a:gd name="T27" fmla="*/ 85 h 100"/>
                <a:gd name="T28" fmla="*/ 53 w 59"/>
                <a:gd name="T29" fmla="*/ 72 h 100"/>
                <a:gd name="T30" fmla="*/ 53 w 59"/>
                <a:gd name="T31" fmla="*/ 72 h 100"/>
                <a:gd name="T32" fmla="*/ 59 w 59"/>
                <a:gd name="T33" fmla="*/ 72 h 100"/>
                <a:gd name="T34" fmla="*/ 59 w 59"/>
                <a:gd name="T35" fmla="*/ 72 h 100"/>
                <a:gd name="T36" fmla="*/ 57 w 59"/>
                <a:gd name="T37" fmla="*/ 86 h 100"/>
                <a:gd name="T38" fmla="*/ 55 w 59"/>
                <a:gd name="T39" fmla="*/ 99 h 100"/>
                <a:gd name="T40" fmla="*/ 55 w 59"/>
                <a:gd name="T41" fmla="*/ 100 h 100"/>
                <a:gd name="T42" fmla="*/ 0 w 59"/>
                <a:gd name="T43" fmla="*/ 100 h 100"/>
                <a:gd name="T44" fmla="*/ 0 w 59"/>
                <a:gd name="T45" fmla="*/ 97 h 100"/>
                <a:gd name="T46" fmla="*/ 0 w 59"/>
                <a:gd name="T47" fmla="*/ 95 h 100"/>
                <a:gd name="T48" fmla="*/ 0 w 59"/>
                <a:gd name="T49" fmla="*/ 93 h 100"/>
                <a:gd name="T50" fmla="*/ 5 w 59"/>
                <a:gd name="T51" fmla="*/ 88 h 100"/>
                <a:gd name="T52" fmla="*/ 12 w 59"/>
                <a:gd name="T53" fmla="*/ 79 h 100"/>
                <a:gd name="T54" fmla="*/ 17 w 59"/>
                <a:gd name="T55" fmla="*/ 74 h 100"/>
                <a:gd name="T56" fmla="*/ 22 w 59"/>
                <a:gd name="T57" fmla="*/ 68 h 100"/>
                <a:gd name="T58" fmla="*/ 27 w 59"/>
                <a:gd name="T59" fmla="*/ 63 h 100"/>
                <a:gd name="T60" fmla="*/ 31 w 59"/>
                <a:gd name="T61" fmla="*/ 58 h 100"/>
                <a:gd name="T62" fmla="*/ 34 w 59"/>
                <a:gd name="T63" fmla="*/ 54 h 100"/>
                <a:gd name="T64" fmla="*/ 38 w 59"/>
                <a:gd name="T65" fmla="*/ 49 h 100"/>
                <a:gd name="T66" fmla="*/ 40 w 59"/>
                <a:gd name="T67" fmla="*/ 45 h 100"/>
                <a:gd name="T68" fmla="*/ 42 w 59"/>
                <a:gd name="T69" fmla="*/ 40 h 100"/>
                <a:gd name="T70" fmla="*/ 43 w 59"/>
                <a:gd name="T71" fmla="*/ 35 h 100"/>
                <a:gd name="T72" fmla="*/ 43 w 59"/>
                <a:gd name="T73" fmla="*/ 31 h 100"/>
                <a:gd name="T74" fmla="*/ 38 w 59"/>
                <a:gd name="T75" fmla="*/ 14 h 100"/>
                <a:gd name="T76" fmla="*/ 24 w 59"/>
                <a:gd name="T77" fmla="*/ 7 h 100"/>
                <a:gd name="T78" fmla="*/ 15 w 59"/>
                <a:gd name="T79" fmla="*/ 10 h 100"/>
                <a:gd name="T80" fmla="*/ 10 w 59"/>
                <a:gd name="T81" fmla="*/ 15 h 100"/>
                <a:gd name="T82" fmla="*/ 8 w 59"/>
                <a:gd name="T83" fmla="*/ 18 h 100"/>
                <a:gd name="T84" fmla="*/ 9 w 59"/>
                <a:gd name="T85" fmla="*/ 18 h 100"/>
                <a:gd name="T86" fmla="*/ 15 w 59"/>
                <a:gd name="T87" fmla="*/ 20 h 100"/>
                <a:gd name="T88" fmla="*/ 17 w 59"/>
                <a:gd name="T89" fmla="*/ 27 h 100"/>
                <a:gd name="T90" fmla="*/ 15 w 59"/>
                <a:gd name="T91" fmla="*/ 33 h 100"/>
                <a:gd name="T92" fmla="*/ 8 w 59"/>
                <a:gd name="T93" fmla="*/ 3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9" h="100">
                  <a:moveTo>
                    <a:pt x="8" y="36"/>
                  </a:moveTo>
                  <a:cubicBezTo>
                    <a:pt x="6" y="36"/>
                    <a:pt x="3" y="35"/>
                    <a:pt x="2" y="33"/>
                  </a:cubicBezTo>
                  <a:cubicBezTo>
                    <a:pt x="0" y="31"/>
                    <a:pt x="0" y="29"/>
                    <a:pt x="0" y="26"/>
                  </a:cubicBezTo>
                  <a:cubicBezTo>
                    <a:pt x="0" y="19"/>
                    <a:pt x="2" y="13"/>
                    <a:pt x="7" y="8"/>
                  </a:cubicBezTo>
                  <a:cubicBezTo>
                    <a:pt x="13" y="3"/>
                    <a:pt x="19" y="0"/>
                    <a:pt x="27" y="0"/>
                  </a:cubicBezTo>
                  <a:cubicBezTo>
                    <a:pt x="36" y="0"/>
                    <a:pt x="44" y="3"/>
                    <a:pt x="50" y="9"/>
                  </a:cubicBezTo>
                  <a:cubicBezTo>
                    <a:pt x="56" y="14"/>
                    <a:pt x="59" y="22"/>
                    <a:pt x="59" y="30"/>
                  </a:cubicBezTo>
                  <a:cubicBezTo>
                    <a:pt x="59" y="35"/>
                    <a:pt x="58" y="39"/>
                    <a:pt x="56" y="43"/>
                  </a:cubicBezTo>
                  <a:cubicBezTo>
                    <a:pt x="54" y="46"/>
                    <a:pt x="52" y="50"/>
                    <a:pt x="49" y="53"/>
                  </a:cubicBezTo>
                  <a:cubicBezTo>
                    <a:pt x="46" y="56"/>
                    <a:pt x="42" y="59"/>
                    <a:pt x="37" y="64"/>
                  </a:cubicBezTo>
                  <a:cubicBezTo>
                    <a:pt x="33" y="67"/>
                    <a:pt x="28" y="71"/>
                    <a:pt x="22" y="77"/>
                  </a:cubicBezTo>
                  <a:lnTo>
                    <a:pt x="13" y="86"/>
                  </a:lnTo>
                  <a:lnTo>
                    <a:pt x="25" y="86"/>
                  </a:lnTo>
                  <a:cubicBezTo>
                    <a:pt x="40" y="86"/>
                    <a:pt x="48" y="86"/>
                    <a:pt x="49" y="85"/>
                  </a:cubicBezTo>
                  <a:cubicBezTo>
                    <a:pt x="50" y="85"/>
                    <a:pt x="51" y="81"/>
                    <a:pt x="53" y="72"/>
                  </a:cubicBezTo>
                  <a:lnTo>
                    <a:pt x="53" y="72"/>
                  </a:lnTo>
                  <a:lnTo>
                    <a:pt x="59" y="72"/>
                  </a:lnTo>
                  <a:lnTo>
                    <a:pt x="59" y="72"/>
                  </a:lnTo>
                  <a:cubicBezTo>
                    <a:pt x="59" y="72"/>
                    <a:pt x="58" y="77"/>
                    <a:pt x="57" y="86"/>
                  </a:cubicBezTo>
                  <a:cubicBezTo>
                    <a:pt x="56" y="94"/>
                    <a:pt x="55" y="99"/>
                    <a:pt x="55" y="99"/>
                  </a:cubicBezTo>
                  <a:lnTo>
                    <a:pt x="55" y="100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5"/>
                  </a:lnTo>
                  <a:cubicBezTo>
                    <a:pt x="0" y="94"/>
                    <a:pt x="0" y="94"/>
                    <a:pt x="0" y="93"/>
                  </a:cubicBezTo>
                  <a:cubicBezTo>
                    <a:pt x="1" y="92"/>
                    <a:pt x="2" y="90"/>
                    <a:pt x="5" y="88"/>
                  </a:cubicBezTo>
                  <a:cubicBezTo>
                    <a:pt x="8" y="84"/>
                    <a:pt x="10" y="82"/>
                    <a:pt x="12" y="79"/>
                  </a:cubicBezTo>
                  <a:cubicBezTo>
                    <a:pt x="13" y="78"/>
                    <a:pt x="15" y="76"/>
                    <a:pt x="17" y="74"/>
                  </a:cubicBezTo>
                  <a:cubicBezTo>
                    <a:pt x="20" y="71"/>
                    <a:pt x="22" y="69"/>
                    <a:pt x="22" y="68"/>
                  </a:cubicBezTo>
                  <a:cubicBezTo>
                    <a:pt x="23" y="67"/>
                    <a:pt x="25" y="66"/>
                    <a:pt x="27" y="63"/>
                  </a:cubicBezTo>
                  <a:cubicBezTo>
                    <a:pt x="29" y="61"/>
                    <a:pt x="30" y="59"/>
                    <a:pt x="31" y="58"/>
                  </a:cubicBezTo>
                  <a:cubicBezTo>
                    <a:pt x="32" y="57"/>
                    <a:pt x="33" y="56"/>
                    <a:pt x="34" y="54"/>
                  </a:cubicBezTo>
                  <a:cubicBezTo>
                    <a:pt x="36" y="52"/>
                    <a:pt x="37" y="50"/>
                    <a:pt x="38" y="49"/>
                  </a:cubicBezTo>
                  <a:cubicBezTo>
                    <a:pt x="38" y="48"/>
                    <a:pt x="39" y="46"/>
                    <a:pt x="40" y="45"/>
                  </a:cubicBezTo>
                  <a:cubicBezTo>
                    <a:pt x="41" y="43"/>
                    <a:pt x="41" y="42"/>
                    <a:pt x="42" y="40"/>
                  </a:cubicBezTo>
                  <a:cubicBezTo>
                    <a:pt x="42" y="38"/>
                    <a:pt x="42" y="37"/>
                    <a:pt x="43" y="35"/>
                  </a:cubicBezTo>
                  <a:cubicBezTo>
                    <a:pt x="43" y="34"/>
                    <a:pt x="43" y="32"/>
                    <a:pt x="43" y="31"/>
                  </a:cubicBezTo>
                  <a:cubicBezTo>
                    <a:pt x="43" y="24"/>
                    <a:pt x="42" y="19"/>
                    <a:pt x="38" y="14"/>
                  </a:cubicBezTo>
                  <a:cubicBezTo>
                    <a:pt x="35" y="10"/>
                    <a:pt x="30" y="7"/>
                    <a:pt x="24" y="7"/>
                  </a:cubicBezTo>
                  <a:cubicBezTo>
                    <a:pt x="20" y="7"/>
                    <a:pt x="17" y="8"/>
                    <a:pt x="15" y="10"/>
                  </a:cubicBezTo>
                  <a:cubicBezTo>
                    <a:pt x="13" y="12"/>
                    <a:pt x="11" y="13"/>
                    <a:pt x="10" y="15"/>
                  </a:cubicBezTo>
                  <a:cubicBezTo>
                    <a:pt x="9" y="16"/>
                    <a:pt x="8" y="17"/>
                    <a:pt x="8" y="18"/>
                  </a:cubicBezTo>
                  <a:cubicBezTo>
                    <a:pt x="8" y="18"/>
                    <a:pt x="9" y="18"/>
                    <a:pt x="9" y="18"/>
                  </a:cubicBezTo>
                  <a:cubicBezTo>
                    <a:pt x="11" y="18"/>
                    <a:pt x="13" y="19"/>
                    <a:pt x="15" y="20"/>
                  </a:cubicBezTo>
                  <a:cubicBezTo>
                    <a:pt x="16" y="21"/>
                    <a:pt x="17" y="24"/>
                    <a:pt x="17" y="27"/>
                  </a:cubicBezTo>
                  <a:cubicBezTo>
                    <a:pt x="17" y="29"/>
                    <a:pt x="17" y="31"/>
                    <a:pt x="15" y="33"/>
                  </a:cubicBezTo>
                  <a:cubicBezTo>
                    <a:pt x="13" y="35"/>
                    <a:pt x="11" y="36"/>
                    <a:pt x="8" y="3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7" name="Freeform 95"/>
            <p:cNvSpPr>
              <a:spLocks/>
            </p:cNvSpPr>
            <p:nvPr/>
          </p:nvSpPr>
          <p:spPr bwMode="auto">
            <a:xfrm>
              <a:off x="-370" y="3383"/>
              <a:ext cx="79" cy="101"/>
            </a:xfrm>
            <a:custGeom>
              <a:avLst/>
              <a:gdLst>
                <a:gd name="T0" fmla="*/ 5 w 165"/>
                <a:gd name="T1" fmla="*/ 131 h 211"/>
                <a:gd name="T2" fmla="*/ 2 w 165"/>
                <a:gd name="T3" fmla="*/ 129 h 211"/>
                <a:gd name="T4" fmla="*/ 0 w 165"/>
                <a:gd name="T5" fmla="*/ 127 h 211"/>
                <a:gd name="T6" fmla="*/ 6 w 165"/>
                <a:gd name="T7" fmla="*/ 120 h 211"/>
                <a:gd name="T8" fmla="*/ 20 w 165"/>
                <a:gd name="T9" fmla="*/ 110 h 211"/>
                <a:gd name="T10" fmla="*/ 28 w 165"/>
                <a:gd name="T11" fmla="*/ 104 h 211"/>
                <a:gd name="T12" fmla="*/ 29 w 165"/>
                <a:gd name="T13" fmla="*/ 103 h 211"/>
                <a:gd name="T14" fmla="*/ 30 w 165"/>
                <a:gd name="T15" fmla="*/ 103 h 211"/>
                <a:gd name="T16" fmla="*/ 33 w 165"/>
                <a:gd name="T17" fmla="*/ 107 h 211"/>
                <a:gd name="T18" fmla="*/ 44 w 165"/>
                <a:gd name="T19" fmla="*/ 131 h 211"/>
                <a:gd name="T20" fmla="*/ 50 w 165"/>
                <a:gd name="T21" fmla="*/ 146 h 211"/>
                <a:gd name="T22" fmla="*/ 68 w 165"/>
                <a:gd name="T23" fmla="*/ 185 h 211"/>
                <a:gd name="T24" fmla="*/ 90 w 165"/>
                <a:gd name="T25" fmla="*/ 140 h 211"/>
                <a:gd name="T26" fmla="*/ 134 w 165"/>
                <a:gd name="T27" fmla="*/ 50 h 211"/>
                <a:gd name="T28" fmla="*/ 156 w 165"/>
                <a:gd name="T29" fmla="*/ 3 h 211"/>
                <a:gd name="T30" fmla="*/ 161 w 165"/>
                <a:gd name="T31" fmla="*/ 0 h 211"/>
                <a:gd name="T32" fmla="*/ 163 w 165"/>
                <a:gd name="T33" fmla="*/ 1 h 211"/>
                <a:gd name="T34" fmla="*/ 165 w 165"/>
                <a:gd name="T35" fmla="*/ 4 h 211"/>
                <a:gd name="T36" fmla="*/ 165 w 165"/>
                <a:gd name="T37" fmla="*/ 5 h 211"/>
                <a:gd name="T38" fmla="*/ 115 w 165"/>
                <a:gd name="T39" fmla="*/ 107 h 211"/>
                <a:gd name="T40" fmla="*/ 66 w 165"/>
                <a:gd name="T41" fmla="*/ 209 h 211"/>
                <a:gd name="T42" fmla="*/ 62 w 165"/>
                <a:gd name="T43" fmla="*/ 211 h 211"/>
                <a:gd name="T44" fmla="*/ 59 w 165"/>
                <a:gd name="T45" fmla="*/ 210 h 211"/>
                <a:gd name="T46" fmla="*/ 39 w 165"/>
                <a:gd name="T47" fmla="*/ 166 h 211"/>
                <a:gd name="T48" fmla="*/ 18 w 165"/>
                <a:gd name="T49" fmla="*/ 121 h 211"/>
                <a:gd name="T50" fmla="*/ 15 w 165"/>
                <a:gd name="T51" fmla="*/ 124 h 211"/>
                <a:gd name="T52" fmla="*/ 8 w 165"/>
                <a:gd name="T53" fmla="*/ 129 h 211"/>
                <a:gd name="T54" fmla="*/ 5 w 165"/>
                <a:gd name="T55" fmla="*/ 13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211">
                  <a:moveTo>
                    <a:pt x="5" y="131"/>
                  </a:moveTo>
                  <a:cubicBezTo>
                    <a:pt x="4" y="131"/>
                    <a:pt x="3" y="131"/>
                    <a:pt x="2" y="129"/>
                  </a:cubicBezTo>
                  <a:cubicBezTo>
                    <a:pt x="1" y="128"/>
                    <a:pt x="0" y="127"/>
                    <a:pt x="0" y="127"/>
                  </a:cubicBezTo>
                  <a:cubicBezTo>
                    <a:pt x="0" y="126"/>
                    <a:pt x="2" y="124"/>
                    <a:pt x="6" y="120"/>
                  </a:cubicBezTo>
                  <a:cubicBezTo>
                    <a:pt x="11" y="117"/>
                    <a:pt x="15" y="113"/>
                    <a:pt x="20" y="110"/>
                  </a:cubicBezTo>
                  <a:cubicBezTo>
                    <a:pt x="25" y="106"/>
                    <a:pt x="28" y="104"/>
                    <a:pt x="28" y="104"/>
                  </a:cubicBezTo>
                  <a:cubicBezTo>
                    <a:pt x="29" y="103"/>
                    <a:pt x="29" y="103"/>
                    <a:pt x="29" y="103"/>
                  </a:cubicBezTo>
                  <a:lnTo>
                    <a:pt x="30" y="103"/>
                  </a:lnTo>
                  <a:cubicBezTo>
                    <a:pt x="30" y="103"/>
                    <a:pt x="31" y="104"/>
                    <a:pt x="33" y="107"/>
                  </a:cubicBezTo>
                  <a:cubicBezTo>
                    <a:pt x="34" y="109"/>
                    <a:pt x="37" y="117"/>
                    <a:pt x="44" y="131"/>
                  </a:cubicBezTo>
                  <a:cubicBezTo>
                    <a:pt x="47" y="137"/>
                    <a:pt x="49" y="142"/>
                    <a:pt x="50" y="146"/>
                  </a:cubicBezTo>
                  <a:lnTo>
                    <a:pt x="68" y="185"/>
                  </a:lnTo>
                  <a:cubicBezTo>
                    <a:pt x="69" y="185"/>
                    <a:pt x="76" y="170"/>
                    <a:pt x="90" y="140"/>
                  </a:cubicBezTo>
                  <a:cubicBezTo>
                    <a:pt x="105" y="110"/>
                    <a:pt x="119" y="80"/>
                    <a:pt x="134" y="50"/>
                  </a:cubicBezTo>
                  <a:cubicBezTo>
                    <a:pt x="148" y="19"/>
                    <a:pt x="156" y="4"/>
                    <a:pt x="156" y="3"/>
                  </a:cubicBezTo>
                  <a:cubicBezTo>
                    <a:pt x="157" y="1"/>
                    <a:pt x="159" y="0"/>
                    <a:pt x="161" y="0"/>
                  </a:cubicBezTo>
                  <a:cubicBezTo>
                    <a:pt x="162" y="0"/>
                    <a:pt x="162" y="0"/>
                    <a:pt x="163" y="1"/>
                  </a:cubicBezTo>
                  <a:cubicBezTo>
                    <a:pt x="164" y="2"/>
                    <a:pt x="164" y="3"/>
                    <a:pt x="165" y="4"/>
                  </a:cubicBezTo>
                  <a:lnTo>
                    <a:pt x="165" y="5"/>
                  </a:lnTo>
                  <a:lnTo>
                    <a:pt x="115" y="107"/>
                  </a:lnTo>
                  <a:lnTo>
                    <a:pt x="66" y="209"/>
                  </a:lnTo>
                  <a:cubicBezTo>
                    <a:pt x="65" y="210"/>
                    <a:pt x="64" y="211"/>
                    <a:pt x="62" y="211"/>
                  </a:cubicBezTo>
                  <a:cubicBezTo>
                    <a:pt x="61" y="211"/>
                    <a:pt x="60" y="211"/>
                    <a:pt x="59" y="210"/>
                  </a:cubicBezTo>
                  <a:cubicBezTo>
                    <a:pt x="59" y="210"/>
                    <a:pt x="52" y="195"/>
                    <a:pt x="39" y="166"/>
                  </a:cubicBezTo>
                  <a:lnTo>
                    <a:pt x="18" y="121"/>
                  </a:lnTo>
                  <a:lnTo>
                    <a:pt x="15" y="124"/>
                  </a:lnTo>
                  <a:cubicBezTo>
                    <a:pt x="13" y="125"/>
                    <a:pt x="11" y="127"/>
                    <a:pt x="8" y="129"/>
                  </a:cubicBezTo>
                  <a:cubicBezTo>
                    <a:pt x="6" y="130"/>
                    <a:pt x="5" y="131"/>
                    <a:pt x="5" y="13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8" name="Rectangle 96"/>
            <p:cNvSpPr>
              <a:spLocks noChangeArrowheads="1"/>
            </p:cNvSpPr>
            <p:nvPr/>
          </p:nvSpPr>
          <p:spPr bwMode="auto">
            <a:xfrm>
              <a:off x="-293" y="3383"/>
              <a:ext cx="102" cy="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59" name="Freeform 97"/>
            <p:cNvSpPr>
              <a:spLocks/>
            </p:cNvSpPr>
            <p:nvPr/>
          </p:nvSpPr>
          <p:spPr bwMode="auto">
            <a:xfrm>
              <a:off x="-285" y="3401"/>
              <a:ext cx="35" cy="68"/>
            </a:xfrm>
            <a:custGeom>
              <a:avLst/>
              <a:gdLst>
                <a:gd name="T0" fmla="*/ 27 w 72"/>
                <a:gd name="T1" fmla="*/ 19 h 141"/>
                <a:gd name="T2" fmla="*/ 25 w 72"/>
                <a:gd name="T3" fmla="*/ 20 h 141"/>
                <a:gd name="T4" fmla="*/ 16 w 72"/>
                <a:gd name="T5" fmla="*/ 22 h 141"/>
                <a:gd name="T6" fmla="*/ 4 w 72"/>
                <a:gd name="T7" fmla="*/ 24 h 141"/>
                <a:gd name="T8" fmla="*/ 0 w 72"/>
                <a:gd name="T9" fmla="*/ 24 h 141"/>
                <a:gd name="T10" fmla="*/ 0 w 72"/>
                <a:gd name="T11" fmla="*/ 14 h 141"/>
                <a:gd name="T12" fmla="*/ 4 w 72"/>
                <a:gd name="T13" fmla="*/ 14 h 141"/>
                <a:gd name="T14" fmla="*/ 22 w 72"/>
                <a:gd name="T15" fmla="*/ 11 h 141"/>
                <a:gd name="T16" fmla="*/ 34 w 72"/>
                <a:gd name="T17" fmla="*/ 6 h 141"/>
                <a:gd name="T18" fmla="*/ 40 w 72"/>
                <a:gd name="T19" fmla="*/ 1 h 141"/>
                <a:gd name="T20" fmla="*/ 42 w 72"/>
                <a:gd name="T21" fmla="*/ 0 h 141"/>
                <a:gd name="T22" fmla="*/ 46 w 72"/>
                <a:gd name="T23" fmla="*/ 2 h 141"/>
                <a:gd name="T24" fmla="*/ 46 w 72"/>
                <a:gd name="T25" fmla="*/ 65 h 141"/>
                <a:gd name="T26" fmla="*/ 46 w 72"/>
                <a:gd name="T27" fmla="*/ 128 h 141"/>
                <a:gd name="T28" fmla="*/ 49 w 72"/>
                <a:gd name="T29" fmla="*/ 130 h 141"/>
                <a:gd name="T30" fmla="*/ 54 w 72"/>
                <a:gd name="T31" fmla="*/ 131 h 141"/>
                <a:gd name="T32" fmla="*/ 67 w 72"/>
                <a:gd name="T33" fmla="*/ 131 h 141"/>
                <a:gd name="T34" fmla="*/ 72 w 72"/>
                <a:gd name="T35" fmla="*/ 131 h 141"/>
                <a:gd name="T36" fmla="*/ 72 w 72"/>
                <a:gd name="T37" fmla="*/ 141 h 141"/>
                <a:gd name="T38" fmla="*/ 70 w 72"/>
                <a:gd name="T39" fmla="*/ 141 h 141"/>
                <a:gd name="T40" fmla="*/ 37 w 72"/>
                <a:gd name="T41" fmla="*/ 140 h 141"/>
                <a:gd name="T42" fmla="*/ 3 w 72"/>
                <a:gd name="T43" fmla="*/ 141 h 141"/>
                <a:gd name="T44" fmla="*/ 1 w 72"/>
                <a:gd name="T45" fmla="*/ 141 h 141"/>
                <a:gd name="T46" fmla="*/ 1 w 72"/>
                <a:gd name="T47" fmla="*/ 131 h 141"/>
                <a:gd name="T48" fmla="*/ 6 w 72"/>
                <a:gd name="T49" fmla="*/ 131 h 141"/>
                <a:gd name="T50" fmla="*/ 14 w 72"/>
                <a:gd name="T51" fmla="*/ 131 h 141"/>
                <a:gd name="T52" fmla="*/ 20 w 72"/>
                <a:gd name="T53" fmla="*/ 131 h 141"/>
                <a:gd name="T54" fmla="*/ 23 w 72"/>
                <a:gd name="T55" fmla="*/ 130 h 141"/>
                <a:gd name="T56" fmla="*/ 25 w 72"/>
                <a:gd name="T57" fmla="*/ 130 h 141"/>
                <a:gd name="T58" fmla="*/ 26 w 72"/>
                <a:gd name="T59" fmla="*/ 129 h 141"/>
                <a:gd name="T60" fmla="*/ 27 w 72"/>
                <a:gd name="T61" fmla="*/ 128 h 141"/>
                <a:gd name="T62" fmla="*/ 27 w 72"/>
                <a:gd name="T63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" h="141">
                  <a:moveTo>
                    <a:pt x="27" y="19"/>
                  </a:moveTo>
                  <a:lnTo>
                    <a:pt x="25" y="20"/>
                  </a:lnTo>
                  <a:cubicBezTo>
                    <a:pt x="23" y="21"/>
                    <a:pt x="20" y="21"/>
                    <a:pt x="16" y="22"/>
                  </a:cubicBezTo>
                  <a:cubicBezTo>
                    <a:pt x="12" y="23"/>
                    <a:pt x="8" y="23"/>
                    <a:pt x="4" y="24"/>
                  </a:cubicBezTo>
                  <a:lnTo>
                    <a:pt x="0" y="24"/>
                  </a:lnTo>
                  <a:lnTo>
                    <a:pt x="0" y="14"/>
                  </a:lnTo>
                  <a:lnTo>
                    <a:pt x="4" y="14"/>
                  </a:lnTo>
                  <a:cubicBezTo>
                    <a:pt x="10" y="14"/>
                    <a:pt x="17" y="13"/>
                    <a:pt x="22" y="11"/>
                  </a:cubicBezTo>
                  <a:cubicBezTo>
                    <a:pt x="28" y="9"/>
                    <a:pt x="32" y="7"/>
                    <a:pt x="34" y="6"/>
                  </a:cubicBezTo>
                  <a:cubicBezTo>
                    <a:pt x="36" y="4"/>
                    <a:pt x="38" y="3"/>
                    <a:pt x="40" y="1"/>
                  </a:cubicBezTo>
                  <a:cubicBezTo>
                    <a:pt x="40" y="1"/>
                    <a:pt x="41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lnTo>
                    <a:pt x="46" y="65"/>
                  </a:lnTo>
                  <a:lnTo>
                    <a:pt x="46" y="128"/>
                  </a:lnTo>
                  <a:cubicBezTo>
                    <a:pt x="47" y="129"/>
                    <a:pt x="48" y="130"/>
                    <a:pt x="49" y="130"/>
                  </a:cubicBezTo>
                  <a:cubicBezTo>
                    <a:pt x="50" y="130"/>
                    <a:pt x="51" y="130"/>
                    <a:pt x="54" y="131"/>
                  </a:cubicBezTo>
                  <a:cubicBezTo>
                    <a:pt x="57" y="131"/>
                    <a:pt x="61" y="131"/>
                    <a:pt x="67" y="131"/>
                  </a:cubicBezTo>
                  <a:lnTo>
                    <a:pt x="72" y="131"/>
                  </a:lnTo>
                  <a:lnTo>
                    <a:pt x="72" y="141"/>
                  </a:lnTo>
                  <a:lnTo>
                    <a:pt x="70" y="141"/>
                  </a:lnTo>
                  <a:cubicBezTo>
                    <a:pt x="67" y="140"/>
                    <a:pt x="56" y="140"/>
                    <a:pt x="37" y="140"/>
                  </a:cubicBezTo>
                  <a:cubicBezTo>
                    <a:pt x="17" y="140"/>
                    <a:pt x="6" y="140"/>
                    <a:pt x="3" y="141"/>
                  </a:cubicBezTo>
                  <a:lnTo>
                    <a:pt x="1" y="141"/>
                  </a:lnTo>
                  <a:lnTo>
                    <a:pt x="1" y="131"/>
                  </a:lnTo>
                  <a:lnTo>
                    <a:pt x="6" y="131"/>
                  </a:lnTo>
                  <a:lnTo>
                    <a:pt x="14" y="131"/>
                  </a:lnTo>
                  <a:cubicBezTo>
                    <a:pt x="17" y="131"/>
                    <a:pt x="18" y="131"/>
                    <a:pt x="20" y="131"/>
                  </a:cubicBezTo>
                  <a:cubicBezTo>
                    <a:pt x="21" y="131"/>
                    <a:pt x="22" y="131"/>
                    <a:pt x="23" y="130"/>
                  </a:cubicBezTo>
                  <a:cubicBezTo>
                    <a:pt x="24" y="130"/>
                    <a:pt x="25" y="130"/>
                    <a:pt x="25" y="130"/>
                  </a:cubicBezTo>
                  <a:cubicBezTo>
                    <a:pt x="25" y="130"/>
                    <a:pt x="25" y="130"/>
                    <a:pt x="26" y="129"/>
                  </a:cubicBezTo>
                  <a:cubicBezTo>
                    <a:pt x="27" y="128"/>
                    <a:pt x="27" y="128"/>
                    <a:pt x="27" y="128"/>
                  </a:cubicBezTo>
                  <a:lnTo>
                    <a:pt x="27" y="1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0" name="Freeform 98"/>
            <p:cNvSpPr>
              <a:spLocks/>
            </p:cNvSpPr>
            <p:nvPr/>
          </p:nvSpPr>
          <p:spPr bwMode="auto">
            <a:xfrm>
              <a:off x="-238" y="3401"/>
              <a:ext cx="41" cy="68"/>
            </a:xfrm>
            <a:custGeom>
              <a:avLst/>
              <a:gdLst>
                <a:gd name="T0" fmla="*/ 13 w 85"/>
                <a:gd name="T1" fmla="*/ 50 h 141"/>
                <a:gd name="T2" fmla="*/ 4 w 85"/>
                <a:gd name="T3" fmla="*/ 47 h 141"/>
                <a:gd name="T4" fmla="*/ 0 w 85"/>
                <a:gd name="T5" fmla="*/ 37 h 141"/>
                <a:gd name="T6" fmla="*/ 12 w 85"/>
                <a:gd name="T7" fmla="*/ 11 h 141"/>
                <a:gd name="T8" fmla="*/ 39 w 85"/>
                <a:gd name="T9" fmla="*/ 0 h 141"/>
                <a:gd name="T10" fmla="*/ 71 w 85"/>
                <a:gd name="T11" fmla="*/ 12 h 141"/>
                <a:gd name="T12" fmla="*/ 85 w 85"/>
                <a:gd name="T13" fmla="*/ 43 h 141"/>
                <a:gd name="T14" fmla="*/ 80 w 85"/>
                <a:gd name="T15" fmla="*/ 60 h 141"/>
                <a:gd name="T16" fmla="*/ 70 w 85"/>
                <a:gd name="T17" fmla="*/ 74 h 141"/>
                <a:gd name="T18" fmla="*/ 53 w 85"/>
                <a:gd name="T19" fmla="*/ 90 h 141"/>
                <a:gd name="T20" fmla="*/ 32 w 85"/>
                <a:gd name="T21" fmla="*/ 109 h 141"/>
                <a:gd name="T22" fmla="*/ 20 w 85"/>
                <a:gd name="T23" fmla="*/ 121 h 141"/>
                <a:gd name="T24" fmla="*/ 36 w 85"/>
                <a:gd name="T25" fmla="*/ 121 h 141"/>
                <a:gd name="T26" fmla="*/ 71 w 85"/>
                <a:gd name="T27" fmla="*/ 120 h 141"/>
                <a:gd name="T28" fmla="*/ 76 w 85"/>
                <a:gd name="T29" fmla="*/ 102 h 141"/>
                <a:gd name="T30" fmla="*/ 76 w 85"/>
                <a:gd name="T31" fmla="*/ 101 h 141"/>
                <a:gd name="T32" fmla="*/ 85 w 85"/>
                <a:gd name="T33" fmla="*/ 101 h 141"/>
                <a:gd name="T34" fmla="*/ 85 w 85"/>
                <a:gd name="T35" fmla="*/ 102 h 141"/>
                <a:gd name="T36" fmla="*/ 82 w 85"/>
                <a:gd name="T37" fmla="*/ 121 h 141"/>
                <a:gd name="T38" fmla="*/ 79 w 85"/>
                <a:gd name="T39" fmla="*/ 140 h 141"/>
                <a:gd name="T40" fmla="*/ 79 w 85"/>
                <a:gd name="T41" fmla="*/ 141 h 141"/>
                <a:gd name="T42" fmla="*/ 0 w 85"/>
                <a:gd name="T43" fmla="*/ 141 h 141"/>
                <a:gd name="T44" fmla="*/ 0 w 85"/>
                <a:gd name="T45" fmla="*/ 137 h 141"/>
                <a:gd name="T46" fmla="*/ 0 w 85"/>
                <a:gd name="T47" fmla="*/ 134 h 141"/>
                <a:gd name="T48" fmla="*/ 2 w 85"/>
                <a:gd name="T49" fmla="*/ 131 h 141"/>
                <a:gd name="T50" fmla="*/ 8 w 85"/>
                <a:gd name="T51" fmla="*/ 124 h 141"/>
                <a:gd name="T52" fmla="*/ 19 w 85"/>
                <a:gd name="T53" fmla="*/ 112 h 141"/>
                <a:gd name="T54" fmla="*/ 26 w 85"/>
                <a:gd name="T55" fmla="*/ 104 h 141"/>
                <a:gd name="T56" fmla="*/ 33 w 85"/>
                <a:gd name="T57" fmla="*/ 96 h 141"/>
                <a:gd name="T58" fmla="*/ 39 w 85"/>
                <a:gd name="T59" fmla="*/ 89 h 141"/>
                <a:gd name="T60" fmla="*/ 45 w 85"/>
                <a:gd name="T61" fmla="*/ 82 h 141"/>
                <a:gd name="T62" fmla="*/ 50 w 85"/>
                <a:gd name="T63" fmla="*/ 76 h 141"/>
                <a:gd name="T64" fmla="*/ 54 w 85"/>
                <a:gd name="T65" fmla="*/ 69 h 141"/>
                <a:gd name="T66" fmla="*/ 57 w 85"/>
                <a:gd name="T67" fmla="*/ 63 h 141"/>
                <a:gd name="T68" fmla="*/ 60 w 85"/>
                <a:gd name="T69" fmla="*/ 56 h 141"/>
                <a:gd name="T70" fmla="*/ 62 w 85"/>
                <a:gd name="T71" fmla="*/ 50 h 141"/>
                <a:gd name="T72" fmla="*/ 62 w 85"/>
                <a:gd name="T73" fmla="*/ 43 h 141"/>
                <a:gd name="T74" fmla="*/ 55 w 85"/>
                <a:gd name="T75" fmla="*/ 20 h 141"/>
                <a:gd name="T76" fmla="*/ 35 w 85"/>
                <a:gd name="T77" fmla="*/ 10 h 141"/>
                <a:gd name="T78" fmla="*/ 22 w 85"/>
                <a:gd name="T79" fmla="*/ 14 h 141"/>
                <a:gd name="T80" fmla="*/ 15 w 85"/>
                <a:gd name="T81" fmla="*/ 21 h 141"/>
                <a:gd name="T82" fmla="*/ 13 w 85"/>
                <a:gd name="T83" fmla="*/ 25 h 141"/>
                <a:gd name="T84" fmla="*/ 14 w 85"/>
                <a:gd name="T85" fmla="*/ 25 h 141"/>
                <a:gd name="T86" fmla="*/ 22 w 85"/>
                <a:gd name="T87" fmla="*/ 28 h 141"/>
                <a:gd name="T88" fmla="*/ 26 w 85"/>
                <a:gd name="T89" fmla="*/ 38 h 141"/>
                <a:gd name="T90" fmla="*/ 22 w 85"/>
                <a:gd name="T91" fmla="*/ 47 h 141"/>
                <a:gd name="T92" fmla="*/ 13 w 85"/>
                <a:gd name="T93" fmla="*/ 5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5" h="141">
                  <a:moveTo>
                    <a:pt x="13" y="50"/>
                  </a:moveTo>
                  <a:cubicBezTo>
                    <a:pt x="9" y="50"/>
                    <a:pt x="6" y="49"/>
                    <a:pt x="4" y="47"/>
                  </a:cubicBezTo>
                  <a:cubicBezTo>
                    <a:pt x="2" y="44"/>
                    <a:pt x="0" y="41"/>
                    <a:pt x="0" y="37"/>
                  </a:cubicBezTo>
                  <a:cubicBezTo>
                    <a:pt x="0" y="27"/>
                    <a:pt x="4" y="19"/>
                    <a:pt x="12" y="11"/>
                  </a:cubicBezTo>
                  <a:cubicBezTo>
                    <a:pt x="19" y="4"/>
                    <a:pt x="28" y="0"/>
                    <a:pt x="39" y="0"/>
                  </a:cubicBezTo>
                  <a:cubicBezTo>
                    <a:pt x="52" y="0"/>
                    <a:pt x="63" y="4"/>
                    <a:pt x="71" y="12"/>
                  </a:cubicBezTo>
                  <a:cubicBezTo>
                    <a:pt x="80" y="20"/>
                    <a:pt x="84" y="30"/>
                    <a:pt x="85" y="43"/>
                  </a:cubicBezTo>
                  <a:cubicBezTo>
                    <a:pt x="85" y="49"/>
                    <a:pt x="83" y="55"/>
                    <a:pt x="80" y="60"/>
                  </a:cubicBezTo>
                  <a:cubicBezTo>
                    <a:pt x="78" y="66"/>
                    <a:pt x="74" y="70"/>
                    <a:pt x="70" y="74"/>
                  </a:cubicBezTo>
                  <a:cubicBezTo>
                    <a:pt x="66" y="78"/>
                    <a:pt x="61" y="84"/>
                    <a:pt x="53" y="90"/>
                  </a:cubicBezTo>
                  <a:cubicBezTo>
                    <a:pt x="48" y="94"/>
                    <a:pt x="41" y="101"/>
                    <a:pt x="32" y="109"/>
                  </a:cubicBezTo>
                  <a:lnTo>
                    <a:pt x="20" y="121"/>
                  </a:lnTo>
                  <a:lnTo>
                    <a:pt x="36" y="121"/>
                  </a:lnTo>
                  <a:cubicBezTo>
                    <a:pt x="58" y="121"/>
                    <a:pt x="70" y="121"/>
                    <a:pt x="71" y="120"/>
                  </a:cubicBezTo>
                  <a:cubicBezTo>
                    <a:pt x="72" y="120"/>
                    <a:pt x="74" y="114"/>
                    <a:pt x="76" y="102"/>
                  </a:cubicBezTo>
                  <a:lnTo>
                    <a:pt x="76" y="101"/>
                  </a:lnTo>
                  <a:lnTo>
                    <a:pt x="85" y="101"/>
                  </a:lnTo>
                  <a:lnTo>
                    <a:pt x="85" y="102"/>
                  </a:lnTo>
                  <a:cubicBezTo>
                    <a:pt x="84" y="102"/>
                    <a:pt x="84" y="108"/>
                    <a:pt x="82" y="121"/>
                  </a:cubicBezTo>
                  <a:cubicBezTo>
                    <a:pt x="80" y="133"/>
                    <a:pt x="79" y="140"/>
                    <a:pt x="79" y="140"/>
                  </a:cubicBezTo>
                  <a:lnTo>
                    <a:pt x="79" y="141"/>
                  </a:lnTo>
                  <a:lnTo>
                    <a:pt x="0" y="141"/>
                  </a:lnTo>
                  <a:lnTo>
                    <a:pt x="0" y="137"/>
                  </a:lnTo>
                  <a:lnTo>
                    <a:pt x="0" y="134"/>
                  </a:lnTo>
                  <a:cubicBezTo>
                    <a:pt x="0" y="133"/>
                    <a:pt x="1" y="132"/>
                    <a:pt x="2" y="131"/>
                  </a:cubicBezTo>
                  <a:cubicBezTo>
                    <a:pt x="2" y="130"/>
                    <a:pt x="5" y="128"/>
                    <a:pt x="8" y="124"/>
                  </a:cubicBezTo>
                  <a:cubicBezTo>
                    <a:pt x="12" y="119"/>
                    <a:pt x="16" y="115"/>
                    <a:pt x="19" y="112"/>
                  </a:cubicBezTo>
                  <a:cubicBezTo>
                    <a:pt x="20" y="111"/>
                    <a:pt x="22" y="108"/>
                    <a:pt x="26" y="104"/>
                  </a:cubicBezTo>
                  <a:cubicBezTo>
                    <a:pt x="29" y="100"/>
                    <a:pt x="32" y="98"/>
                    <a:pt x="33" y="96"/>
                  </a:cubicBezTo>
                  <a:cubicBezTo>
                    <a:pt x="34" y="95"/>
                    <a:pt x="36" y="93"/>
                    <a:pt x="39" y="89"/>
                  </a:cubicBezTo>
                  <a:cubicBezTo>
                    <a:pt x="42" y="86"/>
                    <a:pt x="44" y="84"/>
                    <a:pt x="45" y="82"/>
                  </a:cubicBezTo>
                  <a:cubicBezTo>
                    <a:pt x="46" y="81"/>
                    <a:pt x="48" y="79"/>
                    <a:pt x="50" y="76"/>
                  </a:cubicBezTo>
                  <a:cubicBezTo>
                    <a:pt x="52" y="73"/>
                    <a:pt x="53" y="71"/>
                    <a:pt x="54" y="69"/>
                  </a:cubicBezTo>
                  <a:cubicBezTo>
                    <a:pt x="55" y="67"/>
                    <a:pt x="56" y="65"/>
                    <a:pt x="57" y="63"/>
                  </a:cubicBezTo>
                  <a:cubicBezTo>
                    <a:pt x="59" y="61"/>
                    <a:pt x="60" y="59"/>
                    <a:pt x="60" y="56"/>
                  </a:cubicBezTo>
                  <a:cubicBezTo>
                    <a:pt x="61" y="54"/>
                    <a:pt x="61" y="52"/>
                    <a:pt x="62" y="50"/>
                  </a:cubicBezTo>
                  <a:cubicBezTo>
                    <a:pt x="62" y="48"/>
                    <a:pt x="62" y="46"/>
                    <a:pt x="62" y="43"/>
                  </a:cubicBezTo>
                  <a:cubicBezTo>
                    <a:pt x="62" y="34"/>
                    <a:pt x="60" y="26"/>
                    <a:pt x="55" y="20"/>
                  </a:cubicBezTo>
                  <a:cubicBezTo>
                    <a:pt x="50" y="14"/>
                    <a:pt x="43" y="10"/>
                    <a:pt x="35" y="10"/>
                  </a:cubicBezTo>
                  <a:cubicBezTo>
                    <a:pt x="30" y="10"/>
                    <a:pt x="26" y="11"/>
                    <a:pt x="22" y="14"/>
                  </a:cubicBezTo>
                  <a:cubicBezTo>
                    <a:pt x="19" y="16"/>
                    <a:pt x="16" y="19"/>
                    <a:pt x="15" y="21"/>
                  </a:cubicBezTo>
                  <a:cubicBezTo>
                    <a:pt x="14" y="23"/>
                    <a:pt x="13" y="24"/>
                    <a:pt x="13" y="25"/>
                  </a:cubicBezTo>
                  <a:cubicBezTo>
                    <a:pt x="13" y="25"/>
                    <a:pt x="13" y="25"/>
                    <a:pt x="14" y="25"/>
                  </a:cubicBezTo>
                  <a:cubicBezTo>
                    <a:pt x="16" y="25"/>
                    <a:pt x="19" y="26"/>
                    <a:pt x="22" y="28"/>
                  </a:cubicBezTo>
                  <a:cubicBezTo>
                    <a:pt x="24" y="30"/>
                    <a:pt x="26" y="33"/>
                    <a:pt x="26" y="38"/>
                  </a:cubicBezTo>
                  <a:cubicBezTo>
                    <a:pt x="26" y="41"/>
                    <a:pt x="25" y="44"/>
                    <a:pt x="22" y="47"/>
                  </a:cubicBezTo>
                  <a:cubicBezTo>
                    <a:pt x="20" y="49"/>
                    <a:pt x="17" y="50"/>
                    <a:pt x="13" y="5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1" name="Freeform 99"/>
            <p:cNvSpPr>
              <a:spLocks/>
            </p:cNvSpPr>
            <p:nvPr/>
          </p:nvSpPr>
          <p:spPr bwMode="auto">
            <a:xfrm>
              <a:off x="-190" y="3423"/>
              <a:ext cx="57" cy="47"/>
            </a:xfrm>
            <a:custGeom>
              <a:avLst/>
              <a:gdLst>
                <a:gd name="T0" fmla="*/ 0 w 118"/>
                <a:gd name="T1" fmla="*/ 33 h 96"/>
                <a:gd name="T2" fmla="*/ 1 w 118"/>
                <a:gd name="T3" fmla="*/ 30 h 96"/>
                <a:gd name="T4" fmla="*/ 3 w 118"/>
                <a:gd name="T5" fmla="*/ 22 h 96"/>
                <a:gd name="T6" fmla="*/ 7 w 118"/>
                <a:gd name="T7" fmla="*/ 12 h 96"/>
                <a:gd name="T8" fmla="*/ 14 w 118"/>
                <a:gd name="T9" fmla="*/ 4 h 96"/>
                <a:gd name="T10" fmla="*/ 24 w 118"/>
                <a:gd name="T11" fmla="*/ 1 h 96"/>
                <a:gd name="T12" fmla="*/ 37 w 118"/>
                <a:gd name="T13" fmla="*/ 4 h 96"/>
                <a:gd name="T14" fmla="*/ 43 w 118"/>
                <a:gd name="T15" fmla="*/ 12 h 96"/>
                <a:gd name="T16" fmla="*/ 44 w 118"/>
                <a:gd name="T17" fmla="*/ 16 h 96"/>
                <a:gd name="T18" fmla="*/ 44 w 118"/>
                <a:gd name="T19" fmla="*/ 16 h 96"/>
                <a:gd name="T20" fmla="*/ 47 w 118"/>
                <a:gd name="T21" fmla="*/ 14 h 96"/>
                <a:gd name="T22" fmla="*/ 76 w 118"/>
                <a:gd name="T23" fmla="*/ 1 h 96"/>
                <a:gd name="T24" fmla="*/ 94 w 118"/>
                <a:gd name="T25" fmla="*/ 6 h 96"/>
                <a:gd name="T26" fmla="*/ 102 w 118"/>
                <a:gd name="T27" fmla="*/ 23 h 96"/>
                <a:gd name="T28" fmla="*/ 94 w 118"/>
                <a:gd name="T29" fmla="*/ 56 h 96"/>
                <a:gd name="T30" fmla="*/ 86 w 118"/>
                <a:gd name="T31" fmla="*/ 83 h 96"/>
                <a:gd name="T32" fmla="*/ 89 w 118"/>
                <a:gd name="T33" fmla="*/ 88 h 96"/>
                <a:gd name="T34" fmla="*/ 91 w 118"/>
                <a:gd name="T35" fmla="*/ 88 h 96"/>
                <a:gd name="T36" fmla="*/ 102 w 118"/>
                <a:gd name="T37" fmla="*/ 80 h 96"/>
                <a:gd name="T38" fmla="*/ 109 w 118"/>
                <a:gd name="T39" fmla="*/ 63 h 96"/>
                <a:gd name="T40" fmla="*/ 114 w 118"/>
                <a:gd name="T41" fmla="*/ 62 h 96"/>
                <a:gd name="T42" fmla="*/ 118 w 118"/>
                <a:gd name="T43" fmla="*/ 63 h 96"/>
                <a:gd name="T44" fmla="*/ 117 w 118"/>
                <a:gd name="T45" fmla="*/ 66 h 96"/>
                <a:gd name="T46" fmla="*/ 112 w 118"/>
                <a:gd name="T47" fmla="*/ 78 h 96"/>
                <a:gd name="T48" fmla="*/ 103 w 118"/>
                <a:gd name="T49" fmla="*/ 90 h 96"/>
                <a:gd name="T50" fmla="*/ 88 w 118"/>
                <a:gd name="T51" fmla="*/ 96 h 96"/>
                <a:gd name="T52" fmla="*/ 74 w 118"/>
                <a:gd name="T53" fmla="*/ 90 h 96"/>
                <a:gd name="T54" fmla="*/ 69 w 118"/>
                <a:gd name="T55" fmla="*/ 78 h 96"/>
                <a:gd name="T56" fmla="*/ 77 w 118"/>
                <a:gd name="T57" fmla="*/ 53 h 96"/>
                <a:gd name="T58" fmla="*/ 85 w 118"/>
                <a:gd name="T59" fmla="*/ 21 h 96"/>
                <a:gd name="T60" fmla="*/ 75 w 118"/>
                <a:gd name="T61" fmla="*/ 9 h 96"/>
                <a:gd name="T62" fmla="*/ 74 w 118"/>
                <a:gd name="T63" fmla="*/ 9 h 96"/>
                <a:gd name="T64" fmla="*/ 44 w 118"/>
                <a:gd name="T65" fmla="*/ 30 h 96"/>
                <a:gd name="T66" fmla="*/ 42 w 118"/>
                <a:gd name="T67" fmla="*/ 32 h 96"/>
                <a:gd name="T68" fmla="*/ 35 w 118"/>
                <a:gd name="T69" fmla="*/ 61 h 96"/>
                <a:gd name="T70" fmla="*/ 27 w 118"/>
                <a:gd name="T71" fmla="*/ 90 h 96"/>
                <a:gd name="T72" fmla="*/ 18 w 118"/>
                <a:gd name="T73" fmla="*/ 96 h 96"/>
                <a:gd name="T74" fmla="*/ 14 w 118"/>
                <a:gd name="T75" fmla="*/ 95 h 96"/>
                <a:gd name="T76" fmla="*/ 12 w 118"/>
                <a:gd name="T77" fmla="*/ 92 h 96"/>
                <a:gd name="T78" fmla="*/ 11 w 118"/>
                <a:gd name="T79" fmla="*/ 90 h 96"/>
                <a:gd name="T80" fmla="*/ 19 w 118"/>
                <a:gd name="T81" fmla="*/ 56 h 96"/>
                <a:gd name="T82" fmla="*/ 28 w 118"/>
                <a:gd name="T83" fmla="*/ 21 h 96"/>
                <a:gd name="T84" fmla="*/ 28 w 118"/>
                <a:gd name="T85" fmla="*/ 17 h 96"/>
                <a:gd name="T86" fmla="*/ 23 w 118"/>
                <a:gd name="T87" fmla="*/ 8 h 96"/>
                <a:gd name="T88" fmla="*/ 9 w 118"/>
                <a:gd name="T89" fmla="*/ 30 h 96"/>
                <a:gd name="T90" fmla="*/ 8 w 118"/>
                <a:gd name="T91" fmla="*/ 34 h 96"/>
                <a:gd name="T92" fmla="*/ 4 w 118"/>
                <a:gd name="T93" fmla="*/ 35 h 96"/>
                <a:gd name="T94" fmla="*/ 1 w 118"/>
                <a:gd name="T95" fmla="*/ 35 h 96"/>
                <a:gd name="T96" fmla="*/ 0 w 118"/>
                <a:gd name="T97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6">
                  <a:moveTo>
                    <a:pt x="0" y="33"/>
                  </a:moveTo>
                  <a:cubicBezTo>
                    <a:pt x="0" y="32"/>
                    <a:pt x="0" y="31"/>
                    <a:pt x="1" y="30"/>
                  </a:cubicBezTo>
                  <a:cubicBezTo>
                    <a:pt x="1" y="29"/>
                    <a:pt x="2" y="26"/>
                    <a:pt x="3" y="22"/>
                  </a:cubicBezTo>
                  <a:cubicBezTo>
                    <a:pt x="5" y="18"/>
                    <a:pt x="6" y="15"/>
                    <a:pt x="7" y="12"/>
                  </a:cubicBezTo>
                  <a:cubicBezTo>
                    <a:pt x="9" y="9"/>
                    <a:pt x="11" y="7"/>
                    <a:pt x="14" y="4"/>
                  </a:cubicBezTo>
                  <a:cubicBezTo>
                    <a:pt x="18" y="2"/>
                    <a:pt x="21" y="0"/>
                    <a:pt x="24" y="1"/>
                  </a:cubicBezTo>
                  <a:cubicBezTo>
                    <a:pt x="29" y="1"/>
                    <a:pt x="33" y="2"/>
                    <a:pt x="37" y="4"/>
                  </a:cubicBezTo>
                  <a:cubicBezTo>
                    <a:pt x="40" y="7"/>
                    <a:pt x="42" y="9"/>
                    <a:pt x="43" y="12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7" y="14"/>
                  </a:lnTo>
                  <a:cubicBezTo>
                    <a:pt x="55" y="5"/>
                    <a:pt x="65" y="1"/>
                    <a:pt x="76" y="1"/>
                  </a:cubicBezTo>
                  <a:cubicBezTo>
                    <a:pt x="84" y="1"/>
                    <a:pt x="90" y="3"/>
                    <a:pt x="94" y="6"/>
                  </a:cubicBezTo>
                  <a:cubicBezTo>
                    <a:pt x="99" y="10"/>
                    <a:pt x="102" y="16"/>
                    <a:pt x="102" y="23"/>
                  </a:cubicBezTo>
                  <a:cubicBezTo>
                    <a:pt x="102" y="30"/>
                    <a:pt x="99" y="41"/>
                    <a:pt x="94" y="56"/>
                  </a:cubicBezTo>
                  <a:cubicBezTo>
                    <a:pt x="88" y="71"/>
                    <a:pt x="85" y="80"/>
                    <a:pt x="86" y="83"/>
                  </a:cubicBezTo>
                  <a:cubicBezTo>
                    <a:pt x="86" y="87"/>
                    <a:pt x="87" y="88"/>
                    <a:pt x="89" y="88"/>
                  </a:cubicBezTo>
                  <a:cubicBezTo>
                    <a:pt x="90" y="88"/>
                    <a:pt x="91" y="88"/>
                    <a:pt x="91" y="88"/>
                  </a:cubicBezTo>
                  <a:cubicBezTo>
                    <a:pt x="95" y="87"/>
                    <a:pt x="99" y="85"/>
                    <a:pt x="102" y="80"/>
                  </a:cubicBezTo>
                  <a:cubicBezTo>
                    <a:pt x="105" y="76"/>
                    <a:pt x="108" y="70"/>
                    <a:pt x="109" y="63"/>
                  </a:cubicBezTo>
                  <a:cubicBezTo>
                    <a:pt x="110" y="62"/>
                    <a:pt x="111" y="62"/>
                    <a:pt x="114" y="62"/>
                  </a:cubicBezTo>
                  <a:cubicBezTo>
                    <a:pt x="116" y="62"/>
                    <a:pt x="118" y="62"/>
                    <a:pt x="118" y="63"/>
                  </a:cubicBezTo>
                  <a:cubicBezTo>
                    <a:pt x="118" y="63"/>
                    <a:pt x="118" y="64"/>
                    <a:pt x="117" y="66"/>
                  </a:cubicBezTo>
                  <a:cubicBezTo>
                    <a:pt x="116" y="71"/>
                    <a:pt x="114" y="75"/>
                    <a:pt x="112" y="78"/>
                  </a:cubicBezTo>
                  <a:cubicBezTo>
                    <a:pt x="110" y="82"/>
                    <a:pt x="107" y="86"/>
                    <a:pt x="103" y="90"/>
                  </a:cubicBezTo>
                  <a:cubicBezTo>
                    <a:pt x="98" y="94"/>
                    <a:pt x="93" y="96"/>
                    <a:pt x="88" y="96"/>
                  </a:cubicBezTo>
                  <a:cubicBezTo>
                    <a:pt x="82" y="96"/>
                    <a:pt x="77" y="94"/>
                    <a:pt x="74" y="90"/>
                  </a:cubicBezTo>
                  <a:cubicBezTo>
                    <a:pt x="71" y="86"/>
                    <a:pt x="69" y="83"/>
                    <a:pt x="69" y="78"/>
                  </a:cubicBezTo>
                  <a:cubicBezTo>
                    <a:pt x="69" y="76"/>
                    <a:pt x="72" y="67"/>
                    <a:pt x="77" y="53"/>
                  </a:cubicBezTo>
                  <a:cubicBezTo>
                    <a:pt x="82" y="39"/>
                    <a:pt x="85" y="28"/>
                    <a:pt x="85" y="21"/>
                  </a:cubicBezTo>
                  <a:cubicBezTo>
                    <a:pt x="85" y="13"/>
                    <a:pt x="82" y="9"/>
                    <a:pt x="75" y="9"/>
                  </a:cubicBezTo>
                  <a:lnTo>
                    <a:pt x="74" y="9"/>
                  </a:lnTo>
                  <a:cubicBezTo>
                    <a:pt x="62" y="9"/>
                    <a:pt x="52" y="16"/>
                    <a:pt x="44" y="30"/>
                  </a:cubicBezTo>
                  <a:lnTo>
                    <a:pt x="42" y="32"/>
                  </a:lnTo>
                  <a:lnTo>
                    <a:pt x="35" y="61"/>
                  </a:lnTo>
                  <a:cubicBezTo>
                    <a:pt x="31" y="79"/>
                    <a:pt x="28" y="89"/>
                    <a:pt x="27" y="90"/>
                  </a:cubicBezTo>
                  <a:cubicBezTo>
                    <a:pt x="26" y="94"/>
                    <a:pt x="23" y="96"/>
                    <a:pt x="18" y="96"/>
                  </a:cubicBezTo>
                  <a:cubicBezTo>
                    <a:pt x="16" y="96"/>
                    <a:pt x="15" y="96"/>
                    <a:pt x="14" y="95"/>
                  </a:cubicBezTo>
                  <a:cubicBezTo>
                    <a:pt x="13" y="94"/>
                    <a:pt x="12" y="93"/>
                    <a:pt x="12" y="92"/>
                  </a:cubicBezTo>
                  <a:cubicBezTo>
                    <a:pt x="11" y="92"/>
                    <a:pt x="11" y="91"/>
                    <a:pt x="11" y="90"/>
                  </a:cubicBezTo>
                  <a:cubicBezTo>
                    <a:pt x="11" y="88"/>
                    <a:pt x="14" y="77"/>
                    <a:pt x="19" y="56"/>
                  </a:cubicBezTo>
                  <a:cubicBezTo>
                    <a:pt x="25" y="35"/>
                    <a:pt x="27" y="23"/>
                    <a:pt x="28" y="21"/>
                  </a:cubicBezTo>
                  <a:cubicBezTo>
                    <a:pt x="28" y="21"/>
                    <a:pt x="28" y="19"/>
                    <a:pt x="28" y="17"/>
                  </a:cubicBezTo>
                  <a:cubicBezTo>
                    <a:pt x="28" y="11"/>
                    <a:pt x="26" y="8"/>
                    <a:pt x="23" y="8"/>
                  </a:cubicBezTo>
                  <a:cubicBezTo>
                    <a:pt x="17" y="8"/>
                    <a:pt x="13" y="15"/>
                    <a:pt x="9" y="30"/>
                  </a:cubicBezTo>
                  <a:cubicBezTo>
                    <a:pt x="9" y="32"/>
                    <a:pt x="8" y="34"/>
                    <a:pt x="8" y="34"/>
                  </a:cubicBezTo>
                  <a:cubicBezTo>
                    <a:pt x="8" y="35"/>
                    <a:pt x="7" y="35"/>
                    <a:pt x="4" y="35"/>
                  </a:cubicBezTo>
                  <a:lnTo>
                    <a:pt x="1" y="35"/>
                  </a:lnTo>
                  <a:cubicBezTo>
                    <a:pt x="0" y="34"/>
                    <a:pt x="0" y="34"/>
                    <a:pt x="0" y="3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2" name="Freeform 100"/>
            <p:cNvSpPr>
              <a:spLocks/>
            </p:cNvSpPr>
            <p:nvPr/>
          </p:nvSpPr>
          <p:spPr bwMode="auto">
            <a:xfrm>
              <a:off x="-107" y="3301"/>
              <a:ext cx="24" cy="102"/>
            </a:xfrm>
            <a:custGeom>
              <a:avLst/>
              <a:gdLst>
                <a:gd name="T0" fmla="*/ 1 w 50"/>
                <a:gd name="T1" fmla="*/ 0 h 211"/>
                <a:gd name="T2" fmla="*/ 2 w 50"/>
                <a:gd name="T3" fmla="*/ 0 h 211"/>
                <a:gd name="T4" fmla="*/ 4 w 50"/>
                <a:gd name="T5" fmla="*/ 0 h 211"/>
                <a:gd name="T6" fmla="*/ 6 w 50"/>
                <a:gd name="T7" fmla="*/ 0 h 211"/>
                <a:gd name="T8" fmla="*/ 12 w 50"/>
                <a:gd name="T9" fmla="*/ 5 h 211"/>
                <a:gd name="T10" fmla="*/ 41 w 50"/>
                <a:gd name="T11" fmla="*/ 50 h 211"/>
                <a:gd name="T12" fmla="*/ 50 w 50"/>
                <a:gd name="T13" fmla="*/ 106 h 211"/>
                <a:gd name="T14" fmla="*/ 48 w 50"/>
                <a:gd name="T15" fmla="*/ 133 h 211"/>
                <a:gd name="T16" fmla="*/ 43 w 50"/>
                <a:gd name="T17" fmla="*/ 156 h 211"/>
                <a:gd name="T18" fmla="*/ 36 w 50"/>
                <a:gd name="T19" fmla="*/ 174 h 211"/>
                <a:gd name="T20" fmla="*/ 28 w 50"/>
                <a:gd name="T21" fmla="*/ 189 h 211"/>
                <a:gd name="T22" fmla="*/ 19 w 50"/>
                <a:gd name="T23" fmla="*/ 199 h 211"/>
                <a:gd name="T24" fmla="*/ 12 w 50"/>
                <a:gd name="T25" fmla="*/ 206 h 211"/>
                <a:gd name="T26" fmla="*/ 7 w 50"/>
                <a:gd name="T27" fmla="*/ 210 h 211"/>
                <a:gd name="T28" fmla="*/ 6 w 50"/>
                <a:gd name="T29" fmla="*/ 211 h 211"/>
                <a:gd name="T30" fmla="*/ 4 w 50"/>
                <a:gd name="T31" fmla="*/ 211 h 211"/>
                <a:gd name="T32" fmla="*/ 2 w 50"/>
                <a:gd name="T33" fmla="*/ 211 h 211"/>
                <a:gd name="T34" fmla="*/ 1 w 50"/>
                <a:gd name="T35" fmla="*/ 211 h 211"/>
                <a:gd name="T36" fmla="*/ 0 w 50"/>
                <a:gd name="T37" fmla="*/ 209 h 211"/>
                <a:gd name="T38" fmla="*/ 2 w 50"/>
                <a:gd name="T39" fmla="*/ 206 h 211"/>
                <a:gd name="T40" fmla="*/ 35 w 50"/>
                <a:gd name="T41" fmla="*/ 106 h 211"/>
                <a:gd name="T42" fmla="*/ 2 w 50"/>
                <a:gd name="T43" fmla="*/ 5 h 211"/>
                <a:gd name="T44" fmla="*/ 0 w 50"/>
                <a:gd name="T45" fmla="*/ 3 h 211"/>
                <a:gd name="T46" fmla="*/ 1 w 50"/>
                <a:gd name="T4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1">
                  <a:moveTo>
                    <a:pt x="1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12" y="5"/>
                  </a:lnTo>
                  <a:cubicBezTo>
                    <a:pt x="26" y="17"/>
                    <a:pt x="35" y="32"/>
                    <a:pt x="41" y="50"/>
                  </a:cubicBezTo>
                  <a:cubicBezTo>
                    <a:pt x="47" y="68"/>
                    <a:pt x="50" y="86"/>
                    <a:pt x="50" y="106"/>
                  </a:cubicBezTo>
                  <a:cubicBezTo>
                    <a:pt x="50" y="115"/>
                    <a:pt x="50" y="124"/>
                    <a:pt x="48" y="133"/>
                  </a:cubicBezTo>
                  <a:cubicBezTo>
                    <a:pt x="47" y="142"/>
                    <a:pt x="45" y="150"/>
                    <a:pt x="43" y="156"/>
                  </a:cubicBezTo>
                  <a:cubicBezTo>
                    <a:pt x="42" y="162"/>
                    <a:pt x="39" y="168"/>
                    <a:pt x="36" y="174"/>
                  </a:cubicBezTo>
                  <a:cubicBezTo>
                    <a:pt x="32" y="181"/>
                    <a:pt x="30" y="185"/>
                    <a:pt x="28" y="189"/>
                  </a:cubicBezTo>
                  <a:cubicBezTo>
                    <a:pt x="26" y="192"/>
                    <a:pt x="23" y="195"/>
                    <a:pt x="19" y="199"/>
                  </a:cubicBezTo>
                  <a:cubicBezTo>
                    <a:pt x="15" y="203"/>
                    <a:pt x="13" y="206"/>
                    <a:pt x="12" y="206"/>
                  </a:cubicBezTo>
                  <a:cubicBezTo>
                    <a:pt x="11" y="207"/>
                    <a:pt x="10" y="208"/>
                    <a:pt x="7" y="210"/>
                  </a:cubicBezTo>
                  <a:lnTo>
                    <a:pt x="6" y="211"/>
                  </a:lnTo>
                  <a:lnTo>
                    <a:pt x="4" y="211"/>
                  </a:lnTo>
                  <a:lnTo>
                    <a:pt x="2" y="211"/>
                  </a:lnTo>
                  <a:cubicBezTo>
                    <a:pt x="1" y="211"/>
                    <a:pt x="1" y="211"/>
                    <a:pt x="1" y="211"/>
                  </a:cubicBezTo>
                  <a:cubicBezTo>
                    <a:pt x="0" y="210"/>
                    <a:pt x="0" y="209"/>
                    <a:pt x="0" y="209"/>
                  </a:cubicBezTo>
                  <a:cubicBezTo>
                    <a:pt x="0" y="208"/>
                    <a:pt x="1" y="208"/>
                    <a:pt x="2" y="206"/>
                  </a:cubicBezTo>
                  <a:cubicBezTo>
                    <a:pt x="24" y="183"/>
                    <a:pt x="35" y="150"/>
                    <a:pt x="35" y="106"/>
                  </a:cubicBezTo>
                  <a:cubicBezTo>
                    <a:pt x="35" y="62"/>
                    <a:pt x="24" y="28"/>
                    <a:pt x="2" y="5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3" name="Freeform 101"/>
            <p:cNvSpPr>
              <a:spLocks/>
            </p:cNvSpPr>
            <p:nvPr/>
          </p:nvSpPr>
          <p:spPr bwMode="auto">
            <a:xfrm>
              <a:off x="-36" y="3322"/>
              <a:ext cx="62" cy="60"/>
            </a:xfrm>
            <a:custGeom>
              <a:avLst/>
              <a:gdLst>
                <a:gd name="T0" fmla="*/ 128 w 129"/>
                <a:gd name="T1" fmla="*/ 117 h 123"/>
                <a:gd name="T2" fmla="*/ 128 w 129"/>
                <a:gd name="T3" fmla="*/ 118 h 123"/>
                <a:gd name="T4" fmla="*/ 127 w 129"/>
                <a:gd name="T5" fmla="*/ 121 h 123"/>
                <a:gd name="T6" fmla="*/ 125 w 129"/>
                <a:gd name="T7" fmla="*/ 123 h 123"/>
                <a:gd name="T8" fmla="*/ 93 w 129"/>
                <a:gd name="T9" fmla="*/ 108 h 123"/>
                <a:gd name="T10" fmla="*/ 31 w 129"/>
                <a:gd name="T11" fmla="*/ 79 h 123"/>
                <a:gd name="T12" fmla="*/ 1 w 129"/>
                <a:gd name="T13" fmla="*/ 65 h 123"/>
                <a:gd name="T14" fmla="*/ 0 w 129"/>
                <a:gd name="T15" fmla="*/ 62 h 123"/>
                <a:gd name="T16" fmla="*/ 1 w 129"/>
                <a:gd name="T17" fmla="*/ 58 h 123"/>
                <a:gd name="T18" fmla="*/ 125 w 129"/>
                <a:gd name="T19" fmla="*/ 0 h 123"/>
                <a:gd name="T20" fmla="*/ 127 w 129"/>
                <a:gd name="T21" fmla="*/ 2 h 123"/>
                <a:gd name="T22" fmla="*/ 128 w 129"/>
                <a:gd name="T23" fmla="*/ 5 h 123"/>
                <a:gd name="T24" fmla="*/ 127 w 129"/>
                <a:gd name="T25" fmla="*/ 8 h 123"/>
                <a:gd name="T26" fmla="*/ 70 w 129"/>
                <a:gd name="T27" fmla="*/ 35 h 123"/>
                <a:gd name="T28" fmla="*/ 14 w 129"/>
                <a:gd name="T29" fmla="*/ 62 h 123"/>
                <a:gd name="T30" fmla="*/ 70 w 129"/>
                <a:gd name="T31" fmla="*/ 88 h 123"/>
                <a:gd name="T32" fmla="*/ 127 w 129"/>
                <a:gd name="T33" fmla="*/ 115 h 123"/>
                <a:gd name="T34" fmla="*/ 128 w 129"/>
                <a:gd name="T35" fmla="*/ 118 h 123"/>
                <a:gd name="T36" fmla="*/ 128 w 129"/>
                <a:gd name="T37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9" h="123">
                  <a:moveTo>
                    <a:pt x="128" y="117"/>
                  </a:moveTo>
                  <a:lnTo>
                    <a:pt x="128" y="118"/>
                  </a:lnTo>
                  <a:cubicBezTo>
                    <a:pt x="128" y="120"/>
                    <a:pt x="128" y="121"/>
                    <a:pt x="127" y="121"/>
                  </a:cubicBezTo>
                  <a:cubicBezTo>
                    <a:pt x="126" y="122"/>
                    <a:pt x="126" y="123"/>
                    <a:pt x="125" y="123"/>
                  </a:cubicBezTo>
                  <a:cubicBezTo>
                    <a:pt x="124" y="123"/>
                    <a:pt x="113" y="118"/>
                    <a:pt x="93" y="108"/>
                  </a:cubicBezTo>
                  <a:cubicBezTo>
                    <a:pt x="72" y="99"/>
                    <a:pt x="51" y="89"/>
                    <a:pt x="31" y="79"/>
                  </a:cubicBezTo>
                  <a:lnTo>
                    <a:pt x="1" y="65"/>
                  </a:lnTo>
                  <a:cubicBezTo>
                    <a:pt x="0" y="64"/>
                    <a:pt x="0" y="63"/>
                    <a:pt x="0" y="62"/>
                  </a:cubicBezTo>
                  <a:cubicBezTo>
                    <a:pt x="0" y="60"/>
                    <a:pt x="0" y="59"/>
                    <a:pt x="1" y="58"/>
                  </a:cubicBezTo>
                  <a:cubicBezTo>
                    <a:pt x="82" y="20"/>
                    <a:pt x="123" y="0"/>
                    <a:pt x="125" y="0"/>
                  </a:cubicBezTo>
                  <a:cubicBezTo>
                    <a:pt x="125" y="0"/>
                    <a:pt x="126" y="1"/>
                    <a:pt x="127" y="2"/>
                  </a:cubicBezTo>
                  <a:cubicBezTo>
                    <a:pt x="128" y="3"/>
                    <a:pt x="128" y="4"/>
                    <a:pt x="128" y="5"/>
                  </a:cubicBezTo>
                  <a:cubicBezTo>
                    <a:pt x="129" y="6"/>
                    <a:pt x="128" y="7"/>
                    <a:pt x="127" y="8"/>
                  </a:cubicBezTo>
                  <a:cubicBezTo>
                    <a:pt x="127" y="8"/>
                    <a:pt x="108" y="17"/>
                    <a:pt x="70" y="35"/>
                  </a:cubicBezTo>
                  <a:lnTo>
                    <a:pt x="14" y="62"/>
                  </a:lnTo>
                  <a:lnTo>
                    <a:pt x="70" y="88"/>
                  </a:lnTo>
                  <a:cubicBezTo>
                    <a:pt x="108" y="106"/>
                    <a:pt x="127" y="115"/>
                    <a:pt x="127" y="115"/>
                  </a:cubicBezTo>
                  <a:cubicBezTo>
                    <a:pt x="128" y="116"/>
                    <a:pt x="128" y="117"/>
                    <a:pt x="128" y="118"/>
                  </a:cubicBezTo>
                  <a:lnTo>
                    <a:pt x="128" y="11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4" name="Freeform 102"/>
            <p:cNvSpPr>
              <a:spLocks/>
            </p:cNvSpPr>
            <p:nvPr/>
          </p:nvSpPr>
          <p:spPr bwMode="auto">
            <a:xfrm>
              <a:off x="83" y="3231"/>
              <a:ext cx="50" cy="243"/>
            </a:xfrm>
            <a:custGeom>
              <a:avLst/>
              <a:gdLst>
                <a:gd name="T0" fmla="*/ 104 w 104"/>
                <a:gd name="T1" fmla="*/ 504 h 506"/>
                <a:gd name="T2" fmla="*/ 103 w 104"/>
                <a:gd name="T3" fmla="*/ 506 h 506"/>
                <a:gd name="T4" fmla="*/ 96 w 104"/>
                <a:gd name="T5" fmla="*/ 506 h 506"/>
                <a:gd name="T6" fmla="*/ 90 w 104"/>
                <a:gd name="T7" fmla="*/ 500 h 506"/>
                <a:gd name="T8" fmla="*/ 81 w 104"/>
                <a:gd name="T9" fmla="*/ 491 h 506"/>
                <a:gd name="T10" fmla="*/ 69 w 104"/>
                <a:gd name="T11" fmla="*/ 478 h 506"/>
                <a:gd name="T12" fmla="*/ 56 w 104"/>
                <a:gd name="T13" fmla="*/ 461 h 506"/>
                <a:gd name="T14" fmla="*/ 43 w 104"/>
                <a:gd name="T15" fmla="*/ 440 h 506"/>
                <a:gd name="T16" fmla="*/ 30 w 104"/>
                <a:gd name="T17" fmla="*/ 413 h 506"/>
                <a:gd name="T18" fmla="*/ 18 w 104"/>
                <a:gd name="T19" fmla="*/ 382 h 506"/>
                <a:gd name="T20" fmla="*/ 9 w 104"/>
                <a:gd name="T21" fmla="*/ 345 h 506"/>
                <a:gd name="T22" fmla="*/ 3 w 104"/>
                <a:gd name="T23" fmla="*/ 302 h 506"/>
                <a:gd name="T24" fmla="*/ 0 w 104"/>
                <a:gd name="T25" fmla="*/ 252 h 506"/>
                <a:gd name="T26" fmla="*/ 77 w 104"/>
                <a:gd name="T27" fmla="*/ 18 h 506"/>
                <a:gd name="T28" fmla="*/ 86 w 104"/>
                <a:gd name="T29" fmla="*/ 9 h 506"/>
                <a:gd name="T30" fmla="*/ 93 w 104"/>
                <a:gd name="T31" fmla="*/ 2 h 506"/>
                <a:gd name="T32" fmla="*/ 96 w 104"/>
                <a:gd name="T33" fmla="*/ 0 h 506"/>
                <a:gd name="T34" fmla="*/ 103 w 104"/>
                <a:gd name="T35" fmla="*/ 0 h 506"/>
                <a:gd name="T36" fmla="*/ 104 w 104"/>
                <a:gd name="T37" fmla="*/ 1 h 506"/>
                <a:gd name="T38" fmla="*/ 100 w 104"/>
                <a:gd name="T39" fmla="*/ 7 h 506"/>
                <a:gd name="T40" fmla="*/ 89 w 104"/>
                <a:gd name="T41" fmla="*/ 19 h 506"/>
                <a:gd name="T42" fmla="*/ 73 w 104"/>
                <a:gd name="T43" fmla="*/ 39 h 506"/>
                <a:gd name="T44" fmla="*/ 56 w 104"/>
                <a:gd name="T45" fmla="*/ 70 h 506"/>
                <a:gd name="T46" fmla="*/ 40 w 104"/>
                <a:gd name="T47" fmla="*/ 110 h 506"/>
                <a:gd name="T48" fmla="*/ 28 w 104"/>
                <a:gd name="T49" fmla="*/ 163 h 506"/>
                <a:gd name="T50" fmla="*/ 21 w 104"/>
                <a:gd name="T51" fmla="*/ 230 h 506"/>
                <a:gd name="T52" fmla="*/ 21 w 104"/>
                <a:gd name="T53" fmla="*/ 253 h 506"/>
                <a:gd name="T54" fmla="*/ 40 w 104"/>
                <a:gd name="T55" fmla="*/ 396 h 506"/>
                <a:gd name="T56" fmla="*/ 102 w 104"/>
                <a:gd name="T57" fmla="*/ 500 h 506"/>
                <a:gd name="T58" fmla="*/ 104 w 104"/>
                <a:gd name="T59" fmla="*/ 504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4" h="506">
                  <a:moveTo>
                    <a:pt x="104" y="504"/>
                  </a:moveTo>
                  <a:cubicBezTo>
                    <a:pt x="104" y="504"/>
                    <a:pt x="103" y="505"/>
                    <a:pt x="103" y="506"/>
                  </a:cubicBezTo>
                  <a:lnTo>
                    <a:pt x="96" y="506"/>
                  </a:lnTo>
                  <a:cubicBezTo>
                    <a:pt x="96" y="505"/>
                    <a:pt x="94" y="503"/>
                    <a:pt x="90" y="500"/>
                  </a:cubicBezTo>
                  <a:cubicBezTo>
                    <a:pt x="87" y="496"/>
                    <a:pt x="83" y="493"/>
                    <a:pt x="81" y="491"/>
                  </a:cubicBezTo>
                  <a:cubicBezTo>
                    <a:pt x="78" y="488"/>
                    <a:pt x="74" y="484"/>
                    <a:pt x="69" y="478"/>
                  </a:cubicBezTo>
                  <a:cubicBezTo>
                    <a:pt x="64" y="472"/>
                    <a:pt x="60" y="466"/>
                    <a:pt x="56" y="461"/>
                  </a:cubicBezTo>
                  <a:cubicBezTo>
                    <a:pt x="52" y="456"/>
                    <a:pt x="48" y="448"/>
                    <a:pt x="43" y="440"/>
                  </a:cubicBezTo>
                  <a:cubicBezTo>
                    <a:pt x="38" y="431"/>
                    <a:pt x="33" y="422"/>
                    <a:pt x="30" y="413"/>
                  </a:cubicBezTo>
                  <a:cubicBezTo>
                    <a:pt x="26" y="404"/>
                    <a:pt x="22" y="394"/>
                    <a:pt x="18" y="382"/>
                  </a:cubicBezTo>
                  <a:cubicBezTo>
                    <a:pt x="14" y="370"/>
                    <a:pt x="11" y="357"/>
                    <a:pt x="9" y="345"/>
                  </a:cubicBezTo>
                  <a:cubicBezTo>
                    <a:pt x="6" y="332"/>
                    <a:pt x="4" y="318"/>
                    <a:pt x="3" y="302"/>
                  </a:cubicBezTo>
                  <a:cubicBezTo>
                    <a:pt x="1" y="286"/>
                    <a:pt x="0" y="269"/>
                    <a:pt x="0" y="252"/>
                  </a:cubicBezTo>
                  <a:cubicBezTo>
                    <a:pt x="0" y="152"/>
                    <a:pt x="26" y="74"/>
                    <a:pt x="77" y="18"/>
                  </a:cubicBezTo>
                  <a:cubicBezTo>
                    <a:pt x="80" y="15"/>
                    <a:pt x="83" y="12"/>
                    <a:pt x="86" y="9"/>
                  </a:cubicBezTo>
                  <a:cubicBezTo>
                    <a:pt x="89" y="6"/>
                    <a:pt x="91" y="4"/>
                    <a:pt x="93" y="2"/>
                  </a:cubicBezTo>
                  <a:cubicBezTo>
                    <a:pt x="95" y="0"/>
                    <a:pt x="96" y="0"/>
                    <a:pt x="96" y="0"/>
                  </a:cubicBezTo>
                  <a:lnTo>
                    <a:pt x="103" y="0"/>
                  </a:lnTo>
                  <a:cubicBezTo>
                    <a:pt x="103" y="0"/>
                    <a:pt x="104" y="1"/>
                    <a:pt x="104" y="1"/>
                  </a:cubicBezTo>
                  <a:cubicBezTo>
                    <a:pt x="104" y="2"/>
                    <a:pt x="102" y="4"/>
                    <a:pt x="100" y="7"/>
                  </a:cubicBezTo>
                  <a:cubicBezTo>
                    <a:pt x="97" y="10"/>
                    <a:pt x="93" y="14"/>
                    <a:pt x="89" y="19"/>
                  </a:cubicBezTo>
                  <a:cubicBezTo>
                    <a:pt x="84" y="25"/>
                    <a:pt x="79" y="31"/>
                    <a:pt x="73" y="39"/>
                  </a:cubicBezTo>
                  <a:cubicBezTo>
                    <a:pt x="68" y="47"/>
                    <a:pt x="62" y="57"/>
                    <a:pt x="56" y="70"/>
                  </a:cubicBezTo>
                  <a:cubicBezTo>
                    <a:pt x="51" y="82"/>
                    <a:pt x="45" y="95"/>
                    <a:pt x="40" y="110"/>
                  </a:cubicBezTo>
                  <a:cubicBezTo>
                    <a:pt x="35" y="125"/>
                    <a:pt x="31" y="142"/>
                    <a:pt x="28" y="163"/>
                  </a:cubicBezTo>
                  <a:cubicBezTo>
                    <a:pt x="24" y="184"/>
                    <a:pt x="22" y="206"/>
                    <a:pt x="21" y="230"/>
                  </a:cubicBezTo>
                  <a:cubicBezTo>
                    <a:pt x="21" y="235"/>
                    <a:pt x="21" y="243"/>
                    <a:pt x="21" y="253"/>
                  </a:cubicBezTo>
                  <a:cubicBezTo>
                    <a:pt x="21" y="307"/>
                    <a:pt x="27" y="355"/>
                    <a:pt x="40" y="396"/>
                  </a:cubicBezTo>
                  <a:cubicBezTo>
                    <a:pt x="54" y="437"/>
                    <a:pt x="74" y="472"/>
                    <a:pt x="102" y="500"/>
                  </a:cubicBezTo>
                  <a:cubicBezTo>
                    <a:pt x="103" y="502"/>
                    <a:pt x="104" y="503"/>
                    <a:pt x="104" y="50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5" name="Freeform 103"/>
            <p:cNvSpPr>
              <a:spLocks/>
            </p:cNvSpPr>
            <p:nvPr/>
          </p:nvSpPr>
          <p:spPr bwMode="auto">
            <a:xfrm>
              <a:off x="142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0 w 84"/>
                <a:gd name="T3" fmla="*/ 116 h 145"/>
                <a:gd name="T4" fmla="*/ 12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6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6 w 84"/>
                <a:gd name="T23" fmla="*/ 76 h 145"/>
                <a:gd name="T24" fmla="*/ 13 w 84"/>
                <a:gd name="T25" fmla="*/ 76 h 145"/>
                <a:gd name="T26" fmla="*/ 9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5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1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3 w 84"/>
                <a:gd name="T63" fmla="*/ 52 h 145"/>
                <a:gd name="T64" fmla="*/ 72 w 84"/>
                <a:gd name="T65" fmla="*/ 66 h 145"/>
                <a:gd name="T66" fmla="*/ 84 w 84"/>
                <a:gd name="T67" fmla="*/ 98 h 145"/>
                <a:gd name="T68" fmla="*/ 70 w 84"/>
                <a:gd name="T69" fmla="*/ 131 h 145"/>
                <a:gd name="T70" fmla="*/ 38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0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0" y="116"/>
                  </a:cubicBezTo>
                  <a:cubicBezTo>
                    <a:pt x="18" y="118"/>
                    <a:pt x="15" y="119"/>
                    <a:pt x="12" y="119"/>
                  </a:cubicBezTo>
                  <a:lnTo>
                    <a:pt x="11" y="119"/>
                  </a:lnTo>
                  <a:cubicBezTo>
                    <a:pt x="17" y="130"/>
                    <a:pt x="26" y="136"/>
                    <a:pt x="37" y="136"/>
                  </a:cubicBezTo>
                  <a:cubicBezTo>
                    <a:pt x="46" y="136"/>
                    <a:pt x="54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6" y="67"/>
                  </a:cubicBezTo>
                  <a:cubicBezTo>
                    <a:pt x="53" y="62"/>
                    <a:pt x="49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7" y="75"/>
                    <a:pt x="17" y="76"/>
                    <a:pt x="16" y="76"/>
                  </a:cubicBezTo>
                  <a:cubicBezTo>
                    <a:pt x="16" y="76"/>
                    <a:pt x="15" y="76"/>
                    <a:pt x="13" y="76"/>
                  </a:cubicBezTo>
                  <a:cubicBezTo>
                    <a:pt x="11" y="76"/>
                    <a:pt x="10" y="76"/>
                    <a:pt x="9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9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2" y="0"/>
                    <a:pt x="15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2" y="5"/>
                    <a:pt x="71" y="1"/>
                  </a:cubicBezTo>
                  <a:cubicBezTo>
                    <a:pt x="72" y="0"/>
                    <a:pt x="73" y="0"/>
                    <a:pt x="74" y="0"/>
                  </a:cubicBezTo>
                  <a:cubicBezTo>
                    <a:pt x="75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4" y="20"/>
                    <a:pt x="50" y="27"/>
                    <a:pt x="33" y="27"/>
                  </a:cubicBezTo>
                  <a:cubicBezTo>
                    <a:pt x="28" y="27"/>
                    <a:pt x="24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1" y="60"/>
                    <a:pt x="23" y="58"/>
                    <a:pt x="25" y="57"/>
                  </a:cubicBezTo>
                  <a:cubicBezTo>
                    <a:pt x="26" y="56"/>
                    <a:pt x="29" y="55"/>
                    <a:pt x="33" y="53"/>
                  </a:cubicBezTo>
                  <a:cubicBezTo>
                    <a:pt x="36" y="52"/>
                    <a:pt x="40" y="52"/>
                    <a:pt x="43" y="52"/>
                  </a:cubicBezTo>
                  <a:cubicBezTo>
                    <a:pt x="55" y="52"/>
                    <a:pt x="64" y="56"/>
                    <a:pt x="72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79" y="122"/>
                    <a:pt x="70" y="131"/>
                  </a:cubicBezTo>
                  <a:cubicBezTo>
                    <a:pt x="61" y="140"/>
                    <a:pt x="51" y="145"/>
                    <a:pt x="38" y="145"/>
                  </a:cubicBezTo>
                  <a:cubicBezTo>
                    <a:pt x="26" y="145"/>
                    <a:pt x="17" y="141"/>
                    <a:pt x="10" y="134"/>
                  </a:cubicBezTo>
                  <a:cubicBezTo>
                    <a:pt x="3" y="126"/>
                    <a:pt x="0" y="117"/>
                    <a:pt x="0" y="108"/>
                  </a:cubicBezTo>
                  <a:cubicBezTo>
                    <a:pt x="0" y="105"/>
                    <a:pt x="1" y="102"/>
                    <a:pt x="2" y="100"/>
                  </a:cubicBezTo>
                  <a:cubicBezTo>
                    <a:pt x="4" y="98"/>
                    <a:pt x="5" y="97"/>
                    <a:pt x="7" y="96"/>
                  </a:cubicBezTo>
                  <a:cubicBezTo>
                    <a:pt x="9" y="96"/>
                    <a:pt x="10" y="95"/>
                    <a:pt x="12" y="95"/>
                  </a:cubicBezTo>
                  <a:cubicBezTo>
                    <a:pt x="15" y="95"/>
                    <a:pt x="18" y="96"/>
                    <a:pt x="20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6" name="Freeform 104"/>
            <p:cNvSpPr>
              <a:spLocks/>
            </p:cNvSpPr>
            <p:nvPr/>
          </p:nvSpPr>
          <p:spPr bwMode="auto">
            <a:xfrm>
              <a:off x="192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1 w 84"/>
                <a:gd name="T3" fmla="*/ 116 h 145"/>
                <a:gd name="T4" fmla="*/ 13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9 w 84"/>
                <a:gd name="T11" fmla="*/ 123 h 145"/>
                <a:gd name="T12" fmla="*/ 63 w 84"/>
                <a:gd name="T13" fmla="*/ 96 h 145"/>
                <a:gd name="T14" fmla="*/ 57 w 84"/>
                <a:gd name="T15" fmla="*/ 67 h 145"/>
                <a:gd name="T16" fmla="*/ 45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7 w 84"/>
                <a:gd name="T23" fmla="*/ 76 h 145"/>
                <a:gd name="T24" fmla="*/ 14 w 84"/>
                <a:gd name="T25" fmla="*/ 76 h 145"/>
                <a:gd name="T26" fmla="*/ 10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6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2 w 84"/>
                <a:gd name="T43" fmla="*/ 1 h 145"/>
                <a:gd name="T44" fmla="*/ 75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4 w 84"/>
                <a:gd name="T63" fmla="*/ 52 h 145"/>
                <a:gd name="T64" fmla="*/ 73 w 84"/>
                <a:gd name="T65" fmla="*/ 66 h 145"/>
                <a:gd name="T66" fmla="*/ 84 w 84"/>
                <a:gd name="T67" fmla="*/ 98 h 145"/>
                <a:gd name="T68" fmla="*/ 71 w 84"/>
                <a:gd name="T69" fmla="*/ 131 h 145"/>
                <a:gd name="T70" fmla="*/ 38 w 84"/>
                <a:gd name="T71" fmla="*/ 145 h 145"/>
                <a:gd name="T72" fmla="*/ 11 w 84"/>
                <a:gd name="T73" fmla="*/ 134 h 145"/>
                <a:gd name="T74" fmla="*/ 0 w 84"/>
                <a:gd name="T75" fmla="*/ 108 h 145"/>
                <a:gd name="T76" fmla="*/ 3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1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1" y="116"/>
                  </a:cubicBezTo>
                  <a:cubicBezTo>
                    <a:pt x="19" y="118"/>
                    <a:pt x="16" y="119"/>
                    <a:pt x="13" y="119"/>
                  </a:cubicBezTo>
                  <a:lnTo>
                    <a:pt x="11" y="119"/>
                  </a:lnTo>
                  <a:cubicBezTo>
                    <a:pt x="18" y="130"/>
                    <a:pt x="26" y="136"/>
                    <a:pt x="37" y="136"/>
                  </a:cubicBezTo>
                  <a:cubicBezTo>
                    <a:pt x="47" y="136"/>
                    <a:pt x="54" y="132"/>
                    <a:pt x="59" y="123"/>
                  </a:cubicBezTo>
                  <a:cubicBezTo>
                    <a:pt x="61" y="118"/>
                    <a:pt x="63" y="109"/>
                    <a:pt x="63" y="96"/>
                  </a:cubicBezTo>
                  <a:cubicBezTo>
                    <a:pt x="63" y="82"/>
                    <a:pt x="61" y="72"/>
                    <a:pt x="57" y="67"/>
                  </a:cubicBezTo>
                  <a:cubicBezTo>
                    <a:pt x="53" y="62"/>
                    <a:pt x="49" y="60"/>
                    <a:pt x="45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8" y="75"/>
                    <a:pt x="17" y="76"/>
                    <a:pt x="17" y="76"/>
                  </a:cubicBezTo>
                  <a:cubicBezTo>
                    <a:pt x="17" y="76"/>
                    <a:pt x="15" y="76"/>
                    <a:pt x="14" y="76"/>
                  </a:cubicBezTo>
                  <a:cubicBezTo>
                    <a:pt x="11" y="76"/>
                    <a:pt x="10" y="76"/>
                    <a:pt x="10" y="75"/>
                  </a:cubicBezTo>
                  <a:cubicBezTo>
                    <a:pt x="10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3" y="0"/>
                    <a:pt x="16" y="2"/>
                  </a:cubicBezTo>
                  <a:cubicBezTo>
                    <a:pt x="19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3" y="5"/>
                    <a:pt x="72" y="1"/>
                  </a:cubicBezTo>
                  <a:cubicBezTo>
                    <a:pt x="73" y="0"/>
                    <a:pt x="74" y="0"/>
                    <a:pt x="75" y="0"/>
                  </a:cubicBezTo>
                  <a:cubicBezTo>
                    <a:pt x="76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5" y="20"/>
                    <a:pt x="50" y="27"/>
                    <a:pt x="33" y="27"/>
                  </a:cubicBezTo>
                  <a:cubicBezTo>
                    <a:pt x="29" y="27"/>
                    <a:pt x="25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2" y="60"/>
                    <a:pt x="24" y="58"/>
                    <a:pt x="25" y="57"/>
                  </a:cubicBezTo>
                  <a:cubicBezTo>
                    <a:pt x="27" y="56"/>
                    <a:pt x="29" y="55"/>
                    <a:pt x="33" y="53"/>
                  </a:cubicBezTo>
                  <a:cubicBezTo>
                    <a:pt x="37" y="52"/>
                    <a:pt x="40" y="52"/>
                    <a:pt x="44" y="52"/>
                  </a:cubicBezTo>
                  <a:cubicBezTo>
                    <a:pt x="55" y="52"/>
                    <a:pt x="65" y="56"/>
                    <a:pt x="73" y="66"/>
                  </a:cubicBezTo>
                  <a:cubicBezTo>
                    <a:pt x="81" y="75"/>
                    <a:pt x="84" y="85"/>
                    <a:pt x="84" y="98"/>
                  </a:cubicBezTo>
                  <a:cubicBezTo>
                    <a:pt x="84" y="111"/>
                    <a:pt x="80" y="122"/>
                    <a:pt x="71" y="131"/>
                  </a:cubicBezTo>
                  <a:cubicBezTo>
                    <a:pt x="62" y="140"/>
                    <a:pt x="51" y="145"/>
                    <a:pt x="38" y="145"/>
                  </a:cubicBezTo>
                  <a:cubicBezTo>
                    <a:pt x="27" y="145"/>
                    <a:pt x="18" y="141"/>
                    <a:pt x="11" y="134"/>
                  </a:cubicBezTo>
                  <a:cubicBezTo>
                    <a:pt x="4" y="126"/>
                    <a:pt x="0" y="117"/>
                    <a:pt x="0" y="108"/>
                  </a:cubicBezTo>
                  <a:cubicBezTo>
                    <a:pt x="0" y="105"/>
                    <a:pt x="1" y="102"/>
                    <a:pt x="3" y="100"/>
                  </a:cubicBezTo>
                  <a:cubicBezTo>
                    <a:pt x="4" y="98"/>
                    <a:pt x="6" y="97"/>
                    <a:pt x="7" y="96"/>
                  </a:cubicBezTo>
                  <a:cubicBezTo>
                    <a:pt x="9" y="96"/>
                    <a:pt x="11" y="95"/>
                    <a:pt x="12" y="95"/>
                  </a:cubicBezTo>
                  <a:cubicBezTo>
                    <a:pt x="16" y="95"/>
                    <a:pt x="19" y="96"/>
                    <a:pt x="21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" name="Freeform 105"/>
            <p:cNvSpPr>
              <a:spLocks/>
            </p:cNvSpPr>
            <p:nvPr/>
          </p:nvSpPr>
          <p:spPr bwMode="auto">
            <a:xfrm>
              <a:off x="275" y="3328"/>
              <a:ext cx="49" cy="49"/>
            </a:xfrm>
            <a:custGeom>
              <a:avLst/>
              <a:gdLst>
                <a:gd name="T0" fmla="*/ 102 w 102"/>
                <a:gd name="T1" fmla="*/ 97 h 102"/>
                <a:gd name="T2" fmla="*/ 98 w 102"/>
                <a:gd name="T3" fmla="*/ 102 h 102"/>
                <a:gd name="T4" fmla="*/ 93 w 102"/>
                <a:gd name="T5" fmla="*/ 98 h 102"/>
                <a:gd name="T6" fmla="*/ 73 w 102"/>
                <a:gd name="T7" fmla="*/ 79 h 102"/>
                <a:gd name="T8" fmla="*/ 51 w 102"/>
                <a:gd name="T9" fmla="*/ 57 h 102"/>
                <a:gd name="T10" fmla="*/ 29 w 102"/>
                <a:gd name="T11" fmla="*/ 79 h 102"/>
                <a:gd name="T12" fmla="*/ 6 w 102"/>
                <a:gd name="T13" fmla="*/ 101 h 102"/>
                <a:gd name="T14" fmla="*/ 5 w 102"/>
                <a:gd name="T15" fmla="*/ 102 h 102"/>
                <a:gd name="T16" fmla="*/ 2 w 102"/>
                <a:gd name="T17" fmla="*/ 100 h 102"/>
                <a:gd name="T18" fmla="*/ 0 w 102"/>
                <a:gd name="T19" fmla="*/ 97 h 102"/>
                <a:gd name="T20" fmla="*/ 3 w 102"/>
                <a:gd name="T21" fmla="*/ 93 h 102"/>
                <a:gd name="T22" fmla="*/ 23 w 102"/>
                <a:gd name="T23" fmla="*/ 73 h 102"/>
                <a:gd name="T24" fmla="*/ 45 w 102"/>
                <a:gd name="T25" fmla="*/ 51 h 102"/>
                <a:gd name="T26" fmla="*/ 23 w 102"/>
                <a:gd name="T27" fmla="*/ 29 h 102"/>
                <a:gd name="T28" fmla="*/ 3 w 102"/>
                <a:gd name="T29" fmla="*/ 9 h 102"/>
                <a:gd name="T30" fmla="*/ 0 w 102"/>
                <a:gd name="T31" fmla="*/ 4 h 102"/>
                <a:gd name="T32" fmla="*/ 2 w 102"/>
                <a:gd name="T33" fmla="*/ 1 h 102"/>
                <a:gd name="T34" fmla="*/ 5 w 102"/>
                <a:gd name="T35" fmla="*/ 0 h 102"/>
                <a:gd name="T36" fmla="*/ 6 w 102"/>
                <a:gd name="T37" fmla="*/ 0 h 102"/>
                <a:gd name="T38" fmla="*/ 29 w 102"/>
                <a:gd name="T39" fmla="*/ 23 h 102"/>
                <a:gd name="T40" fmla="*/ 51 w 102"/>
                <a:gd name="T41" fmla="*/ 45 h 102"/>
                <a:gd name="T42" fmla="*/ 73 w 102"/>
                <a:gd name="T43" fmla="*/ 23 h 102"/>
                <a:gd name="T44" fmla="*/ 93 w 102"/>
                <a:gd name="T45" fmla="*/ 3 h 102"/>
                <a:gd name="T46" fmla="*/ 98 w 102"/>
                <a:gd name="T47" fmla="*/ 0 h 102"/>
                <a:gd name="T48" fmla="*/ 102 w 102"/>
                <a:gd name="T49" fmla="*/ 4 h 102"/>
                <a:gd name="T50" fmla="*/ 100 w 102"/>
                <a:gd name="T51" fmla="*/ 8 h 102"/>
                <a:gd name="T52" fmla="*/ 79 w 102"/>
                <a:gd name="T53" fmla="*/ 29 h 102"/>
                <a:gd name="T54" fmla="*/ 57 w 102"/>
                <a:gd name="T55" fmla="*/ 51 h 102"/>
                <a:gd name="T56" fmla="*/ 79 w 102"/>
                <a:gd name="T57" fmla="*/ 73 h 102"/>
                <a:gd name="T58" fmla="*/ 100 w 102"/>
                <a:gd name="T59" fmla="*/ 93 h 102"/>
                <a:gd name="T60" fmla="*/ 102 w 102"/>
                <a:gd name="T61" fmla="*/ 9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102">
                  <a:moveTo>
                    <a:pt x="102" y="97"/>
                  </a:moveTo>
                  <a:cubicBezTo>
                    <a:pt x="102" y="100"/>
                    <a:pt x="101" y="102"/>
                    <a:pt x="98" y="102"/>
                  </a:cubicBezTo>
                  <a:cubicBezTo>
                    <a:pt x="97" y="102"/>
                    <a:pt x="95" y="100"/>
                    <a:pt x="93" y="98"/>
                  </a:cubicBezTo>
                  <a:cubicBezTo>
                    <a:pt x="91" y="96"/>
                    <a:pt x="84" y="89"/>
                    <a:pt x="73" y="79"/>
                  </a:cubicBezTo>
                  <a:lnTo>
                    <a:pt x="51" y="57"/>
                  </a:lnTo>
                  <a:lnTo>
                    <a:pt x="29" y="79"/>
                  </a:lnTo>
                  <a:cubicBezTo>
                    <a:pt x="14" y="93"/>
                    <a:pt x="7" y="101"/>
                    <a:pt x="6" y="101"/>
                  </a:cubicBezTo>
                  <a:cubicBezTo>
                    <a:pt x="6" y="101"/>
                    <a:pt x="5" y="102"/>
                    <a:pt x="5" y="102"/>
                  </a:cubicBezTo>
                  <a:cubicBezTo>
                    <a:pt x="4" y="102"/>
                    <a:pt x="3" y="101"/>
                    <a:pt x="2" y="100"/>
                  </a:cubicBezTo>
                  <a:cubicBezTo>
                    <a:pt x="1" y="99"/>
                    <a:pt x="0" y="98"/>
                    <a:pt x="0" y="97"/>
                  </a:cubicBezTo>
                  <a:cubicBezTo>
                    <a:pt x="0" y="96"/>
                    <a:pt x="1" y="95"/>
                    <a:pt x="3" y="93"/>
                  </a:cubicBezTo>
                  <a:cubicBezTo>
                    <a:pt x="5" y="91"/>
                    <a:pt x="12" y="84"/>
                    <a:pt x="23" y="73"/>
                  </a:cubicBezTo>
                  <a:lnTo>
                    <a:pt x="45" y="51"/>
                  </a:lnTo>
                  <a:lnTo>
                    <a:pt x="23" y="29"/>
                  </a:lnTo>
                  <a:cubicBezTo>
                    <a:pt x="12" y="17"/>
                    <a:pt x="5" y="11"/>
                    <a:pt x="3" y="9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7" y="1"/>
                    <a:pt x="14" y="8"/>
                    <a:pt x="29" y="23"/>
                  </a:cubicBezTo>
                  <a:lnTo>
                    <a:pt x="51" y="45"/>
                  </a:lnTo>
                  <a:lnTo>
                    <a:pt x="73" y="23"/>
                  </a:lnTo>
                  <a:cubicBezTo>
                    <a:pt x="84" y="12"/>
                    <a:pt x="91" y="5"/>
                    <a:pt x="93" y="3"/>
                  </a:cubicBezTo>
                  <a:cubicBezTo>
                    <a:pt x="95" y="1"/>
                    <a:pt x="97" y="0"/>
                    <a:pt x="98" y="0"/>
                  </a:cubicBezTo>
                  <a:cubicBezTo>
                    <a:pt x="101" y="0"/>
                    <a:pt x="102" y="1"/>
                    <a:pt x="102" y="4"/>
                  </a:cubicBezTo>
                  <a:cubicBezTo>
                    <a:pt x="102" y="5"/>
                    <a:pt x="101" y="6"/>
                    <a:pt x="100" y="8"/>
                  </a:cubicBezTo>
                  <a:cubicBezTo>
                    <a:pt x="99" y="9"/>
                    <a:pt x="92" y="16"/>
                    <a:pt x="79" y="29"/>
                  </a:cubicBezTo>
                  <a:lnTo>
                    <a:pt x="57" y="51"/>
                  </a:lnTo>
                  <a:lnTo>
                    <a:pt x="79" y="73"/>
                  </a:lnTo>
                  <a:cubicBezTo>
                    <a:pt x="91" y="85"/>
                    <a:pt x="98" y="91"/>
                    <a:pt x="100" y="93"/>
                  </a:cubicBezTo>
                  <a:cubicBezTo>
                    <a:pt x="101" y="95"/>
                    <a:pt x="102" y="96"/>
                    <a:pt x="102" y="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8" name="Rectangle 106"/>
            <p:cNvSpPr>
              <a:spLocks noChangeArrowheads="1"/>
            </p:cNvSpPr>
            <p:nvPr/>
          </p:nvSpPr>
          <p:spPr bwMode="auto">
            <a:xfrm>
              <a:off x="374" y="3349"/>
              <a:ext cx="73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9" name="Freeform 107"/>
            <p:cNvSpPr>
              <a:spLocks/>
            </p:cNvSpPr>
            <p:nvPr/>
          </p:nvSpPr>
          <p:spPr bwMode="auto">
            <a:xfrm>
              <a:off x="390" y="3241"/>
              <a:ext cx="41" cy="68"/>
            </a:xfrm>
            <a:custGeom>
              <a:avLst/>
              <a:gdLst>
                <a:gd name="T0" fmla="*/ 12 w 84"/>
                <a:gd name="T1" fmla="*/ 50 h 141"/>
                <a:gd name="T2" fmla="*/ 3 w 84"/>
                <a:gd name="T3" fmla="*/ 46 h 141"/>
                <a:gd name="T4" fmla="*/ 0 w 84"/>
                <a:gd name="T5" fmla="*/ 37 h 141"/>
                <a:gd name="T6" fmla="*/ 11 w 84"/>
                <a:gd name="T7" fmla="*/ 11 h 141"/>
                <a:gd name="T8" fmla="*/ 39 w 84"/>
                <a:gd name="T9" fmla="*/ 0 h 141"/>
                <a:gd name="T10" fmla="*/ 71 w 84"/>
                <a:gd name="T11" fmla="*/ 12 h 141"/>
                <a:gd name="T12" fmla="*/ 84 w 84"/>
                <a:gd name="T13" fmla="*/ 43 h 141"/>
                <a:gd name="T14" fmla="*/ 79 w 84"/>
                <a:gd name="T15" fmla="*/ 60 h 141"/>
                <a:gd name="T16" fmla="*/ 69 w 84"/>
                <a:gd name="T17" fmla="*/ 74 h 141"/>
                <a:gd name="T18" fmla="*/ 52 w 84"/>
                <a:gd name="T19" fmla="*/ 90 h 141"/>
                <a:gd name="T20" fmla="*/ 31 w 84"/>
                <a:gd name="T21" fmla="*/ 109 h 141"/>
                <a:gd name="T22" fmla="*/ 19 w 84"/>
                <a:gd name="T23" fmla="*/ 121 h 141"/>
                <a:gd name="T24" fmla="*/ 35 w 84"/>
                <a:gd name="T25" fmla="*/ 121 h 141"/>
                <a:gd name="T26" fmla="*/ 70 w 84"/>
                <a:gd name="T27" fmla="*/ 120 h 141"/>
                <a:gd name="T28" fmla="*/ 75 w 84"/>
                <a:gd name="T29" fmla="*/ 102 h 141"/>
                <a:gd name="T30" fmla="*/ 75 w 84"/>
                <a:gd name="T31" fmla="*/ 101 h 141"/>
                <a:gd name="T32" fmla="*/ 84 w 84"/>
                <a:gd name="T33" fmla="*/ 101 h 141"/>
                <a:gd name="T34" fmla="*/ 84 w 84"/>
                <a:gd name="T35" fmla="*/ 102 h 141"/>
                <a:gd name="T36" fmla="*/ 81 w 84"/>
                <a:gd name="T37" fmla="*/ 121 h 141"/>
                <a:gd name="T38" fmla="*/ 78 w 84"/>
                <a:gd name="T39" fmla="*/ 140 h 141"/>
                <a:gd name="T40" fmla="*/ 78 w 84"/>
                <a:gd name="T41" fmla="*/ 141 h 141"/>
                <a:gd name="T42" fmla="*/ 0 w 84"/>
                <a:gd name="T43" fmla="*/ 141 h 141"/>
                <a:gd name="T44" fmla="*/ 0 w 84"/>
                <a:gd name="T45" fmla="*/ 137 h 141"/>
                <a:gd name="T46" fmla="*/ 0 w 84"/>
                <a:gd name="T47" fmla="*/ 134 h 141"/>
                <a:gd name="T48" fmla="*/ 1 w 84"/>
                <a:gd name="T49" fmla="*/ 131 h 141"/>
                <a:gd name="T50" fmla="*/ 7 w 84"/>
                <a:gd name="T51" fmla="*/ 124 h 141"/>
                <a:gd name="T52" fmla="*/ 18 w 84"/>
                <a:gd name="T53" fmla="*/ 112 h 141"/>
                <a:gd name="T54" fmla="*/ 25 w 84"/>
                <a:gd name="T55" fmla="*/ 104 h 141"/>
                <a:gd name="T56" fmla="*/ 32 w 84"/>
                <a:gd name="T57" fmla="*/ 96 h 141"/>
                <a:gd name="T58" fmla="*/ 38 w 84"/>
                <a:gd name="T59" fmla="*/ 89 h 141"/>
                <a:gd name="T60" fmla="*/ 44 w 84"/>
                <a:gd name="T61" fmla="*/ 82 h 141"/>
                <a:gd name="T62" fmla="*/ 49 w 84"/>
                <a:gd name="T63" fmla="*/ 76 h 141"/>
                <a:gd name="T64" fmla="*/ 53 w 84"/>
                <a:gd name="T65" fmla="*/ 69 h 141"/>
                <a:gd name="T66" fmla="*/ 56 w 84"/>
                <a:gd name="T67" fmla="*/ 63 h 141"/>
                <a:gd name="T68" fmla="*/ 59 w 84"/>
                <a:gd name="T69" fmla="*/ 56 h 141"/>
                <a:gd name="T70" fmla="*/ 61 w 84"/>
                <a:gd name="T71" fmla="*/ 50 h 141"/>
                <a:gd name="T72" fmla="*/ 61 w 84"/>
                <a:gd name="T73" fmla="*/ 43 h 141"/>
                <a:gd name="T74" fmla="*/ 54 w 84"/>
                <a:gd name="T75" fmla="*/ 20 h 141"/>
                <a:gd name="T76" fmla="*/ 34 w 84"/>
                <a:gd name="T77" fmla="*/ 10 h 141"/>
                <a:gd name="T78" fmla="*/ 21 w 84"/>
                <a:gd name="T79" fmla="*/ 14 h 141"/>
                <a:gd name="T80" fmla="*/ 14 w 84"/>
                <a:gd name="T81" fmla="*/ 21 h 141"/>
                <a:gd name="T82" fmla="*/ 12 w 84"/>
                <a:gd name="T83" fmla="*/ 25 h 141"/>
                <a:gd name="T84" fmla="*/ 13 w 84"/>
                <a:gd name="T85" fmla="*/ 25 h 141"/>
                <a:gd name="T86" fmla="*/ 21 w 84"/>
                <a:gd name="T87" fmla="*/ 28 h 141"/>
                <a:gd name="T88" fmla="*/ 25 w 84"/>
                <a:gd name="T89" fmla="*/ 38 h 141"/>
                <a:gd name="T90" fmla="*/ 21 w 84"/>
                <a:gd name="T91" fmla="*/ 46 h 141"/>
                <a:gd name="T92" fmla="*/ 12 w 84"/>
                <a:gd name="T93" fmla="*/ 5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41">
                  <a:moveTo>
                    <a:pt x="12" y="50"/>
                  </a:moveTo>
                  <a:cubicBezTo>
                    <a:pt x="8" y="50"/>
                    <a:pt x="5" y="49"/>
                    <a:pt x="3" y="46"/>
                  </a:cubicBezTo>
                  <a:cubicBezTo>
                    <a:pt x="1" y="44"/>
                    <a:pt x="0" y="41"/>
                    <a:pt x="0" y="37"/>
                  </a:cubicBezTo>
                  <a:cubicBezTo>
                    <a:pt x="0" y="27"/>
                    <a:pt x="3" y="19"/>
                    <a:pt x="11" y="11"/>
                  </a:cubicBezTo>
                  <a:cubicBezTo>
                    <a:pt x="18" y="4"/>
                    <a:pt x="27" y="0"/>
                    <a:pt x="39" y="0"/>
                  </a:cubicBezTo>
                  <a:cubicBezTo>
                    <a:pt x="51" y="0"/>
                    <a:pt x="62" y="4"/>
                    <a:pt x="71" y="12"/>
                  </a:cubicBezTo>
                  <a:cubicBezTo>
                    <a:pt x="79" y="20"/>
                    <a:pt x="84" y="30"/>
                    <a:pt x="84" y="43"/>
                  </a:cubicBezTo>
                  <a:cubicBezTo>
                    <a:pt x="84" y="49"/>
                    <a:pt x="82" y="55"/>
                    <a:pt x="79" y="60"/>
                  </a:cubicBezTo>
                  <a:cubicBezTo>
                    <a:pt x="77" y="65"/>
                    <a:pt x="73" y="70"/>
                    <a:pt x="69" y="74"/>
                  </a:cubicBezTo>
                  <a:cubicBezTo>
                    <a:pt x="65" y="78"/>
                    <a:pt x="60" y="84"/>
                    <a:pt x="52" y="90"/>
                  </a:cubicBezTo>
                  <a:cubicBezTo>
                    <a:pt x="47" y="94"/>
                    <a:pt x="40" y="101"/>
                    <a:pt x="31" y="109"/>
                  </a:cubicBezTo>
                  <a:lnTo>
                    <a:pt x="19" y="121"/>
                  </a:lnTo>
                  <a:lnTo>
                    <a:pt x="35" y="121"/>
                  </a:lnTo>
                  <a:cubicBezTo>
                    <a:pt x="57" y="121"/>
                    <a:pt x="69" y="121"/>
                    <a:pt x="70" y="120"/>
                  </a:cubicBezTo>
                  <a:cubicBezTo>
                    <a:pt x="71" y="120"/>
                    <a:pt x="73" y="114"/>
                    <a:pt x="75" y="102"/>
                  </a:cubicBezTo>
                  <a:lnTo>
                    <a:pt x="75" y="101"/>
                  </a:lnTo>
                  <a:lnTo>
                    <a:pt x="84" y="101"/>
                  </a:lnTo>
                  <a:lnTo>
                    <a:pt x="84" y="102"/>
                  </a:lnTo>
                  <a:cubicBezTo>
                    <a:pt x="84" y="102"/>
                    <a:pt x="83" y="108"/>
                    <a:pt x="81" y="121"/>
                  </a:cubicBezTo>
                  <a:cubicBezTo>
                    <a:pt x="79" y="133"/>
                    <a:pt x="78" y="140"/>
                    <a:pt x="78" y="140"/>
                  </a:cubicBezTo>
                  <a:lnTo>
                    <a:pt x="78" y="141"/>
                  </a:lnTo>
                  <a:lnTo>
                    <a:pt x="0" y="141"/>
                  </a:lnTo>
                  <a:lnTo>
                    <a:pt x="0" y="137"/>
                  </a:lnTo>
                  <a:lnTo>
                    <a:pt x="0" y="134"/>
                  </a:lnTo>
                  <a:cubicBezTo>
                    <a:pt x="0" y="133"/>
                    <a:pt x="0" y="132"/>
                    <a:pt x="1" y="131"/>
                  </a:cubicBezTo>
                  <a:cubicBezTo>
                    <a:pt x="2" y="130"/>
                    <a:pt x="4" y="128"/>
                    <a:pt x="7" y="124"/>
                  </a:cubicBezTo>
                  <a:cubicBezTo>
                    <a:pt x="11" y="119"/>
                    <a:pt x="15" y="115"/>
                    <a:pt x="18" y="112"/>
                  </a:cubicBezTo>
                  <a:cubicBezTo>
                    <a:pt x="19" y="110"/>
                    <a:pt x="21" y="108"/>
                    <a:pt x="25" y="104"/>
                  </a:cubicBezTo>
                  <a:cubicBezTo>
                    <a:pt x="28" y="100"/>
                    <a:pt x="31" y="98"/>
                    <a:pt x="32" y="96"/>
                  </a:cubicBezTo>
                  <a:cubicBezTo>
                    <a:pt x="33" y="95"/>
                    <a:pt x="35" y="93"/>
                    <a:pt x="38" y="89"/>
                  </a:cubicBezTo>
                  <a:cubicBezTo>
                    <a:pt x="41" y="86"/>
                    <a:pt x="43" y="84"/>
                    <a:pt x="44" y="82"/>
                  </a:cubicBezTo>
                  <a:cubicBezTo>
                    <a:pt x="45" y="81"/>
                    <a:pt x="47" y="78"/>
                    <a:pt x="49" y="76"/>
                  </a:cubicBezTo>
                  <a:cubicBezTo>
                    <a:pt x="51" y="73"/>
                    <a:pt x="52" y="71"/>
                    <a:pt x="53" y="69"/>
                  </a:cubicBezTo>
                  <a:cubicBezTo>
                    <a:pt x="54" y="67"/>
                    <a:pt x="55" y="65"/>
                    <a:pt x="56" y="63"/>
                  </a:cubicBezTo>
                  <a:cubicBezTo>
                    <a:pt x="58" y="61"/>
                    <a:pt x="59" y="58"/>
                    <a:pt x="59" y="56"/>
                  </a:cubicBezTo>
                  <a:cubicBezTo>
                    <a:pt x="60" y="54"/>
                    <a:pt x="60" y="52"/>
                    <a:pt x="61" y="50"/>
                  </a:cubicBezTo>
                  <a:cubicBezTo>
                    <a:pt x="61" y="48"/>
                    <a:pt x="61" y="46"/>
                    <a:pt x="61" y="43"/>
                  </a:cubicBezTo>
                  <a:cubicBezTo>
                    <a:pt x="61" y="34"/>
                    <a:pt x="59" y="26"/>
                    <a:pt x="54" y="20"/>
                  </a:cubicBezTo>
                  <a:cubicBezTo>
                    <a:pt x="49" y="13"/>
                    <a:pt x="43" y="10"/>
                    <a:pt x="34" y="10"/>
                  </a:cubicBezTo>
                  <a:cubicBezTo>
                    <a:pt x="29" y="10"/>
                    <a:pt x="25" y="11"/>
                    <a:pt x="21" y="14"/>
                  </a:cubicBezTo>
                  <a:cubicBezTo>
                    <a:pt x="18" y="16"/>
                    <a:pt x="15" y="19"/>
                    <a:pt x="14" y="21"/>
                  </a:cubicBezTo>
                  <a:cubicBezTo>
                    <a:pt x="13" y="23"/>
                    <a:pt x="12" y="24"/>
                    <a:pt x="12" y="25"/>
                  </a:cubicBezTo>
                  <a:cubicBezTo>
                    <a:pt x="12" y="25"/>
                    <a:pt x="12" y="25"/>
                    <a:pt x="13" y="25"/>
                  </a:cubicBezTo>
                  <a:cubicBezTo>
                    <a:pt x="16" y="25"/>
                    <a:pt x="18" y="26"/>
                    <a:pt x="21" y="28"/>
                  </a:cubicBezTo>
                  <a:cubicBezTo>
                    <a:pt x="23" y="30"/>
                    <a:pt x="25" y="33"/>
                    <a:pt x="25" y="38"/>
                  </a:cubicBezTo>
                  <a:cubicBezTo>
                    <a:pt x="25" y="41"/>
                    <a:pt x="24" y="44"/>
                    <a:pt x="21" y="46"/>
                  </a:cubicBezTo>
                  <a:cubicBezTo>
                    <a:pt x="19" y="49"/>
                    <a:pt x="16" y="50"/>
                    <a:pt x="12" y="5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0" name="Freeform 108"/>
            <p:cNvSpPr>
              <a:spLocks/>
            </p:cNvSpPr>
            <p:nvPr/>
          </p:nvSpPr>
          <p:spPr bwMode="auto">
            <a:xfrm>
              <a:off x="382" y="3402"/>
              <a:ext cx="57" cy="46"/>
            </a:xfrm>
            <a:custGeom>
              <a:avLst/>
              <a:gdLst>
                <a:gd name="T0" fmla="*/ 0 w 118"/>
                <a:gd name="T1" fmla="*/ 33 h 95"/>
                <a:gd name="T2" fmla="*/ 0 w 118"/>
                <a:gd name="T3" fmla="*/ 29 h 95"/>
                <a:gd name="T4" fmla="*/ 3 w 118"/>
                <a:gd name="T5" fmla="*/ 21 h 95"/>
                <a:gd name="T6" fmla="*/ 7 w 118"/>
                <a:gd name="T7" fmla="*/ 11 h 95"/>
                <a:gd name="T8" fmla="*/ 14 w 118"/>
                <a:gd name="T9" fmla="*/ 3 h 95"/>
                <a:gd name="T10" fmla="*/ 24 w 118"/>
                <a:gd name="T11" fmla="*/ 0 h 95"/>
                <a:gd name="T12" fmla="*/ 37 w 118"/>
                <a:gd name="T13" fmla="*/ 4 h 95"/>
                <a:gd name="T14" fmla="*/ 43 w 118"/>
                <a:gd name="T15" fmla="*/ 11 h 95"/>
                <a:gd name="T16" fmla="*/ 44 w 118"/>
                <a:gd name="T17" fmla="*/ 15 h 95"/>
                <a:gd name="T18" fmla="*/ 44 w 118"/>
                <a:gd name="T19" fmla="*/ 16 h 95"/>
                <a:gd name="T20" fmla="*/ 47 w 118"/>
                <a:gd name="T21" fmla="*/ 13 h 95"/>
                <a:gd name="T22" fmla="*/ 76 w 118"/>
                <a:gd name="T23" fmla="*/ 0 h 95"/>
                <a:gd name="T24" fmla="*/ 94 w 118"/>
                <a:gd name="T25" fmla="*/ 6 h 95"/>
                <a:gd name="T26" fmla="*/ 102 w 118"/>
                <a:gd name="T27" fmla="*/ 22 h 95"/>
                <a:gd name="T28" fmla="*/ 94 w 118"/>
                <a:gd name="T29" fmla="*/ 55 h 95"/>
                <a:gd name="T30" fmla="*/ 85 w 118"/>
                <a:gd name="T31" fmla="*/ 82 h 95"/>
                <a:gd name="T32" fmla="*/ 89 w 118"/>
                <a:gd name="T33" fmla="*/ 88 h 95"/>
                <a:gd name="T34" fmla="*/ 91 w 118"/>
                <a:gd name="T35" fmla="*/ 87 h 95"/>
                <a:gd name="T36" fmla="*/ 102 w 118"/>
                <a:gd name="T37" fmla="*/ 79 h 95"/>
                <a:gd name="T38" fmla="*/ 109 w 118"/>
                <a:gd name="T39" fmla="*/ 63 h 95"/>
                <a:gd name="T40" fmla="*/ 114 w 118"/>
                <a:gd name="T41" fmla="*/ 61 h 95"/>
                <a:gd name="T42" fmla="*/ 118 w 118"/>
                <a:gd name="T43" fmla="*/ 63 h 95"/>
                <a:gd name="T44" fmla="*/ 117 w 118"/>
                <a:gd name="T45" fmla="*/ 66 h 95"/>
                <a:gd name="T46" fmla="*/ 112 w 118"/>
                <a:gd name="T47" fmla="*/ 78 h 95"/>
                <a:gd name="T48" fmla="*/ 103 w 118"/>
                <a:gd name="T49" fmla="*/ 90 h 95"/>
                <a:gd name="T50" fmla="*/ 88 w 118"/>
                <a:gd name="T51" fmla="*/ 95 h 95"/>
                <a:gd name="T52" fmla="*/ 74 w 118"/>
                <a:gd name="T53" fmla="*/ 90 h 95"/>
                <a:gd name="T54" fmla="*/ 69 w 118"/>
                <a:gd name="T55" fmla="*/ 78 h 95"/>
                <a:gd name="T56" fmla="*/ 77 w 118"/>
                <a:gd name="T57" fmla="*/ 52 h 95"/>
                <a:gd name="T58" fmla="*/ 85 w 118"/>
                <a:gd name="T59" fmla="*/ 20 h 95"/>
                <a:gd name="T60" fmla="*/ 75 w 118"/>
                <a:gd name="T61" fmla="*/ 8 h 95"/>
                <a:gd name="T62" fmla="*/ 74 w 118"/>
                <a:gd name="T63" fmla="*/ 8 h 95"/>
                <a:gd name="T64" fmla="*/ 44 w 118"/>
                <a:gd name="T65" fmla="*/ 29 h 95"/>
                <a:gd name="T66" fmla="*/ 42 w 118"/>
                <a:gd name="T67" fmla="*/ 32 h 95"/>
                <a:gd name="T68" fmla="*/ 35 w 118"/>
                <a:gd name="T69" fmla="*/ 60 h 95"/>
                <a:gd name="T70" fmla="*/ 27 w 118"/>
                <a:gd name="T71" fmla="*/ 90 h 95"/>
                <a:gd name="T72" fmla="*/ 18 w 118"/>
                <a:gd name="T73" fmla="*/ 95 h 95"/>
                <a:gd name="T74" fmla="*/ 14 w 118"/>
                <a:gd name="T75" fmla="*/ 94 h 95"/>
                <a:gd name="T76" fmla="*/ 11 w 118"/>
                <a:gd name="T77" fmla="*/ 92 h 95"/>
                <a:gd name="T78" fmla="*/ 11 w 118"/>
                <a:gd name="T79" fmla="*/ 90 h 95"/>
                <a:gd name="T80" fmla="*/ 19 w 118"/>
                <a:gd name="T81" fmla="*/ 55 h 95"/>
                <a:gd name="T82" fmla="*/ 27 w 118"/>
                <a:gd name="T83" fmla="*/ 21 h 95"/>
                <a:gd name="T84" fmla="*/ 28 w 118"/>
                <a:gd name="T85" fmla="*/ 16 h 95"/>
                <a:gd name="T86" fmla="*/ 23 w 118"/>
                <a:gd name="T87" fmla="*/ 8 h 95"/>
                <a:gd name="T88" fmla="*/ 9 w 118"/>
                <a:gd name="T89" fmla="*/ 29 h 95"/>
                <a:gd name="T90" fmla="*/ 8 w 118"/>
                <a:gd name="T91" fmla="*/ 33 h 95"/>
                <a:gd name="T92" fmla="*/ 4 w 118"/>
                <a:gd name="T93" fmla="*/ 34 h 95"/>
                <a:gd name="T94" fmla="*/ 1 w 118"/>
                <a:gd name="T95" fmla="*/ 34 h 95"/>
                <a:gd name="T96" fmla="*/ 0 w 118"/>
                <a:gd name="T97" fmla="*/ 3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5">
                  <a:moveTo>
                    <a:pt x="0" y="33"/>
                  </a:moveTo>
                  <a:cubicBezTo>
                    <a:pt x="0" y="32"/>
                    <a:pt x="0" y="31"/>
                    <a:pt x="0" y="29"/>
                  </a:cubicBezTo>
                  <a:cubicBezTo>
                    <a:pt x="1" y="28"/>
                    <a:pt x="2" y="25"/>
                    <a:pt x="3" y="21"/>
                  </a:cubicBezTo>
                  <a:cubicBezTo>
                    <a:pt x="4" y="17"/>
                    <a:pt x="6" y="14"/>
                    <a:pt x="7" y="11"/>
                  </a:cubicBezTo>
                  <a:cubicBezTo>
                    <a:pt x="9" y="9"/>
                    <a:pt x="11" y="6"/>
                    <a:pt x="14" y="3"/>
                  </a:cubicBezTo>
                  <a:cubicBezTo>
                    <a:pt x="17" y="1"/>
                    <a:pt x="21" y="0"/>
                    <a:pt x="24" y="0"/>
                  </a:cubicBezTo>
                  <a:cubicBezTo>
                    <a:pt x="29" y="0"/>
                    <a:pt x="33" y="1"/>
                    <a:pt x="37" y="4"/>
                  </a:cubicBezTo>
                  <a:cubicBezTo>
                    <a:pt x="40" y="6"/>
                    <a:pt x="42" y="9"/>
                    <a:pt x="43" y="11"/>
                  </a:cubicBezTo>
                  <a:cubicBezTo>
                    <a:pt x="44" y="13"/>
                    <a:pt x="44" y="15"/>
                    <a:pt x="44" y="15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7" y="13"/>
                  </a:lnTo>
                  <a:cubicBezTo>
                    <a:pt x="55" y="4"/>
                    <a:pt x="65" y="0"/>
                    <a:pt x="76" y="0"/>
                  </a:cubicBezTo>
                  <a:cubicBezTo>
                    <a:pt x="84" y="0"/>
                    <a:pt x="90" y="2"/>
                    <a:pt x="94" y="6"/>
                  </a:cubicBezTo>
                  <a:cubicBezTo>
                    <a:pt x="99" y="9"/>
                    <a:pt x="101" y="15"/>
                    <a:pt x="102" y="22"/>
                  </a:cubicBezTo>
                  <a:cubicBezTo>
                    <a:pt x="102" y="30"/>
                    <a:pt x="99" y="41"/>
                    <a:pt x="94" y="55"/>
                  </a:cubicBezTo>
                  <a:cubicBezTo>
                    <a:pt x="88" y="70"/>
                    <a:pt x="85" y="79"/>
                    <a:pt x="85" y="82"/>
                  </a:cubicBezTo>
                  <a:cubicBezTo>
                    <a:pt x="85" y="86"/>
                    <a:pt x="87" y="88"/>
                    <a:pt x="89" y="88"/>
                  </a:cubicBezTo>
                  <a:cubicBezTo>
                    <a:pt x="90" y="88"/>
                    <a:pt x="91" y="88"/>
                    <a:pt x="91" y="87"/>
                  </a:cubicBezTo>
                  <a:cubicBezTo>
                    <a:pt x="95" y="87"/>
                    <a:pt x="99" y="84"/>
                    <a:pt x="102" y="79"/>
                  </a:cubicBezTo>
                  <a:cubicBezTo>
                    <a:pt x="105" y="75"/>
                    <a:pt x="108" y="69"/>
                    <a:pt x="109" y="63"/>
                  </a:cubicBezTo>
                  <a:cubicBezTo>
                    <a:pt x="110" y="61"/>
                    <a:pt x="111" y="61"/>
                    <a:pt x="114" y="61"/>
                  </a:cubicBezTo>
                  <a:cubicBezTo>
                    <a:pt x="116" y="61"/>
                    <a:pt x="118" y="61"/>
                    <a:pt x="118" y="63"/>
                  </a:cubicBezTo>
                  <a:cubicBezTo>
                    <a:pt x="118" y="63"/>
                    <a:pt x="117" y="64"/>
                    <a:pt x="117" y="66"/>
                  </a:cubicBezTo>
                  <a:cubicBezTo>
                    <a:pt x="116" y="70"/>
                    <a:pt x="114" y="74"/>
                    <a:pt x="112" y="78"/>
                  </a:cubicBezTo>
                  <a:cubicBezTo>
                    <a:pt x="110" y="82"/>
                    <a:pt x="107" y="86"/>
                    <a:pt x="103" y="90"/>
                  </a:cubicBezTo>
                  <a:cubicBezTo>
                    <a:pt x="98" y="93"/>
                    <a:pt x="93" y="95"/>
                    <a:pt x="88" y="95"/>
                  </a:cubicBezTo>
                  <a:cubicBezTo>
                    <a:pt x="81" y="95"/>
                    <a:pt x="77" y="93"/>
                    <a:pt x="74" y="90"/>
                  </a:cubicBezTo>
                  <a:cubicBezTo>
                    <a:pt x="71" y="86"/>
                    <a:pt x="69" y="82"/>
                    <a:pt x="69" y="78"/>
                  </a:cubicBezTo>
                  <a:cubicBezTo>
                    <a:pt x="69" y="75"/>
                    <a:pt x="72" y="67"/>
                    <a:pt x="77" y="52"/>
                  </a:cubicBezTo>
                  <a:cubicBezTo>
                    <a:pt x="82" y="38"/>
                    <a:pt x="85" y="28"/>
                    <a:pt x="85" y="20"/>
                  </a:cubicBezTo>
                  <a:cubicBezTo>
                    <a:pt x="85" y="12"/>
                    <a:pt x="82" y="8"/>
                    <a:pt x="75" y="8"/>
                  </a:cubicBezTo>
                  <a:lnTo>
                    <a:pt x="74" y="8"/>
                  </a:lnTo>
                  <a:cubicBezTo>
                    <a:pt x="62" y="8"/>
                    <a:pt x="52" y="15"/>
                    <a:pt x="44" y="29"/>
                  </a:cubicBezTo>
                  <a:lnTo>
                    <a:pt x="42" y="32"/>
                  </a:lnTo>
                  <a:lnTo>
                    <a:pt x="35" y="60"/>
                  </a:lnTo>
                  <a:cubicBezTo>
                    <a:pt x="31" y="78"/>
                    <a:pt x="28" y="88"/>
                    <a:pt x="27" y="90"/>
                  </a:cubicBezTo>
                  <a:cubicBezTo>
                    <a:pt x="25" y="94"/>
                    <a:pt x="22" y="95"/>
                    <a:pt x="18" y="95"/>
                  </a:cubicBezTo>
                  <a:cubicBezTo>
                    <a:pt x="16" y="95"/>
                    <a:pt x="15" y="95"/>
                    <a:pt x="14" y="94"/>
                  </a:cubicBezTo>
                  <a:cubicBezTo>
                    <a:pt x="13" y="93"/>
                    <a:pt x="12" y="92"/>
                    <a:pt x="11" y="92"/>
                  </a:cubicBezTo>
                  <a:cubicBezTo>
                    <a:pt x="11" y="91"/>
                    <a:pt x="11" y="90"/>
                    <a:pt x="11" y="90"/>
                  </a:cubicBezTo>
                  <a:cubicBezTo>
                    <a:pt x="11" y="88"/>
                    <a:pt x="14" y="76"/>
                    <a:pt x="19" y="55"/>
                  </a:cubicBezTo>
                  <a:cubicBezTo>
                    <a:pt x="24" y="34"/>
                    <a:pt x="27" y="23"/>
                    <a:pt x="27" y="21"/>
                  </a:cubicBezTo>
                  <a:cubicBezTo>
                    <a:pt x="28" y="20"/>
                    <a:pt x="28" y="18"/>
                    <a:pt x="28" y="16"/>
                  </a:cubicBezTo>
                  <a:cubicBezTo>
                    <a:pt x="28" y="10"/>
                    <a:pt x="26" y="8"/>
                    <a:pt x="23" y="8"/>
                  </a:cubicBezTo>
                  <a:cubicBezTo>
                    <a:pt x="17" y="8"/>
                    <a:pt x="13" y="15"/>
                    <a:pt x="9" y="29"/>
                  </a:cubicBezTo>
                  <a:cubicBezTo>
                    <a:pt x="8" y="32"/>
                    <a:pt x="8" y="33"/>
                    <a:pt x="8" y="33"/>
                  </a:cubicBezTo>
                  <a:cubicBezTo>
                    <a:pt x="8" y="34"/>
                    <a:pt x="6" y="34"/>
                    <a:pt x="4" y="34"/>
                  </a:cubicBezTo>
                  <a:lnTo>
                    <a:pt x="1" y="34"/>
                  </a:lnTo>
                  <a:cubicBezTo>
                    <a:pt x="0" y="34"/>
                    <a:pt x="0" y="33"/>
                    <a:pt x="0" y="3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1" name="Freeform 109"/>
            <p:cNvSpPr>
              <a:spLocks/>
            </p:cNvSpPr>
            <p:nvPr/>
          </p:nvSpPr>
          <p:spPr bwMode="auto">
            <a:xfrm>
              <a:off x="462" y="3231"/>
              <a:ext cx="50" cy="243"/>
            </a:xfrm>
            <a:custGeom>
              <a:avLst/>
              <a:gdLst>
                <a:gd name="T0" fmla="*/ 0 w 104"/>
                <a:gd name="T1" fmla="*/ 2 h 506"/>
                <a:gd name="T2" fmla="*/ 1 w 104"/>
                <a:gd name="T3" fmla="*/ 0 h 506"/>
                <a:gd name="T4" fmla="*/ 4 w 104"/>
                <a:gd name="T5" fmla="*/ 0 h 506"/>
                <a:gd name="T6" fmla="*/ 5 w 104"/>
                <a:gd name="T7" fmla="*/ 0 h 506"/>
                <a:gd name="T8" fmla="*/ 8 w 104"/>
                <a:gd name="T9" fmla="*/ 0 h 506"/>
                <a:gd name="T10" fmla="*/ 14 w 104"/>
                <a:gd name="T11" fmla="*/ 5 h 506"/>
                <a:gd name="T12" fmla="*/ 23 w 104"/>
                <a:gd name="T13" fmla="*/ 14 h 506"/>
                <a:gd name="T14" fmla="*/ 35 w 104"/>
                <a:gd name="T15" fmla="*/ 27 h 506"/>
                <a:gd name="T16" fmla="*/ 48 w 104"/>
                <a:gd name="T17" fmla="*/ 44 h 506"/>
                <a:gd name="T18" fmla="*/ 61 w 104"/>
                <a:gd name="T19" fmla="*/ 66 h 506"/>
                <a:gd name="T20" fmla="*/ 74 w 104"/>
                <a:gd name="T21" fmla="*/ 92 h 506"/>
                <a:gd name="T22" fmla="*/ 86 w 104"/>
                <a:gd name="T23" fmla="*/ 123 h 506"/>
                <a:gd name="T24" fmla="*/ 95 w 104"/>
                <a:gd name="T25" fmla="*/ 160 h 506"/>
                <a:gd name="T26" fmla="*/ 101 w 104"/>
                <a:gd name="T27" fmla="*/ 203 h 506"/>
                <a:gd name="T28" fmla="*/ 104 w 104"/>
                <a:gd name="T29" fmla="*/ 253 h 506"/>
                <a:gd name="T30" fmla="*/ 102 w 104"/>
                <a:gd name="T31" fmla="*/ 294 h 506"/>
                <a:gd name="T32" fmla="*/ 27 w 104"/>
                <a:gd name="T33" fmla="*/ 487 h 506"/>
                <a:gd name="T34" fmla="*/ 18 w 104"/>
                <a:gd name="T35" fmla="*/ 496 h 506"/>
                <a:gd name="T36" fmla="*/ 11 w 104"/>
                <a:gd name="T37" fmla="*/ 503 h 506"/>
                <a:gd name="T38" fmla="*/ 8 w 104"/>
                <a:gd name="T39" fmla="*/ 506 h 506"/>
                <a:gd name="T40" fmla="*/ 5 w 104"/>
                <a:gd name="T41" fmla="*/ 506 h 506"/>
                <a:gd name="T42" fmla="*/ 1 w 104"/>
                <a:gd name="T43" fmla="*/ 505 h 506"/>
                <a:gd name="T44" fmla="*/ 0 w 104"/>
                <a:gd name="T45" fmla="*/ 503 h 506"/>
                <a:gd name="T46" fmla="*/ 23 w 104"/>
                <a:gd name="T47" fmla="*/ 477 h 506"/>
                <a:gd name="T48" fmla="*/ 83 w 104"/>
                <a:gd name="T49" fmla="*/ 253 h 506"/>
                <a:gd name="T50" fmla="*/ 78 w 104"/>
                <a:gd name="T51" fmla="*/ 173 h 506"/>
                <a:gd name="T52" fmla="*/ 64 w 104"/>
                <a:gd name="T53" fmla="*/ 111 h 506"/>
                <a:gd name="T54" fmla="*/ 45 w 104"/>
                <a:gd name="T55" fmla="*/ 64 h 506"/>
                <a:gd name="T56" fmla="*/ 24 w 104"/>
                <a:gd name="T57" fmla="*/ 29 h 506"/>
                <a:gd name="T58" fmla="*/ 3 w 104"/>
                <a:gd name="T59" fmla="*/ 5 h 506"/>
                <a:gd name="T60" fmla="*/ 2 w 104"/>
                <a:gd name="T61" fmla="*/ 4 h 506"/>
                <a:gd name="T62" fmla="*/ 1 w 104"/>
                <a:gd name="T63" fmla="*/ 3 h 506"/>
                <a:gd name="T64" fmla="*/ 1 w 104"/>
                <a:gd name="T65" fmla="*/ 3 h 506"/>
                <a:gd name="T66" fmla="*/ 0 w 104"/>
                <a:gd name="T67" fmla="*/ 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506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4" y="0"/>
                  </a:cubicBezTo>
                  <a:lnTo>
                    <a:pt x="5" y="0"/>
                  </a:lnTo>
                  <a:lnTo>
                    <a:pt x="8" y="0"/>
                  </a:lnTo>
                  <a:cubicBezTo>
                    <a:pt x="8" y="0"/>
                    <a:pt x="10" y="2"/>
                    <a:pt x="14" y="5"/>
                  </a:cubicBezTo>
                  <a:cubicBezTo>
                    <a:pt x="18" y="9"/>
                    <a:pt x="21" y="12"/>
                    <a:pt x="23" y="14"/>
                  </a:cubicBezTo>
                  <a:cubicBezTo>
                    <a:pt x="26" y="17"/>
                    <a:pt x="30" y="21"/>
                    <a:pt x="35" y="27"/>
                  </a:cubicBezTo>
                  <a:cubicBezTo>
                    <a:pt x="40" y="33"/>
                    <a:pt x="44" y="39"/>
                    <a:pt x="48" y="44"/>
                  </a:cubicBezTo>
                  <a:cubicBezTo>
                    <a:pt x="52" y="50"/>
                    <a:pt x="56" y="57"/>
                    <a:pt x="61" y="66"/>
                  </a:cubicBezTo>
                  <a:cubicBezTo>
                    <a:pt x="66" y="75"/>
                    <a:pt x="71" y="83"/>
                    <a:pt x="74" y="92"/>
                  </a:cubicBezTo>
                  <a:cubicBezTo>
                    <a:pt x="78" y="100"/>
                    <a:pt x="82" y="111"/>
                    <a:pt x="86" y="123"/>
                  </a:cubicBezTo>
                  <a:cubicBezTo>
                    <a:pt x="90" y="136"/>
                    <a:pt x="93" y="148"/>
                    <a:pt x="95" y="160"/>
                  </a:cubicBezTo>
                  <a:cubicBezTo>
                    <a:pt x="98" y="173"/>
                    <a:pt x="100" y="187"/>
                    <a:pt x="101" y="203"/>
                  </a:cubicBezTo>
                  <a:cubicBezTo>
                    <a:pt x="103" y="219"/>
                    <a:pt x="104" y="236"/>
                    <a:pt x="104" y="253"/>
                  </a:cubicBezTo>
                  <a:cubicBezTo>
                    <a:pt x="104" y="269"/>
                    <a:pt x="103" y="283"/>
                    <a:pt x="102" y="294"/>
                  </a:cubicBezTo>
                  <a:cubicBezTo>
                    <a:pt x="96" y="375"/>
                    <a:pt x="71" y="439"/>
                    <a:pt x="27" y="487"/>
                  </a:cubicBezTo>
                  <a:cubicBezTo>
                    <a:pt x="24" y="491"/>
                    <a:pt x="21" y="494"/>
                    <a:pt x="18" y="496"/>
                  </a:cubicBezTo>
                  <a:cubicBezTo>
                    <a:pt x="15" y="499"/>
                    <a:pt x="13" y="501"/>
                    <a:pt x="11" y="503"/>
                  </a:cubicBezTo>
                  <a:cubicBezTo>
                    <a:pt x="9" y="505"/>
                    <a:pt x="8" y="506"/>
                    <a:pt x="8" y="506"/>
                  </a:cubicBezTo>
                  <a:lnTo>
                    <a:pt x="5" y="506"/>
                  </a:lnTo>
                  <a:cubicBezTo>
                    <a:pt x="3" y="506"/>
                    <a:pt x="2" y="506"/>
                    <a:pt x="1" y="505"/>
                  </a:cubicBezTo>
                  <a:cubicBezTo>
                    <a:pt x="1" y="505"/>
                    <a:pt x="0" y="504"/>
                    <a:pt x="0" y="503"/>
                  </a:cubicBezTo>
                  <a:cubicBezTo>
                    <a:pt x="8" y="496"/>
                    <a:pt x="15" y="487"/>
                    <a:pt x="23" y="477"/>
                  </a:cubicBezTo>
                  <a:cubicBezTo>
                    <a:pt x="63" y="423"/>
                    <a:pt x="83" y="348"/>
                    <a:pt x="83" y="253"/>
                  </a:cubicBezTo>
                  <a:cubicBezTo>
                    <a:pt x="83" y="224"/>
                    <a:pt x="81" y="198"/>
                    <a:pt x="78" y="173"/>
                  </a:cubicBezTo>
                  <a:cubicBezTo>
                    <a:pt x="74" y="149"/>
                    <a:pt x="70" y="128"/>
                    <a:pt x="64" y="111"/>
                  </a:cubicBezTo>
                  <a:cubicBezTo>
                    <a:pt x="59" y="94"/>
                    <a:pt x="52" y="79"/>
                    <a:pt x="45" y="64"/>
                  </a:cubicBezTo>
                  <a:cubicBezTo>
                    <a:pt x="37" y="49"/>
                    <a:pt x="30" y="38"/>
                    <a:pt x="24" y="29"/>
                  </a:cubicBezTo>
                  <a:cubicBezTo>
                    <a:pt x="17" y="21"/>
                    <a:pt x="10" y="13"/>
                    <a:pt x="3" y="5"/>
                  </a:cubicBezTo>
                  <a:lnTo>
                    <a:pt x="2" y="4"/>
                  </a:lnTo>
                  <a:cubicBezTo>
                    <a:pt x="2" y="4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2" name="Freeform 110"/>
            <p:cNvSpPr>
              <a:spLocks/>
            </p:cNvSpPr>
            <p:nvPr/>
          </p:nvSpPr>
          <p:spPr bwMode="auto">
            <a:xfrm>
              <a:off x="571" y="3328"/>
              <a:ext cx="49" cy="49"/>
            </a:xfrm>
            <a:custGeom>
              <a:avLst/>
              <a:gdLst>
                <a:gd name="T0" fmla="*/ 102 w 102"/>
                <a:gd name="T1" fmla="*/ 97 h 102"/>
                <a:gd name="T2" fmla="*/ 98 w 102"/>
                <a:gd name="T3" fmla="*/ 102 h 102"/>
                <a:gd name="T4" fmla="*/ 93 w 102"/>
                <a:gd name="T5" fmla="*/ 98 h 102"/>
                <a:gd name="T6" fmla="*/ 73 w 102"/>
                <a:gd name="T7" fmla="*/ 79 h 102"/>
                <a:gd name="T8" fmla="*/ 51 w 102"/>
                <a:gd name="T9" fmla="*/ 57 h 102"/>
                <a:gd name="T10" fmla="*/ 29 w 102"/>
                <a:gd name="T11" fmla="*/ 79 h 102"/>
                <a:gd name="T12" fmla="*/ 6 w 102"/>
                <a:gd name="T13" fmla="*/ 101 h 102"/>
                <a:gd name="T14" fmla="*/ 5 w 102"/>
                <a:gd name="T15" fmla="*/ 102 h 102"/>
                <a:gd name="T16" fmla="*/ 2 w 102"/>
                <a:gd name="T17" fmla="*/ 100 h 102"/>
                <a:gd name="T18" fmla="*/ 0 w 102"/>
                <a:gd name="T19" fmla="*/ 97 h 102"/>
                <a:gd name="T20" fmla="*/ 3 w 102"/>
                <a:gd name="T21" fmla="*/ 93 h 102"/>
                <a:gd name="T22" fmla="*/ 23 w 102"/>
                <a:gd name="T23" fmla="*/ 73 h 102"/>
                <a:gd name="T24" fmla="*/ 45 w 102"/>
                <a:gd name="T25" fmla="*/ 51 h 102"/>
                <a:gd name="T26" fmla="*/ 23 w 102"/>
                <a:gd name="T27" fmla="*/ 29 h 102"/>
                <a:gd name="T28" fmla="*/ 3 w 102"/>
                <a:gd name="T29" fmla="*/ 9 h 102"/>
                <a:gd name="T30" fmla="*/ 0 w 102"/>
                <a:gd name="T31" fmla="*/ 4 h 102"/>
                <a:gd name="T32" fmla="*/ 2 w 102"/>
                <a:gd name="T33" fmla="*/ 1 h 102"/>
                <a:gd name="T34" fmla="*/ 5 w 102"/>
                <a:gd name="T35" fmla="*/ 0 h 102"/>
                <a:gd name="T36" fmla="*/ 6 w 102"/>
                <a:gd name="T37" fmla="*/ 0 h 102"/>
                <a:gd name="T38" fmla="*/ 29 w 102"/>
                <a:gd name="T39" fmla="*/ 23 h 102"/>
                <a:gd name="T40" fmla="*/ 51 w 102"/>
                <a:gd name="T41" fmla="*/ 45 h 102"/>
                <a:gd name="T42" fmla="*/ 73 w 102"/>
                <a:gd name="T43" fmla="*/ 23 h 102"/>
                <a:gd name="T44" fmla="*/ 93 w 102"/>
                <a:gd name="T45" fmla="*/ 3 h 102"/>
                <a:gd name="T46" fmla="*/ 98 w 102"/>
                <a:gd name="T47" fmla="*/ 0 h 102"/>
                <a:gd name="T48" fmla="*/ 102 w 102"/>
                <a:gd name="T49" fmla="*/ 4 h 102"/>
                <a:gd name="T50" fmla="*/ 100 w 102"/>
                <a:gd name="T51" fmla="*/ 8 h 102"/>
                <a:gd name="T52" fmla="*/ 79 w 102"/>
                <a:gd name="T53" fmla="*/ 29 h 102"/>
                <a:gd name="T54" fmla="*/ 57 w 102"/>
                <a:gd name="T55" fmla="*/ 51 h 102"/>
                <a:gd name="T56" fmla="*/ 79 w 102"/>
                <a:gd name="T57" fmla="*/ 73 h 102"/>
                <a:gd name="T58" fmla="*/ 100 w 102"/>
                <a:gd name="T59" fmla="*/ 93 h 102"/>
                <a:gd name="T60" fmla="*/ 102 w 102"/>
                <a:gd name="T61" fmla="*/ 9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102">
                  <a:moveTo>
                    <a:pt x="102" y="97"/>
                  </a:moveTo>
                  <a:cubicBezTo>
                    <a:pt x="102" y="100"/>
                    <a:pt x="101" y="102"/>
                    <a:pt x="98" y="102"/>
                  </a:cubicBezTo>
                  <a:cubicBezTo>
                    <a:pt x="97" y="102"/>
                    <a:pt x="96" y="100"/>
                    <a:pt x="93" y="98"/>
                  </a:cubicBezTo>
                  <a:cubicBezTo>
                    <a:pt x="91" y="96"/>
                    <a:pt x="84" y="89"/>
                    <a:pt x="73" y="79"/>
                  </a:cubicBezTo>
                  <a:lnTo>
                    <a:pt x="51" y="57"/>
                  </a:lnTo>
                  <a:lnTo>
                    <a:pt x="29" y="79"/>
                  </a:lnTo>
                  <a:cubicBezTo>
                    <a:pt x="14" y="93"/>
                    <a:pt x="7" y="101"/>
                    <a:pt x="6" y="101"/>
                  </a:cubicBezTo>
                  <a:cubicBezTo>
                    <a:pt x="6" y="101"/>
                    <a:pt x="5" y="102"/>
                    <a:pt x="5" y="102"/>
                  </a:cubicBezTo>
                  <a:cubicBezTo>
                    <a:pt x="4" y="102"/>
                    <a:pt x="3" y="101"/>
                    <a:pt x="2" y="100"/>
                  </a:cubicBezTo>
                  <a:cubicBezTo>
                    <a:pt x="1" y="99"/>
                    <a:pt x="0" y="98"/>
                    <a:pt x="0" y="97"/>
                  </a:cubicBezTo>
                  <a:cubicBezTo>
                    <a:pt x="0" y="96"/>
                    <a:pt x="1" y="95"/>
                    <a:pt x="3" y="93"/>
                  </a:cubicBezTo>
                  <a:cubicBezTo>
                    <a:pt x="5" y="91"/>
                    <a:pt x="12" y="84"/>
                    <a:pt x="23" y="73"/>
                  </a:cubicBezTo>
                  <a:lnTo>
                    <a:pt x="45" y="51"/>
                  </a:lnTo>
                  <a:lnTo>
                    <a:pt x="23" y="29"/>
                  </a:lnTo>
                  <a:cubicBezTo>
                    <a:pt x="12" y="17"/>
                    <a:pt x="5" y="11"/>
                    <a:pt x="3" y="9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7" y="1"/>
                    <a:pt x="14" y="8"/>
                    <a:pt x="29" y="23"/>
                  </a:cubicBezTo>
                  <a:lnTo>
                    <a:pt x="51" y="45"/>
                  </a:lnTo>
                  <a:lnTo>
                    <a:pt x="73" y="23"/>
                  </a:lnTo>
                  <a:cubicBezTo>
                    <a:pt x="84" y="12"/>
                    <a:pt x="91" y="5"/>
                    <a:pt x="93" y="3"/>
                  </a:cubicBezTo>
                  <a:cubicBezTo>
                    <a:pt x="96" y="1"/>
                    <a:pt x="97" y="0"/>
                    <a:pt x="98" y="0"/>
                  </a:cubicBezTo>
                  <a:cubicBezTo>
                    <a:pt x="101" y="0"/>
                    <a:pt x="102" y="1"/>
                    <a:pt x="102" y="4"/>
                  </a:cubicBezTo>
                  <a:cubicBezTo>
                    <a:pt x="102" y="5"/>
                    <a:pt x="101" y="6"/>
                    <a:pt x="100" y="8"/>
                  </a:cubicBezTo>
                  <a:cubicBezTo>
                    <a:pt x="99" y="9"/>
                    <a:pt x="92" y="16"/>
                    <a:pt x="79" y="29"/>
                  </a:cubicBezTo>
                  <a:lnTo>
                    <a:pt x="57" y="51"/>
                  </a:lnTo>
                  <a:lnTo>
                    <a:pt x="79" y="73"/>
                  </a:lnTo>
                  <a:cubicBezTo>
                    <a:pt x="91" y="85"/>
                    <a:pt x="98" y="91"/>
                    <a:pt x="100" y="93"/>
                  </a:cubicBezTo>
                  <a:cubicBezTo>
                    <a:pt x="101" y="95"/>
                    <a:pt x="102" y="96"/>
                    <a:pt x="102" y="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3" name="Rectangle 111"/>
            <p:cNvSpPr>
              <a:spLocks noChangeArrowheads="1"/>
            </p:cNvSpPr>
            <p:nvPr/>
          </p:nvSpPr>
          <p:spPr bwMode="auto">
            <a:xfrm>
              <a:off x="670" y="3349"/>
              <a:ext cx="63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4" name="Freeform 112"/>
            <p:cNvSpPr>
              <a:spLocks/>
            </p:cNvSpPr>
            <p:nvPr/>
          </p:nvSpPr>
          <p:spPr bwMode="auto">
            <a:xfrm>
              <a:off x="684" y="3241"/>
              <a:ext cx="35" cy="68"/>
            </a:xfrm>
            <a:custGeom>
              <a:avLst/>
              <a:gdLst>
                <a:gd name="T0" fmla="*/ 27 w 73"/>
                <a:gd name="T1" fmla="*/ 19 h 141"/>
                <a:gd name="T2" fmla="*/ 25 w 73"/>
                <a:gd name="T3" fmla="*/ 20 h 141"/>
                <a:gd name="T4" fmla="*/ 16 w 73"/>
                <a:gd name="T5" fmla="*/ 22 h 141"/>
                <a:gd name="T6" fmla="*/ 4 w 73"/>
                <a:gd name="T7" fmla="*/ 24 h 141"/>
                <a:gd name="T8" fmla="*/ 0 w 73"/>
                <a:gd name="T9" fmla="*/ 24 h 141"/>
                <a:gd name="T10" fmla="*/ 0 w 73"/>
                <a:gd name="T11" fmla="*/ 14 h 141"/>
                <a:gd name="T12" fmla="*/ 4 w 73"/>
                <a:gd name="T13" fmla="*/ 14 h 141"/>
                <a:gd name="T14" fmla="*/ 22 w 73"/>
                <a:gd name="T15" fmla="*/ 11 h 141"/>
                <a:gd name="T16" fmla="*/ 34 w 73"/>
                <a:gd name="T17" fmla="*/ 6 h 141"/>
                <a:gd name="T18" fmla="*/ 40 w 73"/>
                <a:gd name="T19" fmla="*/ 1 h 141"/>
                <a:gd name="T20" fmla="*/ 43 w 73"/>
                <a:gd name="T21" fmla="*/ 0 h 141"/>
                <a:gd name="T22" fmla="*/ 46 w 73"/>
                <a:gd name="T23" fmla="*/ 2 h 141"/>
                <a:gd name="T24" fmla="*/ 46 w 73"/>
                <a:gd name="T25" fmla="*/ 65 h 141"/>
                <a:gd name="T26" fmla="*/ 46 w 73"/>
                <a:gd name="T27" fmla="*/ 128 h 141"/>
                <a:gd name="T28" fmla="*/ 49 w 73"/>
                <a:gd name="T29" fmla="*/ 130 h 141"/>
                <a:gd name="T30" fmla="*/ 54 w 73"/>
                <a:gd name="T31" fmla="*/ 131 h 141"/>
                <a:gd name="T32" fmla="*/ 67 w 73"/>
                <a:gd name="T33" fmla="*/ 131 h 141"/>
                <a:gd name="T34" fmla="*/ 73 w 73"/>
                <a:gd name="T35" fmla="*/ 131 h 141"/>
                <a:gd name="T36" fmla="*/ 73 w 73"/>
                <a:gd name="T37" fmla="*/ 141 h 141"/>
                <a:gd name="T38" fmla="*/ 70 w 73"/>
                <a:gd name="T39" fmla="*/ 141 h 141"/>
                <a:gd name="T40" fmla="*/ 37 w 73"/>
                <a:gd name="T41" fmla="*/ 140 h 141"/>
                <a:gd name="T42" fmla="*/ 4 w 73"/>
                <a:gd name="T43" fmla="*/ 141 h 141"/>
                <a:gd name="T44" fmla="*/ 1 w 73"/>
                <a:gd name="T45" fmla="*/ 141 h 141"/>
                <a:gd name="T46" fmla="*/ 1 w 73"/>
                <a:gd name="T47" fmla="*/ 131 h 141"/>
                <a:gd name="T48" fmla="*/ 6 w 73"/>
                <a:gd name="T49" fmla="*/ 131 h 141"/>
                <a:gd name="T50" fmla="*/ 14 w 73"/>
                <a:gd name="T51" fmla="*/ 131 h 141"/>
                <a:gd name="T52" fmla="*/ 20 w 73"/>
                <a:gd name="T53" fmla="*/ 131 h 141"/>
                <a:gd name="T54" fmla="*/ 23 w 73"/>
                <a:gd name="T55" fmla="*/ 130 h 141"/>
                <a:gd name="T56" fmla="*/ 25 w 73"/>
                <a:gd name="T57" fmla="*/ 130 h 141"/>
                <a:gd name="T58" fmla="*/ 26 w 73"/>
                <a:gd name="T59" fmla="*/ 129 h 141"/>
                <a:gd name="T60" fmla="*/ 27 w 73"/>
                <a:gd name="T61" fmla="*/ 128 h 141"/>
                <a:gd name="T62" fmla="*/ 27 w 73"/>
                <a:gd name="T63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141">
                  <a:moveTo>
                    <a:pt x="27" y="19"/>
                  </a:moveTo>
                  <a:lnTo>
                    <a:pt x="25" y="20"/>
                  </a:lnTo>
                  <a:cubicBezTo>
                    <a:pt x="23" y="21"/>
                    <a:pt x="20" y="21"/>
                    <a:pt x="16" y="22"/>
                  </a:cubicBezTo>
                  <a:cubicBezTo>
                    <a:pt x="13" y="23"/>
                    <a:pt x="8" y="23"/>
                    <a:pt x="4" y="24"/>
                  </a:cubicBezTo>
                  <a:lnTo>
                    <a:pt x="0" y="24"/>
                  </a:lnTo>
                  <a:lnTo>
                    <a:pt x="0" y="14"/>
                  </a:lnTo>
                  <a:lnTo>
                    <a:pt x="4" y="14"/>
                  </a:lnTo>
                  <a:cubicBezTo>
                    <a:pt x="11" y="14"/>
                    <a:pt x="17" y="12"/>
                    <a:pt x="22" y="11"/>
                  </a:cubicBezTo>
                  <a:cubicBezTo>
                    <a:pt x="28" y="9"/>
                    <a:pt x="32" y="7"/>
                    <a:pt x="34" y="6"/>
                  </a:cubicBezTo>
                  <a:cubicBezTo>
                    <a:pt x="36" y="4"/>
                    <a:pt x="38" y="2"/>
                    <a:pt x="40" y="1"/>
                  </a:cubicBezTo>
                  <a:cubicBezTo>
                    <a:pt x="40" y="1"/>
                    <a:pt x="41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lnTo>
                    <a:pt x="46" y="65"/>
                  </a:lnTo>
                  <a:lnTo>
                    <a:pt x="46" y="128"/>
                  </a:lnTo>
                  <a:cubicBezTo>
                    <a:pt x="47" y="129"/>
                    <a:pt x="48" y="130"/>
                    <a:pt x="49" y="130"/>
                  </a:cubicBezTo>
                  <a:cubicBezTo>
                    <a:pt x="50" y="130"/>
                    <a:pt x="51" y="130"/>
                    <a:pt x="54" y="131"/>
                  </a:cubicBezTo>
                  <a:cubicBezTo>
                    <a:pt x="57" y="131"/>
                    <a:pt x="61" y="131"/>
                    <a:pt x="67" y="131"/>
                  </a:cubicBezTo>
                  <a:lnTo>
                    <a:pt x="73" y="131"/>
                  </a:lnTo>
                  <a:lnTo>
                    <a:pt x="73" y="141"/>
                  </a:lnTo>
                  <a:lnTo>
                    <a:pt x="70" y="141"/>
                  </a:lnTo>
                  <a:cubicBezTo>
                    <a:pt x="67" y="140"/>
                    <a:pt x="56" y="140"/>
                    <a:pt x="37" y="140"/>
                  </a:cubicBezTo>
                  <a:cubicBezTo>
                    <a:pt x="18" y="140"/>
                    <a:pt x="6" y="140"/>
                    <a:pt x="4" y="141"/>
                  </a:cubicBezTo>
                  <a:lnTo>
                    <a:pt x="1" y="141"/>
                  </a:lnTo>
                  <a:lnTo>
                    <a:pt x="1" y="131"/>
                  </a:lnTo>
                  <a:lnTo>
                    <a:pt x="6" y="131"/>
                  </a:lnTo>
                  <a:lnTo>
                    <a:pt x="14" y="131"/>
                  </a:lnTo>
                  <a:cubicBezTo>
                    <a:pt x="17" y="131"/>
                    <a:pt x="19" y="131"/>
                    <a:pt x="20" y="131"/>
                  </a:cubicBezTo>
                  <a:cubicBezTo>
                    <a:pt x="21" y="131"/>
                    <a:pt x="22" y="131"/>
                    <a:pt x="23" y="130"/>
                  </a:cubicBezTo>
                  <a:cubicBezTo>
                    <a:pt x="24" y="130"/>
                    <a:pt x="25" y="130"/>
                    <a:pt x="25" y="130"/>
                  </a:cubicBezTo>
                  <a:cubicBezTo>
                    <a:pt x="25" y="130"/>
                    <a:pt x="25" y="129"/>
                    <a:pt x="26" y="129"/>
                  </a:cubicBezTo>
                  <a:cubicBezTo>
                    <a:pt x="27" y="128"/>
                    <a:pt x="27" y="128"/>
                    <a:pt x="27" y="128"/>
                  </a:cubicBezTo>
                  <a:lnTo>
                    <a:pt x="27" y="1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5" name="Freeform 113"/>
            <p:cNvSpPr>
              <a:spLocks noEditPoints="1"/>
            </p:cNvSpPr>
            <p:nvPr/>
          </p:nvSpPr>
          <p:spPr bwMode="auto">
            <a:xfrm>
              <a:off x="686" y="3380"/>
              <a:ext cx="28" cy="68"/>
            </a:xfrm>
            <a:custGeom>
              <a:avLst/>
              <a:gdLst>
                <a:gd name="T0" fmla="*/ 34 w 59"/>
                <a:gd name="T1" fmla="*/ 13 h 141"/>
                <a:gd name="T2" fmla="*/ 38 w 59"/>
                <a:gd name="T3" fmla="*/ 4 h 141"/>
                <a:gd name="T4" fmla="*/ 48 w 59"/>
                <a:gd name="T5" fmla="*/ 0 h 141"/>
                <a:gd name="T6" fmla="*/ 54 w 59"/>
                <a:gd name="T7" fmla="*/ 2 h 141"/>
                <a:gd name="T8" fmla="*/ 57 w 59"/>
                <a:gd name="T9" fmla="*/ 9 h 141"/>
                <a:gd name="T10" fmla="*/ 53 w 59"/>
                <a:gd name="T11" fmla="*/ 17 h 141"/>
                <a:gd name="T12" fmla="*/ 43 w 59"/>
                <a:gd name="T13" fmla="*/ 22 h 141"/>
                <a:gd name="T14" fmla="*/ 37 w 59"/>
                <a:gd name="T15" fmla="*/ 20 h 141"/>
                <a:gd name="T16" fmla="*/ 34 w 59"/>
                <a:gd name="T17" fmla="*/ 13 h 141"/>
                <a:gd name="T18" fmla="*/ 0 w 59"/>
                <a:gd name="T19" fmla="*/ 79 h 141"/>
                <a:gd name="T20" fmla="*/ 2 w 59"/>
                <a:gd name="T21" fmla="*/ 72 h 141"/>
                <a:gd name="T22" fmla="*/ 7 w 59"/>
                <a:gd name="T23" fmla="*/ 61 h 141"/>
                <a:gd name="T24" fmla="*/ 16 w 59"/>
                <a:gd name="T25" fmla="*/ 51 h 141"/>
                <a:gd name="T26" fmla="*/ 29 w 59"/>
                <a:gd name="T27" fmla="*/ 46 h 141"/>
                <a:gd name="T28" fmla="*/ 43 w 59"/>
                <a:gd name="T29" fmla="*/ 51 h 141"/>
                <a:gd name="T30" fmla="*/ 48 w 59"/>
                <a:gd name="T31" fmla="*/ 64 h 141"/>
                <a:gd name="T32" fmla="*/ 45 w 59"/>
                <a:gd name="T33" fmla="*/ 76 h 141"/>
                <a:gd name="T34" fmla="*/ 37 w 59"/>
                <a:gd name="T35" fmla="*/ 98 h 141"/>
                <a:gd name="T36" fmla="*/ 28 w 59"/>
                <a:gd name="T37" fmla="*/ 122 h 141"/>
                <a:gd name="T38" fmla="*/ 27 w 59"/>
                <a:gd name="T39" fmla="*/ 128 h 141"/>
                <a:gd name="T40" fmla="*/ 31 w 59"/>
                <a:gd name="T41" fmla="*/ 134 h 141"/>
                <a:gd name="T42" fmla="*/ 35 w 59"/>
                <a:gd name="T43" fmla="*/ 133 h 141"/>
                <a:gd name="T44" fmla="*/ 40 w 59"/>
                <a:gd name="T45" fmla="*/ 130 h 141"/>
                <a:gd name="T46" fmla="*/ 45 w 59"/>
                <a:gd name="T47" fmla="*/ 123 h 141"/>
                <a:gd name="T48" fmla="*/ 51 w 59"/>
                <a:gd name="T49" fmla="*/ 110 h 141"/>
                <a:gd name="T50" fmla="*/ 52 w 59"/>
                <a:gd name="T51" fmla="*/ 107 h 141"/>
                <a:gd name="T52" fmla="*/ 55 w 59"/>
                <a:gd name="T53" fmla="*/ 107 h 141"/>
                <a:gd name="T54" fmla="*/ 59 w 59"/>
                <a:gd name="T55" fmla="*/ 109 h 141"/>
                <a:gd name="T56" fmla="*/ 57 w 59"/>
                <a:gd name="T57" fmla="*/ 116 h 141"/>
                <a:gd name="T58" fmla="*/ 52 w 59"/>
                <a:gd name="T59" fmla="*/ 126 h 141"/>
                <a:gd name="T60" fmla="*/ 43 w 59"/>
                <a:gd name="T61" fmla="*/ 137 h 141"/>
                <a:gd name="T62" fmla="*/ 30 w 59"/>
                <a:gd name="T63" fmla="*/ 141 h 141"/>
                <a:gd name="T64" fmla="*/ 17 w 59"/>
                <a:gd name="T65" fmla="*/ 137 h 141"/>
                <a:gd name="T66" fmla="*/ 11 w 59"/>
                <a:gd name="T67" fmla="*/ 124 h 141"/>
                <a:gd name="T68" fmla="*/ 12 w 59"/>
                <a:gd name="T69" fmla="*/ 117 h 141"/>
                <a:gd name="T70" fmla="*/ 21 w 59"/>
                <a:gd name="T71" fmla="*/ 93 h 141"/>
                <a:gd name="T72" fmla="*/ 31 w 59"/>
                <a:gd name="T73" fmla="*/ 67 h 141"/>
                <a:gd name="T74" fmla="*/ 32 w 59"/>
                <a:gd name="T75" fmla="*/ 59 h 141"/>
                <a:gd name="T76" fmla="*/ 29 w 59"/>
                <a:gd name="T77" fmla="*/ 54 h 141"/>
                <a:gd name="T78" fmla="*/ 28 w 59"/>
                <a:gd name="T79" fmla="*/ 54 h 141"/>
                <a:gd name="T80" fmla="*/ 17 w 59"/>
                <a:gd name="T81" fmla="*/ 61 h 141"/>
                <a:gd name="T82" fmla="*/ 9 w 59"/>
                <a:gd name="T83" fmla="*/ 79 h 141"/>
                <a:gd name="T84" fmla="*/ 8 w 59"/>
                <a:gd name="T85" fmla="*/ 79 h 141"/>
                <a:gd name="T86" fmla="*/ 8 w 59"/>
                <a:gd name="T87" fmla="*/ 80 h 141"/>
                <a:gd name="T88" fmla="*/ 7 w 59"/>
                <a:gd name="T89" fmla="*/ 80 h 141"/>
                <a:gd name="T90" fmla="*/ 7 w 59"/>
                <a:gd name="T91" fmla="*/ 80 h 141"/>
                <a:gd name="T92" fmla="*/ 6 w 59"/>
                <a:gd name="T93" fmla="*/ 80 h 141"/>
                <a:gd name="T94" fmla="*/ 4 w 59"/>
                <a:gd name="T95" fmla="*/ 80 h 141"/>
                <a:gd name="T96" fmla="*/ 1 w 59"/>
                <a:gd name="T97" fmla="*/ 80 h 141"/>
                <a:gd name="T98" fmla="*/ 0 w 59"/>
                <a:gd name="T99" fmla="*/ 7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9" h="141">
                  <a:moveTo>
                    <a:pt x="34" y="13"/>
                  </a:moveTo>
                  <a:cubicBezTo>
                    <a:pt x="34" y="9"/>
                    <a:pt x="36" y="6"/>
                    <a:pt x="38" y="4"/>
                  </a:cubicBezTo>
                  <a:cubicBezTo>
                    <a:pt x="41" y="1"/>
                    <a:pt x="44" y="0"/>
                    <a:pt x="48" y="0"/>
                  </a:cubicBezTo>
                  <a:cubicBezTo>
                    <a:pt x="50" y="0"/>
                    <a:pt x="52" y="1"/>
                    <a:pt x="54" y="2"/>
                  </a:cubicBezTo>
                  <a:cubicBezTo>
                    <a:pt x="56" y="4"/>
                    <a:pt x="57" y="6"/>
                    <a:pt x="57" y="9"/>
                  </a:cubicBezTo>
                  <a:cubicBezTo>
                    <a:pt x="57" y="12"/>
                    <a:pt x="55" y="15"/>
                    <a:pt x="53" y="17"/>
                  </a:cubicBezTo>
                  <a:cubicBezTo>
                    <a:pt x="50" y="20"/>
                    <a:pt x="47" y="21"/>
                    <a:pt x="43" y="22"/>
                  </a:cubicBezTo>
                  <a:cubicBezTo>
                    <a:pt x="41" y="22"/>
                    <a:pt x="39" y="21"/>
                    <a:pt x="37" y="20"/>
                  </a:cubicBezTo>
                  <a:cubicBezTo>
                    <a:pt x="36" y="18"/>
                    <a:pt x="35" y="16"/>
                    <a:pt x="34" y="13"/>
                  </a:cubicBezTo>
                  <a:close/>
                  <a:moveTo>
                    <a:pt x="0" y="79"/>
                  </a:moveTo>
                  <a:cubicBezTo>
                    <a:pt x="0" y="77"/>
                    <a:pt x="1" y="75"/>
                    <a:pt x="2" y="72"/>
                  </a:cubicBezTo>
                  <a:cubicBezTo>
                    <a:pt x="3" y="69"/>
                    <a:pt x="5" y="65"/>
                    <a:pt x="7" y="61"/>
                  </a:cubicBezTo>
                  <a:cubicBezTo>
                    <a:pt x="9" y="57"/>
                    <a:pt x="12" y="54"/>
                    <a:pt x="16" y="51"/>
                  </a:cubicBezTo>
                  <a:cubicBezTo>
                    <a:pt x="20" y="47"/>
                    <a:pt x="25" y="46"/>
                    <a:pt x="29" y="46"/>
                  </a:cubicBezTo>
                  <a:cubicBezTo>
                    <a:pt x="34" y="46"/>
                    <a:pt x="39" y="48"/>
                    <a:pt x="43" y="51"/>
                  </a:cubicBezTo>
                  <a:cubicBezTo>
                    <a:pt x="46" y="54"/>
                    <a:pt x="48" y="58"/>
                    <a:pt x="48" y="64"/>
                  </a:cubicBezTo>
                  <a:cubicBezTo>
                    <a:pt x="48" y="66"/>
                    <a:pt x="47" y="70"/>
                    <a:pt x="45" y="76"/>
                  </a:cubicBezTo>
                  <a:cubicBezTo>
                    <a:pt x="43" y="81"/>
                    <a:pt x="41" y="88"/>
                    <a:pt x="37" y="98"/>
                  </a:cubicBezTo>
                  <a:cubicBezTo>
                    <a:pt x="33" y="107"/>
                    <a:pt x="30" y="115"/>
                    <a:pt x="28" y="122"/>
                  </a:cubicBezTo>
                  <a:cubicBezTo>
                    <a:pt x="27" y="125"/>
                    <a:pt x="27" y="127"/>
                    <a:pt x="27" y="128"/>
                  </a:cubicBezTo>
                  <a:cubicBezTo>
                    <a:pt x="27" y="132"/>
                    <a:pt x="28" y="134"/>
                    <a:pt x="31" y="134"/>
                  </a:cubicBezTo>
                  <a:cubicBezTo>
                    <a:pt x="32" y="134"/>
                    <a:pt x="33" y="133"/>
                    <a:pt x="35" y="133"/>
                  </a:cubicBezTo>
                  <a:cubicBezTo>
                    <a:pt x="36" y="133"/>
                    <a:pt x="38" y="132"/>
                    <a:pt x="40" y="130"/>
                  </a:cubicBezTo>
                  <a:cubicBezTo>
                    <a:pt x="41" y="129"/>
                    <a:pt x="43" y="126"/>
                    <a:pt x="45" y="123"/>
                  </a:cubicBezTo>
                  <a:cubicBezTo>
                    <a:pt x="47" y="119"/>
                    <a:pt x="49" y="115"/>
                    <a:pt x="51" y="110"/>
                  </a:cubicBezTo>
                  <a:cubicBezTo>
                    <a:pt x="51" y="109"/>
                    <a:pt x="51" y="108"/>
                    <a:pt x="52" y="107"/>
                  </a:cubicBezTo>
                  <a:cubicBezTo>
                    <a:pt x="52" y="107"/>
                    <a:pt x="53" y="107"/>
                    <a:pt x="55" y="107"/>
                  </a:cubicBezTo>
                  <a:cubicBezTo>
                    <a:pt x="58" y="107"/>
                    <a:pt x="59" y="108"/>
                    <a:pt x="59" y="109"/>
                  </a:cubicBezTo>
                  <a:cubicBezTo>
                    <a:pt x="59" y="110"/>
                    <a:pt x="59" y="112"/>
                    <a:pt x="57" y="116"/>
                  </a:cubicBezTo>
                  <a:cubicBezTo>
                    <a:pt x="56" y="119"/>
                    <a:pt x="54" y="122"/>
                    <a:pt x="52" y="126"/>
                  </a:cubicBezTo>
                  <a:cubicBezTo>
                    <a:pt x="50" y="130"/>
                    <a:pt x="47" y="134"/>
                    <a:pt x="43" y="137"/>
                  </a:cubicBezTo>
                  <a:cubicBezTo>
                    <a:pt x="39" y="140"/>
                    <a:pt x="34" y="141"/>
                    <a:pt x="30" y="141"/>
                  </a:cubicBezTo>
                  <a:cubicBezTo>
                    <a:pt x="25" y="141"/>
                    <a:pt x="21" y="140"/>
                    <a:pt x="17" y="137"/>
                  </a:cubicBezTo>
                  <a:cubicBezTo>
                    <a:pt x="13" y="134"/>
                    <a:pt x="11" y="130"/>
                    <a:pt x="11" y="124"/>
                  </a:cubicBezTo>
                  <a:cubicBezTo>
                    <a:pt x="11" y="121"/>
                    <a:pt x="12" y="119"/>
                    <a:pt x="12" y="117"/>
                  </a:cubicBezTo>
                  <a:cubicBezTo>
                    <a:pt x="13" y="115"/>
                    <a:pt x="16" y="107"/>
                    <a:pt x="21" y="93"/>
                  </a:cubicBezTo>
                  <a:cubicBezTo>
                    <a:pt x="27" y="79"/>
                    <a:pt x="30" y="70"/>
                    <a:pt x="31" y="67"/>
                  </a:cubicBezTo>
                  <a:cubicBezTo>
                    <a:pt x="32" y="64"/>
                    <a:pt x="32" y="62"/>
                    <a:pt x="32" y="59"/>
                  </a:cubicBezTo>
                  <a:cubicBezTo>
                    <a:pt x="32" y="56"/>
                    <a:pt x="31" y="54"/>
                    <a:pt x="29" y="54"/>
                  </a:cubicBezTo>
                  <a:lnTo>
                    <a:pt x="28" y="54"/>
                  </a:lnTo>
                  <a:cubicBezTo>
                    <a:pt x="24" y="54"/>
                    <a:pt x="20" y="56"/>
                    <a:pt x="17" y="61"/>
                  </a:cubicBezTo>
                  <a:cubicBezTo>
                    <a:pt x="13" y="66"/>
                    <a:pt x="10" y="71"/>
                    <a:pt x="9" y="79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79"/>
                    <a:pt x="8" y="80"/>
                    <a:pt x="8" y="80"/>
                  </a:cubicBezTo>
                  <a:cubicBezTo>
                    <a:pt x="8" y="80"/>
                    <a:pt x="8" y="80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lnTo>
                    <a:pt x="6" y="80"/>
                  </a:lnTo>
                  <a:lnTo>
                    <a:pt x="4" y="80"/>
                  </a:lnTo>
                  <a:lnTo>
                    <a:pt x="1" y="80"/>
                  </a:lnTo>
                  <a:cubicBezTo>
                    <a:pt x="1" y="80"/>
                    <a:pt x="0" y="79"/>
                    <a:pt x="0" y="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76" name="Freeform 114"/>
            <p:cNvSpPr>
              <a:spLocks/>
            </p:cNvSpPr>
            <p:nvPr/>
          </p:nvSpPr>
          <p:spPr bwMode="auto">
            <a:xfrm>
              <a:off x="748" y="3231"/>
              <a:ext cx="50" cy="243"/>
            </a:xfrm>
            <a:custGeom>
              <a:avLst/>
              <a:gdLst>
                <a:gd name="T0" fmla="*/ 0 w 104"/>
                <a:gd name="T1" fmla="*/ 2 h 506"/>
                <a:gd name="T2" fmla="*/ 1 w 104"/>
                <a:gd name="T3" fmla="*/ 0 h 506"/>
                <a:gd name="T4" fmla="*/ 4 w 104"/>
                <a:gd name="T5" fmla="*/ 0 h 506"/>
                <a:gd name="T6" fmla="*/ 5 w 104"/>
                <a:gd name="T7" fmla="*/ 0 h 506"/>
                <a:gd name="T8" fmla="*/ 8 w 104"/>
                <a:gd name="T9" fmla="*/ 0 h 506"/>
                <a:gd name="T10" fmla="*/ 14 w 104"/>
                <a:gd name="T11" fmla="*/ 5 h 506"/>
                <a:gd name="T12" fmla="*/ 23 w 104"/>
                <a:gd name="T13" fmla="*/ 14 h 506"/>
                <a:gd name="T14" fmla="*/ 35 w 104"/>
                <a:gd name="T15" fmla="*/ 27 h 506"/>
                <a:gd name="T16" fmla="*/ 48 w 104"/>
                <a:gd name="T17" fmla="*/ 44 h 506"/>
                <a:gd name="T18" fmla="*/ 61 w 104"/>
                <a:gd name="T19" fmla="*/ 66 h 506"/>
                <a:gd name="T20" fmla="*/ 74 w 104"/>
                <a:gd name="T21" fmla="*/ 92 h 506"/>
                <a:gd name="T22" fmla="*/ 86 w 104"/>
                <a:gd name="T23" fmla="*/ 123 h 506"/>
                <a:gd name="T24" fmla="*/ 95 w 104"/>
                <a:gd name="T25" fmla="*/ 160 h 506"/>
                <a:gd name="T26" fmla="*/ 102 w 104"/>
                <a:gd name="T27" fmla="*/ 203 h 506"/>
                <a:gd name="T28" fmla="*/ 104 w 104"/>
                <a:gd name="T29" fmla="*/ 253 h 506"/>
                <a:gd name="T30" fmla="*/ 103 w 104"/>
                <a:gd name="T31" fmla="*/ 294 h 506"/>
                <a:gd name="T32" fmla="*/ 27 w 104"/>
                <a:gd name="T33" fmla="*/ 487 h 506"/>
                <a:gd name="T34" fmla="*/ 18 w 104"/>
                <a:gd name="T35" fmla="*/ 496 h 506"/>
                <a:gd name="T36" fmla="*/ 11 w 104"/>
                <a:gd name="T37" fmla="*/ 503 h 506"/>
                <a:gd name="T38" fmla="*/ 8 w 104"/>
                <a:gd name="T39" fmla="*/ 506 h 506"/>
                <a:gd name="T40" fmla="*/ 5 w 104"/>
                <a:gd name="T41" fmla="*/ 506 h 506"/>
                <a:gd name="T42" fmla="*/ 1 w 104"/>
                <a:gd name="T43" fmla="*/ 505 h 506"/>
                <a:gd name="T44" fmla="*/ 0 w 104"/>
                <a:gd name="T45" fmla="*/ 503 h 506"/>
                <a:gd name="T46" fmla="*/ 23 w 104"/>
                <a:gd name="T47" fmla="*/ 477 h 506"/>
                <a:gd name="T48" fmla="*/ 83 w 104"/>
                <a:gd name="T49" fmla="*/ 253 h 506"/>
                <a:gd name="T50" fmla="*/ 78 w 104"/>
                <a:gd name="T51" fmla="*/ 173 h 506"/>
                <a:gd name="T52" fmla="*/ 64 w 104"/>
                <a:gd name="T53" fmla="*/ 111 h 506"/>
                <a:gd name="T54" fmla="*/ 45 w 104"/>
                <a:gd name="T55" fmla="*/ 64 h 506"/>
                <a:gd name="T56" fmla="*/ 24 w 104"/>
                <a:gd name="T57" fmla="*/ 29 h 506"/>
                <a:gd name="T58" fmla="*/ 3 w 104"/>
                <a:gd name="T59" fmla="*/ 5 h 506"/>
                <a:gd name="T60" fmla="*/ 2 w 104"/>
                <a:gd name="T61" fmla="*/ 4 h 506"/>
                <a:gd name="T62" fmla="*/ 1 w 104"/>
                <a:gd name="T63" fmla="*/ 3 h 506"/>
                <a:gd name="T64" fmla="*/ 1 w 104"/>
                <a:gd name="T65" fmla="*/ 3 h 506"/>
                <a:gd name="T66" fmla="*/ 0 w 104"/>
                <a:gd name="T67" fmla="*/ 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506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4" y="0"/>
                  </a:cubicBezTo>
                  <a:lnTo>
                    <a:pt x="5" y="0"/>
                  </a:lnTo>
                  <a:lnTo>
                    <a:pt x="8" y="0"/>
                  </a:lnTo>
                  <a:cubicBezTo>
                    <a:pt x="8" y="0"/>
                    <a:pt x="10" y="2"/>
                    <a:pt x="14" y="5"/>
                  </a:cubicBezTo>
                  <a:cubicBezTo>
                    <a:pt x="18" y="9"/>
                    <a:pt x="21" y="12"/>
                    <a:pt x="23" y="14"/>
                  </a:cubicBezTo>
                  <a:cubicBezTo>
                    <a:pt x="26" y="17"/>
                    <a:pt x="30" y="21"/>
                    <a:pt x="35" y="27"/>
                  </a:cubicBezTo>
                  <a:cubicBezTo>
                    <a:pt x="40" y="33"/>
                    <a:pt x="44" y="39"/>
                    <a:pt x="48" y="44"/>
                  </a:cubicBezTo>
                  <a:cubicBezTo>
                    <a:pt x="52" y="50"/>
                    <a:pt x="56" y="57"/>
                    <a:pt x="61" y="66"/>
                  </a:cubicBezTo>
                  <a:cubicBezTo>
                    <a:pt x="66" y="75"/>
                    <a:pt x="71" y="83"/>
                    <a:pt x="74" y="92"/>
                  </a:cubicBezTo>
                  <a:cubicBezTo>
                    <a:pt x="78" y="100"/>
                    <a:pt x="82" y="111"/>
                    <a:pt x="86" y="123"/>
                  </a:cubicBezTo>
                  <a:cubicBezTo>
                    <a:pt x="90" y="136"/>
                    <a:pt x="93" y="148"/>
                    <a:pt x="95" y="160"/>
                  </a:cubicBezTo>
                  <a:cubicBezTo>
                    <a:pt x="98" y="173"/>
                    <a:pt x="100" y="187"/>
                    <a:pt x="102" y="203"/>
                  </a:cubicBezTo>
                  <a:cubicBezTo>
                    <a:pt x="103" y="219"/>
                    <a:pt x="104" y="236"/>
                    <a:pt x="104" y="253"/>
                  </a:cubicBezTo>
                  <a:cubicBezTo>
                    <a:pt x="104" y="269"/>
                    <a:pt x="104" y="283"/>
                    <a:pt x="103" y="294"/>
                  </a:cubicBezTo>
                  <a:cubicBezTo>
                    <a:pt x="96" y="375"/>
                    <a:pt x="71" y="439"/>
                    <a:pt x="27" y="487"/>
                  </a:cubicBezTo>
                  <a:cubicBezTo>
                    <a:pt x="24" y="491"/>
                    <a:pt x="21" y="494"/>
                    <a:pt x="18" y="496"/>
                  </a:cubicBezTo>
                  <a:cubicBezTo>
                    <a:pt x="15" y="499"/>
                    <a:pt x="13" y="501"/>
                    <a:pt x="11" y="503"/>
                  </a:cubicBezTo>
                  <a:cubicBezTo>
                    <a:pt x="9" y="505"/>
                    <a:pt x="8" y="506"/>
                    <a:pt x="8" y="506"/>
                  </a:cubicBezTo>
                  <a:lnTo>
                    <a:pt x="5" y="506"/>
                  </a:lnTo>
                  <a:cubicBezTo>
                    <a:pt x="3" y="506"/>
                    <a:pt x="2" y="506"/>
                    <a:pt x="1" y="505"/>
                  </a:cubicBezTo>
                  <a:cubicBezTo>
                    <a:pt x="1" y="505"/>
                    <a:pt x="0" y="504"/>
                    <a:pt x="0" y="503"/>
                  </a:cubicBezTo>
                  <a:cubicBezTo>
                    <a:pt x="8" y="496"/>
                    <a:pt x="15" y="487"/>
                    <a:pt x="23" y="477"/>
                  </a:cubicBezTo>
                  <a:cubicBezTo>
                    <a:pt x="63" y="423"/>
                    <a:pt x="83" y="348"/>
                    <a:pt x="83" y="253"/>
                  </a:cubicBezTo>
                  <a:cubicBezTo>
                    <a:pt x="83" y="224"/>
                    <a:pt x="82" y="198"/>
                    <a:pt x="78" y="173"/>
                  </a:cubicBezTo>
                  <a:cubicBezTo>
                    <a:pt x="74" y="149"/>
                    <a:pt x="70" y="128"/>
                    <a:pt x="64" y="111"/>
                  </a:cubicBezTo>
                  <a:cubicBezTo>
                    <a:pt x="59" y="94"/>
                    <a:pt x="53" y="79"/>
                    <a:pt x="45" y="64"/>
                  </a:cubicBezTo>
                  <a:cubicBezTo>
                    <a:pt x="37" y="49"/>
                    <a:pt x="30" y="38"/>
                    <a:pt x="24" y="29"/>
                  </a:cubicBezTo>
                  <a:cubicBezTo>
                    <a:pt x="17" y="21"/>
                    <a:pt x="10" y="13"/>
                    <a:pt x="3" y="5"/>
                  </a:cubicBezTo>
                  <a:lnTo>
                    <a:pt x="2" y="4"/>
                  </a:lnTo>
                  <a:cubicBezTo>
                    <a:pt x="2" y="4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43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実行可能率の計算方法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13</a:t>
            </a:fld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/>
              <a:t>計算方法まとめ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ja-JP" altLang="en-US" dirty="0"/>
              <a:t>まとめると</a:t>
            </a:r>
            <a:r>
              <a:rPr kumimoji="1" lang="ja-JP" altLang="en-US" dirty="0" smtClean="0"/>
              <a:t>，</a:t>
            </a:r>
            <a:r>
              <a:rPr lang="ja-JP" altLang="en-US" dirty="0"/>
              <a:t>解の中に含まれるアイテム数が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のときの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は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ja-JP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=</a:t>
            </a:r>
            <a:r>
              <a:rPr kumimoji="1" lang="ja-JP" altLang="en-US" dirty="0" smtClean="0"/>
              <a:t> 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ja-JP" dirty="0" smtClean="0"/>
              <a:t>(</a:t>
            </a:r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 smtClean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×</a:t>
            </a:r>
            <a:r>
              <a:rPr kumimoji="1" lang="ja-JP" altLang="en-US" dirty="0" smtClean="0"/>
              <a:t>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ja-JP" dirty="0" smtClean="0"/>
              <a:t>(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ja-JP" dirty="0" smtClean="0"/>
              <a:t>, 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ja-JP" dirty="0" smtClean="0"/>
              <a:t>)</a:t>
            </a:r>
          </a:p>
          <a:p>
            <a:r>
              <a:rPr kumimoji="1" lang="ja-JP" altLang="en-US" dirty="0" smtClean="0"/>
              <a:t>で計算できる．ただし，</a:t>
            </a:r>
            <a:endParaRPr kumimoji="1" lang="ja-JP" altLang="en-US" dirty="0"/>
          </a:p>
        </p:txBody>
      </p:sp>
      <p:grpSp>
        <p:nvGrpSpPr>
          <p:cNvPr id="11" name="Group 4"/>
          <p:cNvGrpSpPr>
            <a:grpSpLocks noChangeAspect="1"/>
          </p:cNvGrpSpPr>
          <p:nvPr/>
        </p:nvGrpSpPr>
        <p:grpSpPr bwMode="auto">
          <a:xfrm>
            <a:off x="2445624" y="4043007"/>
            <a:ext cx="2797485" cy="955068"/>
            <a:chOff x="726" y="3295"/>
            <a:chExt cx="1198" cy="409"/>
          </a:xfrm>
          <a:solidFill>
            <a:schemeClr val="tx1"/>
          </a:solidFill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726" y="3427"/>
              <a:ext cx="134" cy="175"/>
            </a:xfrm>
            <a:custGeom>
              <a:avLst/>
              <a:gdLst>
                <a:gd name="T0" fmla="*/ 73 w 145"/>
                <a:gd name="T1" fmla="*/ 166 h 190"/>
                <a:gd name="T2" fmla="*/ 73 w 145"/>
                <a:gd name="T3" fmla="*/ 155 h 190"/>
                <a:gd name="T4" fmla="*/ 74 w 145"/>
                <a:gd name="T5" fmla="*/ 151 h 190"/>
                <a:gd name="T6" fmla="*/ 74 w 145"/>
                <a:gd name="T7" fmla="*/ 150 h 190"/>
                <a:gd name="T8" fmla="*/ 71 w 145"/>
                <a:gd name="T9" fmla="*/ 151 h 190"/>
                <a:gd name="T10" fmla="*/ 53 w 145"/>
                <a:gd name="T11" fmla="*/ 154 h 190"/>
                <a:gd name="T12" fmla="*/ 18 w 145"/>
                <a:gd name="T13" fmla="*/ 142 h 190"/>
                <a:gd name="T14" fmla="*/ 0 w 145"/>
                <a:gd name="T15" fmla="*/ 107 h 190"/>
                <a:gd name="T16" fmla="*/ 0 w 145"/>
                <a:gd name="T17" fmla="*/ 97 h 190"/>
                <a:gd name="T18" fmla="*/ 10 w 145"/>
                <a:gd name="T19" fmla="*/ 57 h 190"/>
                <a:gd name="T20" fmla="*/ 37 w 145"/>
                <a:gd name="T21" fmla="*/ 22 h 190"/>
                <a:gd name="T22" fmla="*/ 89 w 145"/>
                <a:gd name="T23" fmla="*/ 0 h 190"/>
                <a:gd name="T24" fmla="*/ 100 w 145"/>
                <a:gd name="T25" fmla="*/ 1 h 190"/>
                <a:gd name="T26" fmla="*/ 132 w 145"/>
                <a:gd name="T27" fmla="*/ 19 h 190"/>
                <a:gd name="T28" fmla="*/ 145 w 145"/>
                <a:gd name="T29" fmla="*/ 57 h 190"/>
                <a:gd name="T30" fmla="*/ 114 w 145"/>
                <a:gd name="T31" fmla="*/ 126 h 190"/>
                <a:gd name="T32" fmla="*/ 86 w 145"/>
                <a:gd name="T33" fmla="*/ 146 h 190"/>
                <a:gd name="T34" fmla="*/ 83 w 145"/>
                <a:gd name="T35" fmla="*/ 147 h 190"/>
                <a:gd name="T36" fmla="*/ 83 w 145"/>
                <a:gd name="T37" fmla="*/ 148 h 190"/>
                <a:gd name="T38" fmla="*/ 84 w 145"/>
                <a:gd name="T39" fmla="*/ 154 h 190"/>
                <a:gd name="T40" fmla="*/ 88 w 145"/>
                <a:gd name="T41" fmla="*/ 163 h 190"/>
                <a:gd name="T42" fmla="*/ 98 w 145"/>
                <a:gd name="T43" fmla="*/ 166 h 190"/>
                <a:gd name="T44" fmla="*/ 112 w 145"/>
                <a:gd name="T45" fmla="*/ 162 h 190"/>
                <a:gd name="T46" fmla="*/ 121 w 145"/>
                <a:gd name="T47" fmla="*/ 150 h 190"/>
                <a:gd name="T48" fmla="*/ 124 w 145"/>
                <a:gd name="T49" fmla="*/ 147 h 190"/>
                <a:gd name="T50" fmla="*/ 126 w 145"/>
                <a:gd name="T51" fmla="*/ 148 h 190"/>
                <a:gd name="T52" fmla="*/ 124 w 145"/>
                <a:gd name="T53" fmla="*/ 156 h 190"/>
                <a:gd name="T54" fmla="*/ 118 w 145"/>
                <a:gd name="T55" fmla="*/ 170 h 190"/>
                <a:gd name="T56" fmla="*/ 107 w 145"/>
                <a:gd name="T57" fmla="*/ 184 h 190"/>
                <a:gd name="T58" fmla="*/ 90 w 145"/>
                <a:gd name="T59" fmla="*/ 190 h 190"/>
                <a:gd name="T60" fmla="*/ 73 w 145"/>
                <a:gd name="T61" fmla="*/ 167 h 190"/>
                <a:gd name="T62" fmla="*/ 73 w 145"/>
                <a:gd name="T63" fmla="*/ 166 h 190"/>
                <a:gd name="T64" fmla="*/ 123 w 145"/>
                <a:gd name="T65" fmla="*/ 50 h 190"/>
                <a:gd name="T66" fmla="*/ 120 w 145"/>
                <a:gd name="T67" fmla="*/ 30 h 190"/>
                <a:gd name="T68" fmla="*/ 111 w 145"/>
                <a:gd name="T69" fmla="*/ 17 h 190"/>
                <a:gd name="T70" fmla="*/ 101 w 145"/>
                <a:gd name="T71" fmla="*/ 11 h 190"/>
                <a:gd name="T72" fmla="*/ 90 w 145"/>
                <a:gd name="T73" fmla="*/ 9 h 190"/>
                <a:gd name="T74" fmla="*/ 69 w 145"/>
                <a:gd name="T75" fmla="*/ 14 h 190"/>
                <a:gd name="T76" fmla="*/ 34 w 145"/>
                <a:gd name="T77" fmla="*/ 51 h 190"/>
                <a:gd name="T78" fmla="*/ 21 w 145"/>
                <a:gd name="T79" fmla="*/ 103 h 190"/>
                <a:gd name="T80" fmla="*/ 33 w 145"/>
                <a:gd name="T81" fmla="*/ 136 h 190"/>
                <a:gd name="T82" fmla="*/ 39 w 145"/>
                <a:gd name="T83" fmla="*/ 141 h 190"/>
                <a:gd name="T84" fmla="*/ 39 w 145"/>
                <a:gd name="T85" fmla="*/ 139 h 190"/>
                <a:gd name="T86" fmla="*/ 46 w 145"/>
                <a:gd name="T87" fmla="*/ 124 h 190"/>
                <a:gd name="T88" fmla="*/ 62 w 145"/>
                <a:gd name="T89" fmla="*/ 116 h 190"/>
                <a:gd name="T90" fmla="*/ 71 w 145"/>
                <a:gd name="T91" fmla="*/ 119 h 190"/>
                <a:gd name="T92" fmla="*/ 77 w 145"/>
                <a:gd name="T93" fmla="*/ 125 h 190"/>
                <a:gd name="T94" fmla="*/ 80 w 145"/>
                <a:gd name="T95" fmla="*/ 132 h 190"/>
                <a:gd name="T96" fmla="*/ 81 w 145"/>
                <a:gd name="T97" fmla="*/ 137 h 190"/>
                <a:gd name="T98" fmla="*/ 84 w 145"/>
                <a:gd name="T99" fmla="*/ 135 h 190"/>
                <a:gd name="T100" fmla="*/ 107 w 145"/>
                <a:gd name="T101" fmla="*/ 110 h 190"/>
                <a:gd name="T102" fmla="*/ 120 w 145"/>
                <a:gd name="T103" fmla="*/ 78 h 190"/>
                <a:gd name="T104" fmla="*/ 123 w 145"/>
                <a:gd name="T105" fmla="*/ 50 h 190"/>
                <a:gd name="T106" fmla="*/ 55 w 145"/>
                <a:gd name="T107" fmla="*/ 145 h 190"/>
                <a:gd name="T108" fmla="*/ 74 w 145"/>
                <a:gd name="T109" fmla="*/ 141 h 190"/>
                <a:gd name="T110" fmla="*/ 74 w 145"/>
                <a:gd name="T111" fmla="*/ 139 h 190"/>
                <a:gd name="T112" fmla="*/ 66 w 145"/>
                <a:gd name="T113" fmla="*/ 125 h 190"/>
                <a:gd name="T114" fmla="*/ 62 w 145"/>
                <a:gd name="T115" fmla="*/ 124 h 190"/>
                <a:gd name="T116" fmla="*/ 61 w 145"/>
                <a:gd name="T117" fmla="*/ 124 h 190"/>
                <a:gd name="T118" fmla="*/ 60 w 145"/>
                <a:gd name="T119" fmla="*/ 124 h 190"/>
                <a:gd name="T120" fmla="*/ 51 w 145"/>
                <a:gd name="T121" fmla="*/ 128 h 190"/>
                <a:gd name="T122" fmla="*/ 47 w 145"/>
                <a:gd name="T123" fmla="*/ 138 h 190"/>
                <a:gd name="T124" fmla="*/ 55 w 145"/>
                <a:gd name="T125" fmla="*/ 1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" h="190">
                  <a:moveTo>
                    <a:pt x="73" y="166"/>
                  </a:moveTo>
                  <a:cubicBezTo>
                    <a:pt x="73" y="161"/>
                    <a:pt x="73" y="158"/>
                    <a:pt x="73" y="155"/>
                  </a:cubicBezTo>
                  <a:cubicBezTo>
                    <a:pt x="74" y="153"/>
                    <a:pt x="74" y="152"/>
                    <a:pt x="74" y="151"/>
                  </a:cubicBezTo>
                  <a:lnTo>
                    <a:pt x="74" y="150"/>
                  </a:lnTo>
                  <a:lnTo>
                    <a:pt x="71" y="151"/>
                  </a:lnTo>
                  <a:cubicBezTo>
                    <a:pt x="64" y="153"/>
                    <a:pt x="58" y="154"/>
                    <a:pt x="53" y="154"/>
                  </a:cubicBezTo>
                  <a:cubicBezTo>
                    <a:pt x="40" y="154"/>
                    <a:pt x="28" y="150"/>
                    <a:pt x="18" y="142"/>
                  </a:cubicBezTo>
                  <a:cubicBezTo>
                    <a:pt x="8" y="134"/>
                    <a:pt x="2" y="122"/>
                    <a:pt x="0" y="107"/>
                  </a:cubicBezTo>
                  <a:cubicBezTo>
                    <a:pt x="0" y="105"/>
                    <a:pt x="0" y="102"/>
                    <a:pt x="0" y="97"/>
                  </a:cubicBezTo>
                  <a:cubicBezTo>
                    <a:pt x="0" y="83"/>
                    <a:pt x="3" y="69"/>
                    <a:pt x="10" y="57"/>
                  </a:cubicBezTo>
                  <a:cubicBezTo>
                    <a:pt x="16" y="44"/>
                    <a:pt x="26" y="32"/>
                    <a:pt x="37" y="22"/>
                  </a:cubicBezTo>
                  <a:cubicBezTo>
                    <a:pt x="54" y="8"/>
                    <a:pt x="72" y="0"/>
                    <a:pt x="89" y="0"/>
                  </a:cubicBezTo>
                  <a:cubicBezTo>
                    <a:pt x="95" y="0"/>
                    <a:pt x="98" y="0"/>
                    <a:pt x="100" y="1"/>
                  </a:cubicBezTo>
                  <a:cubicBezTo>
                    <a:pt x="113" y="3"/>
                    <a:pt x="124" y="9"/>
                    <a:pt x="132" y="19"/>
                  </a:cubicBezTo>
                  <a:cubicBezTo>
                    <a:pt x="141" y="29"/>
                    <a:pt x="145" y="42"/>
                    <a:pt x="145" y="57"/>
                  </a:cubicBezTo>
                  <a:cubicBezTo>
                    <a:pt x="145" y="82"/>
                    <a:pt x="135" y="106"/>
                    <a:pt x="114" y="126"/>
                  </a:cubicBezTo>
                  <a:cubicBezTo>
                    <a:pt x="105" y="135"/>
                    <a:pt x="96" y="141"/>
                    <a:pt x="86" y="146"/>
                  </a:cubicBezTo>
                  <a:lnTo>
                    <a:pt x="83" y="147"/>
                  </a:lnTo>
                  <a:lnTo>
                    <a:pt x="83" y="148"/>
                  </a:lnTo>
                  <a:cubicBezTo>
                    <a:pt x="83" y="148"/>
                    <a:pt x="83" y="150"/>
                    <a:pt x="84" y="154"/>
                  </a:cubicBezTo>
                  <a:cubicBezTo>
                    <a:pt x="84" y="158"/>
                    <a:pt x="86" y="161"/>
                    <a:pt x="88" y="163"/>
                  </a:cubicBezTo>
                  <a:cubicBezTo>
                    <a:pt x="90" y="165"/>
                    <a:pt x="94" y="166"/>
                    <a:pt x="98" y="166"/>
                  </a:cubicBezTo>
                  <a:cubicBezTo>
                    <a:pt x="103" y="166"/>
                    <a:pt x="108" y="165"/>
                    <a:pt x="112" y="162"/>
                  </a:cubicBezTo>
                  <a:cubicBezTo>
                    <a:pt x="117" y="158"/>
                    <a:pt x="119" y="154"/>
                    <a:pt x="121" y="150"/>
                  </a:cubicBezTo>
                  <a:cubicBezTo>
                    <a:pt x="122" y="148"/>
                    <a:pt x="123" y="147"/>
                    <a:pt x="124" y="147"/>
                  </a:cubicBezTo>
                  <a:cubicBezTo>
                    <a:pt x="125" y="147"/>
                    <a:pt x="126" y="147"/>
                    <a:pt x="126" y="148"/>
                  </a:cubicBezTo>
                  <a:cubicBezTo>
                    <a:pt x="126" y="150"/>
                    <a:pt x="125" y="152"/>
                    <a:pt x="124" y="156"/>
                  </a:cubicBezTo>
                  <a:cubicBezTo>
                    <a:pt x="122" y="160"/>
                    <a:pt x="120" y="165"/>
                    <a:pt x="118" y="170"/>
                  </a:cubicBezTo>
                  <a:cubicBezTo>
                    <a:pt x="115" y="175"/>
                    <a:pt x="112" y="180"/>
                    <a:pt x="107" y="184"/>
                  </a:cubicBezTo>
                  <a:cubicBezTo>
                    <a:pt x="101" y="188"/>
                    <a:pt x="96" y="190"/>
                    <a:pt x="90" y="190"/>
                  </a:cubicBezTo>
                  <a:cubicBezTo>
                    <a:pt x="79" y="190"/>
                    <a:pt x="73" y="182"/>
                    <a:pt x="73" y="167"/>
                  </a:cubicBezTo>
                  <a:lnTo>
                    <a:pt x="73" y="166"/>
                  </a:lnTo>
                  <a:close/>
                  <a:moveTo>
                    <a:pt x="123" y="50"/>
                  </a:moveTo>
                  <a:cubicBezTo>
                    <a:pt x="123" y="42"/>
                    <a:pt x="122" y="36"/>
                    <a:pt x="120" y="30"/>
                  </a:cubicBezTo>
                  <a:cubicBezTo>
                    <a:pt x="118" y="24"/>
                    <a:pt x="115" y="20"/>
                    <a:pt x="111" y="17"/>
                  </a:cubicBezTo>
                  <a:cubicBezTo>
                    <a:pt x="108" y="14"/>
                    <a:pt x="104" y="12"/>
                    <a:pt x="101" y="11"/>
                  </a:cubicBezTo>
                  <a:cubicBezTo>
                    <a:pt x="97" y="9"/>
                    <a:pt x="94" y="9"/>
                    <a:pt x="90" y="9"/>
                  </a:cubicBezTo>
                  <a:cubicBezTo>
                    <a:pt x="83" y="9"/>
                    <a:pt x="76" y="10"/>
                    <a:pt x="69" y="14"/>
                  </a:cubicBezTo>
                  <a:cubicBezTo>
                    <a:pt x="55" y="21"/>
                    <a:pt x="43" y="33"/>
                    <a:pt x="34" y="51"/>
                  </a:cubicBezTo>
                  <a:cubicBezTo>
                    <a:pt x="26" y="69"/>
                    <a:pt x="21" y="86"/>
                    <a:pt x="21" y="103"/>
                  </a:cubicBezTo>
                  <a:cubicBezTo>
                    <a:pt x="21" y="118"/>
                    <a:pt x="25" y="129"/>
                    <a:pt x="33" y="136"/>
                  </a:cubicBezTo>
                  <a:cubicBezTo>
                    <a:pt x="36" y="139"/>
                    <a:pt x="38" y="141"/>
                    <a:pt x="39" y="141"/>
                  </a:cubicBezTo>
                  <a:lnTo>
                    <a:pt x="39" y="139"/>
                  </a:lnTo>
                  <a:cubicBezTo>
                    <a:pt x="39" y="134"/>
                    <a:pt x="41" y="128"/>
                    <a:pt x="46" y="124"/>
                  </a:cubicBezTo>
                  <a:cubicBezTo>
                    <a:pt x="50" y="119"/>
                    <a:pt x="56" y="116"/>
                    <a:pt x="62" y="116"/>
                  </a:cubicBezTo>
                  <a:cubicBezTo>
                    <a:pt x="66" y="116"/>
                    <a:pt x="69" y="117"/>
                    <a:pt x="71" y="119"/>
                  </a:cubicBezTo>
                  <a:cubicBezTo>
                    <a:pt x="74" y="120"/>
                    <a:pt x="76" y="122"/>
                    <a:pt x="77" y="125"/>
                  </a:cubicBezTo>
                  <a:cubicBezTo>
                    <a:pt x="78" y="128"/>
                    <a:pt x="79" y="130"/>
                    <a:pt x="80" y="132"/>
                  </a:cubicBezTo>
                  <a:cubicBezTo>
                    <a:pt x="80" y="133"/>
                    <a:pt x="80" y="135"/>
                    <a:pt x="81" y="137"/>
                  </a:cubicBezTo>
                  <a:lnTo>
                    <a:pt x="84" y="135"/>
                  </a:lnTo>
                  <a:cubicBezTo>
                    <a:pt x="93" y="129"/>
                    <a:pt x="100" y="121"/>
                    <a:pt x="107" y="110"/>
                  </a:cubicBezTo>
                  <a:cubicBezTo>
                    <a:pt x="113" y="99"/>
                    <a:pt x="117" y="89"/>
                    <a:pt x="120" y="78"/>
                  </a:cubicBezTo>
                  <a:cubicBezTo>
                    <a:pt x="122" y="68"/>
                    <a:pt x="123" y="59"/>
                    <a:pt x="123" y="50"/>
                  </a:cubicBezTo>
                  <a:close/>
                  <a:moveTo>
                    <a:pt x="55" y="145"/>
                  </a:moveTo>
                  <a:cubicBezTo>
                    <a:pt x="62" y="145"/>
                    <a:pt x="68" y="144"/>
                    <a:pt x="74" y="141"/>
                  </a:cubicBezTo>
                  <a:lnTo>
                    <a:pt x="74" y="139"/>
                  </a:lnTo>
                  <a:cubicBezTo>
                    <a:pt x="73" y="131"/>
                    <a:pt x="71" y="126"/>
                    <a:pt x="66" y="125"/>
                  </a:cubicBezTo>
                  <a:cubicBezTo>
                    <a:pt x="65" y="124"/>
                    <a:pt x="63" y="124"/>
                    <a:pt x="62" y="124"/>
                  </a:cubicBezTo>
                  <a:lnTo>
                    <a:pt x="61" y="124"/>
                  </a:lnTo>
                  <a:cubicBezTo>
                    <a:pt x="61" y="124"/>
                    <a:pt x="60" y="124"/>
                    <a:pt x="60" y="124"/>
                  </a:cubicBezTo>
                  <a:cubicBezTo>
                    <a:pt x="57" y="124"/>
                    <a:pt x="54" y="125"/>
                    <a:pt x="51" y="128"/>
                  </a:cubicBezTo>
                  <a:cubicBezTo>
                    <a:pt x="49" y="131"/>
                    <a:pt x="47" y="134"/>
                    <a:pt x="47" y="138"/>
                  </a:cubicBezTo>
                  <a:cubicBezTo>
                    <a:pt x="47" y="143"/>
                    <a:pt x="50" y="145"/>
                    <a:pt x="55" y="145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889" y="3418"/>
              <a:ext cx="46" cy="195"/>
            </a:xfrm>
            <a:custGeom>
              <a:avLst/>
              <a:gdLst>
                <a:gd name="T0" fmla="*/ 0 w 50"/>
                <a:gd name="T1" fmla="*/ 105 h 211"/>
                <a:gd name="T2" fmla="*/ 2 w 50"/>
                <a:gd name="T3" fmla="*/ 78 h 211"/>
                <a:gd name="T4" fmla="*/ 7 w 50"/>
                <a:gd name="T5" fmla="*/ 55 h 211"/>
                <a:gd name="T6" fmla="*/ 14 w 50"/>
                <a:gd name="T7" fmla="*/ 36 h 211"/>
                <a:gd name="T8" fmla="*/ 22 w 50"/>
                <a:gd name="T9" fmla="*/ 22 h 211"/>
                <a:gd name="T10" fmla="*/ 31 w 50"/>
                <a:gd name="T11" fmla="*/ 11 h 211"/>
                <a:gd name="T12" fmla="*/ 38 w 50"/>
                <a:gd name="T13" fmla="*/ 4 h 211"/>
                <a:gd name="T14" fmla="*/ 44 w 50"/>
                <a:gd name="T15" fmla="*/ 0 h 211"/>
                <a:gd name="T16" fmla="*/ 46 w 50"/>
                <a:gd name="T17" fmla="*/ 0 h 211"/>
                <a:gd name="T18" fmla="*/ 47 w 50"/>
                <a:gd name="T19" fmla="*/ 0 h 211"/>
                <a:gd name="T20" fmla="*/ 50 w 50"/>
                <a:gd name="T21" fmla="*/ 2 h 211"/>
                <a:gd name="T22" fmla="*/ 47 w 50"/>
                <a:gd name="T23" fmla="*/ 6 h 211"/>
                <a:gd name="T24" fmla="*/ 38 w 50"/>
                <a:gd name="T25" fmla="*/ 17 h 211"/>
                <a:gd name="T26" fmla="*/ 28 w 50"/>
                <a:gd name="T27" fmla="*/ 35 h 211"/>
                <a:gd name="T28" fmla="*/ 19 w 50"/>
                <a:gd name="T29" fmla="*/ 64 h 211"/>
                <a:gd name="T30" fmla="*/ 15 w 50"/>
                <a:gd name="T31" fmla="*/ 105 h 211"/>
                <a:gd name="T32" fmla="*/ 19 w 50"/>
                <a:gd name="T33" fmla="*/ 146 h 211"/>
                <a:gd name="T34" fmla="*/ 27 w 50"/>
                <a:gd name="T35" fmla="*/ 175 h 211"/>
                <a:gd name="T36" fmla="*/ 38 w 50"/>
                <a:gd name="T37" fmla="*/ 193 h 211"/>
                <a:gd name="T38" fmla="*/ 47 w 50"/>
                <a:gd name="T39" fmla="*/ 204 h 211"/>
                <a:gd name="T40" fmla="*/ 50 w 50"/>
                <a:gd name="T41" fmla="*/ 209 h 211"/>
                <a:gd name="T42" fmla="*/ 47 w 50"/>
                <a:gd name="T43" fmla="*/ 211 h 211"/>
                <a:gd name="T44" fmla="*/ 46 w 50"/>
                <a:gd name="T45" fmla="*/ 211 h 211"/>
                <a:gd name="T46" fmla="*/ 44 w 50"/>
                <a:gd name="T47" fmla="*/ 211 h 211"/>
                <a:gd name="T48" fmla="*/ 38 w 50"/>
                <a:gd name="T49" fmla="*/ 206 h 211"/>
                <a:gd name="T50" fmla="*/ 9 w 50"/>
                <a:gd name="T51" fmla="*/ 161 h 211"/>
                <a:gd name="T52" fmla="*/ 0 w 50"/>
                <a:gd name="T53" fmla="*/ 10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" h="211">
                  <a:moveTo>
                    <a:pt x="0" y="105"/>
                  </a:moveTo>
                  <a:cubicBezTo>
                    <a:pt x="0" y="95"/>
                    <a:pt x="0" y="86"/>
                    <a:pt x="2" y="78"/>
                  </a:cubicBezTo>
                  <a:cubicBezTo>
                    <a:pt x="3" y="69"/>
                    <a:pt x="5" y="61"/>
                    <a:pt x="7" y="55"/>
                  </a:cubicBezTo>
                  <a:cubicBezTo>
                    <a:pt x="9" y="49"/>
                    <a:pt x="11" y="42"/>
                    <a:pt x="14" y="36"/>
                  </a:cubicBezTo>
                  <a:cubicBezTo>
                    <a:pt x="18" y="30"/>
                    <a:pt x="21" y="26"/>
                    <a:pt x="22" y="22"/>
                  </a:cubicBezTo>
                  <a:cubicBezTo>
                    <a:pt x="24" y="19"/>
                    <a:pt x="27" y="15"/>
                    <a:pt x="31" y="11"/>
                  </a:cubicBezTo>
                  <a:cubicBezTo>
                    <a:pt x="35" y="7"/>
                    <a:pt x="38" y="5"/>
                    <a:pt x="38" y="4"/>
                  </a:cubicBezTo>
                  <a:cubicBezTo>
                    <a:pt x="39" y="3"/>
                    <a:pt x="41" y="2"/>
                    <a:pt x="44" y="0"/>
                  </a:cubicBezTo>
                  <a:lnTo>
                    <a:pt x="46" y="0"/>
                  </a:lnTo>
                  <a:lnTo>
                    <a:pt x="47" y="0"/>
                  </a:lnTo>
                  <a:cubicBezTo>
                    <a:pt x="49" y="0"/>
                    <a:pt x="50" y="0"/>
                    <a:pt x="50" y="2"/>
                  </a:cubicBezTo>
                  <a:cubicBezTo>
                    <a:pt x="50" y="2"/>
                    <a:pt x="49" y="3"/>
                    <a:pt x="47" y="6"/>
                  </a:cubicBezTo>
                  <a:cubicBezTo>
                    <a:pt x="44" y="9"/>
                    <a:pt x="41" y="12"/>
                    <a:pt x="38" y="17"/>
                  </a:cubicBezTo>
                  <a:cubicBezTo>
                    <a:pt x="35" y="22"/>
                    <a:pt x="31" y="28"/>
                    <a:pt x="28" y="35"/>
                  </a:cubicBezTo>
                  <a:cubicBezTo>
                    <a:pt x="24" y="43"/>
                    <a:pt x="21" y="52"/>
                    <a:pt x="19" y="64"/>
                  </a:cubicBezTo>
                  <a:cubicBezTo>
                    <a:pt x="16" y="77"/>
                    <a:pt x="15" y="90"/>
                    <a:pt x="15" y="105"/>
                  </a:cubicBezTo>
                  <a:cubicBezTo>
                    <a:pt x="15" y="120"/>
                    <a:pt x="16" y="134"/>
                    <a:pt x="19" y="146"/>
                  </a:cubicBezTo>
                  <a:cubicBezTo>
                    <a:pt x="21" y="158"/>
                    <a:pt x="24" y="168"/>
                    <a:pt x="27" y="175"/>
                  </a:cubicBezTo>
                  <a:cubicBezTo>
                    <a:pt x="31" y="182"/>
                    <a:pt x="34" y="189"/>
                    <a:pt x="38" y="193"/>
                  </a:cubicBezTo>
                  <a:cubicBezTo>
                    <a:pt x="41" y="198"/>
                    <a:pt x="44" y="202"/>
                    <a:pt x="47" y="204"/>
                  </a:cubicBezTo>
                  <a:cubicBezTo>
                    <a:pt x="49" y="207"/>
                    <a:pt x="50" y="209"/>
                    <a:pt x="50" y="209"/>
                  </a:cubicBezTo>
                  <a:cubicBezTo>
                    <a:pt x="50" y="210"/>
                    <a:pt x="49" y="211"/>
                    <a:pt x="47" y="211"/>
                  </a:cubicBezTo>
                  <a:lnTo>
                    <a:pt x="46" y="211"/>
                  </a:lnTo>
                  <a:lnTo>
                    <a:pt x="44" y="211"/>
                  </a:lnTo>
                  <a:lnTo>
                    <a:pt x="38" y="206"/>
                  </a:lnTo>
                  <a:cubicBezTo>
                    <a:pt x="24" y="194"/>
                    <a:pt x="15" y="179"/>
                    <a:pt x="9" y="161"/>
                  </a:cubicBezTo>
                  <a:cubicBezTo>
                    <a:pt x="3" y="143"/>
                    <a:pt x="0" y="124"/>
                    <a:pt x="0" y="105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951" y="3478"/>
              <a:ext cx="109" cy="88"/>
            </a:xfrm>
            <a:custGeom>
              <a:avLst/>
              <a:gdLst>
                <a:gd name="T0" fmla="*/ 0 w 118"/>
                <a:gd name="T1" fmla="*/ 32 h 95"/>
                <a:gd name="T2" fmla="*/ 0 w 118"/>
                <a:gd name="T3" fmla="*/ 29 h 95"/>
                <a:gd name="T4" fmla="*/ 3 w 118"/>
                <a:gd name="T5" fmla="*/ 21 h 95"/>
                <a:gd name="T6" fmla="*/ 7 w 118"/>
                <a:gd name="T7" fmla="*/ 11 h 95"/>
                <a:gd name="T8" fmla="*/ 14 w 118"/>
                <a:gd name="T9" fmla="*/ 3 h 95"/>
                <a:gd name="T10" fmla="*/ 24 w 118"/>
                <a:gd name="T11" fmla="*/ 0 h 95"/>
                <a:gd name="T12" fmla="*/ 36 w 118"/>
                <a:gd name="T13" fmla="*/ 3 h 95"/>
                <a:gd name="T14" fmla="*/ 43 w 118"/>
                <a:gd name="T15" fmla="*/ 11 h 95"/>
                <a:gd name="T16" fmla="*/ 44 w 118"/>
                <a:gd name="T17" fmla="*/ 15 h 95"/>
                <a:gd name="T18" fmla="*/ 44 w 118"/>
                <a:gd name="T19" fmla="*/ 15 h 95"/>
                <a:gd name="T20" fmla="*/ 46 w 118"/>
                <a:gd name="T21" fmla="*/ 13 h 95"/>
                <a:gd name="T22" fmla="*/ 76 w 118"/>
                <a:gd name="T23" fmla="*/ 0 h 95"/>
                <a:gd name="T24" fmla="*/ 94 w 118"/>
                <a:gd name="T25" fmla="*/ 5 h 95"/>
                <a:gd name="T26" fmla="*/ 101 w 118"/>
                <a:gd name="T27" fmla="*/ 22 h 95"/>
                <a:gd name="T28" fmla="*/ 93 w 118"/>
                <a:gd name="T29" fmla="*/ 55 h 95"/>
                <a:gd name="T30" fmla="*/ 85 w 118"/>
                <a:gd name="T31" fmla="*/ 82 h 95"/>
                <a:gd name="T32" fmla="*/ 89 w 118"/>
                <a:gd name="T33" fmla="*/ 87 h 95"/>
                <a:gd name="T34" fmla="*/ 91 w 118"/>
                <a:gd name="T35" fmla="*/ 87 h 95"/>
                <a:gd name="T36" fmla="*/ 102 w 118"/>
                <a:gd name="T37" fmla="*/ 79 h 95"/>
                <a:gd name="T38" fmla="*/ 109 w 118"/>
                <a:gd name="T39" fmla="*/ 62 h 95"/>
                <a:gd name="T40" fmla="*/ 113 w 118"/>
                <a:gd name="T41" fmla="*/ 61 h 95"/>
                <a:gd name="T42" fmla="*/ 118 w 118"/>
                <a:gd name="T43" fmla="*/ 62 h 95"/>
                <a:gd name="T44" fmla="*/ 117 w 118"/>
                <a:gd name="T45" fmla="*/ 65 h 95"/>
                <a:gd name="T46" fmla="*/ 112 w 118"/>
                <a:gd name="T47" fmla="*/ 78 h 95"/>
                <a:gd name="T48" fmla="*/ 102 w 118"/>
                <a:gd name="T49" fmla="*/ 89 h 95"/>
                <a:gd name="T50" fmla="*/ 88 w 118"/>
                <a:gd name="T51" fmla="*/ 95 h 95"/>
                <a:gd name="T52" fmla="*/ 73 w 118"/>
                <a:gd name="T53" fmla="*/ 89 h 95"/>
                <a:gd name="T54" fmla="*/ 69 w 118"/>
                <a:gd name="T55" fmla="*/ 78 h 95"/>
                <a:gd name="T56" fmla="*/ 77 w 118"/>
                <a:gd name="T57" fmla="*/ 52 h 95"/>
                <a:gd name="T58" fmla="*/ 84 w 118"/>
                <a:gd name="T59" fmla="*/ 20 h 95"/>
                <a:gd name="T60" fmla="*/ 75 w 118"/>
                <a:gd name="T61" fmla="*/ 8 h 95"/>
                <a:gd name="T62" fmla="*/ 74 w 118"/>
                <a:gd name="T63" fmla="*/ 8 h 95"/>
                <a:gd name="T64" fmla="*/ 43 w 118"/>
                <a:gd name="T65" fmla="*/ 29 h 95"/>
                <a:gd name="T66" fmla="*/ 42 w 118"/>
                <a:gd name="T67" fmla="*/ 32 h 95"/>
                <a:gd name="T68" fmla="*/ 35 w 118"/>
                <a:gd name="T69" fmla="*/ 60 h 95"/>
                <a:gd name="T70" fmla="*/ 27 w 118"/>
                <a:gd name="T71" fmla="*/ 90 h 95"/>
                <a:gd name="T72" fmla="*/ 18 w 118"/>
                <a:gd name="T73" fmla="*/ 95 h 95"/>
                <a:gd name="T74" fmla="*/ 14 w 118"/>
                <a:gd name="T75" fmla="*/ 94 h 95"/>
                <a:gd name="T76" fmla="*/ 11 w 118"/>
                <a:gd name="T77" fmla="*/ 91 h 95"/>
                <a:gd name="T78" fmla="*/ 11 w 118"/>
                <a:gd name="T79" fmla="*/ 89 h 95"/>
                <a:gd name="T80" fmla="*/ 19 w 118"/>
                <a:gd name="T81" fmla="*/ 55 h 95"/>
                <a:gd name="T82" fmla="*/ 27 w 118"/>
                <a:gd name="T83" fmla="*/ 21 h 95"/>
                <a:gd name="T84" fmla="*/ 27 w 118"/>
                <a:gd name="T85" fmla="*/ 16 h 95"/>
                <a:gd name="T86" fmla="*/ 22 w 118"/>
                <a:gd name="T87" fmla="*/ 7 h 95"/>
                <a:gd name="T88" fmla="*/ 9 w 118"/>
                <a:gd name="T89" fmla="*/ 29 h 95"/>
                <a:gd name="T90" fmla="*/ 8 w 118"/>
                <a:gd name="T91" fmla="*/ 33 h 95"/>
                <a:gd name="T92" fmla="*/ 4 w 118"/>
                <a:gd name="T93" fmla="*/ 34 h 95"/>
                <a:gd name="T94" fmla="*/ 1 w 118"/>
                <a:gd name="T95" fmla="*/ 34 h 95"/>
                <a:gd name="T96" fmla="*/ 0 w 118"/>
                <a:gd name="T97" fmla="*/ 3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5">
                  <a:moveTo>
                    <a:pt x="0" y="32"/>
                  </a:moveTo>
                  <a:cubicBezTo>
                    <a:pt x="0" y="32"/>
                    <a:pt x="0" y="30"/>
                    <a:pt x="0" y="29"/>
                  </a:cubicBezTo>
                  <a:cubicBezTo>
                    <a:pt x="1" y="28"/>
                    <a:pt x="1" y="25"/>
                    <a:pt x="3" y="21"/>
                  </a:cubicBezTo>
                  <a:cubicBezTo>
                    <a:pt x="4" y="17"/>
                    <a:pt x="6" y="14"/>
                    <a:pt x="7" y="11"/>
                  </a:cubicBezTo>
                  <a:cubicBezTo>
                    <a:pt x="8" y="8"/>
                    <a:pt x="11" y="6"/>
                    <a:pt x="14" y="3"/>
                  </a:cubicBezTo>
                  <a:cubicBezTo>
                    <a:pt x="17" y="1"/>
                    <a:pt x="20" y="0"/>
                    <a:pt x="24" y="0"/>
                  </a:cubicBezTo>
                  <a:cubicBezTo>
                    <a:pt x="29" y="0"/>
                    <a:pt x="33" y="1"/>
                    <a:pt x="36" y="3"/>
                  </a:cubicBezTo>
                  <a:cubicBezTo>
                    <a:pt x="40" y="6"/>
                    <a:pt x="42" y="8"/>
                    <a:pt x="43" y="11"/>
                  </a:cubicBezTo>
                  <a:cubicBezTo>
                    <a:pt x="43" y="13"/>
                    <a:pt x="44" y="14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lnTo>
                    <a:pt x="46" y="13"/>
                  </a:lnTo>
                  <a:cubicBezTo>
                    <a:pt x="55" y="4"/>
                    <a:pt x="65" y="0"/>
                    <a:pt x="76" y="0"/>
                  </a:cubicBezTo>
                  <a:cubicBezTo>
                    <a:pt x="83" y="0"/>
                    <a:pt x="89" y="2"/>
                    <a:pt x="94" y="5"/>
                  </a:cubicBezTo>
                  <a:cubicBezTo>
                    <a:pt x="99" y="9"/>
                    <a:pt x="101" y="15"/>
                    <a:pt x="101" y="22"/>
                  </a:cubicBezTo>
                  <a:cubicBezTo>
                    <a:pt x="101" y="29"/>
                    <a:pt x="99" y="40"/>
                    <a:pt x="93" y="55"/>
                  </a:cubicBezTo>
                  <a:cubicBezTo>
                    <a:pt x="88" y="70"/>
                    <a:pt x="85" y="79"/>
                    <a:pt x="85" y="82"/>
                  </a:cubicBezTo>
                  <a:cubicBezTo>
                    <a:pt x="85" y="86"/>
                    <a:pt x="86" y="87"/>
                    <a:pt x="89" y="87"/>
                  </a:cubicBezTo>
                  <a:cubicBezTo>
                    <a:pt x="90" y="87"/>
                    <a:pt x="90" y="87"/>
                    <a:pt x="91" y="87"/>
                  </a:cubicBezTo>
                  <a:cubicBezTo>
                    <a:pt x="95" y="87"/>
                    <a:pt x="98" y="84"/>
                    <a:pt x="102" y="79"/>
                  </a:cubicBezTo>
                  <a:cubicBezTo>
                    <a:pt x="105" y="75"/>
                    <a:pt x="107" y="69"/>
                    <a:pt x="109" y="62"/>
                  </a:cubicBezTo>
                  <a:cubicBezTo>
                    <a:pt x="109" y="61"/>
                    <a:pt x="111" y="61"/>
                    <a:pt x="113" y="61"/>
                  </a:cubicBezTo>
                  <a:cubicBezTo>
                    <a:pt x="116" y="61"/>
                    <a:pt x="118" y="61"/>
                    <a:pt x="118" y="62"/>
                  </a:cubicBezTo>
                  <a:cubicBezTo>
                    <a:pt x="118" y="62"/>
                    <a:pt x="117" y="64"/>
                    <a:pt x="117" y="65"/>
                  </a:cubicBezTo>
                  <a:cubicBezTo>
                    <a:pt x="116" y="70"/>
                    <a:pt x="114" y="74"/>
                    <a:pt x="112" y="78"/>
                  </a:cubicBezTo>
                  <a:cubicBezTo>
                    <a:pt x="110" y="81"/>
                    <a:pt x="107" y="85"/>
                    <a:pt x="102" y="89"/>
                  </a:cubicBezTo>
                  <a:cubicBezTo>
                    <a:pt x="98" y="93"/>
                    <a:pt x="93" y="95"/>
                    <a:pt x="88" y="95"/>
                  </a:cubicBezTo>
                  <a:cubicBezTo>
                    <a:pt x="81" y="95"/>
                    <a:pt x="76" y="93"/>
                    <a:pt x="73" y="89"/>
                  </a:cubicBezTo>
                  <a:cubicBezTo>
                    <a:pt x="70" y="86"/>
                    <a:pt x="69" y="82"/>
                    <a:pt x="69" y="78"/>
                  </a:cubicBezTo>
                  <a:cubicBezTo>
                    <a:pt x="69" y="75"/>
                    <a:pt x="72" y="66"/>
                    <a:pt x="77" y="52"/>
                  </a:cubicBezTo>
                  <a:cubicBezTo>
                    <a:pt x="82" y="38"/>
                    <a:pt x="84" y="27"/>
                    <a:pt x="84" y="20"/>
                  </a:cubicBezTo>
                  <a:cubicBezTo>
                    <a:pt x="84" y="12"/>
                    <a:pt x="81" y="8"/>
                    <a:pt x="75" y="8"/>
                  </a:cubicBezTo>
                  <a:lnTo>
                    <a:pt x="74" y="8"/>
                  </a:lnTo>
                  <a:cubicBezTo>
                    <a:pt x="62" y="8"/>
                    <a:pt x="52" y="15"/>
                    <a:pt x="43" y="29"/>
                  </a:cubicBezTo>
                  <a:lnTo>
                    <a:pt x="42" y="32"/>
                  </a:lnTo>
                  <a:lnTo>
                    <a:pt x="35" y="60"/>
                  </a:lnTo>
                  <a:cubicBezTo>
                    <a:pt x="30" y="78"/>
                    <a:pt x="28" y="88"/>
                    <a:pt x="27" y="90"/>
                  </a:cubicBezTo>
                  <a:cubicBezTo>
                    <a:pt x="25" y="93"/>
                    <a:pt x="22" y="95"/>
                    <a:pt x="18" y="95"/>
                  </a:cubicBezTo>
                  <a:cubicBezTo>
                    <a:pt x="16" y="95"/>
                    <a:pt x="15" y="95"/>
                    <a:pt x="14" y="94"/>
                  </a:cubicBezTo>
                  <a:cubicBezTo>
                    <a:pt x="12" y="93"/>
                    <a:pt x="12" y="92"/>
                    <a:pt x="11" y="91"/>
                  </a:cubicBezTo>
                  <a:cubicBezTo>
                    <a:pt x="11" y="91"/>
                    <a:pt x="11" y="90"/>
                    <a:pt x="11" y="89"/>
                  </a:cubicBezTo>
                  <a:cubicBezTo>
                    <a:pt x="11" y="88"/>
                    <a:pt x="13" y="76"/>
                    <a:pt x="19" y="55"/>
                  </a:cubicBezTo>
                  <a:cubicBezTo>
                    <a:pt x="24" y="34"/>
                    <a:pt x="27" y="22"/>
                    <a:pt x="27" y="21"/>
                  </a:cubicBezTo>
                  <a:cubicBezTo>
                    <a:pt x="27" y="20"/>
                    <a:pt x="27" y="18"/>
                    <a:pt x="27" y="16"/>
                  </a:cubicBezTo>
                  <a:cubicBezTo>
                    <a:pt x="27" y="10"/>
                    <a:pt x="26" y="7"/>
                    <a:pt x="22" y="7"/>
                  </a:cubicBezTo>
                  <a:cubicBezTo>
                    <a:pt x="17" y="7"/>
                    <a:pt x="13" y="15"/>
                    <a:pt x="9" y="29"/>
                  </a:cubicBezTo>
                  <a:cubicBezTo>
                    <a:pt x="8" y="31"/>
                    <a:pt x="8" y="33"/>
                    <a:pt x="8" y="33"/>
                  </a:cubicBezTo>
                  <a:cubicBezTo>
                    <a:pt x="8" y="34"/>
                    <a:pt x="6" y="34"/>
                    <a:pt x="4" y="34"/>
                  </a:cubicBezTo>
                  <a:lnTo>
                    <a:pt x="1" y="34"/>
                  </a:lnTo>
                  <a:cubicBezTo>
                    <a:pt x="0" y="33"/>
                    <a:pt x="0" y="33"/>
                    <a:pt x="0" y="32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1078" y="3540"/>
              <a:ext cx="26" cy="62"/>
            </a:xfrm>
            <a:custGeom>
              <a:avLst/>
              <a:gdLst>
                <a:gd name="T0" fmla="*/ 0 w 28"/>
                <a:gd name="T1" fmla="*/ 19 h 67"/>
                <a:gd name="T2" fmla="*/ 0 w 28"/>
                <a:gd name="T3" fmla="*/ 13 h 67"/>
                <a:gd name="T4" fmla="*/ 4 w 28"/>
                <a:gd name="T5" fmla="*/ 4 h 67"/>
                <a:gd name="T6" fmla="*/ 13 w 28"/>
                <a:gd name="T7" fmla="*/ 0 h 67"/>
                <a:gd name="T8" fmla="*/ 23 w 28"/>
                <a:gd name="T9" fmla="*/ 6 h 67"/>
                <a:gd name="T10" fmla="*/ 28 w 28"/>
                <a:gd name="T11" fmla="*/ 24 h 67"/>
                <a:gd name="T12" fmla="*/ 26 w 28"/>
                <a:gd name="T13" fmla="*/ 39 h 67"/>
                <a:gd name="T14" fmla="*/ 22 w 28"/>
                <a:gd name="T15" fmla="*/ 51 h 67"/>
                <a:gd name="T16" fmla="*/ 16 w 28"/>
                <a:gd name="T17" fmla="*/ 59 h 67"/>
                <a:gd name="T18" fmla="*/ 11 w 28"/>
                <a:gd name="T19" fmla="*/ 65 h 67"/>
                <a:gd name="T20" fmla="*/ 8 w 28"/>
                <a:gd name="T21" fmla="*/ 67 h 67"/>
                <a:gd name="T22" fmla="*/ 6 w 28"/>
                <a:gd name="T23" fmla="*/ 65 h 67"/>
                <a:gd name="T24" fmla="*/ 4 w 28"/>
                <a:gd name="T25" fmla="*/ 62 h 67"/>
                <a:gd name="T26" fmla="*/ 6 w 28"/>
                <a:gd name="T27" fmla="*/ 59 h 67"/>
                <a:gd name="T28" fmla="*/ 11 w 28"/>
                <a:gd name="T29" fmla="*/ 53 h 67"/>
                <a:gd name="T30" fmla="*/ 17 w 28"/>
                <a:gd name="T31" fmla="*/ 42 h 67"/>
                <a:gd name="T32" fmla="*/ 20 w 28"/>
                <a:gd name="T33" fmla="*/ 27 h 67"/>
                <a:gd name="T34" fmla="*/ 20 w 28"/>
                <a:gd name="T35" fmla="*/ 24 h 67"/>
                <a:gd name="T36" fmla="*/ 20 w 28"/>
                <a:gd name="T37" fmla="*/ 24 h 67"/>
                <a:gd name="T38" fmla="*/ 19 w 28"/>
                <a:gd name="T39" fmla="*/ 25 h 67"/>
                <a:gd name="T40" fmla="*/ 18 w 28"/>
                <a:gd name="T41" fmla="*/ 25 h 67"/>
                <a:gd name="T42" fmla="*/ 16 w 28"/>
                <a:gd name="T43" fmla="*/ 26 h 67"/>
                <a:gd name="T44" fmla="*/ 13 w 28"/>
                <a:gd name="T45" fmla="*/ 26 h 67"/>
                <a:gd name="T46" fmla="*/ 4 w 28"/>
                <a:gd name="T47" fmla="*/ 22 h 67"/>
                <a:gd name="T48" fmla="*/ 0 w 28"/>
                <a:gd name="T49" fmla="*/ 1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67">
                  <a:moveTo>
                    <a:pt x="0" y="19"/>
                  </a:moveTo>
                  <a:lnTo>
                    <a:pt x="0" y="13"/>
                  </a:lnTo>
                  <a:cubicBezTo>
                    <a:pt x="0" y="10"/>
                    <a:pt x="1" y="7"/>
                    <a:pt x="4" y="4"/>
                  </a:cubicBezTo>
                  <a:cubicBezTo>
                    <a:pt x="6" y="2"/>
                    <a:pt x="9" y="0"/>
                    <a:pt x="13" y="0"/>
                  </a:cubicBezTo>
                  <a:cubicBezTo>
                    <a:pt x="17" y="0"/>
                    <a:pt x="20" y="2"/>
                    <a:pt x="23" y="6"/>
                  </a:cubicBezTo>
                  <a:cubicBezTo>
                    <a:pt x="26" y="9"/>
                    <a:pt x="28" y="15"/>
                    <a:pt x="28" y="24"/>
                  </a:cubicBezTo>
                  <a:cubicBezTo>
                    <a:pt x="28" y="29"/>
                    <a:pt x="27" y="34"/>
                    <a:pt x="26" y="39"/>
                  </a:cubicBezTo>
                  <a:cubicBezTo>
                    <a:pt x="25" y="43"/>
                    <a:pt x="23" y="47"/>
                    <a:pt x="22" y="51"/>
                  </a:cubicBezTo>
                  <a:cubicBezTo>
                    <a:pt x="20" y="54"/>
                    <a:pt x="18" y="57"/>
                    <a:pt x="16" y="59"/>
                  </a:cubicBezTo>
                  <a:cubicBezTo>
                    <a:pt x="14" y="62"/>
                    <a:pt x="13" y="64"/>
                    <a:pt x="11" y="65"/>
                  </a:cubicBezTo>
                  <a:cubicBezTo>
                    <a:pt x="10" y="66"/>
                    <a:pt x="9" y="67"/>
                    <a:pt x="8" y="67"/>
                  </a:cubicBezTo>
                  <a:cubicBezTo>
                    <a:pt x="8" y="67"/>
                    <a:pt x="7" y="66"/>
                    <a:pt x="6" y="65"/>
                  </a:cubicBezTo>
                  <a:cubicBezTo>
                    <a:pt x="4" y="64"/>
                    <a:pt x="4" y="63"/>
                    <a:pt x="4" y="62"/>
                  </a:cubicBezTo>
                  <a:cubicBezTo>
                    <a:pt x="4" y="62"/>
                    <a:pt x="5" y="61"/>
                    <a:pt x="6" y="59"/>
                  </a:cubicBezTo>
                  <a:cubicBezTo>
                    <a:pt x="8" y="57"/>
                    <a:pt x="9" y="55"/>
                    <a:pt x="11" y="53"/>
                  </a:cubicBezTo>
                  <a:cubicBezTo>
                    <a:pt x="13" y="50"/>
                    <a:pt x="15" y="46"/>
                    <a:pt x="17" y="42"/>
                  </a:cubicBezTo>
                  <a:cubicBezTo>
                    <a:pt x="19" y="37"/>
                    <a:pt x="20" y="32"/>
                    <a:pt x="20" y="27"/>
                  </a:cubicBezTo>
                  <a:lnTo>
                    <a:pt x="20" y="24"/>
                  </a:lnTo>
                  <a:lnTo>
                    <a:pt x="20" y="24"/>
                  </a:lnTo>
                  <a:cubicBezTo>
                    <a:pt x="20" y="24"/>
                    <a:pt x="19" y="25"/>
                    <a:pt x="19" y="25"/>
                  </a:cubicBezTo>
                  <a:cubicBezTo>
                    <a:pt x="19" y="25"/>
                    <a:pt x="18" y="25"/>
                    <a:pt x="18" y="25"/>
                  </a:cubicBezTo>
                  <a:cubicBezTo>
                    <a:pt x="17" y="26"/>
                    <a:pt x="17" y="26"/>
                    <a:pt x="16" y="26"/>
                  </a:cubicBezTo>
                  <a:cubicBezTo>
                    <a:pt x="15" y="26"/>
                    <a:pt x="14" y="26"/>
                    <a:pt x="13" y="26"/>
                  </a:cubicBezTo>
                  <a:cubicBezTo>
                    <a:pt x="9" y="26"/>
                    <a:pt x="6" y="25"/>
                    <a:pt x="4" y="22"/>
                  </a:cubicBezTo>
                  <a:lnTo>
                    <a:pt x="0" y="19"/>
                  </a:ln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1154" y="3435"/>
              <a:ext cx="54" cy="131"/>
            </a:xfrm>
            <a:custGeom>
              <a:avLst/>
              <a:gdLst>
                <a:gd name="T0" fmla="*/ 34 w 59"/>
                <a:gd name="T1" fmla="*/ 13 h 142"/>
                <a:gd name="T2" fmla="*/ 38 w 59"/>
                <a:gd name="T3" fmla="*/ 4 h 142"/>
                <a:gd name="T4" fmla="*/ 48 w 59"/>
                <a:gd name="T5" fmla="*/ 0 h 142"/>
                <a:gd name="T6" fmla="*/ 54 w 59"/>
                <a:gd name="T7" fmla="*/ 3 h 142"/>
                <a:gd name="T8" fmla="*/ 57 w 59"/>
                <a:gd name="T9" fmla="*/ 9 h 142"/>
                <a:gd name="T10" fmla="*/ 53 w 59"/>
                <a:gd name="T11" fmla="*/ 18 h 142"/>
                <a:gd name="T12" fmla="*/ 43 w 59"/>
                <a:gd name="T13" fmla="*/ 22 h 142"/>
                <a:gd name="T14" fmla="*/ 37 w 59"/>
                <a:gd name="T15" fmla="*/ 20 h 142"/>
                <a:gd name="T16" fmla="*/ 34 w 59"/>
                <a:gd name="T17" fmla="*/ 13 h 142"/>
                <a:gd name="T18" fmla="*/ 0 w 59"/>
                <a:gd name="T19" fmla="*/ 79 h 142"/>
                <a:gd name="T20" fmla="*/ 2 w 59"/>
                <a:gd name="T21" fmla="*/ 73 h 142"/>
                <a:gd name="T22" fmla="*/ 7 w 59"/>
                <a:gd name="T23" fmla="*/ 62 h 142"/>
                <a:gd name="T24" fmla="*/ 16 w 59"/>
                <a:gd name="T25" fmla="*/ 51 h 142"/>
                <a:gd name="T26" fmla="*/ 29 w 59"/>
                <a:gd name="T27" fmla="*/ 47 h 142"/>
                <a:gd name="T28" fmla="*/ 43 w 59"/>
                <a:gd name="T29" fmla="*/ 52 h 142"/>
                <a:gd name="T30" fmla="*/ 48 w 59"/>
                <a:gd name="T31" fmla="*/ 65 h 142"/>
                <a:gd name="T32" fmla="*/ 45 w 59"/>
                <a:gd name="T33" fmla="*/ 76 h 142"/>
                <a:gd name="T34" fmla="*/ 37 w 59"/>
                <a:gd name="T35" fmla="*/ 99 h 142"/>
                <a:gd name="T36" fmla="*/ 28 w 59"/>
                <a:gd name="T37" fmla="*/ 122 h 142"/>
                <a:gd name="T38" fmla="*/ 27 w 59"/>
                <a:gd name="T39" fmla="*/ 129 h 142"/>
                <a:gd name="T40" fmla="*/ 31 w 59"/>
                <a:gd name="T41" fmla="*/ 134 h 142"/>
                <a:gd name="T42" fmla="*/ 35 w 59"/>
                <a:gd name="T43" fmla="*/ 134 h 142"/>
                <a:gd name="T44" fmla="*/ 39 w 59"/>
                <a:gd name="T45" fmla="*/ 131 h 142"/>
                <a:gd name="T46" fmla="*/ 45 w 59"/>
                <a:gd name="T47" fmla="*/ 123 h 142"/>
                <a:gd name="T48" fmla="*/ 50 w 59"/>
                <a:gd name="T49" fmla="*/ 111 h 142"/>
                <a:gd name="T50" fmla="*/ 52 w 59"/>
                <a:gd name="T51" fmla="*/ 108 h 142"/>
                <a:gd name="T52" fmla="*/ 55 w 59"/>
                <a:gd name="T53" fmla="*/ 108 h 142"/>
                <a:gd name="T54" fmla="*/ 59 w 59"/>
                <a:gd name="T55" fmla="*/ 110 h 142"/>
                <a:gd name="T56" fmla="*/ 57 w 59"/>
                <a:gd name="T57" fmla="*/ 116 h 142"/>
                <a:gd name="T58" fmla="*/ 52 w 59"/>
                <a:gd name="T59" fmla="*/ 127 h 142"/>
                <a:gd name="T60" fmla="*/ 43 w 59"/>
                <a:gd name="T61" fmla="*/ 138 h 142"/>
                <a:gd name="T62" fmla="*/ 30 w 59"/>
                <a:gd name="T63" fmla="*/ 142 h 142"/>
                <a:gd name="T64" fmla="*/ 17 w 59"/>
                <a:gd name="T65" fmla="*/ 138 h 142"/>
                <a:gd name="T66" fmla="*/ 11 w 59"/>
                <a:gd name="T67" fmla="*/ 124 h 142"/>
                <a:gd name="T68" fmla="*/ 12 w 59"/>
                <a:gd name="T69" fmla="*/ 118 h 142"/>
                <a:gd name="T70" fmla="*/ 21 w 59"/>
                <a:gd name="T71" fmla="*/ 94 h 142"/>
                <a:gd name="T72" fmla="*/ 31 w 59"/>
                <a:gd name="T73" fmla="*/ 68 h 142"/>
                <a:gd name="T74" fmla="*/ 32 w 59"/>
                <a:gd name="T75" fmla="*/ 60 h 142"/>
                <a:gd name="T76" fmla="*/ 29 w 59"/>
                <a:gd name="T77" fmla="*/ 55 h 142"/>
                <a:gd name="T78" fmla="*/ 28 w 59"/>
                <a:gd name="T79" fmla="*/ 55 h 142"/>
                <a:gd name="T80" fmla="*/ 17 w 59"/>
                <a:gd name="T81" fmla="*/ 62 h 142"/>
                <a:gd name="T82" fmla="*/ 8 w 59"/>
                <a:gd name="T83" fmla="*/ 79 h 142"/>
                <a:gd name="T84" fmla="*/ 8 w 59"/>
                <a:gd name="T85" fmla="*/ 80 h 142"/>
                <a:gd name="T86" fmla="*/ 8 w 59"/>
                <a:gd name="T87" fmla="*/ 81 h 142"/>
                <a:gd name="T88" fmla="*/ 7 w 59"/>
                <a:gd name="T89" fmla="*/ 81 h 142"/>
                <a:gd name="T90" fmla="*/ 7 w 59"/>
                <a:gd name="T91" fmla="*/ 81 h 142"/>
                <a:gd name="T92" fmla="*/ 6 w 59"/>
                <a:gd name="T93" fmla="*/ 81 h 142"/>
                <a:gd name="T94" fmla="*/ 4 w 59"/>
                <a:gd name="T95" fmla="*/ 81 h 142"/>
                <a:gd name="T96" fmla="*/ 1 w 59"/>
                <a:gd name="T97" fmla="*/ 81 h 142"/>
                <a:gd name="T98" fmla="*/ 0 w 59"/>
                <a:gd name="T99" fmla="*/ 7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9" h="142">
                  <a:moveTo>
                    <a:pt x="34" y="13"/>
                  </a:moveTo>
                  <a:cubicBezTo>
                    <a:pt x="34" y="10"/>
                    <a:pt x="36" y="7"/>
                    <a:pt x="38" y="4"/>
                  </a:cubicBezTo>
                  <a:cubicBezTo>
                    <a:pt x="41" y="2"/>
                    <a:pt x="44" y="1"/>
                    <a:pt x="48" y="0"/>
                  </a:cubicBezTo>
                  <a:cubicBezTo>
                    <a:pt x="50" y="0"/>
                    <a:pt x="52" y="1"/>
                    <a:pt x="54" y="3"/>
                  </a:cubicBezTo>
                  <a:cubicBezTo>
                    <a:pt x="56" y="5"/>
                    <a:pt x="57" y="7"/>
                    <a:pt x="57" y="9"/>
                  </a:cubicBezTo>
                  <a:cubicBezTo>
                    <a:pt x="57" y="13"/>
                    <a:pt x="55" y="16"/>
                    <a:pt x="53" y="18"/>
                  </a:cubicBezTo>
                  <a:cubicBezTo>
                    <a:pt x="50" y="21"/>
                    <a:pt x="47" y="22"/>
                    <a:pt x="43" y="22"/>
                  </a:cubicBezTo>
                  <a:cubicBezTo>
                    <a:pt x="41" y="22"/>
                    <a:pt x="39" y="22"/>
                    <a:pt x="37" y="20"/>
                  </a:cubicBezTo>
                  <a:cubicBezTo>
                    <a:pt x="36" y="19"/>
                    <a:pt x="35" y="17"/>
                    <a:pt x="34" y="13"/>
                  </a:cubicBezTo>
                  <a:close/>
                  <a:moveTo>
                    <a:pt x="0" y="79"/>
                  </a:moveTo>
                  <a:cubicBezTo>
                    <a:pt x="0" y="78"/>
                    <a:pt x="1" y="76"/>
                    <a:pt x="2" y="73"/>
                  </a:cubicBezTo>
                  <a:cubicBezTo>
                    <a:pt x="3" y="70"/>
                    <a:pt x="5" y="66"/>
                    <a:pt x="7" y="62"/>
                  </a:cubicBezTo>
                  <a:cubicBezTo>
                    <a:pt x="9" y="58"/>
                    <a:pt x="12" y="55"/>
                    <a:pt x="16" y="51"/>
                  </a:cubicBezTo>
                  <a:cubicBezTo>
                    <a:pt x="20" y="48"/>
                    <a:pt x="25" y="47"/>
                    <a:pt x="29" y="47"/>
                  </a:cubicBezTo>
                  <a:cubicBezTo>
                    <a:pt x="34" y="47"/>
                    <a:pt x="39" y="48"/>
                    <a:pt x="43" y="52"/>
                  </a:cubicBezTo>
                  <a:cubicBezTo>
                    <a:pt x="46" y="55"/>
                    <a:pt x="48" y="59"/>
                    <a:pt x="48" y="65"/>
                  </a:cubicBezTo>
                  <a:cubicBezTo>
                    <a:pt x="48" y="67"/>
                    <a:pt x="47" y="71"/>
                    <a:pt x="45" y="76"/>
                  </a:cubicBezTo>
                  <a:cubicBezTo>
                    <a:pt x="43" y="82"/>
                    <a:pt x="41" y="89"/>
                    <a:pt x="37" y="99"/>
                  </a:cubicBezTo>
                  <a:cubicBezTo>
                    <a:pt x="33" y="108"/>
                    <a:pt x="30" y="116"/>
                    <a:pt x="28" y="122"/>
                  </a:cubicBezTo>
                  <a:cubicBezTo>
                    <a:pt x="27" y="126"/>
                    <a:pt x="27" y="128"/>
                    <a:pt x="27" y="129"/>
                  </a:cubicBezTo>
                  <a:cubicBezTo>
                    <a:pt x="27" y="133"/>
                    <a:pt x="28" y="134"/>
                    <a:pt x="31" y="134"/>
                  </a:cubicBezTo>
                  <a:cubicBezTo>
                    <a:pt x="32" y="134"/>
                    <a:pt x="33" y="134"/>
                    <a:pt x="35" y="134"/>
                  </a:cubicBezTo>
                  <a:cubicBezTo>
                    <a:pt x="36" y="133"/>
                    <a:pt x="38" y="132"/>
                    <a:pt x="39" y="131"/>
                  </a:cubicBezTo>
                  <a:cubicBezTo>
                    <a:pt x="41" y="129"/>
                    <a:pt x="43" y="127"/>
                    <a:pt x="45" y="123"/>
                  </a:cubicBezTo>
                  <a:cubicBezTo>
                    <a:pt x="47" y="120"/>
                    <a:pt x="49" y="116"/>
                    <a:pt x="50" y="111"/>
                  </a:cubicBezTo>
                  <a:cubicBezTo>
                    <a:pt x="51" y="109"/>
                    <a:pt x="51" y="108"/>
                    <a:pt x="52" y="108"/>
                  </a:cubicBezTo>
                  <a:cubicBezTo>
                    <a:pt x="52" y="108"/>
                    <a:pt x="53" y="108"/>
                    <a:pt x="55" y="108"/>
                  </a:cubicBezTo>
                  <a:cubicBezTo>
                    <a:pt x="58" y="108"/>
                    <a:pt x="59" y="108"/>
                    <a:pt x="59" y="110"/>
                  </a:cubicBezTo>
                  <a:cubicBezTo>
                    <a:pt x="59" y="111"/>
                    <a:pt x="59" y="113"/>
                    <a:pt x="57" y="116"/>
                  </a:cubicBezTo>
                  <a:cubicBezTo>
                    <a:pt x="56" y="120"/>
                    <a:pt x="54" y="123"/>
                    <a:pt x="52" y="127"/>
                  </a:cubicBezTo>
                  <a:cubicBezTo>
                    <a:pt x="50" y="131"/>
                    <a:pt x="47" y="135"/>
                    <a:pt x="43" y="138"/>
                  </a:cubicBezTo>
                  <a:cubicBezTo>
                    <a:pt x="39" y="141"/>
                    <a:pt x="34" y="142"/>
                    <a:pt x="30" y="142"/>
                  </a:cubicBezTo>
                  <a:cubicBezTo>
                    <a:pt x="25" y="142"/>
                    <a:pt x="21" y="141"/>
                    <a:pt x="17" y="138"/>
                  </a:cubicBezTo>
                  <a:cubicBezTo>
                    <a:pt x="13" y="135"/>
                    <a:pt x="11" y="130"/>
                    <a:pt x="11" y="124"/>
                  </a:cubicBezTo>
                  <a:cubicBezTo>
                    <a:pt x="11" y="122"/>
                    <a:pt x="12" y="120"/>
                    <a:pt x="12" y="118"/>
                  </a:cubicBezTo>
                  <a:cubicBezTo>
                    <a:pt x="13" y="115"/>
                    <a:pt x="16" y="107"/>
                    <a:pt x="21" y="94"/>
                  </a:cubicBezTo>
                  <a:cubicBezTo>
                    <a:pt x="27" y="79"/>
                    <a:pt x="30" y="71"/>
                    <a:pt x="31" y="68"/>
                  </a:cubicBezTo>
                  <a:cubicBezTo>
                    <a:pt x="31" y="65"/>
                    <a:pt x="32" y="62"/>
                    <a:pt x="32" y="60"/>
                  </a:cubicBezTo>
                  <a:cubicBezTo>
                    <a:pt x="32" y="56"/>
                    <a:pt x="31" y="55"/>
                    <a:pt x="29" y="55"/>
                  </a:cubicBezTo>
                  <a:lnTo>
                    <a:pt x="28" y="55"/>
                  </a:lnTo>
                  <a:cubicBezTo>
                    <a:pt x="24" y="55"/>
                    <a:pt x="20" y="57"/>
                    <a:pt x="17" y="62"/>
                  </a:cubicBezTo>
                  <a:cubicBezTo>
                    <a:pt x="13" y="66"/>
                    <a:pt x="10" y="72"/>
                    <a:pt x="8" y="79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1"/>
                  </a:cubicBezTo>
                  <a:cubicBezTo>
                    <a:pt x="8" y="81"/>
                    <a:pt x="8" y="81"/>
                    <a:pt x="7" y="81"/>
                  </a:cubicBezTo>
                  <a:cubicBezTo>
                    <a:pt x="7" y="81"/>
                    <a:pt x="7" y="81"/>
                    <a:pt x="7" y="81"/>
                  </a:cubicBezTo>
                  <a:lnTo>
                    <a:pt x="6" y="81"/>
                  </a:lnTo>
                  <a:lnTo>
                    <a:pt x="4" y="81"/>
                  </a:lnTo>
                  <a:lnTo>
                    <a:pt x="1" y="81"/>
                  </a:lnTo>
                  <a:cubicBezTo>
                    <a:pt x="0" y="80"/>
                    <a:pt x="0" y="80"/>
                    <a:pt x="0" y="79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1228" y="3418"/>
              <a:ext cx="47" cy="195"/>
            </a:xfrm>
            <a:custGeom>
              <a:avLst/>
              <a:gdLst>
                <a:gd name="T0" fmla="*/ 1 w 51"/>
                <a:gd name="T1" fmla="*/ 0 h 211"/>
                <a:gd name="T2" fmla="*/ 2 w 51"/>
                <a:gd name="T3" fmla="*/ 0 h 211"/>
                <a:gd name="T4" fmla="*/ 4 w 51"/>
                <a:gd name="T5" fmla="*/ 0 h 211"/>
                <a:gd name="T6" fmla="*/ 7 w 51"/>
                <a:gd name="T7" fmla="*/ 0 h 211"/>
                <a:gd name="T8" fmla="*/ 13 w 51"/>
                <a:gd name="T9" fmla="*/ 5 h 211"/>
                <a:gd name="T10" fmla="*/ 42 w 51"/>
                <a:gd name="T11" fmla="*/ 49 h 211"/>
                <a:gd name="T12" fmla="*/ 51 w 51"/>
                <a:gd name="T13" fmla="*/ 105 h 211"/>
                <a:gd name="T14" fmla="*/ 49 w 51"/>
                <a:gd name="T15" fmla="*/ 133 h 211"/>
                <a:gd name="T16" fmla="*/ 44 w 51"/>
                <a:gd name="T17" fmla="*/ 155 h 211"/>
                <a:gd name="T18" fmla="*/ 36 w 51"/>
                <a:gd name="T19" fmla="*/ 174 h 211"/>
                <a:gd name="T20" fmla="*/ 28 w 51"/>
                <a:gd name="T21" fmla="*/ 188 h 211"/>
                <a:gd name="T22" fmla="*/ 19 w 51"/>
                <a:gd name="T23" fmla="*/ 199 h 211"/>
                <a:gd name="T24" fmla="*/ 12 w 51"/>
                <a:gd name="T25" fmla="*/ 206 h 211"/>
                <a:gd name="T26" fmla="*/ 8 w 51"/>
                <a:gd name="T27" fmla="*/ 210 h 211"/>
                <a:gd name="T28" fmla="*/ 7 w 51"/>
                <a:gd name="T29" fmla="*/ 211 h 211"/>
                <a:gd name="T30" fmla="*/ 4 w 51"/>
                <a:gd name="T31" fmla="*/ 211 h 211"/>
                <a:gd name="T32" fmla="*/ 2 w 51"/>
                <a:gd name="T33" fmla="*/ 211 h 211"/>
                <a:gd name="T34" fmla="*/ 1 w 51"/>
                <a:gd name="T35" fmla="*/ 210 h 211"/>
                <a:gd name="T36" fmla="*/ 0 w 51"/>
                <a:gd name="T37" fmla="*/ 208 h 211"/>
                <a:gd name="T38" fmla="*/ 3 w 51"/>
                <a:gd name="T39" fmla="*/ 205 h 211"/>
                <a:gd name="T40" fmla="*/ 35 w 51"/>
                <a:gd name="T41" fmla="*/ 105 h 211"/>
                <a:gd name="T42" fmla="*/ 3 w 51"/>
                <a:gd name="T43" fmla="*/ 5 h 211"/>
                <a:gd name="T44" fmla="*/ 0 w 51"/>
                <a:gd name="T45" fmla="*/ 2 h 211"/>
                <a:gd name="T46" fmla="*/ 1 w 51"/>
                <a:gd name="T4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211">
                  <a:moveTo>
                    <a:pt x="1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13" y="5"/>
                  </a:lnTo>
                  <a:cubicBezTo>
                    <a:pt x="26" y="17"/>
                    <a:pt x="36" y="32"/>
                    <a:pt x="42" y="49"/>
                  </a:cubicBezTo>
                  <a:cubicBezTo>
                    <a:pt x="48" y="67"/>
                    <a:pt x="51" y="86"/>
                    <a:pt x="51" y="105"/>
                  </a:cubicBezTo>
                  <a:cubicBezTo>
                    <a:pt x="51" y="115"/>
                    <a:pt x="50" y="124"/>
                    <a:pt x="49" y="133"/>
                  </a:cubicBezTo>
                  <a:cubicBezTo>
                    <a:pt x="47" y="142"/>
                    <a:pt x="45" y="149"/>
                    <a:pt x="44" y="155"/>
                  </a:cubicBezTo>
                  <a:cubicBezTo>
                    <a:pt x="42" y="162"/>
                    <a:pt x="39" y="168"/>
                    <a:pt x="36" y="174"/>
                  </a:cubicBezTo>
                  <a:cubicBezTo>
                    <a:pt x="32" y="180"/>
                    <a:pt x="30" y="185"/>
                    <a:pt x="28" y="188"/>
                  </a:cubicBezTo>
                  <a:cubicBezTo>
                    <a:pt x="26" y="191"/>
                    <a:pt x="23" y="195"/>
                    <a:pt x="19" y="199"/>
                  </a:cubicBezTo>
                  <a:cubicBezTo>
                    <a:pt x="15" y="203"/>
                    <a:pt x="13" y="205"/>
                    <a:pt x="12" y="206"/>
                  </a:cubicBezTo>
                  <a:cubicBezTo>
                    <a:pt x="12" y="207"/>
                    <a:pt x="10" y="208"/>
                    <a:pt x="8" y="210"/>
                  </a:cubicBezTo>
                  <a:lnTo>
                    <a:pt x="7" y="211"/>
                  </a:lnTo>
                  <a:lnTo>
                    <a:pt x="4" y="211"/>
                  </a:lnTo>
                  <a:lnTo>
                    <a:pt x="2" y="211"/>
                  </a:lnTo>
                  <a:cubicBezTo>
                    <a:pt x="1" y="211"/>
                    <a:pt x="1" y="210"/>
                    <a:pt x="1" y="210"/>
                  </a:cubicBezTo>
                  <a:cubicBezTo>
                    <a:pt x="1" y="210"/>
                    <a:pt x="0" y="209"/>
                    <a:pt x="0" y="208"/>
                  </a:cubicBezTo>
                  <a:cubicBezTo>
                    <a:pt x="0" y="208"/>
                    <a:pt x="1" y="207"/>
                    <a:pt x="3" y="205"/>
                  </a:cubicBezTo>
                  <a:cubicBezTo>
                    <a:pt x="24" y="183"/>
                    <a:pt x="35" y="149"/>
                    <a:pt x="35" y="105"/>
                  </a:cubicBezTo>
                  <a:cubicBezTo>
                    <a:pt x="35" y="61"/>
                    <a:pt x="24" y="28"/>
                    <a:pt x="3" y="5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8" name="Freeform 11"/>
            <p:cNvSpPr>
              <a:spLocks noEditPoints="1"/>
            </p:cNvSpPr>
            <p:nvPr/>
          </p:nvSpPr>
          <p:spPr bwMode="auto">
            <a:xfrm>
              <a:off x="1358" y="3492"/>
              <a:ext cx="130" cy="46"/>
            </a:xfrm>
            <a:custGeom>
              <a:avLst/>
              <a:gdLst>
                <a:gd name="T0" fmla="*/ 0 w 141"/>
                <a:gd name="T1" fmla="*/ 5 h 50"/>
                <a:gd name="T2" fmla="*/ 3 w 141"/>
                <a:gd name="T3" fmla="*/ 0 h 50"/>
                <a:gd name="T4" fmla="*/ 137 w 141"/>
                <a:gd name="T5" fmla="*/ 0 h 50"/>
                <a:gd name="T6" fmla="*/ 141 w 141"/>
                <a:gd name="T7" fmla="*/ 5 h 50"/>
                <a:gd name="T8" fmla="*/ 138 w 141"/>
                <a:gd name="T9" fmla="*/ 9 h 50"/>
                <a:gd name="T10" fmla="*/ 71 w 141"/>
                <a:gd name="T11" fmla="*/ 9 h 50"/>
                <a:gd name="T12" fmla="*/ 4 w 141"/>
                <a:gd name="T13" fmla="*/ 9 h 50"/>
                <a:gd name="T14" fmla="*/ 0 w 141"/>
                <a:gd name="T15" fmla="*/ 5 h 50"/>
                <a:gd name="T16" fmla="*/ 0 w 141"/>
                <a:gd name="T17" fmla="*/ 46 h 50"/>
                <a:gd name="T18" fmla="*/ 4 w 141"/>
                <a:gd name="T19" fmla="*/ 41 h 50"/>
                <a:gd name="T20" fmla="*/ 138 w 141"/>
                <a:gd name="T21" fmla="*/ 41 h 50"/>
                <a:gd name="T22" fmla="*/ 141 w 141"/>
                <a:gd name="T23" fmla="*/ 46 h 50"/>
                <a:gd name="T24" fmla="*/ 137 w 141"/>
                <a:gd name="T25" fmla="*/ 50 h 50"/>
                <a:gd name="T26" fmla="*/ 3 w 141"/>
                <a:gd name="T27" fmla="*/ 50 h 50"/>
                <a:gd name="T28" fmla="*/ 0 w 141"/>
                <a:gd name="T29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" h="50">
                  <a:moveTo>
                    <a:pt x="0" y="5"/>
                  </a:moveTo>
                  <a:cubicBezTo>
                    <a:pt x="0" y="3"/>
                    <a:pt x="1" y="1"/>
                    <a:pt x="3" y="0"/>
                  </a:cubicBezTo>
                  <a:lnTo>
                    <a:pt x="137" y="0"/>
                  </a:lnTo>
                  <a:cubicBezTo>
                    <a:pt x="140" y="2"/>
                    <a:pt x="141" y="3"/>
                    <a:pt x="141" y="5"/>
                  </a:cubicBezTo>
                  <a:cubicBezTo>
                    <a:pt x="141" y="6"/>
                    <a:pt x="140" y="8"/>
                    <a:pt x="138" y="9"/>
                  </a:cubicBezTo>
                  <a:lnTo>
                    <a:pt x="71" y="9"/>
                  </a:lnTo>
                  <a:lnTo>
                    <a:pt x="4" y="9"/>
                  </a:lnTo>
                  <a:cubicBezTo>
                    <a:pt x="1" y="8"/>
                    <a:pt x="0" y="7"/>
                    <a:pt x="0" y="5"/>
                  </a:cubicBezTo>
                  <a:close/>
                  <a:moveTo>
                    <a:pt x="0" y="46"/>
                  </a:moveTo>
                  <a:cubicBezTo>
                    <a:pt x="0" y="44"/>
                    <a:pt x="1" y="42"/>
                    <a:pt x="4" y="41"/>
                  </a:cubicBezTo>
                  <a:lnTo>
                    <a:pt x="138" y="41"/>
                  </a:lnTo>
                  <a:cubicBezTo>
                    <a:pt x="140" y="43"/>
                    <a:pt x="141" y="44"/>
                    <a:pt x="141" y="46"/>
                  </a:cubicBezTo>
                  <a:cubicBezTo>
                    <a:pt x="141" y="47"/>
                    <a:pt x="140" y="49"/>
                    <a:pt x="137" y="50"/>
                  </a:cubicBezTo>
                  <a:lnTo>
                    <a:pt x="3" y="50"/>
                  </a:lnTo>
                  <a:cubicBezTo>
                    <a:pt x="1" y="49"/>
                    <a:pt x="0" y="47"/>
                    <a:pt x="0" y="46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1576" y="3510"/>
              <a:ext cx="348" cy="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0" name="Freeform 13"/>
            <p:cNvSpPr>
              <a:spLocks/>
            </p:cNvSpPr>
            <p:nvPr/>
          </p:nvSpPr>
          <p:spPr bwMode="auto">
            <a:xfrm>
              <a:off x="1591" y="3401"/>
              <a:ext cx="76" cy="63"/>
            </a:xfrm>
            <a:custGeom>
              <a:avLst/>
              <a:gdLst>
                <a:gd name="T0" fmla="*/ 0 w 83"/>
                <a:gd name="T1" fmla="*/ 23 h 68"/>
                <a:gd name="T2" fmla="*/ 0 w 83"/>
                <a:gd name="T3" fmla="*/ 21 h 68"/>
                <a:gd name="T4" fmla="*/ 2 w 83"/>
                <a:gd name="T5" fmla="*/ 15 h 68"/>
                <a:gd name="T6" fmla="*/ 5 w 83"/>
                <a:gd name="T7" fmla="*/ 8 h 68"/>
                <a:gd name="T8" fmla="*/ 10 w 83"/>
                <a:gd name="T9" fmla="*/ 3 h 68"/>
                <a:gd name="T10" fmla="*/ 17 w 83"/>
                <a:gd name="T11" fmla="*/ 0 h 68"/>
                <a:gd name="T12" fmla="*/ 26 w 83"/>
                <a:gd name="T13" fmla="*/ 3 h 68"/>
                <a:gd name="T14" fmla="*/ 30 w 83"/>
                <a:gd name="T15" fmla="*/ 8 h 68"/>
                <a:gd name="T16" fmla="*/ 31 w 83"/>
                <a:gd name="T17" fmla="*/ 11 h 68"/>
                <a:gd name="T18" fmla="*/ 31 w 83"/>
                <a:gd name="T19" fmla="*/ 11 h 68"/>
                <a:gd name="T20" fmla="*/ 33 w 83"/>
                <a:gd name="T21" fmla="*/ 10 h 68"/>
                <a:gd name="T22" fmla="*/ 54 w 83"/>
                <a:gd name="T23" fmla="*/ 0 h 68"/>
                <a:gd name="T24" fmla="*/ 67 w 83"/>
                <a:gd name="T25" fmla="*/ 4 h 68"/>
                <a:gd name="T26" fmla="*/ 72 w 83"/>
                <a:gd name="T27" fmla="*/ 16 h 68"/>
                <a:gd name="T28" fmla="*/ 66 w 83"/>
                <a:gd name="T29" fmla="*/ 39 h 68"/>
                <a:gd name="T30" fmla="*/ 61 w 83"/>
                <a:gd name="T31" fmla="*/ 58 h 68"/>
                <a:gd name="T32" fmla="*/ 63 w 83"/>
                <a:gd name="T33" fmla="*/ 62 h 68"/>
                <a:gd name="T34" fmla="*/ 64 w 83"/>
                <a:gd name="T35" fmla="*/ 62 h 68"/>
                <a:gd name="T36" fmla="*/ 72 w 83"/>
                <a:gd name="T37" fmla="*/ 56 h 68"/>
                <a:gd name="T38" fmla="*/ 77 w 83"/>
                <a:gd name="T39" fmla="*/ 44 h 68"/>
                <a:gd name="T40" fmla="*/ 80 w 83"/>
                <a:gd name="T41" fmla="*/ 43 h 68"/>
                <a:gd name="T42" fmla="*/ 83 w 83"/>
                <a:gd name="T43" fmla="*/ 44 h 68"/>
                <a:gd name="T44" fmla="*/ 83 w 83"/>
                <a:gd name="T45" fmla="*/ 47 h 68"/>
                <a:gd name="T46" fmla="*/ 79 w 83"/>
                <a:gd name="T47" fmla="*/ 55 h 68"/>
                <a:gd name="T48" fmla="*/ 73 w 83"/>
                <a:gd name="T49" fmla="*/ 64 h 68"/>
                <a:gd name="T50" fmla="*/ 62 w 83"/>
                <a:gd name="T51" fmla="*/ 68 h 68"/>
                <a:gd name="T52" fmla="*/ 52 w 83"/>
                <a:gd name="T53" fmla="*/ 64 h 68"/>
                <a:gd name="T54" fmla="*/ 49 w 83"/>
                <a:gd name="T55" fmla="*/ 55 h 68"/>
                <a:gd name="T56" fmla="*/ 54 w 83"/>
                <a:gd name="T57" fmla="*/ 37 h 68"/>
                <a:gd name="T58" fmla="*/ 60 w 83"/>
                <a:gd name="T59" fmla="*/ 15 h 68"/>
                <a:gd name="T60" fmla="*/ 53 w 83"/>
                <a:gd name="T61" fmla="*/ 6 h 68"/>
                <a:gd name="T62" fmla="*/ 53 w 83"/>
                <a:gd name="T63" fmla="*/ 6 h 68"/>
                <a:gd name="T64" fmla="*/ 31 w 83"/>
                <a:gd name="T65" fmla="*/ 21 h 68"/>
                <a:gd name="T66" fmla="*/ 30 w 83"/>
                <a:gd name="T67" fmla="*/ 23 h 68"/>
                <a:gd name="T68" fmla="*/ 25 w 83"/>
                <a:gd name="T69" fmla="*/ 43 h 68"/>
                <a:gd name="T70" fmla="*/ 19 w 83"/>
                <a:gd name="T71" fmla="*/ 64 h 68"/>
                <a:gd name="T72" fmla="*/ 13 w 83"/>
                <a:gd name="T73" fmla="*/ 68 h 68"/>
                <a:gd name="T74" fmla="*/ 10 w 83"/>
                <a:gd name="T75" fmla="*/ 67 h 68"/>
                <a:gd name="T76" fmla="*/ 8 w 83"/>
                <a:gd name="T77" fmla="*/ 65 h 68"/>
                <a:gd name="T78" fmla="*/ 8 w 83"/>
                <a:gd name="T79" fmla="*/ 64 h 68"/>
                <a:gd name="T80" fmla="*/ 14 w 83"/>
                <a:gd name="T81" fmla="*/ 39 h 68"/>
                <a:gd name="T82" fmla="*/ 20 w 83"/>
                <a:gd name="T83" fmla="*/ 15 h 68"/>
                <a:gd name="T84" fmla="*/ 20 w 83"/>
                <a:gd name="T85" fmla="*/ 11 h 68"/>
                <a:gd name="T86" fmla="*/ 16 w 83"/>
                <a:gd name="T87" fmla="*/ 6 h 68"/>
                <a:gd name="T88" fmla="*/ 7 w 83"/>
                <a:gd name="T89" fmla="*/ 21 h 68"/>
                <a:gd name="T90" fmla="*/ 6 w 83"/>
                <a:gd name="T91" fmla="*/ 24 h 68"/>
                <a:gd name="T92" fmla="*/ 3 w 83"/>
                <a:gd name="T93" fmla="*/ 25 h 68"/>
                <a:gd name="T94" fmla="*/ 1 w 83"/>
                <a:gd name="T95" fmla="*/ 25 h 68"/>
                <a:gd name="T96" fmla="*/ 0 w 83"/>
                <a:gd name="T97" fmla="*/ 2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3" h="68">
                  <a:moveTo>
                    <a:pt x="0" y="23"/>
                  </a:moveTo>
                  <a:cubicBezTo>
                    <a:pt x="0" y="23"/>
                    <a:pt x="0" y="22"/>
                    <a:pt x="0" y="21"/>
                  </a:cubicBezTo>
                  <a:cubicBezTo>
                    <a:pt x="1" y="20"/>
                    <a:pt x="1" y="18"/>
                    <a:pt x="2" y="15"/>
                  </a:cubicBezTo>
                  <a:cubicBezTo>
                    <a:pt x="3" y="12"/>
                    <a:pt x="4" y="10"/>
                    <a:pt x="5" y="8"/>
                  </a:cubicBezTo>
                  <a:cubicBezTo>
                    <a:pt x="6" y="6"/>
                    <a:pt x="8" y="4"/>
                    <a:pt x="10" y="3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1" y="0"/>
                    <a:pt x="24" y="1"/>
                    <a:pt x="26" y="3"/>
                  </a:cubicBezTo>
                  <a:cubicBezTo>
                    <a:pt x="28" y="5"/>
                    <a:pt x="30" y="6"/>
                    <a:pt x="30" y="8"/>
                  </a:cubicBezTo>
                  <a:cubicBezTo>
                    <a:pt x="31" y="10"/>
                    <a:pt x="31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lnTo>
                    <a:pt x="33" y="10"/>
                  </a:lnTo>
                  <a:cubicBezTo>
                    <a:pt x="39" y="3"/>
                    <a:pt x="46" y="0"/>
                    <a:pt x="54" y="0"/>
                  </a:cubicBezTo>
                  <a:cubicBezTo>
                    <a:pt x="59" y="0"/>
                    <a:pt x="64" y="1"/>
                    <a:pt x="67" y="4"/>
                  </a:cubicBezTo>
                  <a:cubicBezTo>
                    <a:pt x="70" y="7"/>
                    <a:pt x="72" y="11"/>
                    <a:pt x="72" y="16"/>
                  </a:cubicBezTo>
                  <a:cubicBezTo>
                    <a:pt x="72" y="21"/>
                    <a:pt x="70" y="29"/>
                    <a:pt x="66" y="39"/>
                  </a:cubicBezTo>
                  <a:cubicBezTo>
                    <a:pt x="62" y="50"/>
                    <a:pt x="60" y="56"/>
                    <a:pt x="61" y="58"/>
                  </a:cubicBezTo>
                  <a:cubicBezTo>
                    <a:pt x="61" y="61"/>
                    <a:pt x="61" y="62"/>
                    <a:pt x="63" y="62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7" y="62"/>
                    <a:pt x="70" y="60"/>
                    <a:pt x="72" y="56"/>
                  </a:cubicBezTo>
                  <a:cubicBezTo>
                    <a:pt x="74" y="53"/>
                    <a:pt x="76" y="49"/>
                    <a:pt x="77" y="44"/>
                  </a:cubicBezTo>
                  <a:cubicBezTo>
                    <a:pt x="78" y="44"/>
                    <a:pt x="79" y="43"/>
                    <a:pt x="80" y="43"/>
                  </a:cubicBezTo>
                  <a:cubicBezTo>
                    <a:pt x="82" y="43"/>
                    <a:pt x="83" y="44"/>
                    <a:pt x="83" y="44"/>
                  </a:cubicBezTo>
                  <a:cubicBezTo>
                    <a:pt x="83" y="45"/>
                    <a:pt x="83" y="45"/>
                    <a:pt x="83" y="47"/>
                  </a:cubicBezTo>
                  <a:cubicBezTo>
                    <a:pt x="82" y="50"/>
                    <a:pt x="81" y="52"/>
                    <a:pt x="79" y="55"/>
                  </a:cubicBezTo>
                  <a:cubicBezTo>
                    <a:pt x="78" y="58"/>
                    <a:pt x="76" y="61"/>
                    <a:pt x="73" y="64"/>
                  </a:cubicBezTo>
                  <a:cubicBezTo>
                    <a:pt x="69" y="66"/>
                    <a:pt x="66" y="68"/>
                    <a:pt x="62" y="68"/>
                  </a:cubicBezTo>
                  <a:cubicBezTo>
                    <a:pt x="58" y="68"/>
                    <a:pt x="54" y="66"/>
                    <a:pt x="52" y="64"/>
                  </a:cubicBezTo>
                  <a:cubicBezTo>
                    <a:pt x="50" y="61"/>
                    <a:pt x="49" y="58"/>
                    <a:pt x="49" y="55"/>
                  </a:cubicBezTo>
                  <a:cubicBezTo>
                    <a:pt x="49" y="53"/>
                    <a:pt x="51" y="47"/>
                    <a:pt x="54" y="37"/>
                  </a:cubicBezTo>
                  <a:cubicBezTo>
                    <a:pt x="58" y="27"/>
                    <a:pt x="60" y="20"/>
                    <a:pt x="60" y="15"/>
                  </a:cubicBezTo>
                  <a:cubicBezTo>
                    <a:pt x="60" y="9"/>
                    <a:pt x="58" y="6"/>
                    <a:pt x="53" y="6"/>
                  </a:cubicBezTo>
                  <a:lnTo>
                    <a:pt x="53" y="6"/>
                  </a:lnTo>
                  <a:cubicBezTo>
                    <a:pt x="44" y="6"/>
                    <a:pt x="37" y="11"/>
                    <a:pt x="31" y="21"/>
                  </a:cubicBezTo>
                  <a:lnTo>
                    <a:pt x="30" y="23"/>
                  </a:lnTo>
                  <a:lnTo>
                    <a:pt x="25" y="43"/>
                  </a:lnTo>
                  <a:cubicBezTo>
                    <a:pt x="22" y="56"/>
                    <a:pt x="20" y="63"/>
                    <a:pt x="19" y="64"/>
                  </a:cubicBezTo>
                  <a:cubicBezTo>
                    <a:pt x="18" y="66"/>
                    <a:pt x="16" y="68"/>
                    <a:pt x="13" y="68"/>
                  </a:cubicBezTo>
                  <a:cubicBezTo>
                    <a:pt x="12" y="68"/>
                    <a:pt x="11" y="67"/>
                    <a:pt x="10" y="67"/>
                  </a:cubicBezTo>
                  <a:cubicBezTo>
                    <a:pt x="9" y="66"/>
                    <a:pt x="8" y="66"/>
                    <a:pt x="8" y="65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54"/>
                    <a:pt x="14" y="39"/>
                  </a:cubicBezTo>
                  <a:cubicBezTo>
                    <a:pt x="17" y="24"/>
                    <a:pt x="19" y="16"/>
                    <a:pt x="20" y="15"/>
                  </a:cubicBezTo>
                  <a:cubicBezTo>
                    <a:pt x="20" y="14"/>
                    <a:pt x="20" y="13"/>
                    <a:pt x="20" y="11"/>
                  </a:cubicBezTo>
                  <a:cubicBezTo>
                    <a:pt x="20" y="8"/>
                    <a:pt x="18" y="6"/>
                    <a:pt x="16" y="6"/>
                  </a:cubicBezTo>
                  <a:cubicBezTo>
                    <a:pt x="12" y="6"/>
                    <a:pt x="9" y="11"/>
                    <a:pt x="7" y="21"/>
                  </a:cubicBezTo>
                  <a:cubicBezTo>
                    <a:pt x="6" y="23"/>
                    <a:pt x="6" y="24"/>
                    <a:pt x="6" y="24"/>
                  </a:cubicBezTo>
                  <a:cubicBezTo>
                    <a:pt x="6" y="24"/>
                    <a:pt x="5" y="25"/>
                    <a:pt x="3" y="25"/>
                  </a:cubicBezTo>
                  <a:lnTo>
                    <a:pt x="1" y="25"/>
                  </a:lnTo>
                  <a:cubicBezTo>
                    <a:pt x="0" y="24"/>
                    <a:pt x="0" y="24"/>
                    <a:pt x="0" y="2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1" name="Freeform 14"/>
            <p:cNvSpPr>
              <a:spLocks/>
            </p:cNvSpPr>
            <p:nvPr/>
          </p:nvSpPr>
          <p:spPr bwMode="auto">
            <a:xfrm>
              <a:off x="1701" y="3295"/>
              <a:ext cx="119" cy="142"/>
            </a:xfrm>
            <a:custGeom>
              <a:avLst/>
              <a:gdLst>
                <a:gd name="T0" fmla="*/ 0 w 129"/>
                <a:gd name="T1" fmla="*/ 76 h 153"/>
                <a:gd name="T2" fmla="*/ 7 w 129"/>
                <a:gd name="T3" fmla="*/ 43 h 153"/>
                <a:gd name="T4" fmla="*/ 25 w 129"/>
                <a:gd name="T5" fmla="*/ 19 h 153"/>
                <a:gd name="T6" fmla="*/ 48 w 129"/>
                <a:gd name="T7" fmla="*/ 5 h 153"/>
                <a:gd name="T8" fmla="*/ 71 w 129"/>
                <a:gd name="T9" fmla="*/ 0 h 153"/>
                <a:gd name="T10" fmla="*/ 73 w 129"/>
                <a:gd name="T11" fmla="*/ 0 h 153"/>
                <a:gd name="T12" fmla="*/ 74 w 129"/>
                <a:gd name="T13" fmla="*/ 0 h 153"/>
                <a:gd name="T14" fmla="*/ 108 w 129"/>
                <a:gd name="T15" fmla="*/ 14 h 153"/>
                <a:gd name="T16" fmla="*/ 111 w 129"/>
                <a:gd name="T17" fmla="*/ 17 h 153"/>
                <a:gd name="T18" fmla="*/ 118 w 129"/>
                <a:gd name="T19" fmla="*/ 8 h 153"/>
                <a:gd name="T20" fmla="*/ 124 w 129"/>
                <a:gd name="T21" fmla="*/ 0 h 153"/>
                <a:gd name="T22" fmla="*/ 125 w 129"/>
                <a:gd name="T23" fmla="*/ 0 h 153"/>
                <a:gd name="T24" fmla="*/ 126 w 129"/>
                <a:gd name="T25" fmla="*/ 0 h 153"/>
                <a:gd name="T26" fmla="*/ 127 w 129"/>
                <a:gd name="T27" fmla="*/ 0 h 153"/>
                <a:gd name="T28" fmla="*/ 129 w 129"/>
                <a:gd name="T29" fmla="*/ 1 h 153"/>
                <a:gd name="T30" fmla="*/ 129 w 129"/>
                <a:gd name="T31" fmla="*/ 60 h 153"/>
                <a:gd name="T32" fmla="*/ 128 w 129"/>
                <a:gd name="T33" fmla="*/ 61 h 153"/>
                <a:gd name="T34" fmla="*/ 120 w 129"/>
                <a:gd name="T35" fmla="*/ 61 h 153"/>
                <a:gd name="T36" fmla="*/ 119 w 129"/>
                <a:gd name="T37" fmla="*/ 58 h 153"/>
                <a:gd name="T38" fmla="*/ 109 w 129"/>
                <a:gd name="T39" fmla="*/ 28 h 153"/>
                <a:gd name="T40" fmla="*/ 89 w 129"/>
                <a:gd name="T41" fmla="*/ 11 h 153"/>
                <a:gd name="T42" fmla="*/ 78 w 129"/>
                <a:gd name="T43" fmla="*/ 9 h 153"/>
                <a:gd name="T44" fmla="*/ 42 w 129"/>
                <a:gd name="T45" fmla="*/ 24 h 153"/>
                <a:gd name="T46" fmla="*/ 25 w 129"/>
                <a:gd name="T47" fmla="*/ 76 h 153"/>
                <a:gd name="T48" fmla="*/ 33 w 129"/>
                <a:gd name="T49" fmla="*/ 116 h 153"/>
                <a:gd name="T50" fmla="*/ 44 w 129"/>
                <a:gd name="T51" fmla="*/ 131 h 153"/>
                <a:gd name="T52" fmla="*/ 58 w 129"/>
                <a:gd name="T53" fmla="*/ 139 h 153"/>
                <a:gd name="T54" fmla="*/ 69 w 129"/>
                <a:gd name="T55" fmla="*/ 142 h 153"/>
                <a:gd name="T56" fmla="*/ 79 w 129"/>
                <a:gd name="T57" fmla="*/ 143 h 153"/>
                <a:gd name="T58" fmla="*/ 109 w 129"/>
                <a:gd name="T59" fmla="*/ 129 h 153"/>
                <a:gd name="T60" fmla="*/ 120 w 129"/>
                <a:gd name="T61" fmla="*/ 97 h 153"/>
                <a:gd name="T62" fmla="*/ 122 w 129"/>
                <a:gd name="T63" fmla="*/ 94 h 153"/>
                <a:gd name="T64" fmla="*/ 128 w 129"/>
                <a:gd name="T65" fmla="*/ 94 h 153"/>
                <a:gd name="T66" fmla="*/ 129 w 129"/>
                <a:gd name="T67" fmla="*/ 95 h 153"/>
                <a:gd name="T68" fmla="*/ 129 w 129"/>
                <a:gd name="T69" fmla="*/ 99 h 153"/>
                <a:gd name="T70" fmla="*/ 113 w 129"/>
                <a:gd name="T71" fmla="*/ 136 h 153"/>
                <a:gd name="T72" fmla="*/ 73 w 129"/>
                <a:gd name="T73" fmla="*/ 153 h 153"/>
                <a:gd name="T74" fmla="*/ 22 w 129"/>
                <a:gd name="T75" fmla="*/ 131 h 153"/>
                <a:gd name="T76" fmla="*/ 0 w 129"/>
                <a:gd name="T77" fmla="*/ 7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9" h="153">
                  <a:moveTo>
                    <a:pt x="0" y="76"/>
                  </a:moveTo>
                  <a:cubicBezTo>
                    <a:pt x="0" y="64"/>
                    <a:pt x="3" y="53"/>
                    <a:pt x="7" y="43"/>
                  </a:cubicBezTo>
                  <a:cubicBezTo>
                    <a:pt x="12" y="33"/>
                    <a:pt x="18" y="25"/>
                    <a:pt x="25" y="19"/>
                  </a:cubicBezTo>
                  <a:cubicBezTo>
                    <a:pt x="32" y="13"/>
                    <a:pt x="40" y="8"/>
                    <a:pt x="48" y="5"/>
                  </a:cubicBezTo>
                  <a:cubicBezTo>
                    <a:pt x="56" y="1"/>
                    <a:pt x="64" y="0"/>
                    <a:pt x="71" y="0"/>
                  </a:cubicBezTo>
                  <a:lnTo>
                    <a:pt x="73" y="0"/>
                  </a:lnTo>
                  <a:cubicBezTo>
                    <a:pt x="74" y="0"/>
                    <a:pt x="74" y="0"/>
                    <a:pt x="74" y="0"/>
                  </a:cubicBezTo>
                  <a:cubicBezTo>
                    <a:pt x="87" y="0"/>
                    <a:pt x="99" y="5"/>
                    <a:pt x="108" y="14"/>
                  </a:cubicBezTo>
                  <a:lnTo>
                    <a:pt x="111" y="17"/>
                  </a:lnTo>
                  <a:lnTo>
                    <a:pt x="118" y="8"/>
                  </a:lnTo>
                  <a:cubicBezTo>
                    <a:pt x="121" y="3"/>
                    <a:pt x="123" y="0"/>
                    <a:pt x="124" y="0"/>
                  </a:cubicBezTo>
                  <a:lnTo>
                    <a:pt x="125" y="0"/>
                  </a:lnTo>
                  <a:cubicBezTo>
                    <a:pt x="125" y="0"/>
                    <a:pt x="126" y="0"/>
                    <a:pt x="126" y="0"/>
                  </a:cubicBezTo>
                  <a:lnTo>
                    <a:pt x="127" y="0"/>
                  </a:lnTo>
                  <a:cubicBezTo>
                    <a:pt x="127" y="0"/>
                    <a:pt x="128" y="0"/>
                    <a:pt x="129" y="1"/>
                  </a:cubicBezTo>
                  <a:lnTo>
                    <a:pt x="129" y="60"/>
                  </a:lnTo>
                  <a:lnTo>
                    <a:pt x="128" y="61"/>
                  </a:lnTo>
                  <a:lnTo>
                    <a:pt x="120" y="61"/>
                  </a:lnTo>
                  <a:cubicBezTo>
                    <a:pt x="120" y="60"/>
                    <a:pt x="119" y="59"/>
                    <a:pt x="119" y="58"/>
                  </a:cubicBezTo>
                  <a:cubicBezTo>
                    <a:pt x="118" y="46"/>
                    <a:pt x="114" y="36"/>
                    <a:pt x="109" y="28"/>
                  </a:cubicBezTo>
                  <a:cubicBezTo>
                    <a:pt x="103" y="19"/>
                    <a:pt x="97" y="14"/>
                    <a:pt x="89" y="11"/>
                  </a:cubicBezTo>
                  <a:cubicBezTo>
                    <a:pt x="86" y="10"/>
                    <a:pt x="83" y="9"/>
                    <a:pt x="78" y="9"/>
                  </a:cubicBezTo>
                  <a:cubicBezTo>
                    <a:pt x="64" y="9"/>
                    <a:pt x="51" y="14"/>
                    <a:pt x="42" y="24"/>
                  </a:cubicBezTo>
                  <a:cubicBezTo>
                    <a:pt x="30" y="35"/>
                    <a:pt x="25" y="53"/>
                    <a:pt x="25" y="76"/>
                  </a:cubicBezTo>
                  <a:cubicBezTo>
                    <a:pt x="25" y="93"/>
                    <a:pt x="28" y="107"/>
                    <a:pt x="33" y="116"/>
                  </a:cubicBezTo>
                  <a:cubicBezTo>
                    <a:pt x="36" y="122"/>
                    <a:pt x="40" y="127"/>
                    <a:pt x="44" y="131"/>
                  </a:cubicBezTo>
                  <a:cubicBezTo>
                    <a:pt x="48" y="134"/>
                    <a:pt x="53" y="137"/>
                    <a:pt x="58" y="139"/>
                  </a:cubicBezTo>
                  <a:cubicBezTo>
                    <a:pt x="62" y="141"/>
                    <a:pt x="66" y="142"/>
                    <a:pt x="69" y="142"/>
                  </a:cubicBezTo>
                  <a:cubicBezTo>
                    <a:pt x="73" y="143"/>
                    <a:pt x="76" y="143"/>
                    <a:pt x="79" y="143"/>
                  </a:cubicBezTo>
                  <a:cubicBezTo>
                    <a:pt x="91" y="143"/>
                    <a:pt x="101" y="138"/>
                    <a:pt x="109" y="129"/>
                  </a:cubicBezTo>
                  <a:cubicBezTo>
                    <a:pt x="116" y="119"/>
                    <a:pt x="120" y="108"/>
                    <a:pt x="120" y="97"/>
                  </a:cubicBezTo>
                  <a:cubicBezTo>
                    <a:pt x="120" y="96"/>
                    <a:pt x="121" y="95"/>
                    <a:pt x="122" y="94"/>
                  </a:cubicBezTo>
                  <a:lnTo>
                    <a:pt x="128" y="94"/>
                  </a:lnTo>
                  <a:lnTo>
                    <a:pt x="129" y="95"/>
                  </a:lnTo>
                  <a:lnTo>
                    <a:pt x="129" y="99"/>
                  </a:lnTo>
                  <a:cubicBezTo>
                    <a:pt x="128" y="113"/>
                    <a:pt x="123" y="126"/>
                    <a:pt x="113" y="136"/>
                  </a:cubicBezTo>
                  <a:cubicBezTo>
                    <a:pt x="103" y="147"/>
                    <a:pt x="90" y="153"/>
                    <a:pt x="73" y="153"/>
                  </a:cubicBezTo>
                  <a:cubicBezTo>
                    <a:pt x="54" y="153"/>
                    <a:pt x="36" y="145"/>
                    <a:pt x="22" y="131"/>
                  </a:cubicBezTo>
                  <a:cubicBezTo>
                    <a:pt x="7" y="116"/>
                    <a:pt x="0" y="98"/>
                    <a:pt x="0" y="76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2" name="Freeform 15"/>
            <p:cNvSpPr>
              <a:spLocks/>
            </p:cNvSpPr>
            <p:nvPr/>
          </p:nvSpPr>
          <p:spPr bwMode="auto">
            <a:xfrm>
              <a:off x="1834" y="3401"/>
              <a:ext cx="56" cy="63"/>
            </a:xfrm>
            <a:custGeom>
              <a:avLst/>
              <a:gdLst>
                <a:gd name="T0" fmla="*/ 0 w 61"/>
                <a:gd name="T1" fmla="*/ 23 h 68"/>
                <a:gd name="T2" fmla="*/ 0 w 61"/>
                <a:gd name="T3" fmla="*/ 22 h 68"/>
                <a:gd name="T4" fmla="*/ 1 w 61"/>
                <a:gd name="T5" fmla="*/ 19 h 68"/>
                <a:gd name="T6" fmla="*/ 2 w 61"/>
                <a:gd name="T7" fmla="*/ 14 h 68"/>
                <a:gd name="T8" fmla="*/ 5 w 61"/>
                <a:gd name="T9" fmla="*/ 9 h 68"/>
                <a:gd name="T10" fmla="*/ 8 w 61"/>
                <a:gd name="T11" fmla="*/ 5 h 68"/>
                <a:gd name="T12" fmla="*/ 11 w 61"/>
                <a:gd name="T13" fmla="*/ 1 h 68"/>
                <a:gd name="T14" fmla="*/ 16 w 61"/>
                <a:gd name="T15" fmla="*/ 0 h 68"/>
                <a:gd name="T16" fmla="*/ 24 w 61"/>
                <a:gd name="T17" fmla="*/ 2 h 68"/>
                <a:gd name="T18" fmla="*/ 29 w 61"/>
                <a:gd name="T19" fmla="*/ 5 h 68"/>
                <a:gd name="T20" fmla="*/ 30 w 61"/>
                <a:gd name="T21" fmla="*/ 8 h 68"/>
                <a:gd name="T22" fmla="*/ 31 w 61"/>
                <a:gd name="T23" fmla="*/ 9 h 68"/>
                <a:gd name="T24" fmla="*/ 32 w 61"/>
                <a:gd name="T25" fmla="*/ 8 h 68"/>
                <a:gd name="T26" fmla="*/ 48 w 61"/>
                <a:gd name="T27" fmla="*/ 0 h 68"/>
                <a:gd name="T28" fmla="*/ 49 w 61"/>
                <a:gd name="T29" fmla="*/ 0 h 68"/>
                <a:gd name="T30" fmla="*/ 60 w 61"/>
                <a:gd name="T31" fmla="*/ 6 h 68"/>
                <a:gd name="T32" fmla="*/ 61 w 61"/>
                <a:gd name="T33" fmla="*/ 12 h 68"/>
                <a:gd name="T34" fmla="*/ 59 w 61"/>
                <a:gd name="T35" fmla="*/ 19 h 68"/>
                <a:gd name="T36" fmla="*/ 55 w 61"/>
                <a:gd name="T37" fmla="*/ 23 h 68"/>
                <a:gd name="T38" fmla="*/ 51 w 61"/>
                <a:gd name="T39" fmla="*/ 23 h 68"/>
                <a:gd name="T40" fmla="*/ 46 w 61"/>
                <a:gd name="T41" fmla="*/ 21 h 68"/>
                <a:gd name="T42" fmla="*/ 45 w 61"/>
                <a:gd name="T43" fmla="*/ 17 h 68"/>
                <a:gd name="T44" fmla="*/ 53 w 61"/>
                <a:gd name="T45" fmla="*/ 8 h 68"/>
                <a:gd name="T46" fmla="*/ 48 w 61"/>
                <a:gd name="T47" fmla="*/ 6 h 68"/>
                <a:gd name="T48" fmla="*/ 32 w 61"/>
                <a:gd name="T49" fmla="*/ 17 h 68"/>
                <a:gd name="T50" fmla="*/ 30 w 61"/>
                <a:gd name="T51" fmla="*/ 22 h 68"/>
                <a:gd name="T52" fmla="*/ 25 w 61"/>
                <a:gd name="T53" fmla="*/ 41 h 68"/>
                <a:gd name="T54" fmla="*/ 19 w 61"/>
                <a:gd name="T55" fmla="*/ 64 h 68"/>
                <a:gd name="T56" fmla="*/ 13 w 61"/>
                <a:gd name="T57" fmla="*/ 68 h 68"/>
                <a:gd name="T58" fmla="*/ 10 w 61"/>
                <a:gd name="T59" fmla="*/ 67 h 68"/>
                <a:gd name="T60" fmla="*/ 8 w 61"/>
                <a:gd name="T61" fmla="*/ 65 h 68"/>
                <a:gd name="T62" fmla="*/ 8 w 61"/>
                <a:gd name="T63" fmla="*/ 64 h 68"/>
                <a:gd name="T64" fmla="*/ 14 w 61"/>
                <a:gd name="T65" fmla="*/ 38 h 68"/>
                <a:gd name="T66" fmla="*/ 20 w 61"/>
                <a:gd name="T67" fmla="*/ 11 h 68"/>
                <a:gd name="T68" fmla="*/ 16 w 61"/>
                <a:gd name="T69" fmla="*/ 6 h 68"/>
                <a:gd name="T70" fmla="*/ 10 w 61"/>
                <a:gd name="T71" fmla="*/ 10 h 68"/>
                <a:gd name="T72" fmla="*/ 7 w 61"/>
                <a:gd name="T73" fmla="*/ 19 h 68"/>
                <a:gd name="T74" fmla="*/ 5 w 61"/>
                <a:gd name="T75" fmla="*/ 24 h 68"/>
                <a:gd name="T76" fmla="*/ 3 w 61"/>
                <a:gd name="T77" fmla="*/ 25 h 68"/>
                <a:gd name="T78" fmla="*/ 1 w 61"/>
                <a:gd name="T79" fmla="*/ 25 h 68"/>
                <a:gd name="T80" fmla="*/ 0 w 61"/>
                <a:gd name="T81" fmla="*/ 2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1" h="68">
                  <a:moveTo>
                    <a:pt x="0" y="23"/>
                  </a:moveTo>
                  <a:cubicBezTo>
                    <a:pt x="0" y="23"/>
                    <a:pt x="0" y="23"/>
                    <a:pt x="0" y="22"/>
                  </a:cubicBezTo>
                  <a:cubicBezTo>
                    <a:pt x="0" y="22"/>
                    <a:pt x="0" y="20"/>
                    <a:pt x="1" y="19"/>
                  </a:cubicBezTo>
                  <a:cubicBezTo>
                    <a:pt x="1" y="17"/>
                    <a:pt x="2" y="16"/>
                    <a:pt x="2" y="14"/>
                  </a:cubicBezTo>
                  <a:cubicBezTo>
                    <a:pt x="3" y="13"/>
                    <a:pt x="4" y="11"/>
                    <a:pt x="5" y="9"/>
                  </a:cubicBezTo>
                  <a:cubicBezTo>
                    <a:pt x="5" y="7"/>
                    <a:pt x="6" y="6"/>
                    <a:pt x="8" y="5"/>
                  </a:cubicBezTo>
                  <a:cubicBezTo>
                    <a:pt x="9" y="4"/>
                    <a:pt x="10" y="3"/>
                    <a:pt x="11" y="1"/>
                  </a:cubicBezTo>
                  <a:cubicBezTo>
                    <a:pt x="13" y="0"/>
                    <a:pt x="15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8" y="4"/>
                    <a:pt x="29" y="5"/>
                  </a:cubicBezTo>
                  <a:cubicBezTo>
                    <a:pt x="29" y="6"/>
                    <a:pt x="30" y="7"/>
                    <a:pt x="30" y="8"/>
                  </a:cubicBezTo>
                  <a:cubicBezTo>
                    <a:pt x="30" y="9"/>
                    <a:pt x="31" y="9"/>
                    <a:pt x="31" y="9"/>
                  </a:cubicBezTo>
                  <a:cubicBezTo>
                    <a:pt x="31" y="9"/>
                    <a:pt x="31" y="9"/>
                    <a:pt x="32" y="8"/>
                  </a:cubicBezTo>
                  <a:cubicBezTo>
                    <a:pt x="37" y="3"/>
                    <a:pt x="42" y="0"/>
                    <a:pt x="48" y="0"/>
                  </a:cubicBezTo>
                  <a:lnTo>
                    <a:pt x="49" y="0"/>
                  </a:lnTo>
                  <a:cubicBezTo>
                    <a:pt x="54" y="0"/>
                    <a:pt x="57" y="2"/>
                    <a:pt x="60" y="6"/>
                  </a:cubicBezTo>
                  <a:cubicBezTo>
                    <a:pt x="60" y="8"/>
                    <a:pt x="61" y="10"/>
                    <a:pt x="61" y="12"/>
                  </a:cubicBezTo>
                  <a:cubicBezTo>
                    <a:pt x="61" y="15"/>
                    <a:pt x="60" y="17"/>
                    <a:pt x="59" y="19"/>
                  </a:cubicBezTo>
                  <a:cubicBezTo>
                    <a:pt x="58" y="21"/>
                    <a:pt x="56" y="22"/>
                    <a:pt x="55" y="23"/>
                  </a:cubicBezTo>
                  <a:cubicBezTo>
                    <a:pt x="54" y="23"/>
                    <a:pt x="52" y="23"/>
                    <a:pt x="51" y="23"/>
                  </a:cubicBezTo>
                  <a:cubicBezTo>
                    <a:pt x="49" y="23"/>
                    <a:pt x="48" y="23"/>
                    <a:pt x="46" y="21"/>
                  </a:cubicBezTo>
                  <a:cubicBezTo>
                    <a:pt x="45" y="20"/>
                    <a:pt x="45" y="19"/>
                    <a:pt x="45" y="17"/>
                  </a:cubicBezTo>
                  <a:cubicBezTo>
                    <a:pt x="45" y="12"/>
                    <a:pt x="47" y="9"/>
                    <a:pt x="53" y="8"/>
                  </a:cubicBezTo>
                  <a:cubicBezTo>
                    <a:pt x="51" y="6"/>
                    <a:pt x="49" y="6"/>
                    <a:pt x="48" y="6"/>
                  </a:cubicBezTo>
                  <a:cubicBezTo>
                    <a:pt x="42" y="6"/>
                    <a:pt x="37" y="9"/>
                    <a:pt x="32" y="17"/>
                  </a:cubicBezTo>
                  <a:cubicBezTo>
                    <a:pt x="31" y="18"/>
                    <a:pt x="31" y="20"/>
                    <a:pt x="30" y="22"/>
                  </a:cubicBezTo>
                  <a:cubicBezTo>
                    <a:pt x="30" y="23"/>
                    <a:pt x="28" y="30"/>
                    <a:pt x="25" y="41"/>
                  </a:cubicBezTo>
                  <a:cubicBezTo>
                    <a:pt x="22" y="55"/>
                    <a:pt x="20" y="63"/>
                    <a:pt x="19" y="64"/>
                  </a:cubicBezTo>
                  <a:cubicBezTo>
                    <a:pt x="18" y="66"/>
                    <a:pt x="16" y="68"/>
                    <a:pt x="13" y="68"/>
                  </a:cubicBezTo>
                  <a:cubicBezTo>
                    <a:pt x="11" y="68"/>
                    <a:pt x="10" y="67"/>
                    <a:pt x="10" y="67"/>
                  </a:cubicBezTo>
                  <a:cubicBezTo>
                    <a:pt x="9" y="66"/>
                    <a:pt x="8" y="66"/>
                    <a:pt x="8" y="65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54"/>
                    <a:pt x="14" y="38"/>
                  </a:cubicBezTo>
                  <a:cubicBezTo>
                    <a:pt x="18" y="22"/>
                    <a:pt x="20" y="13"/>
                    <a:pt x="20" y="11"/>
                  </a:cubicBezTo>
                  <a:cubicBezTo>
                    <a:pt x="20" y="8"/>
                    <a:pt x="18" y="6"/>
                    <a:pt x="16" y="6"/>
                  </a:cubicBezTo>
                  <a:cubicBezTo>
                    <a:pt x="14" y="6"/>
                    <a:pt x="12" y="7"/>
                    <a:pt x="10" y="10"/>
                  </a:cubicBezTo>
                  <a:cubicBezTo>
                    <a:pt x="9" y="13"/>
                    <a:pt x="8" y="16"/>
                    <a:pt x="7" y="19"/>
                  </a:cubicBezTo>
                  <a:cubicBezTo>
                    <a:pt x="6" y="22"/>
                    <a:pt x="5" y="24"/>
                    <a:pt x="5" y="24"/>
                  </a:cubicBezTo>
                  <a:cubicBezTo>
                    <a:pt x="5" y="25"/>
                    <a:pt x="4" y="25"/>
                    <a:pt x="3" y="25"/>
                  </a:cubicBezTo>
                  <a:lnTo>
                    <a:pt x="1" y="25"/>
                  </a:lnTo>
                  <a:cubicBezTo>
                    <a:pt x="0" y="24"/>
                    <a:pt x="0" y="24"/>
                    <a:pt x="0" y="2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auto">
            <a:xfrm>
              <a:off x="1668" y="3615"/>
              <a:ext cx="109" cy="89"/>
            </a:xfrm>
            <a:custGeom>
              <a:avLst/>
              <a:gdLst>
                <a:gd name="T0" fmla="*/ 0 w 118"/>
                <a:gd name="T1" fmla="*/ 33 h 96"/>
                <a:gd name="T2" fmla="*/ 1 w 118"/>
                <a:gd name="T3" fmla="*/ 30 h 96"/>
                <a:gd name="T4" fmla="*/ 3 w 118"/>
                <a:gd name="T5" fmla="*/ 22 h 96"/>
                <a:gd name="T6" fmla="*/ 8 w 118"/>
                <a:gd name="T7" fmla="*/ 12 h 96"/>
                <a:gd name="T8" fmla="*/ 15 w 118"/>
                <a:gd name="T9" fmla="*/ 4 h 96"/>
                <a:gd name="T10" fmla="*/ 24 w 118"/>
                <a:gd name="T11" fmla="*/ 1 h 96"/>
                <a:gd name="T12" fmla="*/ 37 w 118"/>
                <a:gd name="T13" fmla="*/ 4 h 96"/>
                <a:gd name="T14" fmla="*/ 43 w 118"/>
                <a:gd name="T15" fmla="*/ 12 h 96"/>
                <a:gd name="T16" fmla="*/ 44 w 118"/>
                <a:gd name="T17" fmla="*/ 16 h 96"/>
                <a:gd name="T18" fmla="*/ 45 w 118"/>
                <a:gd name="T19" fmla="*/ 16 h 96"/>
                <a:gd name="T20" fmla="*/ 47 w 118"/>
                <a:gd name="T21" fmla="*/ 14 h 96"/>
                <a:gd name="T22" fmla="*/ 76 w 118"/>
                <a:gd name="T23" fmla="*/ 1 h 96"/>
                <a:gd name="T24" fmla="*/ 95 w 118"/>
                <a:gd name="T25" fmla="*/ 6 h 96"/>
                <a:gd name="T26" fmla="*/ 102 w 118"/>
                <a:gd name="T27" fmla="*/ 23 h 96"/>
                <a:gd name="T28" fmla="*/ 94 w 118"/>
                <a:gd name="T29" fmla="*/ 56 h 96"/>
                <a:gd name="T30" fmla="*/ 86 w 118"/>
                <a:gd name="T31" fmla="*/ 83 h 96"/>
                <a:gd name="T32" fmla="*/ 89 w 118"/>
                <a:gd name="T33" fmla="*/ 88 h 96"/>
                <a:gd name="T34" fmla="*/ 91 w 118"/>
                <a:gd name="T35" fmla="*/ 88 h 96"/>
                <a:gd name="T36" fmla="*/ 102 w 118"/>
                <a:gd name="T37" fmla="*/ 80 h 96"/>
                <a:gd name="T38" fmla="*/ 110 w 118"/>
                <a:gd name="T39" fmla="*/ 63 h 96"/>
                <a:gd name="T40" fmla="*/ 114 w 118"/>
                <a:gd name="T41" fmla="*/ 62 h 96"/>
                <a:gd name="T42" fmla="*/ 118 w 118"/>
                <a:gd name="T43" fmla="*/ 63 h 96"/>
                <a:gd name="T44" fmla="*/ 117 w 118"/>
                <a:gd name="T45" fmla="*/ 66 h 96"/>
                <a:gd name="T46" fmla="*/ 113 w 118"/>
                <a:gd name="T47" fmla="*/ 78 h 96"/>
                <a:gd name="T48" fmla="*/ 103 w 118"/>
                <a:gd name="T49" fmla="*/ 90 h 96"/>
                <a:gd name="T50" fmla="*/ 88 w 118"/>
                <a:gd name="T51" fmla="*/ 96 h 96"/>
                <a:gd name="T52" fmla="*/ 74 w 118"/>
                <a:gd name="T53" fmla="*/ 90 h 96"/>
                <a:gd name="T54" fmla="*/ 70 w 118"/>
                <a:gd name="T55" fmla="*/ 78 h 96"/>
                <a:gd name="T56" fmla="*/ 77 w 118"/>
                <a:gd name="T57" fmla="*/ 53 h 96"/>
                <a:gd name="T58" fmla="*/ 85 w 118"/>
                <a:gd name="T59" fmla="*/ 21 h 96"/>
                <a:gd name="T60" fmla="*/ 76 w 118"/>
                <a:gd name="T61" fmla="*/ 9 h 96"/>
                <a:gd name="T62" fmla="*/ 75 w 118"/>
                <a:gd name="T63" fmla="*/ 9 h 96"/>
                <a:gd name="T64" fmla="*/ 44 w 118"/>
                <a:gd name="T65" fmla="*/ 30 h 96"/>
                <a:gd name="T66" fmla="*/ 43 w 118"/>
                <a:gd name="T67" fmla="*/ 32 h 96"/>
                <a:gd name="T68" fmla="*/ 36 w 118"/>
                <a:gd name="T69" fmla="*/ 61 h 96"/>
                <a:gd name="T70" fmla="*/ 28 w 118"/>
                <a:gd name="T71" fmla="*/ 90 h 96"/>
                <a:gd name="T72" fmla="*/ 19 w 118"/>
                <a:gd name="T73" fmla="*/ 96 h 96"/>
                <a:gd name="T74" fmla="*/ 14 w 118"/>
                <a:gd name="T75" fmla="*/ 95 h 96"/>
                <a:gd name="T76" fmla="*/ 12 w 118"/>
                <a:gd name="T77" fmla="*/ 92 h 96"/>
                <a:gd name="T78" fmla="*/ 11 w 118"/>
                <a:gd name="T79" fmla="*/ 90 h 96"/>
                <a:gd name="T80" fmla="*/ 19 w 118"/>
                <a:gd name="T81" fmla="*/ 56 h 96"/>
                <a:gd name="T82" fmla="*/ 28 w 118"/>
                <a:gd name="T83" fmla="*/ 21 h 96"/>
                <a:gd name="T84" fmla="*/ 28 w 118"/>
                <a:gd name="T85" fmla="*/ 17 h 96"/>
                <a:gd name="T86" fmla="*/ 23 w 118"/>
                <a:gd name="T87" fmla="*/ 8 h 96"/>
                <a:gd name="T88" fmla="*/ 10 w 118"/>
                <a:gd name="T89" fmla="*/ 30 h 96"/>
                <a:gd name="T90" fmla="*/ 8 w 118"/>
                <a:gd name="T91" fmla="*/ 34 h 96"/>
                <a:gd name="T92" fmla="*/ 4 w 118"/>
                <a:gd name="T93" fmla="*/ 35 h 96"/>
                <a:gd name="T94" fmla="*/ 1 w 118"/>
                <a:gd name="T95" fmla="*/ 35 h 96"/>
                <a:gd name="T96" fmla="*/ 0 w 118"/>
                <a:gd name="T97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6">
                  <a:moveTo>
                    <a:pt x="0" y="33"/>
                  </a:move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2" y="26"/>
                    <a:pt x="3" y="22"/>
                  </a:cubicBezTo>
                  <a:cubicBezTo>
                    <a:pt x="5" y="18"/>
                    <a:pt x="6" y="15"/>
                    <a:pt x="8" y="12"/>
                  </a:cubicBezTo>
                  <a:cubicBezTo>
                    <a:pt x="9" y="9"/>
                    <a:pt x="11" y="7"/>
                    <a:pt x="15" y="4"/>
                  </a:cubicBezTo>
                  <a:cubicBezTo>
                    <a:pt x="18" y="2"/>
                    <a:pt x="21" y="0"/>
                    <a:pt x="24" y="1"/>
                  </a:cubicBezTo>
                  <a:cubicBezTo>
                    <a:pt x="29" y="1"/>
                    <a:pt x="34" y="2"/>
                    <a:pt x="37" y="4"/>
                  </a:cubicBezTo>
                  <a:cubicBezTo>
                    <a:pt x="40" y="7"/>
                    <a:pt x="42" y="9"/>
                    <a:pt x="43" y="12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4" y="16"/>
                    <a:pt x="45" y="16"/>
                    <a:pt x="45" y="16"/>
                  </a:cubicBezTo>
                  <a:lnTo>
                    <a:pt x="47" y="14"/>
                  </a:lnTo>
                  <a:cubicBezTo>
                    <a:pt x="56" y="5"/>
                    <a:pt x="65" y="1"/>
                    <a:pt x="76" y="1"/>
                  </a:cubicBezTo>
                  <a:cubicBezTo>
                    <a:pt x="84" y="1"/>
                    <a:pt x="90" y="3"/>
                    <a:pt x="95" y="6"/>
                  </a:cubicBezTo>
                  <a:cubicBezTo>
                    <a:pt x="99" y="10"/>
                    <a:pt x="102" y="16"/>
                    <a:pt x="102" y="23"/>
                  </a:cubicBezTo>
                  <a:cubicBezTo>
                    <a:pt x="102" y="30"/>
                    <a:pt x="99" y="41"/>
                    <a:pt x="94" y="56"/>
                  </a:cubicBezTo>
                  <a:cubicBezTo>
                    <a:pt x="88" y="71"/>
                    <a:pt x="86" y="80"/>
                    <a:pt x="86" y="83"/>
                  </a:cubicBezTo>
                  <a:cubicBezTo>
                    <a:pt x="86" y="87"/>
                    <a:pt x="87" y="88"/>
                    <a:pt x="89" y="88"/>
                  </a:cubicBezTo>
                  <a:cubicBezTo>
                    <a:pt x="90" y="88"/>
                    <a:pt x="91" y="88"/>
                    <a:pt x="91" y="88"/>
                  </a:cubicBezTo>
                  <a:cubicBezTo>
                    <a:pt x="95" y="87"/>
                    <a:pt x="99" y="85"/>
                    <a:pt x="102" y="80"/>
                  </a:cubicBezTo>
                  <a:cubicBezTo>
                    <a:pt x="106" y="76"/>
                    <a:pt x="108" y="70"/>
                    <a:pt x="110" y="63"/>
                  </a:cubicBezTo>
                  <a:cubicBezTo>
                    <a:pt x="110" y="62"/>
                    <a:pt x="111" y="62"/>
                    <a:pt x="114" y="62"/>
                  </a:cubicBezTo>
                  <a:cubicBezTo>
                    <a:pt x="117" y="62"/>
                    <a:pt x="118" y="62"/>
                    <a:pt x="118" y="63"/>
                  </a:cubicBezTo>
                  <a:cubicBezTo>
                    <a:pt x="118" y="63"/>
                    <a:pt x="118" y="64"/>
                    <a:pt x="117" y="66"/>
                  </a:cubicBezTo>
                  <a:cubicBezTo>
                    <a:pt x="116" y="71"/>
                    <a:pt x="115" y="75"/>
                    <a:pt x="113" y="78"/>
                  </a:cubicBezTo>
                  <a:cubicBezTo>
                    <a:pt x="111" y="82"/>
                    <a:pt x="107" y="86"/>
                    <a:pt x="103" y="90"/>
                  </a:cubicBezTo>
                  <a:cubicBezTo>
                    <a:pt x="98" y="94"/>
                    <a:pt x="94" y="96"/>
                    <a:pt x="88" y="96"/>
                  </a:cubicBezTo>
                  <a:cubicBezTo>
                    <a:pt x="82" y="96"/>
                    <a:pt x="77" y="94"/>
                    <a:pt x="74" y="90"/>
                  </a:cubicBezTo>
                  <a:cubicBezTo>
                    <a:pt x="71" y="86"/>
                    <a:pt x="70" y="83"/>
                    <a:pt x="70" y="78"/>
                  </a:cubicBezTo>
                  <a:cubicBezTo>
                    <a:pt x="70" y="76"/>
                    <a:pt x="72" y="67"/>
                    <a:pt x="77" y="53"/>
                  </a:cubicBezTo>
                  <a:cubicBezTo>
                    <a:pt x="82" y="39"/>
                    <a:pt x="85" y="28"/>
                    <a:pt x="85" y="21"/>
                  </a:cubicBezTo>
                  <a:cubicBezTo>
                    <a:pt x="85" y="13"/>
                    <a:pt x="82" y="9"/>
                    <a:pt x="76" y="9"/>
                  </a:cubicBezTo>
                  <a:lnTo>
                    <a:pt x="75" y="9"/>
                  </a:lnTo>
                  <a:cubicBezTo>
                    <a:pt x="63" y="9"/>
                    <a:pt x="52" y="16"/>
                    <a:pt x="44" y="30"/>
                  </a:cubicBezTo>
                  <a:lnTo>
                    <a:pt x="43" y="32"/>
                  </a:lnTo>
                  <a:lnTo>
                    <a:pt x="36" y="61"/>
                  </a:lnTo>
                  <a:cubicBezTo>
                    <a:pt x="31" y="79"/>
                    <a:pt x="28" y="89"/>
                    <a:pt x="28" y="90"/>
                  </a:cubicBezTo>
                  <a:cubicBezTo>
                    <a:pt x="26" y="94"/>
                    <a:pt x="23" y="96"/>
                    <a:pt x="19" y="96"/>
                  </a:cubicBezTo>
                  <a:cubicBezTo>
                    <a:pt x="17" y="96"/>
                    <a:pt x="15" y="96"/>
                    <a:pt x="14" y="95"/>
                  </a:cubicBezTo>
                  <a:cubicBezTo>
                    <a:pt x="13" y="94"/>
                    <a:pt x="12" y="93"/>
                    <a:pt x="12" y="92"/>
                  </a:cubicBezTo>
                  <a:cubicBezTo>
                    <a:pt x="11" y="92"/>
                    <a:pt x="11" y="91"/>
                    <a:pt x="11" y="90"/>
                  </a:cubicBezTo>
                  <a:cubicBezTo>
                    <a:pt x="11" y="88"/>
                    <a:pt x="14" y="77"/>
                    <a:pt x="19" y="56"/>
                  </a:cubicBezTo>
                  <a:cubicBezTo>
                    <a:pt x="25" y="35"/>
                    <a:pt x="28" y="23"/>
                    <a:pt x="28" y="21"/>
                  </a:cubicBezTo>
                  <a:cubicBezTo>
                    <a:pt x="28" y="21"/>
                    <a:pt x="28" y="19"/>
                    <a:pt x="28" y="17"/>
                  </a:cubicBezTo>
                  <a:cubicBezTo>
                    <a:pt x="28" y="11"/>
                    <a:pt x="26" y="8"/>
                    <a:pt x="23" y="8"/>
                  </a:cubicBezTo>
                  <a:cubicBezTo>
                    <a:pt x="18" y="8"/>
                    <a:pt x="13" y="15"/>
                    <a:pt x="10" y="30"/>
                  </a:cubicBezTo>
                  <a:cubicBezTo>
                    <a:pt x="9" y="32"/>
                    <a:pt x="8" y="34"/>
                    <a:pt x="8" y="34"/>
                  </a:cubicBezTo>
                  <a:cubicBezTo>
                    <a:pt x="8" y="35"/>
                    <a:pt x="7" y="35"/>
                    <a:pt x="4" y="35"/>
                  </a:cubicBezTo>
                  <a:lnTo>
                    <a:pt x="1" y="35"/>
                  </a:lnTo>
                  <a:cubicBezTo>
                    <a:pt x="1" y="34"/>
                    <a:pt x="0" y="34"/>
                    <a:pt x="0" y="33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4" name="Freeform 17"/>
            <p:cNvSpPr>
              <a:spLocks noEditPoints="1"/>
            </p:cNvSpPr>
            <p:nvPr/>
          </p:nvSpPr>
          <p:spPr bwMode="auto">
            <a:xfrm>
              <a:off x="1797" y="3563"/>
              <a:ext cx="23" cy="139"/>
            </a:xfrm>
            <a:custGeom>
              <a:avLst/>
              <a:gdLst>
                <a:gd name="T0" fmla="*/ 0 w 25"/>
                <a:gd name="T1" fmla="*/ 11 h 151"/>
                <a:gd name="T2" fmla="*/ 4 w 25"/>
                <a:gd name="T3" fmla="*/ 3 h 151"/>
                <a:gd name="T4" fmla="*/ 12 w 25"/>
                <a:gd name="T5" fmla="*/ 0 h 151"/>
                <a:gd name="T6" fmla="*/ 21 w 25"/>
                <a:gd name="T7" fmla="*/ 3 h 151"/>
                <a:gd name="T8" fmla="*/ 25 w 25"/>
                <a:gd name="T9" fmla="*/ 11 h 151"/>
                <a:gd name="T10" fmla="*/ 21 w 25"/>
                <a:gd name="T11" fmla="*/ 60 h 151"/>
                <a:gd name="T12" fmla="*/ 17 w 25"/>
                <a:gd name="T13" fmla="*/ 107 h 151"/>
                <a:gd name="T14" fmla="*/ 13 w 25"/>
                <a:gd name="T15" fmla="*/ 109 h 151"/>
                <a:gd name="T16" fmla="*/ 8 w 25"/>
                <a:gd name="T17" fmla="*/ 107 h 151"/>
                <a:gd name="T18" fmla="*/ 4 w 25"/>
                <a:gd name="T19" fmla="*/ 60 h 151"/>
                <a:gd name="T20" fmla="*/ 0 w 25"/>
                <a:gd name="T21" fmla="*/ 11 h 151"/>
                <a:gd name="T22" fmla="*/ 0 w 25"/>
                <a:gd name="T23" fmla="*/ 138 h 151"/>
                <a:gd name="T24" fmla="*/ 4 w 25"/>
                <a:gd name="T25" fmla="*/ 129 h 151"/>
                <a:gd name="T26" fmla="*/ 13 w 25"/>
                <a:gd name="T27" fmla="*/ 125 h 151"/>
                <a:gd name="T28" fmla="*/ 22 w 25"/>
                <a:gd name="T29" fmla="*/ 129 h 151"/>
                <a:gd name="T30" fmla="*/ 25 w 25"/>
                <a:gd name="T31" fmla="*/ 138 h 151"/>
                <a:gd name="T32" fmla="*/ 22 w 25"/>
                <a:gd name="T33" fmla="*/ 147 h 151"/>
                <a:gd name="T34" fmla="*/ 13 w 25"/>
                <a:gd name="T35" fmla="*/ 151 h 151"/>
                <a:gd name="T36" fmla="*/ 4 w 25"/>
                <a:gd name="T37" fmla="*/ 147 h 151"/>
                <a:gd name="T38" fmla="*/ 0 w 25"/>
                <a:gd name="T39" fmla="*/ 138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51">
                  <a:moveTo>
                    <a:pt x="0" y="11"/>
                  </a:moveTo>
                  <a:cubicBezTo>
                    <a:pt x="0" y="8"/>
                    <a:pt x="1" y="6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4" y="5"/>
                    <a:pt x="25" y="8"/>
                    <a:pt x="25" y="11"/>
                  </a:cubicBezTo>
                  <a:cubicBezTo>
                    <a:pt x="25" y="12"/>
                    <a:pt x="24" y="29"/>
                    <a:pt x="21" y="60"/>
                  </a:cubicBezTo>
                  <a:cubicBezTo>
                    <a:pt x="18" y="91"/>
                    <a:pt x="17" y="107"/>
                    <a:pt x="17" y="107"/>
                  </a:cubicBezTo>
                  <a:cubicBezTo>
                    <a:pt x="16" y="109"/>
                    <a:pt x="15" y="109"/>
                    <a:pt x="13" y="109"/>
                  </a:cubicBezTo>
                  <a:cubicBezTo>
                    <a:pt x="10" y="109"/>
                    <a:pt x="9" y="109"/>
                    <a:pt x="8" y="107"/>
                  </a:cubicBezTo>
                  <a:cubicBezTo>
                    <a:pt x="8" y="107"/>
                    <a:pt x="7" y="91"/>
                    <a:pt x="4" y="60"/>
                  </a:cubicBezTo>
                  <a:cubicBezTo>
                    <a:pt x="1" y="29"/>
                    <a:pt x="0" y="13"/>
                    <a:pt x="0" y="11"/>
                  </a:cubicBezTo>
                  <a:close/>
                  <a:moveTo>
                    <a:pt x="0" y="138"/>
                  </a:moveTo>
                  <a:cubicBezTo>
                    <a:pt x="0" y="134"/>
                    <a:pt x="1" y="131"/>
                    <a:pt x="4" y="129"/>
                  </a:cubicBezTo>
                  <a:cubicBezTo>
                    <a:pt x="6" y="126"/>
                    <a:pt x="9" y="125"/>
                    <a:pt x="13" y="125"/>
                  </a:cubicBezTo>
                  <a:cubicBezTo>
                    <a:pt x="16" y="126"/>
                    <a:pt x="19" y="127"/>
                    <a:pt x="22" y="129"/>
                  </a:cubicBezTo>
                  <a:cubicBezTo>
                    <a:pt x="24" y="131"/>
                    <a:pt x="25" y="134"/>
                    <a:pt x="25" y="138"/>
                  </a:cubicBezTo>
                  <a:cubicBezTo>
                    <a:pt x="25" y="142"/>
                    <a:pt x="24" y="145"/>
                    <a:pt x="22" y="147"/>
                  </a:cubicBezTo>
                  <a:cubicBezTo>
                    <a:pt x="19" y="150"/>
                    <a:pt x="16" y="151"/>
                    <a:pt x="13" y="151"/>
                  </a:cubicBezTo>
                  <a:cubicBezTo>
                    <a:pt x="9" y="151"/>
                    <a:pt x="6" y="150"/>
                    <a:pt x="4" y="147"/>
                  </a:cubicBezTo>
                  <a:cubicBezTo>
                    <a:pt x="1" y="145"/>
                    <a:pt x="0" y="142"/>
                    <a:pt x="0" y="138"/>
                  </a:cubicBezTo>
                  <a:close/>
                </a:path>
              </a:pathLst>
            </a:custGeom>
            <a:grpFill/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55" name="グループ化 54"/>
          <p:cNvGrpSpPr/>
          <p:nvPr/>
        </p:nvGrpSpPr>
        <p:grpSpPr>
          <a:xfrm>
            <a:off x="2445624" y="5259154"/>
            <a:ext cx="1585231" cy="584775"/>
            <a:chOff x="538687" y="4785578"/>
            <a:chExt cx="1585231" cy="584775"/>
          </a:xfrm>
        </p:grpSpPr>
        <p:sp>
          <p:nvSpPr>
            <p:cNvPr id="53" name="テキスト ボックス 52"/>
            <p:cNvSpPr txBox="1"/>
            <p:nvPr/>
          </p:nvSpPr>
          <p:spPr>
            <a:xfrm>
              <a:off x="538687" y="4785578"/>
              <a:ext cx="1208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ja-JP" sz="3200" dirty="0"/>
                <a:t>(</a:t>
              </a:r>
              <a:r>
                <a:rPr lang="en-US" altLang="ja-JP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ja-JP" sz="3200" dirty="0"/>
                <a:t>, </a:t>
              </a:r>
              <a:r>
                <a:rPr lang="en-US" altLang="ja-JP" sz="32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ja-JP" sz="3200" dirty="0" smtClean="0"/>
                <a:t>)</a:t>
              </a:r>
              <a:endParaRPr lang="en-US" altLang="ja-JP" sz="3200" dirty="0"/>
            </a:p>
          </p:txBody>
        </p:sp>
        <p:sp>
          <p:nvSpPr>
            <p:cNvPr id="54" name="Freeform 11"/>
            <p:cNvSpPr>
              <a:spLocks noEditPoints="1"/>
            </p:cNvSpPr>
            <p:nvPr/>
          </p:nvSpPr>
          <p:spPr bwMode="auto">
            <a:xfrm>
              <a:off x="1820351" y="5024257"/>
              <a:ext cx="303567" cy="107416"/>
            </a:xfrm>
            <a:custGeom>
              <a:avLst/>
              <a:gdLst>
                <a:gd name="T0" fmla="*/ 0 w 141"/>
                <a:gd name="T1" fmla="*/ 5 h 50"/>
                <a:gd name="T2" fmla="*/ 3 w 141"/>
                <a:gd name="T3" fmla="*/ 0 h 50"/>
                <a:gd name="T4" fmla="*/ 137 w 141"/>
                <a:gd name="T5" fmla="*/ 0 h 50"/>
                <a:gd name="T6" fmla="*/ 141 w 141"/>
                <a:gd name="T7" fmla="*/ 5 h 50"/>
                <a:gd name="T8" fmla="*/ 138 w 141"/>
                <a:gd name="T9" fmla="*/ 9 h 50"/>
                <a:gd name="T10" fmla="*/ 71 w 141"/>
                <a:gd name="T11" fmla="*/ 9 h 50"/>
                <a:gd name="T12" fmla="*/ 4 w 141"/>
                <a:gd name="T13" fmla="*/ 9 h 50"/>
                <a:gd name="T14" fmla="*/ 0 w 141"/>
                <a:gd name="T15" fmla="*/ 5 h 50"/>
                <a:gd name="T16" fmla="*/ 0 w 141"/>
                <a:gd name="T17" fmla="*/ 46 h 50"/>
                <a:gd name="T18" fmla="*/ 4 w 141"/>
                <a:gd name="T19" fmla="*/ 41 h 50"/>
                <a:gd name="T20" fmla="*/ 138 w 141"/>
                <a:gd name="T21" fmla="*/ 41 h 50"/>
                <a:gd name="T22" fmla="*/ 141 w 141"/>
                <a:gd name="T23" fmla="*/ 46 h 50"/>
                <a:gd name="T24" fmla="*/ 137 w 141"/>
                <a:gd name="T25" fmla="*/ 50 h 50"/>
                <a:gd name="T26" fmla="*/ 3 w 141"/>
                <a:gd name="T27" fmla="*/ 50 h 50"/>
                <a:gd name="T28" fmla="*/ 0 w 141"/>
                <a:gd name="T29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" h="50">
                  <a:moveTo>
                    <a:pt x="0" y="5"/>
                  </a:moveTo>
                  <a:cubicBezTo>
                    <a:pt x="0" y="3"/>
                    <a:pt x="1" y="1"/>
                    <a:pt x="3" y="0"/>
                  </a:cubicBezTo>
                  <a:lnTo>
                    <a:pt x="137" y="0"/>
                  </a:lnTo>
                  <a:cubicBezTo>
                    <a:pt x="140" y="2"/>
                    <a:pt x="141" y="3"/>
                    <a:pt x="141" y="5"/>
                  </a:cubicBezTo>
                  <a:cubicBezTo>
                    <a:pt x="141" y="6"/>
                    <a:pt x="140" y="8"/>
                    <a:pt x="138" y="9"/>
                  </a:cubicBezTo>
                  <a:lnTo>
                    <a:pt x="71" y="9"/>
                  </a:lnTo>
                  <a:lnTo>
                    <a:pt x="4" y="9"/>
                  </a:lnTo>
                  <a:cubicBezTo>
                    <a:pt x="1" y="8"/>
                    <a:pt x="0" y="7"/>
                    <a:pt x="0" y="5"/>
                  </a:cubicBezTo>
                  <a:close/>
                  <a:moveTo>
                    <a:pt x="0" y="46"/>
                  </a:moveTo>
                  <a:cubicBezTo>
                    <a:pt x="0" y="44"/>
                    <a:pt x="1" y="42"/>
                    <a:pt x="4" y="41"/>
                  </a:cubicBezTo>
                  <a:lnTo>
                    <a:pt x="138" y="41"/>
                  </a:lnTo>
                  <a:cubicBezTo>
                    <a:pt x="140" y="43"/>
                    <a:pt x="141" y="44"/>
                    <a:pt x="141" y="46"/>
                  </a:cubicBezTo>
                  <a:cubicBezTo>
                    <a:pt x="141" y="47"/>
                    <a:pt x="140" y="49"/>
                    <a:pt x="137" y="50"/>
                  </a:cubicBezTo>
                  <a:lnTo>
                    <a:pt x="3" y="50"/>
                  </a:lnTo>
                  <a:cubicBezTo>
                    <a:pt x="1" y="49"/>
                    <a:pt x="0" y="47"/>
                    <a:pt x="0" y="46"/>
                  </a:cubicBezTo>
                  <a:close/>
                </a:path>
              </a:pathLst>
            </a:custGeom>
            <a:solidFill>
              <a:schemeClr val="tx1"/>
            </a:solidFill>
            <a:ln w="15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89" name="Group 83"/>
          <p:cNvGrpSpPr>
            <a:grpSpLocks noChangeAspect="1"/>
          </p:cNvGrpSpPr>
          <p:nvPr/>
        </p:nvGrpSpPr>
        <p:grpSpPr bwMode="auto">
          <a:xfrm>
            <a:off x="4202235" y="5146249"/>
            <a:ext cx="5703477" cy="918000"/>
            <a:chOff x="-836" y="3221"/>
            <a:chExt cx="1634" cy="263"/>
          </a:xfrm>
          <a:solidFill>
            <a:schemeClr val="tx1"/>
          </a:solidFill>
        </p:grpSpPr>
        <p:sp>
          <p:nvSpPr>
            <p:cNvPr id="90" name="Freeform 84"/>
            <p:cNvSpPr>
              <a:spLocks noEditPoints="1"/>
            </p:cNvSpPr>
            <p:nvPr/>
          </p:nvSpPr>
          <p:spPr bwMode="auto">
            <a:xfrm>
              <a:off x="-836" y="3308"/>
              <a:ext cx="73" cy="69"/>
            </a:xfrm>
            <a:custGeom>
              <a:avLst/>
              <a:gdLst>
                <a:gd name="T0" fmla="*/ 54 w 151"/>
                <a:gd name="T1" fmla="*/ 12 h 144"/>
                <a:gd name="T2" fmla="*/ 42 w 151"/>
                <a:gd name="T3" fmla="*/ 10 h 144"/>
                <a:gd name="T4" fmla="*/ 35 w 151"/>
                <a:gd name="T5" fmla="*/ 10 h 144"/>
                <a:gd name="T6" fmla="*/ 34 w 151"/>
                <a:gd name="T7" fmla="*/ 8 h 144"/>
                <a:gd name="T8" fmla="*/ 34 w 151"/>
                <a:gd name="T9" fmla="*/ 5 h 144"/>
                <a:gd name="T10" fmla="*/ 36 w 151"/>
                <a:gd name="T11" fmla="*/ 1 h 144"/>
                <a:gd name="T12" fmla="*/ 77 w 151"/>
                <a:gd name="T13" fmla="*/ 0 h 144"/>
                <a:gd name="T14" fmla="*/ 120 w 151"/>
                <a:gd name="T15" fmla="*/ 1 h 144"/>
                <a:gd name="T16" fmla="*/ 142 w 151"/>
                <a:gd name="T17" fmla="*/ 11 h 144"/>
                <a:gd name="T18" fmla="*/ 151 w 151"/>
                <a:gd name="T19" fmla="*/ 33 h 144"/>
                <a:gd name="T20" fmla="*/ 138 w 151"/>
                <a:gd name="T21" fmla="*/ 62 h 144"/>
                <a:gd name="T22" fmla="*/ 100 w 151"/>
                <a:gd name="T23" fmla="*/ 80 h 144"/>
                <a:gd name="T24" fmla="*/ 78 w 151"/>
                <a:gd name="T25" fmla="*/ 81 h 144"/>
                <a:gd name="T26" fmla="*/ 58 w 151"/>
                <a:gd name="T27" fmla="*/ 81 h 144"/>
                <a:gd name="T28" fmla="*/ 51 w 151"/>
                <a:gd name="T29" fmla="*/ 106 h 144"/>
                <a:gd name="T30" fmla="*/ 45 w 151"/>
                <a:gd name="T31" fmla="*/ 132 h 144"/>
                <a:gd name="T32" fmla="*/ 45 w 151"/>
                <a:gd name="T33" fmla="*/ 133 h 144"/>
                <a:gd name="T34" fmla="*/ 47 w 151"/>
                <a:gd name="T35" fmla="*/ 134 h 144"/>
                <a:gd name="T36" fmla="*/ 50 w 151"/>
                <a:gd name="T37" fmla="*/ 134 h 144"/>
                <a:gd name="T38" fmla="*/ 57 w 151"/>
                <a:gd name="T39" fmla="*/ 135 h 144"/>
                <a:gd name="T40" fmla="*/ 64 w 151"/>
                <a:gd name="T41" fmla="*/ 135 h 144"/>
                <a:gd name="T42" fmla="*/ 65 w 151"/>
                <a:gd name="T43" fmla="*/ 137 h 144"/>
                <a:gd name="T44" fmla="*/ 64 w 151"/>
                <a:gd name="T45" fmla="*/ 143 h 144"/>
                <a:gd name="T46" fmla="*/ 60 w 151"/>
                <a:gd name="T47" fmla="*/ 144 h 144"/>
                <a:gd name="T48" fmla="*/ 53 w 151"/>
                <a:gd name="T49" fmla="*/ 144 h 144"/>
                <a:gd name="T50" fmla="*/ 31 w 151"/>
                <a:gd name="T51" fmla="*/ 144 h 144"/>
                <a:gd name="T52" fmla="*/ 11 w 151"/>
                <a:gd name="T53" fmla="*/ 144 h 144"/>
                <a:gd name="T54" fmla="*/ 4 w 151"/>
                <a:gd name="T55" fmla="*/ 144 h 144"/>
                <a:gd name="T56" fmla="*/ 0 w 151"/>
                <a:gd name="T57" fmla="*/ 142 h 144"/>
                <a:gd name="T58" fmla="*/ 1 w 151"/>
                <a:gd name="T59" fmla="*/ 139 h 144"/>
                <a:gd name="T60" fmla="*/ 2 w 151"/>
                <a:gd name="T61" fmla="*/ 135 h 144"/>
                <a:gd name="T62" fmla="*/ 7 w 151"/>
                <a:gd name="T63" fmla="*/ 135 h 144"/>
                <a:gd name="T64" fmla="*/ 20 w 151"/>
                <a:gd name="T65" fmla="*/ 134 h 144"/>
                <a:gd name="T66" fmla="*/ 24 w 151"/>
                <a:gd name="T67" fmla="*/ 132 h 144"/>
                <a:gd name="T68" fmla="*/ 39 w 151"/>
                <a:gd name="T69" fmla="*/ 73 h 144"/>
                <a:gd name="T70" fmla="*/ 54 w 151"/>
                <a:gd name="T71" fmla="*/ 12 h 144"/>
                <a:gd name="T72" fmla="*/ 129 w 151"/>
                <a:gd name="T73" fmla="*/ 28 h 144"/>
                <a:gd name="T74" fmla="*/ 129 w 151"/>
                <a:gd name="T75" fmla="*/ 23 h 144"/>
                <a:gd name="T76" fmla="*/ 127 w 151"/>
                <a:gd name="T77" fmla="*/ 18 h 144"/>
                <a:gd name="T78" fmla="*/ 122 w 151"/>
                <a:gd name="T79" fmla="*/ 14 h 144"/>
                <a:gd name="T80" fmla="*/ 111 w 151"/>
                <a:gd name="T81" fmla="*/ 10 h 144"/>
                <a:gd name="T82" fmla="*/ 94 w 151"/>
                <a:gd name="T83" fmla="*/ 10 h 144"/>
                <a:gd name="T84" fmla="*/ 87 w 151"/>
                <a:gd name="T85" fmla="*/ 10 h 144"/>
                <a:gd name="T86" fmla="*/ 81 w 151"/>
                <a:gd name="T87" fmla="*/ 10 h 144"/>
                <a:gd name="T88" fmla="*/ 78 w 151"/>
                <a:gd name="T89" fmla="*/ 10 h 144"/>
                <a:gd name="T90" fmla="*/ 74 w 151"/>
                <a:gd name="T91" fmla="*/ 12 h 144"/>
                <a:gd name="T92" fmla="*/ 70 w 151"/>
                <a:gd name="T93" fmla="*/ 28 h 144"/>
                <a:gd name="T94" fmla="*/ 63 w 151"/>
                <a:gd name="T95" fmla="*/ 57 h 144"/>
                <a:gd name="T96" fmla="*/ 59 w 151"/>
                <a:gd name="T97" fmla="*/ 72 h 144"/>
                <a:gd name="T98" fmla="*/ 76 w 151"/>
                <a:gd name="T99" fmla="*/ 72 h 144"/>
                <a:gd name="T100" fmla="*/ 79 w 151"/>
                <a:gd name="T101" fmla="*/ 72 h 144"/>
                <a:gd name="T102" fmla="*/ 84 w 151"/>
                <a:gd name="T103" fmla="*/ 72 h 144"/>
                <a:gd name="T104" fmla="*/ 118 w 151"/>
                <a:gd name="T105" fmla="*/ 62 h 144"/>
                <a:gd name="T106" fmla="*/ 126 w 151"/>
                <a:gd name="T107" fmla="*/ 45 h 144"/>
                <a:gd name="T108" fmla="*/ 129 w 151"/>
                <a:gd name="T109" fmla="*/ 28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1" h="144">
                  <a:moveTo>
                    <a:pt x="54" y="12"/>
                  </a:moveTo>
                  <a:cubicBezTo>
                    <a:pt x="54" y="11"/>
                    <a:pt x="50" y="10"/>
                    <a:pt x="42" y="10"/>
                  </a:cubicBezTo>
                  <a:cubicBezTo>
                    <a:pt x="38" y="10"/>
                    <a:pt x="36" y="10"/>
                    <a:pt x="35" y="10"/>
                  </a:cubicBezTo>
                  <a:cubicBezTo>
                    <a:pt x="34" y="10"/>
                    <a:pt x="34" y="9"/>
                    <a:pt x="34" y="8"/>
                  </a:cubicBezTo>
                  <a:cubicBezTo>
                    <a:pt x="34" y="8"/>
                    <a:pt x="34" y="7"/>
                    <a:pt x="34" y="5"/>
                  </a:cubicBezTo>
                  <a:cubicBezTo>
                    <a:pt x="35" y="3"/>
                    <a:pt x="35" y="1"/>
                    <a:pt x="36" y="1"/>
                  </a:cubicBezTo>
                  <a:cubicBezTo>
                    <a:pt x="36" y="0"/>
                    <a:pt x="50" y="0"/>
                    <a:pt x="77" y="0"/>
                  </a:cubicBezTo>
                  <a:cubicBezTo>
                    <a:pt x="104" y="0"/>
                    <a:pt x="118" y="1"/>
                    <a:pt x="120" y="1"/>
                  </a:cubicBezTo>
                  <a:cubicBezTo>
                    <a:pt x="129" y="3"/>
                    <a:pt x="136" y="6"/>
                    <a:pt x="142" y="11"/>
                  </a:cubicBezTo>
                  <a:cubicBezTo>
                    <a:pt x="148" y="17"/>
                    <a:pt x="151" y="24"/>
                    <a:pt x="151" y="33"/>
                  </a:cubicBezTo>
                  <a:cubicBezTo>
                    <a:pt x="151" y="43"/>
                    <a:pt x="147" y="53"/>
                    <a:pt x="138" y="62"/>
                  </a:cubicBezTo>
                  <a:cubicBezTo>
                    <a:pt x="128" y="72"/>
                    <a:pt x="115" y="78"/>
                    <a:pt x="100" y="80"/>
                  </a:cubicBezTo>
                  <a:cubicBezTo>
                    <a:pt x="99" y="81"/>
                    <a:pt x="92" y="81"/>
                    <a:pt x="78" y="81"/>
                  </a:cubicBezTo>
                  <a:lnTo>
                    <a:pt x="58" y="81"/>
                  </a:lnTo>
                  <a:lnTo>
                    <a:pt x="51" y="106"/>
                  </a:lnTo>
                  <a:cubicBezTo>
                    <a:pt x="47" y="122"/>
                    <a:pt x="45" y="131"/>
                    <a:pt x="45" y="132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6" y="133"/>
                    <a:pt x="46" y="133"/>
                    <a:pt x="47" y="134"/>
                  </a:cubicBezTo>
                  <a:cubicBezTo>
                    <a:pt x="48" y="134"/>
                    <a:pt x="49" y="134"/>
                    <a:pt x="50" y="134"/>
                  </a:cubicBezTo>
                  <a:cubicBezTo>
                    <a:pt x="52" y="134"/>
                    <a:pt x="54" y="134"/>
                    <a:pt x="57" y="135"/>
                  </a:cubicBezTo>
                  <a:lnTo>
                    <a:pt x="64" y="135"/>
                  </a:lnTo>
                  <a:cubicBezTo>
                    <a:pt x="65" y="136"/>
                    <a:pt x="65" y="137"/>
                    <a:pt x="65" y="137"/>
                  </a:cubicBezTo>
                  <a:cubicBezTo>
                    <a:pt x="65" y="139"/>
                    <a:pt x="65" y="141"/>
                    <a:pt x="64" y="143"/>
                  </a:cubicBezTo>
                  <a:cubicBezTo>
                    <a:pt x="63" y="144"/>
                    <a:pt x="62" y="144"/>
                    <a:pt x="60" y="144"/>
                  </a:cubicBezTo>
                  <a:cubicBezTo>
                    <a:pt x="60" y="144"/>
                    <a:pt x="57" y="144"/>
                    <a:pt x="53" y="144"/>
                  </a:cubicBezTo>
                  <a:cubicBezTo>
                    <a:pt x="48" y="144"/>
                    <a:pt x="41" y="144"/>
                    <a:pt x="31" y="144"/>
                  </a:cubicBezTo>
                  <a:lnTo>
                    <a:pt x="11" y="144"/>
                  </a:lnTo>
                  <a:cubicBezTo>
                    <a:pt x="7" y="144"/>
                    <a:pt x="4" y="144"/>
                    <a:pt x="4" y="144"/>
                  </a:cubicBezTo>
                  <a:cubicBezTo>
                    <a:pt x="1" y="144"/>
                    <a:pt x="0" y="143"/>
                    <a:pt x="0" y="142"/>
                  </a:cubicBezTo>
                  <a:cubicBezTo>
                    <a:pt x="0" y="142"/>
                    <a:pt x="0" y="141"/>
                    <a:pt x="1" y="139"/>
                  </a:cubicBezTo>
                  <a:cubicBezTo>
                    <a:pt x="1" y="137"/>
                    <a:pt x="2" y="136"/>
                    <a:pt x="2" y="135"/>
                  </a:cubicBezTo>
                  <a:cubicBezTo>
                    <a:pt x="3" y="135"/>
                    <a:pt x="5" y="135"/>
                    <a:pt x="7" y="135"/>
                  </a:cubicBezTo>
                  <a:cubicBezTo>
                    <a:pt x="11" y="135"/>
                    <a:pt x="15" y="134"/>
                    <a:pt x="20" y="134"/>
                  </a:cubicBezTo>
                  <a:cubicBezTo>
                    <a:pt x="22" y="134"/>
                    <a:pt x="23" y="133"/>
                    <a:pt x="24" y="132"/>
                  </a:cubicBezTo>
                  <a:cubicBezTo>
                    <a:pt x="24" y="131"/>
                    <a:pt x="29" y="111"/>
                    <a:pt x="39" y="73"/>
                  </a:cubicBezTo>
                  <a:cubicBezTo>
                    <a:pt x="49" y="34"/>
                    <a:pt x="54" y="14"/>
                    <a:pt x="54" y="12"/>
                  </a:cubicBezTo>
                  <a:close/>
                  <a:moveTo>
                    <a:pt x="129" y="28"/>
                  </a:moveTo>
                  <a:cubicBezTo>
                    <a:pt x="129" y="26"/>
                    <a:pt x="129" y="24"/>
                    <a:pt x="129" y="23"/>
                  </a:cubicBezTo>
                  <a:cubicBezTo>
                    <a:pt x="128" y="22"/>
                    <a:pt x="128" y="20"/>
                    <a:pt x="127" y="18"/>
                  </a:cubicBezTo>
                  <a:cubicBezTo>
                    <a:pt x="126" y="16"/>
                    <a:pt x="124" y="15"/>
                    <a:pt x="122" y="14"/>
                  </a:cubicBezTo>
                  <a:cubicBezTo>
                    <a:pt x="119" y="13"/>
                    <a:pt x="116" y="12"/>
                    <a:pt x="111" y="10"/>
                  </a:cubicBezTo>
                  <a:cubicBezTo>
                    <a:pt x="110" y="10"/>
                    <a:pt x="105" y="10"/>
                    <a:pt x="94" y="10"/>
                  </a:cubicBezTo>
                  <a:lnTo>
                    <a:pt x="87" y="10"/>
                  </a:lnTo>
                  <a:cubicBezTo>
                    <a:pt x="84" y="10"/>
                    <a:pt x="82" y="10"/>
                    <a:pt x="81" y="10"/>
                  </a:cubicBezTo>
                  <a:cubicBezTo>
                    <a:pt x="79" y="10"/>
                    <a:pt x="78" y="10"/>
                    <a:pt x="78" y="10"/>
                  </a:cubicBezTo>
                  <a:cubicBezTo>
                    <a:pt x="76" y="10"/>
                    <a:pt x="75" y="11"/>
                    <a:pt x="74" y="12"/>
                  </a:cubicBezTo>
                  <a:cubicBezTo>
                    <a:pt x="74" y="13"/>
                    <a:pt x="73" y="18"/>
                    <a:pt x="70" y="28"/>
                  </a:cubicBezTo>
                  <a:cubicBezTo>
                    <a:pt x="68" y="38"/>
                    <a:pt x="66" y="48"/>
                    <a:pt x="63" y="57"/>
                  </a:cubicBezTo>
                  <a:cubicBezTo>
                    <a:pt x="61" y="67"/>
                    <a:pt x="59" y="72"/>
                    <a:pt x="59" y="72"/>
                  </a:cubicBezTo>
                  <a:cubicBezTo>
                    <a:pt x="59" y="72"/>
                    <a:pt x="65" y="72"/>
                    <a:pt x="76" y="72"/>
                  </a:cubicBezTo>
                  <a:lnTo>
                    <a:pt x="79" y="72"/>
                  </a:lnTo>
                  <a:lnTo>
                    <a:pt x="84" y="72"/>
                  </a:lnTo>
                  <a:cubicBezTo>
                    <a:pt x="100" y="72"/>
                    <a:pt x="111" y="69"/>
                    <a:pt x="118" y="62"/>
                  </a:cubicBezTo>
                  <a:cubicBezTo>
                    <a:pt x="121" y="58"/>
                    <a:pt x="124" y="52"/>
                    <a:pt x="126" y="45"/>
                  </a:cubicBezTo>
                  <a:cubicBezTo>
                    <a:pt x="128" y="38"/>
                    <a:pt x="129" y="32"/>
                    <a:pt x="129" y="2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1" name="Freeform 85"/>
            <p:cNvSpPr>
              <a:spLocks/>
            </p:cNvSpPr>
            <p:nvPr/>
          </p:nvSpPr>
          <p:spPr bwMode="auto">
            <a:xfrm>
              <a:off x="-725" y="3231"/>
              <a:ext cx="50" cy="243"/>
            </a:xfrm>
            <a:custGeom>
              <a:avLst/>
              <a:gdLst>
                <a:gd name="T0" fmla="*/ 104 w 104"/>
                <a:gd name="T1" fmla="*/ 504 h 506"/>
                <a:gd name="T2" fmla="*/ 102 w 104"/>
                <a:gd name="T3" fmla="*/ 506 h 506"/>
                <a:gd name="T4" fmla="*/ 96 w 104"/>
                <a:gd name="T5" fmla="*/ 506 h 506"/>
                <a:gd name="T6" fmla="*/ 90 w 104"/>
                <a:gd name="T7" fmla="*/ 500 h 506"/>
                <a:gd name="T8" fmla="*/ 80 w 104"/>
                <a:gd name="T9" fmla="*/ 491 h 506"/>
                <a:gd name="T10" fmla="*/ 69 w 104"/>
                <a:gd name="T11" fmla="*/ 478 h 506"/>
                <a:gd name="T12" fmla="*/ 56 w 104"/>
                <a:gd name="T13" fmla="*/ 461 h 506"/>
                <a:gd name="T14" fmla="*/ 43 w 104"/>
                <a:gd name="T15" fmla="*/ 440 h 506"/>
                <a:gd name="T16" fmla="*/ 30 w 104"/>
                <a:gd name="T17" fmla="*/ 413 h 506"/>
                <a:gd name="T18" fmla="*/ 18 w 104"/>
                <a:gd name="T19" fmla="*/ 382 h 506"/>
                <a:gd name="T20" fmla="*/ 8 w 104"/>
                <a:gd name="T21" fmla="*/ 345 h 506"/>
                <a:gd name="T22" fmla="*/ 2 w 104"/>
                <a:gd name="T23" fmla="*/ 302 h 506"/>
                <a:gd name="T24" fmla="*/ 0 w 104"/>
                <a:gd name="T25" fmla="*/ 252 h 506"/>
                <a:gd name="T26" fmla="*/ 77 w 104"/>
                <a:gd name="T27" fmla="*/ 18 h 506"/>
                <a:gd name="T28" fmla="*/ 86 w 104"/>
                <a:gd name="T29" fmla="*/ 9 h 506"/>
                <a:gd name="T30" fmla="*/ 93 w 104"/>
                <a:gd name="T31" fmla="*/ 2 h 506"/>
                <a:gd name="T32" fmla="*/ 96 w 104"/>
                <a:gd name="T33" fmla="*/ 0 h 506"/>
                <a:gd name="T34" fmla="*/ 102 w 104"/>
                <a:gd name="T35" fmla="*/ 0 h 506"/>
                <a:gd name="T36" fmla="*/ 104 w 104"/>
                <a:gd name="T37" fmla="*/ 1 h 506"/>
                <a:gd name="T38" fmla="*/ 99 w 104"/>
                <a:gd name="T39" fmla="*/ 7 h 506"/>
                <a:gd name="T40" fmla="*/ 88 w 104"/>
                <a:gd name="T41" fmla="*/ 19 h 506"/>
                <a:gd name="T42" fmla="*/ 73 w 104"/>
                <a:gd name="T43" fmla="*/ 39 h 506"/>
                <a:gd name="T44" fmla="*/ 56 w 104"/>
                <a:gd name="T45" fmla="*/ 70 h 506"/>
                <a:gd name="T46" fmla="*/ 40 w 104"/>
                <a:gd name="T47" fmla="*/ 110 h 506"/>
                <a:gd name="T48" fmla="*/ 27 w 104"/>
                <a:gd name="T49" fmla="*/ 163 h 506"/>
                <a:gd name="T50" fmla="*/ 21 w 104"/>
                <a:gd name="T51" fmla="*/ 230 h 506"/>
                <a:gd name="T52" fmla="*/ 20 w 104"/>
                <a:gd name="T53" fmla="*/ 253 h 506"/>
                <a:gd name="T54" fmla="*/ 40 w 104"/>
                <a:gd name="T55" fmla="*/ 396 h 506"/>
                <a:gd name="T56" fmla="*/ 101 w 104"/>
                <a:gd name="T57" fmla="*/ 500 h 506"/>
                <a:gd name="T58" fmla="*/ 104 w 104"/>
                <a:gd name="T59" fmla="*/ 504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4" h="506">
                  <a:moveTo>
                    <a:pt x="104" y="504"/>
                  </a:moveTo>
                  <a:cubicBezTo>
                    <a:pt x="104" y="504"/>
                    <a:pt x="103" y="505"/>
                    <a:pt x="102" y="506"/>
                  </a:cubicBezTo>
                  <a:lnTo>
                    <a:pt x="96" y="506"/>
                  </a:lnTo>
                  <a:cubicBezTo>
                    <a:pt x="96" y="505"/>
                    <a:pt x="94" y="503"/>
                    <a:pt x="90" y="500"/>
                  </a:cubicBezTo>
                  <a:cubicBezTo>
                    <a:pt x="86" y="496"/>
                    <a:pt x="83" y="493"/>
                    <a:pt x="80" y="491"/>
                  </a:cubicBezTo>
                  <a:cubicBezTo>
                    <a:pt x="78" y="488"/>
                    <a:pt x="74" y="484"/>
                    <a:pt x="69" y="478"/>
                  </a:cubicBezTo>
                  <a:cubicBezTo>
                    <a:pt x="64" y="472"/>
                    <a:pt x="60" y="466"/>
                    <a:pt x="56" y="461"/>
                  </a:cubicBezTo>
                  <a:cubicBezTo>
                    <a:pt x="52" y="456"/>
                    <a:pt x="48" y="448"/>
                    <a:pt x="43" y="440"/>
                  </a:cubicBezTo>
                  <a:cubicBezTo>
                    <a:pt x="38" y="431"/>
                    <a:pt x="33" y="422"/>
                    <a:pt x="30" y="413"/>
                  </a:cubicBezTo>
                  <a:cubicBezTo>
                    <a:pt x="26" y="404"/>
                    <a:pt x="22" y="394"/>
                    <a:pt x="18" y="382"/>
                  </a:cubicBezTo>
                  <a:cubicBezTo>
                    <a:pt x="14" y="370"/>
                    <a:pt x="11" y="357"/>
                    <a:pt x="8" y="345"/>
                  </a:cubicBezTo>
                  <a:cubicBezTo>
                    <a:pt x="6" y="332"/>
                    <a:pt x="4" y="318"/>
                    <a:pt x="2" y="302"/>
                  </a:cubicBezTo>
                  <a:cubicBezTo>
                    <a:pt x="1" y="286"/>
                    <a:pt x="0" y="269"/>
                    <a:pt x="0" y="252"/>
                  </a:cubicBezTo>
                  <a:cubicBezTo>
                    <a:pt x="0" y="152"/>
                    <a:pt x="25" y="74"/>
                    <a:pt x="77" y="18"/>
                  </a:cubicBezTo>
                  <a:cubicBezTo>
                    <a:pt x="80" y="15"/>
                    <a:pt x="83" y="12"/>
                    <a:pt x="86" y="9"/>
                  </a:cubicBezTo>
                  <a:cubicBezTo>
                    <a:pt x="88" y="6"/>
                    <a:pt x="91" y="4"/>
                    <a:pt x="93" y="2"/>
                  </a:cubicBezTo>
                  <a:cubicBezTo>
                    <a:pt x="94" y="0"/>
                    <a:pt x="96" y="0"/>
                    <a:pt x="96" y="0"/>
                  </a:cubicBezTo>
                  <a:lnTo>
                    <a:pt x="102" y="0"/>
                  </a:lnTo>
                  <a:cubicBezTo>
                    <a:pt x="103" y="0"/>
                    <a:pt x="104" y="1"/>
                    <a:pt x="104" y="1"/>
                  </a:cubicBezTo>
                  <a:cubicBezTo>
                    <a:pt x="104" y="2"/>
                    <a:pt x="102" y="4"/>
                    <a:pt x="99" y="7"/>
                  </a:cubicBezTo>
                  <a:cubicBezTo>
                    <a:pt x="97" y="10"/>
                    <a:pt x="93" y="14"/>
                    <a:pt x="88" y="19"/>
                  </a:cubicBezTo>
                  <a:cubicBezTo>
                    <a:pt x="84" y="25"/>
                    <a:pt x="79" y="31"/>
                    <a:pt x="73" y="39"/>
                  </a:cubicBezTo>
                  <a:cubicBezTo>
                    <a:pt x="68" y="47"/>
                    <a:pt x="62" y="57"/>
                    <a:pt x="56" y="70"/>
                  </a:cubicBezTo>
                  <a:cubicBezTo>
                    <a:pt x="50" y="82"/>
                    <a:pt x="45" y="95"/>
                    <a:pt x="40" y="110"/>
                  </a:cubicBezTo>
                  <a:cubicBezTo>
                    <a:pt x="35" y="125"/>
                    <a:pt x="31" y="142"/>
                    <a:pt x="27" y="163"/>
                  </a:cubicBezTo>
                  <a:cubicBezTo>
                    <a:pt x="24" y="184"/>
                    <a:pt x="22" y="206"/>
                    <a:pt x="21" y="230"/>
                  </a:cubicBezTo>
                  <a:cubicBezTo>
                    <a:pt x="20" y="235"/>
                    <a:pt x="20" y="243"/>
                    <a:pt x="20" y="253"/>
                  </a:cubicBezTo>
                  <a:cubicBezTo>
                    <a:pt x="20" y="307"/>
                    <a:pt x="27" y="355"/>
                    <a:pt x="40" y="396"/>
                  </a:cubicBezTo>
                  <a:cubicBezTo>
                    <a:pt x="53" y="437"/>
                    <a:pt x="74" y="472"/>
                    <a:pt x="101" y="500"/>
                  </a:cubicBezTo>
                  <a:cubicBezTo>
                    <a:pt x="103" y="502"/>
                    <a:pt x="104" y="503"/>
                    <a:pt x="104" y="50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2" name="Freeform 86"/>
            <p:cNvSpPr>
              <a:spLocks/>
            </p:cNvSpPr>
            <p:nvPr/>
          </p:nvSpPr>
          <p:spPr bwMode="auto">
            <a:xfrm>
              <a:off x="-668" y="3308"/>
              <a:ext cx="86" cy="69"/>
            </a:xfrm>
            <a:custGeom>
              <a:avLst/>
              <a:gdLst>
                <a:gd name="T0" fmla="*/ 42 w 180"/>
                <a:gd name="T1" fmla="*/ 10 h 144"/>
                <a:gd name="T2" fmla="*/ 41 w 180"/>
                <a:gd name="T3" fmla="*/ 10 h 144"/>
                <a:gd name="T4" fmla="*/ 34 w 180"/>
                <a:gd name="T5" fmla="*/ 10 h 144"/>
                <a:gd name="T6" fmla="*/ 33 w 180"/>
                <a:gd name="T7" fmla="*/ 7 h 144"/>
                <a:gd name="T8" fmla="*/ 36 w 180"/>
                <a:gd name="T9" fmla="*/ 1 h 144"/>
                <a:gd name="T10" fmla="*/ 56 w 180"/>
                <a:gd name="T11" fmla="*/ 0 h 144"/>
                <a:gd name="T12" fmla="*/ 75 w 180"/>
                <a:gd name="T13" fmla="*/ 0 h 144"/>
                <a:gd name="T14" fmla="*/ 78 w 180"/>
                <a:gd name="T15" fmla="*/ 2 h 144"/>
                <a:gd name="T16" fmla="*/ 123 w 180"/>
                <a:gd name="T17" fmla="*/ 109 h 144"/>
                <a:gd name="T18" fmla="*/ 134 w 180"/>
                <a:gd name="T19" fmla="*/ 64 h 144"/>
                <a:gd name="T20" fmla="*/ 146 w 180"/>
                <a:gd name="T21" fmla="*/ 17 h 144"/>
                <a:gd name="T22" fmla="*/ 132 w 180"/>
                <a:gd name="T23" fmla="*/ 10 h 144"/>
                <a:gd name="T24" fmla="*/ 127 w 180"/>
                <a:gd name="T25" fmla="*/ 8 h 144"/>
                <a:gd name="T26" fmla="*/ 127 w 180"/>
                <a:gd name="T27" fmla="*/ 5 h 144"/>
                <a:gd name="T28" fmla="*/ 129 w 180"/>
                <a:gd name="T29" fmla="*/ 1 h 144"/>
                <a:gd name="T30" fmla="*/ 131 w 180"/>
                <a:gd name="T31" fmla="*/ 0 h 144"/>
                <a:gd name="T32" fmla="*/ 137 w 180"/>
                <a:gd name="T33" fmla="*/ 1 h 144"/>
                <a:gd name="T34" fmla="*/ 155 w 180"/>
                <a:gd name="T35" fmla="*/ 1 h 144"/>
                <a:gd name="T36" fmla="*/ 171 w 180"/>
                <a:gd name="T37" fmla="*/ 1 h 144"/>
                <a:gd name="T38" fmla="*/ 177 w 180"/>
                <a:gd name="T39" fmla="*/ 1 h 144"/>
                <a:gd name="T40" fmla="*/ 180 w 180"/>
                <a:gd name="T41" fmla="*/ 3 h 144"/>
                <a:gd name="T42" fmla="*/ 179 w 180"/>
                <a:gd name="T43" fmla="*/ 9 h 144"/>
                <a:gd name="T44" fmla="*/ 174 w 180"/>
                <a:gd name="T45" fmla="*/ 10 h 144"/>
                <a:gd name="T46" fmla="*/ 155 w 180"/>
                <a:gd name="T47" fmla="*/ 18 h 144"/>
                <a:gd name="T48" fmla="*/ 124 w 180"/>
                <a:gd name="T49" fmla="*/ 143 h 144"/>
                <a:gd name="T50" fmla="*/ 119 w 180"/>
                <a:gd name="T51" fmla="*/ 144 h 144"/>
                <a:gd name="T52" fmla="*/ 116 w 180"/>
                <a:gd name="T53" fmla="*/ 144 h 144"/>
                <a:gd name="T54" fmla="*/ 89 w 180"/>
                <a:gd name="T55" fmla="*/ 80 h 144"/>
                <a:gd name="T56" fmla="*/ 62 w 180"/>
                <a:gd name="T57" fmla="*/ 17 h 144"/>
                <a:gd name="T58" fmla="*/ 48 w 180"/>
                <a:gd name="T59" fmla="*/ 72 h 144"/>
                <a:gd name="T60" fmla="*/ 34 w 180"/>
                <a:gd name="T61" fmla="*/ 128 h 144"/>
                <a:gd name="T62" fmla="*/ 50 w 180"/>
                <a:gd name="T63" fmla="*/ 135 h 144"/>
                <a:gd name="T64" fmla="*/ 52 w 180"/>
                <a:gd name="T65" fmla="*/ 135 h 144"/>
                <a:gd name="T66" fmla="*/ 53 w 180"/>
                <a:gd name="T67" fmla="*/ 136 h 144"/>
                <a:gd name="T68" fmla="*/ 52 w 180"/>
                <a:gd name="T69" fmla="*/ 140 h 144"/>
                <a:gd name="T70" fmla="*/ 50 w 180"/>
                <a:gd name="T71" fmla="*/ 144 h 144"/>
                <a:gd name="T72" fmla="*/ 48 w 180"/>
                <a:gd name="T73" fmla="*/ 144 h 144"/>
                <a:gd name="T74" fmla="*/ 25 w 180"/>
                <a:gd name="T75" fmla="*/ 144 h 144"/>
                <a:gd name="T76" fmla="*/ 14 w 180"/>
                <a:gd name="T77" fmla="*/ 144 h 144"/>
                <a:gd name="T78" fmla="*/ 6 w 180"/>
                <a:gd name="T79" fmla="*/ 144 h 144"/>
                <a:gd name="T80" fmla="*/ 3 w 180"/>
                <a:gd name="T81" fmla="*/ 144 h 144"/>
                <a:gd name="T82" fmla="*/ 0 w 180"/>
                <a:gd name="T83" fmla="*/ 142 h 144"/>
                <a:gd name="T84" fmla="*/ 0 w 180"/>
                <a:gd name="T85" fmla="*/ 139 h 144"/>
                <a:gd name="T86" fmla="*/ 1 w 180"/>
                <a:gd name="T87" fmla="*/ 136 h 144"/>
                <a:gd name="T88" fmla="*/ 6 w 180"/>
                <a:gd name="T89" fmla="*/ 135 h 144"/>
                <a:gd name="T90" fmla="*/ 25 w 180"/>
                <a:gd name="T91" fmla="*/ 126 h 144"/>
                <a:gd name="T92" fmla="*/ 40 w 180"/>
                <a:gd name="T93" fmla="*/ 68 h 144"/>
                <a:gd name="T94" fmla="*/ 54 w 180"/>
                <a:gd name="T95" fmla="*/ 11 h 144"/>
                <a:gd name="T96" fmla="*/ 42 w 180"/>
                <a:gd name="T97" fmla="*/ 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144">
                  <a:moveTo>
                    <a:pt x="42" y="10"/>
                  </a:moveTo>
                  <a:lnTo>
                    <a:pt x="41" y="10"/>
                  </a:lnTo>
                  <a:cubicBezTo>
                    <a:pt x="37" y="10"/>
                    <a:pt x="35" y="10"/>
                    <a:pt x="34" y="10"/>
                  </a:cubicBezTo>
                  <a:cubicBezTo>
                    <a:pt x="34" y="10"/>
                    <a:pt x="33" y="9"/>
                    <a:pt x="33" y="7"/>
                  </a:cubicBezTo>
                  <a:cubicBezTo>
                    <a:pt x="33" y="4"/>
                    <a:pt x="34" y="1"/>
                    <a:pt x="36" y="1"/>
                  </a:cubicBezTo>
                  <a:cubicBezTo>
                    <a:pt x="36" y="0"/>
                    <a:pt x="43" y="0"/>
                    <a:pt x="56" y="0"/>
                  </a:cubicBezTo>
                  <a:lnTo>
                    <a:pt x="75" y="0"/>
                  </a:lnTo>
                  <a:cubicBezTo>
                    <a:pt x="76" y="0"/>
                    <a:pt x="77" y="1"/>
                    <a:pt x="78" y="2"/>
                  </a:cubicBezTo>
                  <a:cubicBezTo>
                    <a:pt x="107" y="71"/>
                    <a:pt x="122" y="107"/>
                    <a:pt x="123" y="109"/>
                  </a:cubicBezTo>
                  <a:lnTo>
                    <a:pt x="134" y="64"/>
                  </a:lnTo>
                  <a:cubicBezTo>
                    <a:pt x="142" y="34"/>
                    <a:pt x="146" y="19"/>
                    <a:pt x="146" y="17"/>
                  </a:cubicBezTo>
                  <a:cubicBezTo>
                    <a:pt x="146" y="13"/>
                    <a:pt x="141" y="11"/>
                    <a:pt x="132" y="10"/>
                  </a:cubicBezTo>
                  <a:cubicBezTo>
                    <a:pt x="129" y="10"/>
                    <a:pt x="127" y="9"/>
                    <a:pt x="127" y="8"/>
                  </a:cubicBezTo>
                  <a:cubicBezTo>
                    <a:pt x="127" y="7"/>
                    <a:pt x="127" y="7"/>
                    <a:pt x="127" y="5"/>
                  </a:cubicBezTo>
                  <a:cubicBezTo>
                    <a:pt x="128" y="3"/>
                    <a:pt x="128" y="2"/>
                    <a:pt x="129" y="1"/>
                  </a:cubicBezTo>
                  <a:cubicBezTo>
                    <a:pt x="129" y="1"/>
                    <a:pt x="130" y="0"/>
                    <a:pt x="131" y="0"/>
                  </a:cubicBezTo>
                  <a:cubicBezTo>
                    <a:pt x="131" y="0"/>
                    <a:pt x="133" y="0"/>
                    <a:pt x="137" y="1"/>
                  </a:cubicBezTo>
                  <a:cubicBezTo>
                    <a:pt x="141" y="1"/>
                    <a:pt x="147" y="1"/>
                    <a:pt x="155" y="1"/>
                  </a:cubicBezTo>
                  <a:cubicBezTo>
                    <a:pt x="162" y="1"/>
                    <a:pt x="167" y="1"/>
                    <a:pt x="171" y="1"/>
                  </a:cubicBezTo>
                  <a:cubicBezTo>
                    <a:pt x="174" y="1"/>
                    <a:pt x="177" y="1"/>
                    <a:pt x="177" y="1"/>
                  </a:cubicBezTo>
                  <a:cubicBezTo>
                    <a:pt x="179" y="1"/>
                    <a:pt x="180" y="1"/>
                    <a:pt x="180" y="3"/>
                  </a:cubicBezTo>
                  <a:cubicBezTo>
                    <a:pt x="180" y="6"/>
                    <a:pt x="180" y="8"/>
                    <a:pt x="179" y="9"/>
                  </a:cubicBezTo>
                  <a:cubicBezTo>
                    <a:pt x="178" y="10"/>
                    <a:pt x="177" y="10"/>
                    <a:pt x="174" y="10"/>
                  </a:cubicBezTo>
                  <a:cubicBezTo>
                    <a:pt x="164" y="11"/>
                    <a:pt x="158" y="13"/>
                    <a:pt x="155" y="18"/>
                  </a:cubicBezTo>
                  <a:lnTo>
                    <a:pt x="124" y="143"/>
                  </a:lnTo>
                  <a:cubicBezTo>
                    <a:pt x="124" y="144"/>
                    <a:pt x="122" y="144"/>
                    <a:pt x="119" y="144"/>
                  </a:cubicBezTo>
                  <a:cubicBezTo>
                    <a:pt x="117" y="144"/>
                    <a:pt x="116" y="144"/>
                    <a:pt x="116" y="144"/>
                  </a:cubicBezTo>
                  <a:cubicBezTo>
                    <a:pt x="115" y="144"/>
                    <a:pt x="106" y="122"/>
                    <a:pt x="89" y="80"/>
                  </a:cubicBezTo>
                  <a:lnTo>
                    <a:pt x="62" y="17"/>
                  </a:lnTo>
                  <a:lnTo>
                    <a:pt x="48" y="72"/>
                  </a:lnTo>
                  <a:cubicBezTo>
                    <a:pt x="39" y="108"/>
                    <a:pt x="34" y="126"/>
                    <a:pt x="34" y="128"/>
                  </a:cubicBezTo>
                  <a:cubicBezTo>
                    <a:pt x="35" y="132"/>
                    <a:pt x="40" y="135"/>
                    <a:pt x="50" y="135"/>
                  </a:cubicBezTo>
                  <a:lnTo>
                    <a:pt x="52" y="135"/>
                  </a:lnTo>
                  <a:cubicBezTo>
                    <a:pt x="52" y="135"/>
                    <a:pt x="53" y="136"/>
                    <a:pt x="53" y="136"/>
                  </a:cubicBezTo>
                  <a:cubicBezTo>
                    <a:pt x="53" y="137"/>
                    <a:pt x="53" y="138"/>
                    <a:pt x="52" y="140"/>
                  </a:cubicBezTo>
                  <a:cubicBezTo>
                    <a:pt x="52" y="142"/>
                    <a:pt x="51" y="144"/>
                    <a:pt x="50" y="144"/>
                  </a:cubicBezTo>
                  <a:lnTo>
                    <a:pt x="48" y="144"/>
                  </a:lnTo>
                  <a:cubicBezTo>
                    <a:pt x="43" y="144"/>
                    <a:pt x="36" y="144"/>
                    <a:pt x="25" y="144"/>
                  </a:cubicBezTo>
                  <a:lnTo>
                    <a:pt x="14" y="144"/>
                  </a:lnTo>
                  <a:lnTo>
                    <a:pt x="6" y="144"/>
                  </a:lnTo>
                  <a:cubicBezTo>
                    <a:pt x="4" y="144"/>
                    <a:pt x="3" y="144"/>
                    <a:pt x="3" y="144"/>
                  </a:cubicBezTo>
                  <a:cubicBezTo>
                    <a:pt x="1" y="144"/>
                    <a:pt x="0" y="144"/>
                    <a:pt x="0" y="142"/>
                  </a:cubicBezTo>
                  <a:cubicBezTo>
                    <a:pt x="0" y="142"/>
                    <a:pt x="0" y="141"/>
                    <a:pt x="0" y="139"/>
                  </a:cubicBezTo>
                  <a:cubicBezTo>
                    <a:pt x="1" y="137"/>
                    <a:pt x="1" y="136"/>
                    <a:pt x="1" y="136"/>
                  </a:cubicBezTo>
                  <a:cubicBezTo>
                    <a:pt x="1" y="135"/>
                    <a:pt x="3" y="135"/>
                    <a:pt x="6" y="135"/>
                  </a:cubicBezTo>
                  <a:cubicBezTo>
                    <a:pt x="16" y="134"/>
                    <a:pt x="22" y="132"/>
                    <a:pt x="25" y="126"/>
                  </a:cubicBezTo>
                  <a:cubicBezTo>
                    <a:pt x="25" y="126"/>
                    <a:pt x="30" y="106"/>
                    <a:pt x="40" y="68"/>
                  </a:cubicBezTo>
                  <a:lnTo>
                    <a:pt x="54" y="11"/>
                  </a:lnTo>
                  <a:cubicBezTo>
                    <a:pt x="54" y="11"/>
                    <a:pt x="50" y="10"/>
                    <a:pt x="42" y="1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3" name="Freeform 87"/>
            <p:cNvSpPr>
              <a:spLocks/>
            </p:cNvSpPr>
            <p:nvPr/>
          </p:nvSpPr>
          <p:spPr bwMode="auto">
            <a:xfrm>
              <a:off x="-572" y="3301"/>
              <a:ext cx="24" cy="102"/>
            </a:xfrm>
            <a:custGeom>
              <a:avLst/>
              <a:gdLst>
                <a:gd name="T0" fmla="*/ 0 w 51"/>
                <a:gd name="T1" fmla="*/ 106 h 211"/>
                <a:gd name="T2" fmla="*/ 2 w 51"/>
                <a:gd name="T3" fmla="*/ 78 h 211"/>
                <a:gd name="T4" fmla="*/ 7 w 51"/>
                <a:gd name="T5" fmla="*/ 55 h 211"/>
                <a:gd name="T6" fmla="*/ 15 w 51"/>
                <a:gd name="T7" fmla="*/ 37 h 211"/>
                <a:gd name="T8" fmla="*/ 23 w 51"/>
                <a:gd name="T9" fmla="*/ 23 h 211"/>
                <a:gd name="T10" fmla="*/ 32 w 51"/>
                <a:gd name="T11" fmla="*/ 12 h 211"/>
                <a:gd name="T12" fmla="*/ 39 w 51"/>
                <a:gd name="T13" fmla="*/ 5 h 211"/>
                <a:gd name="T14" fmla="*/ 44 w 51"/>
                <a:gd name="T15" fmla="*/ 0 h 211"/>
                <a:gd name="T16" fmla="*/ 47 w 51"/>
                <a:gd name="T17" fmla="*/ 0 h 211"/>
                <a:gd name="T18" fmla="*/ 48 w 51"/>
                <a:gd name="T19" fmla="*/ 0 h 211"/>
                <a:gd name="T20" fmla="*/ 51 w 51"/>
                <a:gd name="T21" fmla="*/ 2 h 211"/>
                <a:gd name="T22" fmla="*/ 47 w 51"/>
                <a:gd name="T23" fmla="*/ 7 h 211"/>
                <a:gd name="T24" fmla="*/ 39 w 51"/>
                <a:gd name="T25" fmla="*/ 18 h 211"/>
                <a:gd name="T26" fmla="*/ 28 w 51"/>
                <a:gd name="T27" fmla="*/ 36 h 211"/>
                <a:gd name="T28" fmla="*/ 19 w 51"/>
                <a:gd name="T29" fmla="*/ 65 h 211"/>
                <a:gd name="T30" fmla="*/ 16 w 51"/>
                <a:gd name="T31" fmla="*/ 106 h 211"/>
                <a:gd name="T32" fmla="*/ 19 w 51"/>
                <a:gd name="T33" fmla="*/ 146 h 211"/>
                <a:gd name="T34" fmla="*/ 28 w 51"/>
                <a:gd name="T35" fmla="*/ 175 h 211"/>
                <a:gd name="T36" fmla="*/ 38 w 51"/>
                <a:gd name="T37" fmla="*/ 194 h 211"/>
                <a:gd name="T38" fmla="*/ 47 w 51"/>
                <a:gd name="T39" fmla="*/ 205 h 211"/>
                <a:gd name="T40" fmla="*/ 51 w 51"/>
                <a:gd name="T41" fmla="*/ 209 h 211"/>
                <a:gd name="T42" fmla="*/ 48 w 51"/>
                <a:gd name="T43" fmla="*/ 211 h 211"/>
                <a:gd name="T44" fmla="*/ 47 w 51"/>
                <a:gd name="T45" fmla="*/ 211 h 211"/>
                <a:gd name="T46" fmla="*/ 44 w 51"/>
                <a:gd name="T47" fmla="*/ 211 h 211"/>
                <a:gd name="T48" fmla="*/ 38 w 51"/>
                <a:gd name="T49" fmla="*/ 206 h 211"/>
                <a:gd name="T50" fmla="*/ 9 w 51"/>
                <a:gd name="T51" fmla="*/ 161 h 211"/>
                <a:gd name="T52" fmla="*/ 0 w 51"/>
                <a:gd name="T53" fmla="*/ 1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" h="211">
                  <a:moveTo>
                    <a:pt x="0" y="106"/>
                  </a:moveTo>
                  <a:cubicBezTo>
                    <a:pt x="0" y="96"/>
                    <a:pt x="1" y="87"/>
                    <a:pt x="2" y="78"/>
                  </a:cubicBezTo>
                  <a:cubicBezTo>
                    <a:pt x="4" y="69"/>
                    <a:pt x="5" y="62"/>
                    <a:pt x="7" y="55"/>
                  </a:cubicBezTo>
                  <a:cubicBezTo>
                    <a:pt x="9" y="49"/>
                    <a:pt x="12" y="43"/>
                    <a:pt x="15" y="37"/>
                  </a:cubicBezTo>
                  <a:cubicBezTo>
                    <a:pt x="19" y="31"/>
                    <a:pt x="21" y="26"/>
                    <a:pt x="23" y="23"/>
                  </a:cubicBezTo>
                  <a:cubicBezTo>
                    <a:pt x="25" y="19"/>
                    <a:pt x="28" y="16"/>
                    <a:pt x="32" y="12"/>
                  </a:cubicBezTo>
                  <a:cubicBezTo>
                    <a:pt x="36" y="8"/>
                    <a:pt x="38" y="5"/>
                    <a:pt x="39" y="5"/>
                  </a:cubicBezTo>
                  <a:cubicBezTo>
                    <a:pt x="40" y="4"/>
                    <a:pt x="41" y="2"/>
                    <a:pt x="44" y="0"/>
                  </a:cubicBezTo>
                  <a:lnTo>
                    <a:pt x="47" y="0"/>
                  </a:lnTo>
                  <a:lnTo>
                    <a:pt x="48" y="0"/>
                  </a:lnTo>
                  <a:cubicBezTo>
                    <a:pt x="50" y="0"/>
                    <a:pt x="51" y="1"/>
                    <a:pt x="51" y="2"/>
                  </a:cubicBezTo>
                  <a:cubicBezTo>
                    <a:pt x="51" y="3"/>
                    <a:pt x="50" y="4"/>
                    <a:pt x="47" y="7"/>
                  </a:cubicBezTo>
                  <a:cubicBezTo>
                    <a:pt x="45" y="9"/>
                    <a:pt x="42" y="13"/>
                    <a:pt x="39" y="18"/>
                  </a:cubicBezTo>
                  <a:cubicBezTo>
                    <a:pt x="35" y="23"/>
                    <a:pt x="32" y="29"/>
                    <a:pt x="28" y="36"/>
                  </a:cubicBezTo>
                  <a:cubicBezTo>
                    <a:pt x="25" y="43"/>
                    <a:pt x="22" y="53"/>
                    <a:pt x="19" y="65"/>
                  </a:cubicBezTo>
                  <a:cubicBezTo>
                    <a:pt x="17" y="77"/>
                    <a:pt x="16" y="91"/>
                    <a:pt x="16" y="106"/>
                  </a:cubicBezTo>
                  <a:cubicBezTo>
                    <a:pt x="16" y="121"/>
                    <a:pt x="17" y="134"/>
                    <a:pt x="19" y="146"/>
                  </a:cubicBezTo>
                  <a:cubicBezTo>
                    <a:pt x="22" y="158"/>
                    <a:pt x="25" y="168"/>
                    <a:pt x="28" y="175"/>
                  </a:cubicBezTo>
                  <a:cubicBezTo>
                    <a:pt x="31" y="183"/>
                    <a:pt x="35" y="189"/>
                    <a:pt x="38" y="194"/>
                  </a:cubicBezTo>
                  <a:cubicBezTo>
                    <a:pt x="42" y="198"/>
                    <a:pt x="45" y="202"/>
                    <a:pt x="47" y="205"/>
                  </a:cubicBezTo>
                  <a:cubicBezTo>
                    <a:pt x="50" y="208"/>
                    <a:pt x="51" y="209"/>
                    <a:pt x="51" y="209"/>
                  </a:cubicBezTo>
                  <a:cubicBezTo>
                    <a:pt x="51" y="211"/>
                    <a:pt x="50" y="211"/>
                    <a:pt x="48" y="211"/>
                  </a:cubicBezTo>
                  <a:lnTo>
                    <a:pt x="47" y="211"/>
                  </a:lnTo>
                  <a:lnTo>
                    <a:pt x="44" y="211"/>
                  </a:lnTo>
                  <a:lnTo>
                    <a:pt x="38" y="206"/>
                  </a:lnTo>
                  <a:cubicBezTo>
                    <a:pt x="25" y="194"/>
                    <a:pt x="15" y="179"/>
                    <a:pt x="9" y="161"/>
                  </a:cubicBezTo>
                  <a:cubicBezTo>
                    <a:pt x="3" y="144"/>
                    <a:pt x="0" y="125"/>
                    <a:pt x="0" y="10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4" name="Freeform 88"/>
            <p:cNvSpPr>
              <a:spLocks/>
            </p:cNvSpPr>
            <p:nvPr/>
          </p:nvSpPr>
          <p:spPr bwMode="auto">
            <a:xfrm>
              <a:off x="-537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1 w 84"/>
                <a:gd name="T3" fmla="*/ 116 h 145"/>
                <a:gd name="T4" fmla="*/ 13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7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7 w 84"/>
                <a:gd name="T23" fmla="*/ 76 h 145"/>
                <a:gd name="T24" fmla="*/ 14 w 84"/>
                <a:gd name="T25" fmla="*/ 76 h 145"/>
                <a:gd name="T26" fmla="*/ 10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6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2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4 w 84"/>
                <a:gd name="T63" fmla="*/ 52 h 145"/>
                <a:gd name="T64" fmla="*/ 73 w 84"/>
                <a:gd name="T65" fmla="*/ 66 h 145"/>
                <a:gd name="T66" fmla="*/ 84 w 84"/>
                <a:gd name="T67" fmla="*/ 98 h 145"/>
                <a:gd name="T68" fmla="*/ 71 w 84"/>
                <a:gd name="T69" fmla="*/ 131 h 145"/>
                <a:gd name="T70" fmla="*/ 38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1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1" y="116"/>
                  </a:cubicBezTo>
                  <a:cubicBezTo>
                    <a:pt x="19" y="118"/>
                    <a:pt x="16" y="119"/>
                    <a:pt x="13" y="119"/>
                  </a:cubicBezTo>
                  <a:lnTo>
                    <a:pt x="11" y="119"/>
                  </a:lnTo>
                  <a:cubicBezTo>
                    <a:pt x="18" y="130"/>
                    <a:pt x="26" y="136"/>
                    <a:pt x="37" y="136"/>
                  </a:cubicBezTo>
                  <a:cubicBezTo>
                    <a:pt x="47" y="136"/>
                    <a:pt x="54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7" y="67"/>
                  </a:cubicBezTo>
                  <a:cubicBezTo>
                    <a:pt x="53" y="62"/>
                    <a:pt x="49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8" y="75"/>
                    <a:pt x="17" y="76"/>
                    <a:pt x="17" y="76"/>
                  </a:cubicBezTo>
                  <a:cubicBezTo>
                    <a:pt x="16" y="76"/>
                    <a:pt x="15" y="76"/>
                    <a:pt x="14" y="76"/>
                  </a:cubicBezTo>
                  <a:cubicBezTo>
                    <a:pt x="11" y="76"/>
                    <a:pt x="10" y="76"/>
                    <a:pt x="10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3" y="0"/>
                    <a:pt x="16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3" y="5"/>
                    <a:pt x="72" y="1"/>
                  </a:cubicBezTo>
                  <a:cubicBezTo>
                    <a:pt x="73" y="0"/>
                    <a:pt x="74" y="0"/>
                    <a:pt x="74" y="0"/>
                  </a:cubicBezTo>
                  <a:cubicBezTo>
                    <a:pt x="76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5" y="20"/>
                    <a:pt x="50" y="27"/>
                    <a:pt x="33" y="27"/>
                  </a:cubicBezTo>
                  <a:cubicBezTo>
                    <a:pt x="28" y="27"/>
                    <a:pt x="25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2" y="60"/>
                    <a:pt x="24" y="58"/>
                    <a:pt x="25" y="57"/>
                  </a:cubicBezTo>
                  <a:cubicBezTo>
                    <a:pt x="27" y="56"/>
                    <a:pt x="29" y="55"/>
                    <a:pt x="33" y="53"/>
                  </a:cubicBezTo>
                  <a:cubicBezTo>
                    <a:pt x="36" y="52"/>
                    <a:pt x="40" y="52"/>
                    <a:pt x="44" y="52"/>
                  </a:cubicBezTo>
                  <a:cubicBezTo>
                    <a:pt x="55" y="52"/>
                    <a:pt x="65" y="56"/>
                    <a:pt x="73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80" y="122"/>
                    <a:pt x="71" y="131"/>
                  </a:cubicBezTo>
                  <a:cubicBezTo>
                    <a:pt x="62" y="140"/>
                    <a:pt x="51" y="145"/>
                    <a:pt x="38" y="145"/>
                  </a:cubicBezTo>
                  <a:cubicBezTo>
                    <a:pt x="27" y="145"/>
                    <a:pt x="17" y="141"/>
                    <a:pt x="10" y="134"/>
                  </a:cubicBezTo>
                  <a:cubicBezTo>
                    <a:pt x="4" y="126"/>
                    <a:pt x="0" y="117"/>
                    <a:pt x="0" y="108"/>
                  </a:cubicBezTo>
                  <a:cubicBezTo>
                    <a:pt x="0" y="105"/>
                    <a:pt x="1" y="102"/>
                    <a:pt x="2" y="100"/>
                  </a:cubicBezTo>
                  <a:cubicBezTo>
                    <a:pt x="4" y="98"/>
                    <a:pt x="6" y="97"/>
                    <a:pt x="7" y="96"/>
                  </a:cubicBezTo>
                  <a:cubicBezTo>
                    <a:pt x="9" y="96"/>
                    <a:pt x="11" y="95"/>
                    <a:pt x="12" y="95"/>
                  </a:cubicBezTo>
                  <a:cubicBezTo>
                    <a:pt x="16" y="95"/>
                    <a:pt x="19" y="96"/>
                    <a:pt x="21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5" name="Freeform 89"/>
            <p:cNvSpPr>
              <a:spLocks/>
            </p:cNvSpPr>
            <p:nvPr/>
          </p:nvSpPr>
          <p:spPr bwMode="auto">
            <a:xfrm>
              <a:off x="-486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0 w 84"/>
                <a:gd name="T3" fmla="*/ 116 h 145"/>
                <a:gd name="T4" fmla="*/ 12 w 84"/>
                <a:gd name="T5" fmla="*/ 119 h 145"/>
                <a:gd name="T6" fmla="*/ 11 w 84"/>
                <a:gd name="T7" fmla="*/ 119 h 145"/>
                <a:gd name="T8" fmla="*/ 36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6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6 w 84"/>
                <a:gd name="T23" fmla="*/ 76 h 145"/>
                <a:gd name="T24" fmla="*/ 13 w 84"/>
                <a:gd name="T25" fmla="*/ 76 h 145"/>
                <a:gd name="T26" fmla="*/ 9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5 w 84"/>
                <a:gd name="T37" fmla="*/ 2 h 145"/>
                <a:gd name="T38" fmla="*/ 27 w 84"/>
                <a:gd name="T39" fmla="*/ 5 h 145"/>
                <a:gd name="T40" fmla="*/ 42 w 84"/>
                <a:gd name="T41" fmla="*/ 7 h 145"/>
                <a:gd name="T42" fmla="*/ 71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2 w 84"/>
                <a:gd name="T51" fmla="*/ 27 h 145"/>
                <a:gd name="T52" fmla="*/ 21 w 84"/>
                <a:gd name="T53" fmla="*/ 26 h 145"/>
                <a:gd name="T54" fmla="*/ 18 w 84"/>
                <a:gd name="T55" fmla="*/ 25 h 145"/>
                <a:gd name="T56" fmla="*/ 18 w 84"/>
                <a:gd name="T57" fmla="*/ 62 h 145"/>
                <a:gd name="T58" fmla="*/ 25 w 84"/>
                <a:gd name="T59" fmla="*/ 57 h 145"/>
                <a:gd name="T60" fmla="*/ 32 w 84"/>
                <a:gd name="T61" fmla="*/ 53 h 145"/>
                <a:gd name="T62" fmla="*/ 43 w 84"/>
                <a:gd name="T63" fmla="*/ 52 h 145"/>
                <a:gd name="T64" fmla="*/ 72 w 84"/>
                <a:gd name="T65" fmla="*/ 66 h 145"/>
                <a:gd name="T66" fmla="*/ 84 w 84"/>
                <a:gd name="T67" fmla="*/ 98 h 145"/>
                <a:gd name="T68" fmla="*/ 70 w 84"/>
                <a:gd name="T69" fmla="*/ 131 h 145"/>
                <a:gd name="T70" fmla="*/ 37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0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0" y="116"/>
                  </a:cubicBezTo>
                  <a:cubicBezTo>
                    <a:pt x="18" y="118"/>
                    <a:pt x="15" y="119"/>
                    <a:pt x="12" y="119"/>
                  </a:cubicBezTo>
                  <a:lnTo>
                    <a:pt x="11" y="119"/>
                  </a:lnTo>
                  <a:cubicBezTo>
                    <a:pt x="17" y="130"/>
                    <a:pt x="26" y="136"/>
                    <a:pt x="36" y="136"/>
                  </a:cubicBezTo>
                  <a:cubicBezTo>
                    <a:pt x="46" y="136"/>
                    <a:pt x="53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6" y="67"/>
                  </a:cubicBezTo>
                  <a:cubicBezTo>
                    <a:pt x="53" y="62"/>
                    <a:pt x="48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3" y="65"/>
                    <a:pt x="18" y="74"/>
                  </a:cubicBezTo>
                  <a:cubicBezTo>
                    <a:pt x="17" y="75"/>
                    <a:pt x="17" y="76"/>
                    <a:pt x="16" y="76"/>
                  </a:cubicBezTo>
                  <a:cubicBezTo>
                    <a:pt x="16" y="76"/>
                    <a:pt x="15" y="76"/>
                    <a:pt x="13" y="76"/>
                  </a:cubicBezTo>
                  <a:cubicBezTo>
                    <a:pt x="11" y="76"/>
                    <a:pt x="9" y="76"/>
                    <a:pt x="9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9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2" y="0"/>
                    <a:pt x="15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2" y="7"/>
                  </a:cubicBezTo>
                  <a:cubicBezTo>
                    <a:pt x="52" y="7"/>
                    <a:pt x="62" y="5"/>
                    <a:pt x="71" y="1"/>
                  </a:cubicBezTo>
                  <a:cubicBezTo>
                    <a:pt x="72" y="0"/>
                    <a:pt x="73" y="0"/>
                    <a:pt x="74" y="0"/>
                  </a:cubicBezTo>
                  <a:cubicBezTo>
                    <a:pt x="75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4" y="20"/>
                    <a:pt x="50" y="27"/>
                    <a:pt x="32" y="27"/>
                  </a:cubicBezTo>
                  <a:cubicBezTo>
                    <a:pt x="28" y="27"/>
                    <a:pt x="24" y="26"/>
                    <a:pt x="21" y="26"/>
                  </a:cubicBezTo>
                  <a:lnTo>
                    <a:pt x="18" y="25"/>
                  </a:lnTo>
                  <a:lnTo>
                    <a:pt x="18" y="62"/>
                  </a:lnTo>
                  <a:cubicBezTo>
                    <a:pt x="21" y="60"/>
                    <a:pt x="23" y="58"/>
                    <a:pt x="25" y="57"/>
                  </a:cubicBezTo>
                  <a:cubicBezTo>
                    <a:pt x="26" y="56"/>
                    <a:pt x="29" y="55"/>
                    <a:pt x="32" y="53"/>
                  </a:cubicBezTo>
                  <a:cubicBezTo>
                    <a:pt x="36" y="52"/>
                    <a:pt x="39" y="52"/>
                    <a:pt x="43" y="52"/>
                  </a:cubicBezTo>
                  <a:cubicBezTo>
                    <a:pt x="54" y="52"/>
                    <a:pt x="64" y="56"/>
                    <a:pt x="72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79" y="122"/>
                    <a:pt x="70" y="131"/>
                  </a:cubicBezTo>
                  <a:cubicBezTo>
                    <a:pt x="61" y="140"/>
                    <a:pt x="50" y="145"/>
                    <a:pt x="37" y="145"/>
                  </a:cubicBezTo>
                  <a:cubicBezTo>
                    <a:pt x="26" y="145"/>
                    <a:pt x="17" y="141"/>
                    <a:pt x="10" y="134"/>
                  </a:cubicBezTo>
                  <a:cubicBezTo>
                    <a:pt x="3" y="126"/>
                    <a:pt x="0" y="117"/>
                    <a:pt x="0" y="108"/>
                  </a:cubicBezTo>
                  <a:cubicBezTo>
                    <a:pt x="0" y="105"/>
                    <a:pt x="0" y="102"/>
                    <a:pt x="2" y="100"/>
                  </a:cubicBezTo>
                  <a:cubicBezTo>
                    <a:pt x="3" y="98"/>
                    <a:pt x="5" y="97"/>
                    <a:pt x="7" y="96"/>
                  </a:cubicBezTo>
                  <a:cubicBezTo>
                    <a:pt x="8" y="96"/>
                    <a:pt x="10" y="95"/>
                    <a:pt x="12" y="95"/>
                  </a:cubicBezTo>
                  <a:cubicBezTo>
                    <a:pt x="15" y="95"/>
                    <a:pt x="18" y="96"/>
                    <a:pt x="20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6" name="Freeform 90"/>
            <p:cNvSpPr>
              <a:spLocks/>
            </p:cNvSpPr>
            <p:nvPr/>
          </p:nvSpPr>
          <p:spPr bwMode="auto">
            <a:xfrm>
              <a:off x="-433" y="3365"/>
              <a:ext cx="14" cy="32"/>
            </a:xfrm>
            <a:custGeom>
              <a:avLst/>
              <a:gdLst>
                <a:gd name="T0" fmla="*/ 0 w 28"/>
                <a:gd name="T1" fmla="*/ 18 h 66"/>
                <a:gd name="T2" fmla="*/ 0 w 28"/>
                <a:gd name="T3" fmla="*/ 13 h 66"/>
                <a:gd name="T4" fmla="*/ 4 w 28"/>
                <a:gd name="T5" fmla="*/ 4 h 66"/>
                <a:gd name="T6" fmla="*/ 13 w 28"/>
                <a:gd name="T7" fmla="*/ 0 h 66"/>
                <a:gd name="T8" fmla="*/ 23 w 28"/>
                <a:gd name="T9" fmla="*/ 5 h 66"/>
                <a:gd name="T10" fmla="*/ 28 w 28"/>
                <a:gd name="T11" fmla="*/ 24 h 66"/>
                <a:gd name="T12" fmla="*/ 26 w 28"/>
                <a:gd name="T13" fmla="*/ 38 h 66"/>
                <a:gd name="T14" fmla="*/ 22 w 28"/>
                <a:gd name="T15" fmla="*/ 50 h 66"/>
                <a:gd name="T16" fmla="*/ 16 w 28"/>
                <a:gd name="T17" fmla="*/ 59 h 66"/>
                <a:gd name="T18" fmla="*/ 11 w 28"/>
                <a:gd name="T19" fmla="*/ 64 h 66"/>
                <a:gd name="T20" fmla="*/ 8 w 28"/>
                <a:gd name="T21" fmla="*/ 66 h 66"/>
                <a:gd name="T22" fmla="*/ 6 w 28"/>
                <a:gd name="T23" fmla="*/ 64 h 66"/>
                <a:gd name="T24" fmla="*/ 4 w 28"/>
                <a:gd name="T25" fmla="*/ 62 h 66"/>
                <a:gd name="T26" fmla="*/ 6 w 28"/>
                <a:gd name="T27" fmla="*/ 58 h 66"/>
                <a:gd name="T28" fmla="*/ 11 w 28"/>
                <a:gd name="T29" fmla="*/ 52 h 66"/>
                <a:gd name="T30" fmla="*/ 17 w 28"/>
                <a:gd name="T31" fmla="*/ 41 h 66"/>
                <a:gd name="T32" fmla="*/ 20 w 28"/>
                <a:gd name="T33" fmla="*/ 26 h 66"/>
                <a:gd name="T34" fmla="*/ 20 w 28"/>
                <a:gd name="T35" fmla="*/ 24 h 66"/>
                <a:gd name="T36" fmla="*/ 20 w 28"/>
                <a:gd name="T37" fmla="*/ 24 h 66"/>
                <a:gd name="T38" fmla="*/ 19 w 28"/>
                <a:gd name="T39" fmla="*/ 24 h 66"/>
                <a:gd name="T40" fmla="*/ 18 w 28"/>
                <a:gd name="T41" fmla="*/ 25 h 66"/>
                <a:gd name="T42" fmla="*/ 16 w 28"/>
                <a:gd name="T43" fmla="*/ 25 h 66"/>
                <a:gd name="T44" fmla="*/ 13 w 28"/>
                <a:gd name="T45" fmla="*/ 25 h 66"/>
                <a:gd name="T46" fmla="*/ 4 w 28"/>
                <a:gd name="T47" fmla="*/ 22 h 66"/>
                <a:gd name="T48" fmla="*/ 0 w 28"/>
                <a:gd name="T49" fmla="*/ 1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66">
                  <a:moveTo>
                    <a:pt x="0" y="18"/>
                  </a:moveTo>
                  <a:lnTo>
                    <a:pt x="0" y="13"/>
                  </a:lnTo>
                  <a:cubicBezTo>
                    <a:pt x="0" y="9"/>
                    <a:pt x="1" y="6"/>
                    <a:pt x="4" y="4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7" y="0"/>
                    <a:pt x="20" y="2"/>
                    <a:pt x="23" y="5"/>
                  </a:cubicBezTo>
                  <a:cubicBezTo>
                    <a:pt x="26" y="9"/>
                    <a:pt x="28" y="15"/>
                    <a:pt x="28" y="24"/>
                  </a:cubicBezTo>
                  <a:cubicBezTo>
                    <a:pt x="28" y="29"/>
                    <a:pt x="27" y="33"/>
                    <a:pt x="26" y="38"/>
                  </a:cubicBezTo>
                  <a:cubicBezTo>
                    <a:pt x="25" y="43"/>
                    <a:pt x="23" y="47"/>
                    <a:pt x="22" y="50"/>
                  </a:cubicBezTo>
                  <a:cubicBezTo>
                    <a:pt x="20" y="53"/>
                    <a:pt x="18" y="56"/>
                    <a:pt x="16" y="59"/>
                  </a:cubicBezTo>
                  <a:cubicBezTo>
                    <a:pt x="14" y="61"/>
                    <a:pt x="13" y="63"/>
                    <a:pt x="11" y="64"/>
                  </a:cubicBezTo>
                  <a:cubicBezTo>
                    <a:pt x="10" y="66"/>
                    <a:pt x="9" y="66"/>
                    <a:pt x="8" y="66"/>
                  </a:cubicBezTo>
                  <a:cubicBezTo>
                    <a:pt x="8" y="66"/>
                    <a:pt x="7" y="66"/>
                    <a:pt x="6" y="64"/>
                  </a:cubicBezTo>
                  <a:cubicBezTo>
                    <a:pt x="4" y="63"/>
                    <a:pt x="4" y="62"/>
                    <a:pt x="4" y="62"/>
                  </a:cubicBezTo>
                  <a:cubicBezTo>
                    <a:pt x="4" y="61"/>
                    <a:pt x="5" y="60"/>
                    <a:pt x="6" y="58"/>
                  </a:cubicBezTo>
                  <a:cubicBezTo>
                    <a:pt x="8" y="57"/>
                    <a:pt x="9" y="55"/>
                    <a:pt x="11" y="52"/>
                  </a:cubicBezTo>
                  <a:cubicBezTo>
                    <a:pt x="13" y="49"/>
                    <a:pt x="15" y="46"/>
                    <a:pt x="17" y="41"/>
                  </a:cubicBezTo>
                  <a:cubicBezTo>
                    <a:pt x="19" y="37"/>
                    <a:pt x="20" y="32"/>
                    <a:pt x="20" y="26"/>
                  </a:cubicBezTo>
                  <a:lnTo>
                    <a:pt x="20" y="24"/>
                  </a:lnTo>
                  <a:lnTo>
                    <a:pt x="20" y="24"/>
                  </a:lnTo>
                  <a:cubicBezTo>
                    <a:pt x="20" y="24"/>
                    <a:pt x="19" y="24"/>
                    <a:pt x="19" y="24"/>
                  </a:cubicBezTo>
                  <a:cubicBezTo>
                    <a:pt x="19" y="24"/>
                    <a:pt x="18" y="24"/>
                    <a:pt x="18" y="25"/>
                  </a:cubicBezTo>
                  <a:cubicBezTo>
                    <a:pt x="17" y="25"/>
                    <a:pt x="17" y="25"/>
                    <a:pt x="16" y="25"/>
                  </a:cubicBezTo>
                  <a:cubicBezTo>
                    <a:pt x="15" y="25"/>
                    <a:pt x="14" y="25"/>
                    <a:pt x="13" y="25"/>
                  </a:cubicBezTo>
                  <a:cubicBezTo>
                    <a:pt x="10" y="25"/>
                    <a:pt x="6" y="24"/>
                    <a:pt x="4" y="22"/>
                  </a:cubicBezTo>
                  <a:lnTo>
                    <a:pt x="0" y="1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7" name="Rectangle 91"/>
            <p:cNvSpPr>
              <a:spLocks noChangeArrowheads="1"/>
            </p:cNvSpPr>
            <p:nvPr/>
          </p:nvSpPr>
          <p:spPr bwMode="auto">
            <a:xfrm>
              <a:off x="-383" y="3349"/>
              <a:ext cx="258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8" name="Freeform 92"/>
            <p:cNvSpPr>
              <a:spLocks noEditPoints="1"/>
            </p:cNvSpPr>
            <p:nvPr/>
          </p:nvSpPr>
          <p:spPr bwMode="auto">
            <a:xfrm>
              <a:off x="-323" y="3241"/>
              <a:ext cx="41" cy="70"/>
            </a:xfrm>
            <a:custGeom>
              <a:avLst/>
              <a:gdLst>
                <a:gd name="T0" fmla="*/ 65 w 87"/>
                <a:gd name="T1" fmla="*/ 80 h 145"/>
                <a:gd name="T2" fmla="*/ 40 w 87"/>
                <a:gd name="T3" fmla="*/ 96 h 145"/>
                <a:gd name="T4" fmla="*/ 13 w 87"/>
                <a:gd name="T5" fmla="*/ 84 h 145"/>
                <a:gd name="T6" fmla="*/ 0 w 87"/>
                <a:gd name="T7" fmla="*/ 57 h 145"/>
                <a:gd name="T8" fmla="*/ 0 w 87"/>
                <a:gd name="T9" fmla="*/ 49 h 145"/>
                <a:gd name="T10" fmla="*/ 0 w 87"/>
                <a:gd name="T11" fmla="*/ 47 h 145"/>
                <a:gd name="T12" fmla="*/ 14 w 87"/>
                <a:gd name="T13" fmla="*/ 13 h 145"/>
                <a:gd name="T14" fmla="*/ 42 w 87"/>
                <a:gd name="T15" fmla="*/ 0 h 145"/>
                <a:gd name="T16" fmla="*/ 44 w 87"/>
                <a:gd name="T17" fmla="*/ 0 h 145"/>
                <a:gd name="T18" fmla="*/ 45 w 87"/>
                <a:gd name="T19" fmla="*/ 1 h 145"/>
                <a:gd name="T20" fmla="*/ 46 w 87"/>
                <a:gd name="T21" fmla="*/ 1 h 145"/>
                <a:gd name="T22" fmla="*/ 51 w 87"/>
                <a:gd name="T23" fmla="*/ 1 h 145"/>
                <a:gd name="T24" fmla="*/ 59 w 87"/>
                <a:gd name="T25" fmla="*/ 3 h 145"/>
                <a:gd name="T26" fmla="*/ 69 w 87"/>
                <a:gd name="T27" fmla="*/ 10 h 145"/>
                <a:gd name="T28" fmla="*/ 78 w 87"/>
                <a:gd name="T29" fmla="*/ 23 h 145"/>
                <a:gd name="T30" fmla="*/ 87 w 87"/>
                <a:gd name="T31" fmla="*/ 70 h 145"/>
                <a:gd name="T32" fmla="*/ 75 w 87"/>
                <a:gd name="T33" fmla="*/ 120 h 145"/>
                <a:gd name="T34" fmla="*/ 57 w 87"/>
                <a:gd name="T35" fmla="*/ 139 h 145"/>
                <a:gd name="T36" fmla="*/ 35 w 87"/>
                <a:gd name="T37" fmla="*/ 145 h 145"/>
                <a:gd name="T38" fmla="*/ 14 w 87"/>
                <a:gd name="T39" fmla="*/ 139 h 145"/>
                <a:gd name="T40" fmla="*/ 5 w 87"/>
                <a:gd name="T41" fmla="*/ 121 h 145"/>
                <a:gd name="T42" fmla="*/ 17 w 87"/>
                <a:gd name="T43" fmla="*/ 109 h 145"/>
                <a:gd name="T44" fmla="*/ 24 w 87"/>
                <a:gd name="T45" fmla="*/ 112 h 145"/>
                <a:gd name="T46" fmla="*/ 27 w 87"/>
                <a:gd name="T47" fmla="*/ 121 h 145"/>
                <a:gd name="T48" fmla="*/ 26 w 87"/>
                <a:gd name="T49" fmla="*/ 127 h 145"/>
                <a:gd name="T50" fmla="*/ 22 w 87"/>
                <a:gd name="T51" fmla="*/ 130 h 145"/>
                <a:gd name="T52" fmla="*/ 19 w 87"/>
                <a:gd name="T53" fmla="*/ 132 h 145"/>
                <a:gd name="T54" fmla="*/ 19 w 87"/>
                <a:gd name="T55" fmla="*/ 132 h 145"/>
                <a:gd name="T56" fmla="*/ 20 w 87"/>
                <a:gd name="T57" fmla="*/ 133 h 145"/>
                <a:gd name="T58" fmla="*/ 26 w 87"/>
                <a:gd name="T59" fmla="*/ 135 h 145"/>
                <a:gd name="T60" fmla="*/ 34 w 87"/>
                <a:gd name="T61" fmla="*/ 136 h 145"/>
                <a:gd name="T62" fmla="*/ 36 w 87"/>
                <a:gd name="T63" fmla="*/ 136 h 145"/>
                <a:gd name="T64" fmla="*/ 57 w 87"/>
                <a:gd name="T65" fmla="*/ 123 h 145"/>
                <a:gd name="T66" fmla="*/ 65 w 87"/>
                <a:gd name="T67" fmla="*/ 82 h 145"/>
                <a:gd name="T68" fmla="*/ 65 w 87"/>
                <a:gd name="T69" fmla="*/ 80 h 145"/>
                <a:gd name="T70" fmla="*/ 42 w 87"/>
                <a:gd name="T71" fmla="*/ 88 h 145"/>
                <a:gd name="T72" fmla="*/ 59 w 87"/>
                <a:gd name="T73" fmla="*/ 78 h 145"/>
                <a:gd name="T74" fmla="*/ 65 w 87"/>
                <a:gd name="T75" fmla="*/ 50 h 145"/>
                <a:gd name="T76" fmla="*/ 63 w 87"/>
                <a:gd name="T77" fmla="*/ 26 h 145"/>
                <a:gd name="T78" fmla="*/ 62 w 87"/>
                <a:gd name="T79" fmla="*/ 22 h 145"/>
                <a:gd name="T80" fmla="*/ 59 w 87"/>
                <a:gd name="T81" fmla="*/ 17 h 145"/>
                <a:gd name="T82" fmla="*/ 53 w 87"/>
                <a:gd name="T83" fmla="*/ 11 h 145"/>
                <a:gd name="T84" fmla="*/ 43 w 87"/>
                <a:gd name="T85" fmla="*/ 9 h 145"/>
                <a:gd name="T86" fmla="*/ 29 w 87"/>
                <a:gd name="T87" fmla="*/ 15 h 145"/>
                <a:gd name="T88" fmla="*/ 23 w 87"/>
                <a:gd name="T89" fmla="*/ 26 h 145"/>
                <a:gd name="T90" fmla="*/ 22 w 87"/>
                <a:gd name="T91" fmla="*/ 48 h 145"/>
                <a:gd name="T92" fmla="*/ 23 w 87"/>
                <a:gd name="T93" fmla="*/ 71 h 145"/>
                <a:gd name="T94" fmla="*/ 27 w 87"/>
                <a:gd name="T95" fmla="*/ 81 h 145"/>
                <a:gd name="T96" fmla="*/ 42 w 87"/>
                <a:gd name="T97" fmla="*/ 88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7" h="145">
                  <a:moveTo>
                    <a:pt x="65" y="80"/>
                  </a:moveTo>
                  <a:cubicBezTo>
                    <a:pt x="59" y="91"/>
                    <a:pt x="50" y="96"/>
                    <a:pt x="40" y="96"/>
                  </a:cubicBezTo>
                  <a:cubicBezTo>
                    <a:pt x="29" y="96"/>
                    <a:pt x="20" y="92"/>
                    <a:pt x="13" y="84"/>
                  </a:cubicBezTo>
                  <a:cubicBezTo>
                    <a:pt x="6" y="76"/>
                    <a:pt x="2" y="67"/>
                    <a:pt x="0" y="57"/>
                  </a:cubicBezTo>
                  <a:cubicBezTo>
                    <a:pt x="0" y="55"/>
                    <a:pt x="0" y="52"/>
                    <a:pt x="0" y="49"/>
                  </a:cubicBezTo>
                  <a:lnTo>
                    <a:pt x="0" y="47"/>
                  </a:lnTo>
                  <a:cubicBezTo>
                    <a:pt x="0" y="34"/>
                    <a:pt x="5" y="23"/>
                    <a:pt x="14" y="13"/>
                  </a:cubicBezTo>
                  <a:cubicBezTo>
                    <a:pt x="23" y="5"/>
                    <a:pt x="32" y="0"/>
                    <a:pt x="42" y="0"/>
                  </a:cubicBezTo>
                  <a:lnTo>
                    <a:pt x="44" y="0"/>
                  </a:lnTo>
                  <a:cubicBezTo>
                    <a:pt x="44" y="0"/>
                    <a:pt x="45" y="0"/>
                    <a:pt x="45" y="1"/>
                  </a:cubicBezTo>
                  <a:lnTo>
                    <a:pt x="46" y="1"/>
                  </a:lnTo>
                  <a:cubicBezTo>
                    <a:pt x="48" y="1"/>
                    <a:pt x="50" y="1"/>
                    <a:pt x="51" y="1"/>
                  </a:cubicBezTo>
                  <a:cubicBezTo>
                    <a:pt x="53" y="1"/>
                    <a:pt x="56" y="2"/>
                    <a:pt x="59" y="3"/>
                  </a:cubicBezTo>
                  <a:cubicBezTo>
                    <a:pt x="63" y="5"/>
                    <a:pt x="66" y="7"/>
                    <a:pt x="69" y="10"/>
                  </a:cubicBezTo>
                  <a:cubicBezTo>
                    <a:pt x="72" y="13"/>
                    <a:pt x="75" y="17"/>
                    <a:pt x="78" y="23"/>
                  </a:cubicBezTo>
                  <a:cubicBezTo>
                    <a:pt x="84" y="35"/>
                    <a:pt x="87" y="51"/>
                    <a:pt x="87" y="70"/>
                  </a:cubicBezTo>
                  <a:cubicBezTo>
                    <a:pt x="87" y="90"/>
                    <a:pt x="83" y="107"/>
                    <a:pt x="75" y="120"/>
                  </a:cubicBezTo>
                  <a:cubicBezTo>
                    <a:pt x="70" y="128"/>
                    <a:pt x="64" y="134"/>
                    <a:pt x="57" y="139"/>
                  </a:cubicBezTo>
                  <a:cubicBezTo>
                    <a:pt x="50" y="143"/>
                    <a:pt x="43" y="145"/>
                    <a:pt x="35" y="145"/>
                  </a:cubicBezTo>
                  <a:cubicBezTo>
                    <a:pt x="26" y="145"/>
                    <a:pt x="19" y="143"/>
                    <a:pt x="14" y="139"/>
                  </a:cubicBezTo>
                  <a:cubicBezTo>
                    <a:pt x="8" y="135"/>
                    <a:pt x="5" y="129"/>
                    <a:pt x="5" y="121"/>
                  </a:cubicBezTo>
                  <a:cubicBezTo>
                    <a:pt x="5" y="113"/>
                    <a:pt x="9" y="109"/>
                    <a:pt x="17" y="109"/>
                  </a:cubicBezTo>
                  <a:cubicBezTo>
                    <a:pt x="20" y="109"/>
                    <a:pt x="22" y="110"/>
                    <a:pt x="24" y="112"/>
                  </a:cubicBezTo>
                  <a:cubicBezTo>
                    <a:pt x="26" y="114"/>
                    <a:pt x="27" y="117"/>
                    <a:pt x="27" y="121"/>
                  </a:cubicBezTo>
                  <a:cubicBezTo>
                    <a:pt x="27" y="123"/>
                    <a:pt x="27" y="125"/>
                    <a:pt x="26" y="127"/>
                  </a:cubicBezTo>
                  <a:cubicBezTo>
                    <a:pt x="24" y="129"/>
                    <a:pt x="23" y="130"/>
                    <a:pt x="22" y="130"/>
                  </a:cubicBezTo>
                  <a:cubicBezTo>
                    <a:pt x="21" y="131"/>
                    <a:pt x="20" y="131"/>
                    <a:pt x="19" y="132"/>
                  </a:cubicBezTo>
                  <a:lnTo>
                    <a:pt x="19" y="132"/>
                  </a:lnTo>
                  <a:cubicBezTo>
                    <a:pt x="19" y="132"/>
                    <a:pt x="19" y="132"/>
                    <a:pt x="20" y="133"/>
                  </a:cubicBezTo>
                  <a:cubicBezTo>
                    <a:pt x="21" y="134"/>
                    <a:pt x="23" y="134"/>
                    <a:pt x="26" y="135"/>
                  </a:cubicBezTo>
                  <a:cubicBezTo>
                    <a:pt x="28" y="136"/>
                    <a:pt x="31" y="136"/>
                    <a:pt x="34" y="136"/>
                  </a:cubicBezTo>
                  <a:lnTo>
                    <a:pt x="36" y="136"/>
                  </a:lnTo>
                  <a:cubicBezTo>
                    <a:pt x="44" y="136"/>
                    <a:pt x="51" y="132"/>
                    <a:pt x="57" y="123"/>
                  </a:cubicBezTo>
                  <a:cubicBezTo>
                    <a:pt x="63" y="115"/>
                    <a:pt x="65" y="101"/>
                    <a:pt x="65" y="82"/>
                  </a:cubicBezTo>
                  <a:lnTo>
                    <a:pt x="65" y="80"/>
                  </a:lnTo>
                  <a:close/>
                  <a:moveTo>
                    <a:pt x="42" y="88"/>
                  </a:moveTo>
                  <a:cubicBezTo>
                    <a:pt x="49" y="88"/>
                    <a:pt x="55" y="85"/>
                    <a:pt x="59" y="78"/>
                  </a:cubicBezTo>
                  <a:cubicBezTo>
                    <a:pt x="63" y="71"/>
                    <a:pt x="65" y="62"/>
                    <a:pt x="65" y="50"/>
                  </a:cubicBezTo>
                  <a:cubicBezTo>
                    <a:pt x="65" y="39"/>
                    <a:pt x="64" y="31"/>
                    <a:pt x="63" y="26"/>
                  </a:cubicBezTo>
                  <a:cubicBezTo>
                    <a:pt x="63" y="25"/>
                    <a:pt x="63" y="24"/>
                    <a:pt x="62" y="22"/>
                  </a:cubicBezTo>
                  <a:cubicBezTo>
                    <a:pt x="62" y="21"/>
                    <a:pt x="61" y="19"/>
                    <a:pt x="59" y="17"/>
                  </a:cubicBezTo>
                  <a:cubicBezTo>
                    <a:pt x="58" y="15"/>
                    <a:pt x="56" y="13"/>
                    <a:pt x="53" y="11"/>
                  </a:cubicBezTo>
                  <a:cubicBezTo>
                    <a:pt x="50" y="10"/>
                    <a:pt x="47" y="9"/>
                    <a:pt x="43" y="9"/>
                  </a:cubicBezTo>
                  <a:cubicBezTo>
                    <a:pt x="38" y="9"/>
                    <a:pt x="33" y="11"/>
                    <a:pt x="29" y="15"/>
                  </a:cubicBezTo>
                  <a:cubicBezTo>
                    <a:pt x="26" y="18"/>
                    <a:pt x="24" y="21"/>
                    <a:pt x="23" y="26"/>
                  </a:cubicBezTo>
                  <a:cubicBezTo>
                    <a:pt x="23" y="30"/>
                    <a:pt x="22" y="37"/>
                    <a:pt x="22" y="48"/>
                  </a:cubicBezTo>
                  <a:cubicBezTo>
                    <a:pt x="22" y="59"/>
                    <a:pt x="22" y="67"/>
                    <a:pt x="23" y="71"/>
                  </a:cubicBezTo>
                  <a:cubicBezTo>
                    <a:pt x="24" y="75"/>
                    <a:pt x="25" y="79"/>
                    <a:pt x="27" y="81"/>
                  </a:cubicBezTo>
                  <a:cubicBezTo>
                    <a:pt x="31" y="86"/>
                    <a:pt x="36" y="88"/>
                    <a:pt x="42" y="8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99" name="Freeform 93"/>
            <p:cNvSpPr>
              <a:spLocks noEditPoints="1"/>
            </p:cNvSpPr>
            <p:nvPr/>
          </p:nvSpPr>
          <p:spPr bwMode="auto">
            <a:xfrm>
              <a:off x="-273" y="3241"/>
              <a:ext cx="43" cy="70"/>
            </a:xfrm>
            <a:custGeom>
              <a:avLst/>
              <a:gdLst>
                <a:gd name="T0" fmla="*/ 12 w 89"/>
                <a:gd name="T1" fmla="*/ 17 h 145"/>
                <a:gd name="T2" fmla="*/ 44 w 89"/>
                <a:gd name="T3" fmla="*/ 0 h 145"/>
                <a:gd name="T4" fmla="*/ 64 w 89"/>
                <a:gd name="T5" fmla="*/ 6 h 145"/>
                <a:gd name="T6" fmla="*/ 81 w 89"/>
                <a:gd name="T7" fmla="*/ 25 h 145"/>
                <a:gd name="T8" fmla="*/ 89 w 89"/>
                <a:gd name="T9" fmla="*/ 73 h 145"/>
                <a:gd name="T10" fmla="*/ 79 w 89"/>
                <a:gd name="T11" fmla="*/ 123 h 145"/>
                <a:gd name="T12" fmla="*/ 68 w 89"/>
                <a:gd name="T13" fmla="*/ 137 h 145"/>
                <a:gd name="T14" fmla="*/ 55 w 89"/>
                <a:gd name="T15" fmla="*/ 144 h 145"/>
                <a:gd name="T16" fmla="*/ 44 w 89"/>
                <a:gd name="T17" fmla="*/ 145 h 145"/>
                <a:gd name="T18" fmla="*/ 33 w 89"/>
                <a:gd name="T19" fmla="*/ 144 h 145"/>
                <a:gd name="T20" fmla="*/ 20 w 89"/>
                <a:gd name="T21" fmla="*/ 137 h 145"/>
                <a:gd name="T22" fmla="*/ 9 w 89"/>
                <a:gd name="T23" fmla="*/ 123 h 145"/>
                <a:gd name="T24" fmla="*/ 0 w 89"/>
                <a:gd name="T25" fmla="*/ 73 h 145"/>
                <a:gd name="T26" fmla="*/ 12 w 89"/>
                <a:gd name="T27" fmla="*/ 17 h 145"/>
                <a:gd name="T28" fmla="*/ 59 w 89"/>
                <a:gd name="T29" fmla="*/ 15 h 145"/>
                <a:gd name="T30" fmla="*/ 44 w 89"/>
                <a:gd name="T31" fmla="*/ 8 h 145"/>
                <a:gd name="T32" fmla="*/ 29 w 89"/>
                <a:gd name="T33" fmla="*/ 15 h 145"/>
                <a:gd name="T34" fmla="*/ 22 w 89"/>
                <a:gd name="T35" fmla="*/ 30 h 145"/>
                <a:gd name="T36" fmla="*/ 20 w 89"/>
                <a:gd name="T37" fmla="*/ 71 h 145"/>
                <a:gd name="T38" fmla="*/ 22 w 89"/>
                <a:gd name="T39" fmla="*/ 114 h 145"/>
                <a:gd name="T40" fmla="*/ 30 w 89"/>
                <a:gd name="T41" fmla="*/ 131 h 145"/>
                <a:gd name="T42" fmla="*/ 44 w 89"/>
                <a:gd name="T43" fmla="*/ 137 h 145"/>
                <a:gd name="T44" fmla="*/ 59 w 89"/>
                <a:gd name="T45" fmla="*/ 131 h 145"/>
                <a:gd name="T46" fmla="*/ 66 w 89"/>
                <a:gd name="T47" fmla="*/ 113 h 145"/>
                <a:gd name="T48" fmla="*/ 68 w 89"/>
                <a:gd name="T49" fmla="*/ 71 h 145"/>
                <a:gd name="T50" fmla="*/ 66 w 89"/>
                <a:gd name="T51" fmla="*/ 30 h 145"/>
                <a:gd name="T52" fmla="*/ 59 w 89"/>
                <a:gd name="T53" fmla="*/ 1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9" h="145">
                  <a:moveTo>
                    <a:pt x="12" y="17"/>
                  </a:moveTo>
                  <a:cubicBezTo>
                    <a:pt x="20" y="6"/>
                    <a:pt x="30" y="0"/>
                    <a:pt x="44" y="0"/>
                  </a:cubicBezTo>
                  <a:cubicBezTo>
                    <a:pt x="51" y="0"/>
                    <a:pt x="58" y="2"/>
                    <a:pt x="64" y="6"/>
                  </a:cubicBezTo>
                  <a:cubicBezTo>
                    <a:pt x="71" y="9"/>
                    <a:pt x="76" y="16"/>
                    <a:pt x="81" y="25"/>
                  </a:cubicBezTo>
                  <a:cubicBezTo>
                    <a:pt x="86" y="37"/>
                    <a:pt x="89" y="53"/>
                    <a:pt x="89" y="73"/>
                  </a:cubicBezTo>
                  <a:cubicBezTo>
                    <a:pt x="89" y="95"/>
                    <a:pt x="85" y="112"/>
                    <a:pt x="79" y="123"/>
                  </a:cubicBezTo>
                  <a:cubicBezTo>
                    <a:pt x="77" y="129"/>
                    <a:pt x="73" y="134"/>
                    <a:pt x="68" y="137"/>
                  </a:cubicBezTo>
                  <a:cubicBezTo>
                    <a:pt x="63" y="141"/>
                    <a:pt x="59" y="143"/>
                    <a:pt x="55" y="144"/>
                  </a:cubicBezTo>
                  <a:cubicBezTo>
                    <a:pt x="51" y="145"/>
                    <a:pt x="48" y="145"/>
                    <a:pt x="44" y="145"/>
                  </a:cubicBezTo>
                  <a:cubicBezTo>
                    <a:pt x="41" y="145"/>
                    <a:pt x="37" y="145"/>
                    <a:pt x="33" y="144"/>
                  </a:cubicBezTo>
                  <a:cubicBezTo>
                    <a:pt x="30" y="143"/>
                    <a:pt x="25" y="141"/>
                    <a:pt x="20" y="137"/>
                  </a:cubicBezTo>
                  <a:cubicBezTo>
                    <a:pt x="15" y="134"/>
                    <a:pt x="12" y="129"/>
                    <a:pt x="9" y="123"/>
                  </a:cubicBezTo>
                  <a:cubicBezTo>
                    <a:pt x="3" y="112"/>
                    <a:pt x="0" y="95"/>
                    <a:pt x="0" y="73"/>
                  </a:cubicBezTo>
                  <a:cubicBezTo>
                    <a:pt x="0" y="49"/>
                    <a:pt x="4" y="30"/>
                    <a:pt x="12" y="17"/>
                  </a:cubicBezTo>
                  <a:close/>
                  <a:moveTo>
                    <a:pt x="59" y="15"/>
                  </a:moveTo>
                  <a:cubicBezTo>
                    <a:pt x="55" y="10"/>
                    <a:pt x="50" y="8"/>
                    <a:pt x="44" y="8"/>
                  </a:cubicBezTo>
                  <a:cubicBezTo>
                    <a:pt x="38" y="8"/>
                    <a:pt x="33" y="10"/>
                    <a:pt x="29" y="15"/>
                  </a:cubicBezTo>
                  <a:cubicBezTo>
                    <a:pt x="26" y="19"/>
                    <a:pt x="23" y="24"/>
                    <a:pt x="22" y="30"/>
                  </a:cubicBezTo>
                  <a:cubicBezTo>
                    <a:pt x="21" y="37"/>
                    <a:pt x="20" y="50"/>
                    <a:pt x="20" y="71"/>
                  </a:cubicBezTo>
                  <a:cubicBezTo>
                    <a:pt x="20" y="93"/>
                    <a:pt x="21" y="107"/>
                    <a:pt x="22" y="114"/>
                  </a:cubicBezTo>
                  <a:cubicBezTo>
                    <a:pt x="23" y="121"/>
                    <a:pt x="26" y="127"/>
                    <a:pt x="30" y="131"/>
                  </a:cubicBezTo>
                  <a:cubicBezTo>
                    <a:pt x="34" y="135"/>
                    <a:pt x="38" y="137"/>
                    <a:pt x="44" y="137"/>
                  </a:cubicBezTo>
                  <a:cubicBezTo>
                    <a:pt x="50" y="137"/>
                    <a:pt x="55" y="135"/>
                    <a:pt x="59" y="131"/>
                  </a:cubicBezTo>
                  <a:cubicBezTo>
                    <a:pt x="63" y="127"/>
                    <a:pt x="65" y="121"/>
                    <a:pt x="66" y="113"/>
                  </a:cubicBezTo>
                  <a:cubicBezTo>
                    <a:pt x="67" y="106"/>
                    <a:pt x="68" y="92"/>
                    <a:pt x="68" y="71"/>
                  </a:cubicBezTo>
                  <a:cubicBezTo>
                    <a:pt x="68" y="50"/>
                    <a:pt x="67" y="37"/>
                    <a:pt x="66" y="30"/>
                  </a:cubicBezTo>
                  <a:cubicBezTo>
                    <a:pt x="65" y="24"/>
                    <a:pt x="63" y="19"/>
                    <a:pt x="59" y="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0" name="Freeform 94"/>
            <p:cNvSpPr>
              <a:spLocks/>
            </p:cNvSpPr>
            <p:nvPr/>
          </p:nvSpPr>
          <p:spPr bwMode="auto">
            <a:xfrm>
              <a:off x="-223" y="3221"/>
              <a:ext cx="29" cy="48"/>
            </a:xfrm>
            <a:custGeom>
              <a:avLst/>
              <a:gdLst>
                <a:gd name="T0" fmla="*/ 8 w 59"/>
                <a:gd name="T1" fmla="*/ 36 h 100"/>
                <a:gd name="T2" fmla="*/ 2 w 59"/>
                <a:gd name="T3" fmla="*/ 33 h 100"/>
                <a:gd name="T4" fmla="*/ 0 w 59"/>
                <a:gd name="T5" fmla="*/ 26 h 100"/>
                <a:gd name="T6" fmla="*/ 7 w 59"/>
                <a:gd name="T7" fmla="*/ 8 h 100"/>
                <a:gd name="T8" fmla="*/ 27 w 59"/>
                <a:gd name="T9" fmla="*/ 0 h 100"/>
                <a:gd name="T10" fmla="*/ 50 w 59"/>
                <a:gd name="T11" fmla="*/ 9 h 100"/>
                <a:gd name="T12" fmla="*/ 59 w 59"/>
                <a:gd name="T13" fmla="*/ 30 h 100"/>
                <a:gd name="T14" fmla="*/ 56 w 59"/>
                <a:gd name="T15" fmla="*/ 43 h 100"/>
                <a:gd name="T16" fmla="*/ 49 w 59"/>
                <a:gd name="T17" fmla="*/ 53 h 100"/>
                <a:gd name="T18" fmla="*/ 37 w 59"/>
                <a:gd name="T19" fmla="*/ 64 h 100"/>
                <a:gd name="T20" fmla="*/ 22 w 59"/>
                <a:gd name="T21" fmla="*/ 77 h 100"/>
                <a:gd name="T22" fmla="*/ 13 w 59"/>
                <a:gd name="T23" fmla="*/ 86 h 100"/>
                <a:gd name="T24" fmla="*/ 25 w 59"/>
                <a:gd name="T25" fmla="*/ 86 h 100"/>
                <a:gd name="T26" fmla="*/ 49 w 59"/>
                <a:gd name="T27" fmla="*/ 85 h 100"/>
                <a:gd name="T28" fmla="*/ 53 w 59"/>
                <a:gd name="T29" fmla="*/ 72 h 100"/>
                <a:gd name="T30" fmla="*/ 53 w 59"/>
                <a:gd name="T31" fmla="*/ 72 h 100"/>
                <a:gd name="T32" fmla="*/ 59 w 59"/>
                <a:gd name="T33" fmla="*/ 72 h 100"/>
                <a:gd name="T34" fmla="*/ 59 w 59"/>
                <a:gd name="T35" fmla="*/ 72 h 100"/>
                <a:gd name="T36" fmla="*/ 57 w 59"/>
                <a:gd name="T37" fmla="*/ 86 h 100"/>
                <a:gd name="T38" fmla="*/ 55 w 59"/>
                <a:gd name="T39" fmla="*/ 99 h 100"/>
                <a:gd name="T40" fmla="*/ 55 w 59"/>
                <a:gd name="T41" fmla="*/ 100 h 100"/>
                <a:gd name="T42" fmla="*/ 0 w 59"/>
                <a:gd name="T43" fmla="*/ 100 h 100"/>
                <a:gd name="T44" fmla="*/ 0 w 59"/>
                <a:gd name="T45" fmla="*/ 97 h 100"/>
                <a:gd name="T46" fmla="*/ 0 w 59"/>
                <a:gd name="T47" fmla="*/ 95 h 100"/>
                <a:gd name="T48" fmla="*/ 0 w 59"/>
                <a:gd name="T49" fmla="*/ 93 h 100"/>
                <a:gd name="T50" fmla="*/ 5 w 59"/>
                <a:gd name="T51" fmla="*/ 88 h 100"/>
                <a:gd name="T52" fmla="*/ 12 w 59"/>
                <a:gd name="T53" fmla="*/ 79 h 100"/>
                <a:gd name="T54" fmla="*/ 17 w 59"/>
                <a:gd name="T55" fmla="*/ 74 h 100"/>
                <a:gd name="T56" fmla="*/ 22 w 59"/>
                <a:gd name="T57" fmla="*/ 68 h 100"/>
                <a:gd name="T58" fmla="*/ 27 w 59"/>
                <a:gd name="T59" fmla="*/ 63 h 100"/>
                <a:gd name="T60" fmla="*/ 31 w 59"/>
                <a:gd name="T61" fmla="*/ 58 h 100"/>
                <a:gd name="T62" fmla="*/ 34 w 59"/>
                <a:gd name="T63" fmla="*/ 54 h 100"/>
                <a:gd name="T64" fmla="*/ 38 w 59"/>
                <a:gd name="T65" fmla="*/ 49 h 100"/>
                <a:gd name="T66" fmla="*/ 40 w 59"/>
                <a:gd name="T67" fmla="*/ 45 h 100"/>
                <a:gd name="T68" fmla="*/ 42 w 59"/>
                <a:gd name="T69" fmla="*/ 40 h 100"/>
                <a:gd name="T70" fmla="*/ 43 w 59"/>
                <a:gd name="T71" fmla="*/ 35 h 100"/>
                <a:gd name="T72" fmla="*/ 43 w 59"/>
                <a:gd name="T73" fmla="*/ 31 h 100"/>
                <a:gd name="T74" fmla="*/ 38 w 59"/>
                <a:gd name="T75" fmla="*/ 14 h 100"/>
                <a:gd name="T76" fmla="*/ 24 w 59"/>
                <a:gd name="T77" fmla="*/ 7 h 100"/>
                <a:gd name="T78" fmla="*/ 15 w 59"/>
                <a:gd name="T79" fmla="*/ 10 h 100"/>
                <a:gd name="T80" fmla="*/ 10 w 59"/>
                <a:gd name="T81" fmla="*/ 15 h 100"/>
                <a:gd name="T82" fmla="*/ 8 w 59"/>
                <a:gd name="T83" fmla="*/ 18 h 100"/>
                <a:gd name="T84" fmla="*/ 9 w 59"/>
                <a:gd name="T85" fmla="*/ 18 h 100"/>
                <a:gd name="T86" fmla="*/ 15 w 59"/>
                <a:gd name="T87" fmla="*/ 20 h 100"/>
                <a:gd name="T88" fmla="*/ 17 w 59"/>
                <a:gd name="T89" fmla="*/ 27 h 100"/>
                <a:gd name="T90" fmla="*/ 15 w 59"/>
                <a:gd name="T91" fmla="*/ 33 h 100"/>
                <a:gd name="T92" fmla="*/ 8 w 59"/>
                <a:gd name="T93" fmla="*/ 3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9" h="100">
                  <a:moveTo>
                    <a:pt x="8" y="36"/>
                  </a:moveTo>
                  <a:cubicBezTo>
                    <a:pt x="6" y="36"/>
                    <a:pt x="3" y="35"/>
                    <a:pt x="2" y="33"/>
                  </a:cubicBezTo>
                  <a:cubicBezTo>
                    <a:pt x="0" y="31"/>
                    <a:pt x="0" y="29"/>
                    <a:pt x="0" y="26"/>
                  </a:cubicBezTo>
                  <a:cubicBezTo>
                    <a:pt x="0" y="19"/>
                    <a:pt x="2" y="13"/>
                    <a:pt x="7" y="8"/>
                  </a:cubicBezTo>
                  <a:cubicBezTo>
                    <a:pt x="13" y="3"/>
                    <a:pt x="19" y="0"/>
                    <a:pt x="27" y="0"/>
                  </a:cubicBezTo>
                  <a:cubicBezTo>
                    <a:pt x="36" y="0"/>
                    <a:pt x="44" y="3"/>
                    <a:pt x="50" y="9"/>
                  </a:cubicBezTo>
                  <a:cubicBezTo>
                    <a:pt x="56" y="14"/>
                    <a:pt x="59" y="22"/>
                    <a:pt x="59" y="30"/>
                  </a:cubicBezTo>
                  <a:cubicBezTo>
                    <a:pt x="59" y="35"/>
                    <a:pt x="58" y="39"/>
                    <a:pt x="56" y="43"/>
                  </a:cubicBezTo>
                  <a:cubicBezTo>
                    <a:pt x="54" y="46"/>
                    <a:pt x="52" y="50"/>
                    <a:pt x="49" y="53"/>
                  </a:cubicBezTo>
                  <a:cubicBezTo>
                    <a:pt x="46" y="56"/>
                    <a:pt x="42" y="59"/>
                    <a:pt x="37" y="64"/>
                  </a:cubicBezTo>
                  <a:cubicBezTo>
                    <a:pt x="33" y="67"/>
                    <a:pt x="28" y="71"/>
                    <a:pt x="22" y="77"/>
                  </a:cubicBezTo>
                  <a:lnTo>
                    <a:pt x="13" y="86"/>
                  </a:lnTo>
                  <a:lnTo>
                    <a:pt x="25" y="86"/>
                  </a:lnTo>
                  <a:cubicBezTo>
                    <a:pt x="40" y="86"/>
                    <a:pt x="48" y="86"/>
                    <a:pt x="49" y="85"/>
                  </a:cubicBezTo>
                  <a:cubicBezTo>
                    <a:pt x="50" y="85"/>
                    <a:pt x="51" y="81"/>
                    <a:pt x="53" y="72"/>
                  </a:cubicBezTo>
                  <a:lnTo>
                    <a:pt x="53" y="72"/>
                  </a:lnTo>
                  <a:lnTo>
                    <a:pt x="59" y="72"/>
                  </a:lnTo>
                  <a:lnTo>
                    <a:pt x="59" y="72"/>
                  </a:lnTo>
                  <a:cubicBezTo>
                    <a:pt x="59" y="72"/>
                    <a:pt x="58" y="77"/>
                    <a:pt x="57" y="86"/>
                  </a:cubicBezTo>
                  <a:cubicBezTo>
                    <a:pt x="56" y="94"/>
                    <a:pt x="55" y="99"/>
                    <a:pt x="55" y="99"/>
                  </a:cubicBezTo>
                  <a:lnTo>
                    <a:pt x="55" y="100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5"/>
                  </a:lnTo>
                  <a:cubicBezTo>
                    <a:pt x="0" y="94"/>
                    <a:pt x="0" y="94"/>
                    <a:pt x="0" y="93"/>
                  </a:cubicBezTo>
                  <a:cubicBezTo>
                    <a:pt x="1" y="92"/>
                    <a:pt x="2" y="90"/>
                    <a:pt x="5" y="88"/>
                  </a:cubicBezTo>
                  <a:cubicBezTo>
                    <a:pt x="8" y="84"/>
                    <a:pt x="10" y="82"/>
                    <a:pt x="12" y="79"/>
                  </a:cubicBezTo>
                  <a:cubicBezTo>
                    <a:pt x="13" y="78"/>
                    <a:pt x="15" y="76"/>
                    <a:pt x="17" y="74"/>
                  </a:cubicBezTo>
                  <a:cubicBezTo>
                    <a:pt x="20" y="71"/>
                    <a:pt x="22" y="69"/>
                    <a:pt x="22" y="68"/>
                  </a:cubicBezTo>
                  <a:cubicBezTo>
                    <a:pt x="23" y="67"/>
                    <a:pt x="25" y="66"/>
                    <a:pt x="27" y="63"/>
                  </a:cubicBezTo>
                  <a:cubicBezTo>
                    <a:pt x="29" y="61"/>
                    <a:pt x="30" y="59"/>
                    <a:pt x="31" y="58"/>
                  </a:cubicBezTo>
                  <a:cubicBezTo>
                    <a:pt x="32" y="57"/>
                    <a:pt x="33" y="56"/>
                    <a:pt x="34" y="54"/>
                  </a:cubicBezTo>
                  <a:cubicBezTo>
                    <a:pt x="36" y="52"/>
                    <a:pt x="37" y="50"/>
                    <a:pt x="38" y="49"/>
                  </a:cubicBezTo>
                  <a:cubicBezTo>
                    <a:pt x="38" y="48"/>
                    <a:pt x="39" y="46"/>
                    <a:pt x="40" y="45"/>
                  </a:cubicBezTo>
                  <a:cubicBezTo>
                    <a:pt x="41" y="43"/>
                    <a:pt x="41" y="42"/>
                    <a:pt x="42" y="40"/>
                  </a:cubicBezTo>
                  <a:cubicBezTo>
                    <a:pt x="42" y="38"/>
                    <a:pt x="42" y="37"/>
                    <a:pt x="43" y="35"/>
                  </a:cubicBezTo>
                  <a:cubicBezTo>
                    <a:pt x="43" y="34"/>
                    <a:pt x="43" y="32"/>
                    <a:pt x="43" y="31"/>
                  </a:cubicBezTo>
                  <a:cubicBezTo>
                    <a:pt x="43" y="24"/>
                    <a:pt x="42" y="19"/>
                    <a:pt x="38" y="14"/>
                  </a:cubicBezTo>
                  <a:cubicBezTo>
                    <a:pt x="35" y="10"/>
                    <a:pt x="30" y="7"/>
                    <a:pt x="24" y="7"/>
                  </a:cubicBezTo>
                  <a:cubicBezTo>
                    <a:pt x="20" y="7"/>
                    <a:pt x="17" y="8"/>
                    <a:pt x="15" y="10"/>
                  </a:cubicBezTo>
                  <a:cubicBezTo>
                    <a:pt x="13" y="12"/>
                    <a:pt x="11" y="13"/>
                    <a:pt x="10" y="15"/>
                  </a:cubicBezTo>
                  <a:cubicBezTo>
                    <a:pt x="9" y="16"/>
                    <a:pt x="8" y="17"/>
                    <a:pt x="8" y="18"/>
                  </a:cubicBezTo>
                  <a:cubicBezTo>
                    <a:pt x="8" y="18"/>
                    <a:pt x="9" y="18"/>
                    <a:pt x="9" y="18"/>
                  </a:cubicBezTo>
                  <a:cubicBezTo>
                    <a:pt x="11" y="18"/>
                    <a:pt x="13" y="19"/>
                    <a:pt x="15" y="20"/>
                  </a:cubicBezTo>
                  <a:cubicBezTo>
                    <a:pt x="16" y="21"/>
                    <a:pt x="17" y="24"/>
                    <a:pt x="17" y="27"/>
                  </a:cubicBezTo>
                  <a:cubicBezTo>
                    <a:pt x="17" y="29"/>
                    <a:pt x="17" y="31"/>
                    <a:pt x="15" y="33"/>
                  </a:cubicBezTo>
                  <a:cubicBezTo>
                    <a:pt x="13" y="35"/>
                    <a:pt x="11" y="36"/>
                    <a:pt x="8" y="3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1" name="Freeform 95"/>
            <p:cNvSpPr>
              <a:spLocks/>
            </p:cNvSpPr>
            <p:nvPr/>
          </p:nvSpPr>
          <p:spPr bwMode="auto">
            <a:xfrm>
              <a:off x="-370" y="3383"/>
              <a:ext cx="79" cy="101"/>
            </a:xfrm>
            <a:custGeom>
              <a:avLst/>
              <a:gdLst>
                <a:gd name="T0" fmla="*/ 5 w 165"/>
                <a:gd name="T1" fmla="*/ 131 h 211"/>
                <a:gd name="T2" fmla="*/ 2 w 165"/>
                <a:gd name="T3" fmla="*/ 129 h 211"/>
                <a:gd name="T4" fmla="*/ 0 w 165"/>
                <a:gd name="T5" fmla="*/ 127 h 211"/>
                <a:gd name="T6" fmla="*/ 6 w 165"/>
                <a:gd name="T7" fmla="*/ 120 h 211"/>
                <a:gd name="T8" fmla="*/ 20 w 165"/>
                <a:gd name="T9" fmla="*/ 110 h 211"/>
                <a:gd name="T10" fmla="*/ 28 w 165"/>
                <a:gd name="T11" fmla="*/ 104 h 211"/>
                <a:gd name="T12" fmla="*/ 29 w 165"/>
                <a:gd name="T13" fmla="*/ 103 h 211"/>
                <a:gd name="T14" fmla="*/ 30 w 165"/>
                <a:gd name="T15" fmla="*/ 103 h 211"/>
                <a:gd name="T16" fmla="*/ 33 w 165"/>
                <a:gd name="T17" fmla="*/ 107 h 211"/>
                <a:gd name="T18" fmla="*/ 44 w 165"/>
                <a:gd name="T19" fmla="*/ 131 h 211"/>
                <a:gd name="T20" fmla="*/ 50 w 165"/>
                <a:gd name="T21" fmla="*/ 146 h 211"/>
                <a:gd name="T22" fmla="*/ 68 w 165"/>
                <a:gd name="T23" fmla="*/ 185 h 211"/>
                <a:gd name="T24" fmla="*/ 90 w 165"/>
                <a:gd name="T25" fmla="*/ 140 h 211"/>
                <a:gd name="T26" fmla="*/ 134 w 165"/>
                <a:gd name="T27" fmla="*/ 50 h 211"/>
                <a:gd name="T28" fmla="*/ 156 w 165"/>
                <a:gd name="T29" fmla="*/ 3 h 211"/>
                <a:gd name="T30" fmla="*/ 161 w 165"/>
                <a:gd name="T31" fmla="*/ 0 h 211"/>
                <a:gd name="T32" fmla="*/ 163 w 165"/>
                <a:gd name="T33" fmla="*/ 1 h 211"/>
                <a:gd name="T34" fmla="*/ 165 w 165"/>
                <a:gd name="T35" fmla="*/ 4 h 211"/>
                <a:gd name="T36" fmla="*/ 165 w 165"/>
                <a:gd name="T37" fmla="*/ 5 h 211"/>
                <a:gd name="T38" fmla="*/ 115 w 165"/>
                <a:gd name="T39" fmla="*/ 107 h 211"/>
                <a:gd name="T40" fmla="*/ 66 w 165"/>
                <a:gd name="T41" fmla="*/ 209 h 211"/>
                <a:gd name="T42" fmla="*/ 62 w 165"/>
                <a:gd name="T43" fmla="*/ 211 h 211"/>
                <a:gd name="T44" fmla="*/ 59 w 165"/>
                <a:gd name="T45" fmla="*/ 210 h 211"/>
                <a:gd name="T46" fmla="*/ 39 w 165"/>
                <a:gd name="T47" fmla="*/ 166 h 211"/>
                <a:gd name="T48" fmla="*/ 18 w 165"/>
                <a:gd name="T49" fmla="*/ 121 h 211"/>
                <a:gd name="T50" fmla="*/ 15 w 165"/>
                <a:gd name="T51" fmla="*/ 124 h 211"/>
                <a:gd name="T52" fmla="*/ 8 w 165"/>
                <a:gd name="T53" fmla="*/ 129 h 211"/>
                <a:gd name="T54" fmla="*/ 5 w 165"/>
                <a:gd name="T55" fmla="*/ 13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211">
                  <a:moveTo>
                    <a:pt x="5" y="131"/>
                  </a:moveTo>
                  <a:cubicBezTo>
                    <a:pt x="4" y="131"/>
                    <a:pt x="3" y="131"/>
                    <a:pt x="2" y="129"/>
                  </a:cubicBezTo>
                  <a:cubicBezTo>
                    <a:pt x="1" y="128"/>
                    <a:pt x="0" y="127"/>
                    <a:pt x="0" y="127"/>
                  </a:cubicBezTo>
                  <a:cubicBezTo>
                    <a:pt x="0" y="126"/>
                    <a:pt x="2" y="124"/>
                    <a:pt x="6" y="120"/>
                  </a:cubicBezTo>
                  <a:cubicBezTo>
                    <a:pt x="11" y="117"/>
                    <a:pt x="15" y="113"/>
                    <a:pt x="20" y="110"/>
                  </a:cubicBezTo>
                  <a:cubicBezTo>
                    <a:pt x="25" y="106"/>
                    <a:pt x="28" y="104"/>
                    <a:pt x="28" y="104"/>
                  </a:cubicBezTo>
                  <a:cubicBezTo>
                    <a:pt x="29" y="103"/>
                    <a:pt x="29" y="103"/>
                    <a:pt x="29" y="103"/>
                  </a:cubicBezTo>
                  <a:lnTo>
                    <a:pt x="30" y="103"/>
                  </a:lnTo>
                  <a:cubicBezTo>
                    <a:pt x="30" y="103"/>
                    <a:pt x="31" y="104"/>
                    <a:pt x="33" y="107"/>
                  </a:cubicBezTo>
                  <a:cubicBezTo>
                    <a:pt x="34" y="109"/>
                    <a:pt x="37" y="117"/>
                    <a:pt x="44" y="131"/>
                  </a:cubicBezTo>
                  <a:cubicBezTo>
                    <a:pt x="47" y="137"/>
                    <a:pt x="49" y="142"/>
                    <a:pt x="50" y="146"/>
                  </a:cubicBezTo>
                  <a:lnTo>
                    <a:pt x="68" y="185"/>
                  </a:lnTo>
                  <a:cubicBezTo>
                    <a:pt x="69" y="185"/>
                    <a:pt x="76" y="170"/>
                    <a:pt x="90" y="140"/>
                  </a:cubicBezTo>
                  <a:cubicBezTo>
                    <a:pt x="105" y="110"/>
                    <a:pt x="119" y="80"/>
                    <a:pt x="134" y="50"/>
                  </a:cubicBezTo>
                  <a:cubicBezTo>
                    <a:pt x="148" y="19"/>
                    <a:pt x="156" y="4"/>
                    <a:pt x="156" y="3"/>
                  </a:cubicBezTo>
                  <a:cubicBezTo>
                    <a:pt x="157" y="1"/>
                    <a:pt x="159" y="0"/>
                    <a:pt x="161" y="0"/>
                  </a:cubicBezTo>
                  <a:cubicBezTo>
                    <a:pt x="162" y="0"/>
                    <a:pt x="162" y="0"/>
                    <a:pt x="163" y="1"/>
                  </a:cubicBezTo>
                  <a:cubicBezTo>
                    <a:pt x="164" y="2"/>
                    <a:pt x="164" y="3"/>
                    <a:pt x="165" y="4"/>
                  </a:cubicBezTo>
                  <a:lnTo>
                    <a:pt x="165" y="5"/>
                  </a:lnTo>
                  <a:lnTo>
                    <a:pt x="115" y="107"/>
                  </a:lnTo>
                  <a:lnTo>
                    <a:pt x="66" y="209"/>
                  </a:lnTo>
                  <a:cubicBezTo>
                    <a:pt x="65" y="210"/>
                    <a:pt x="64" y="211"/>
                    <a:pt x="62" y="211"/>
                  </a:cubicBezTo>
                  <a:cubicBezTo>
                    <a:pt x="61" y="211"/>
                    <a:pt x="60" y="211"/>
                    <a:pt x="59" y="210"/>
                  </a:cubicBezTo>
                  <a:cubicBezTo>
                    <a:pt x="59" y="210"/>
                    <a:pt x="52" y="195"/>
                    <a:pt x="39" y="166"/>
                  </a:cubicBezTo>
                  <a:lnTo>
                    <a:pt x="18" y="121"/>
                  </a:lnTo>
                  <a:lnTo>
                    <a:pt x="15" y="124"/>
                  </a:lnTo>
                  <a:cubicBezTo>
                    <a:pt x="13" y="125"/>
                    <a:pt x="11" y="127"/>
                    <a:pt x="8" y="129"/>
                  </a:cubicBezTo>
                  <a:cubicBezTo>
                    <a:pt x="6" y="130"/>
                    <a:pt x="5" y="131"/>
                    <a:pt x="5" y="13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2" name="Rectangle 96"/>
            <p:cNvSpPr>
              <a:spLocks noChangeArrowheads="1"/>
            </p:cNvSpPr>
            <p:nvPr/>
          </p:nvSpPr>
          <p:spPr bwMode="auto">
            <a:xfrm>
              <a:off x="-293" y="3383"/>
              <a:ext cx="102" cy="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3" name="Freeform 97"/>
            <p:cNvSpPr>
              <a:spLocks/>
            </p:cNvSpPr>
            <p:nvPr/>
          </p:nvSpPr>
          <p:spPr bwMode="auto">
            <a:xfrm>
              <a:off x="-285" y="3401"/>
              <a:ext cx="35" cy="68"/>
            </a:xfrm>
            <a:custGeom>
              <a:avLst/>
              <a:gdLst>
                <a:gd name="T0" fmla="*/ 27 w 72"/>
                <a:gd name="T1" fmla="*/ 19 h 141"/>
                <a:gd name="T2" fmla="*/ 25 w 72"/>
                <a:gd name="T3" fmla="*/ 20 h 141"/>
                <a:gd name="T4" fmla="*/ 16 w 72"/>
                <a:gd name="T5" fmla="*/ 22 h 141"/>
                <a:gd name="T6" fmla="*/ 4 w 72"/>
                <a:gd name="T7" fmla="*/ 24 h 141"/>
                <a:gd name="T8" fmla="*/ 0 w 72"/>
                <a:gd name="T9" fmla="*/ 24 h 141"/>
                <a:gd name="T10" fmla="*/ 0 w 72"/>
                <a:gd name="T11" fmla="*/ 14 h 141"/>
                <a:gd name="T12" fmla="*/ 4 w 72"/>
                <a:gd name="T13" fmla="*/ 14 h 141"/>
                <a:gd name="T14" fmla="*/ 22 w 72"/>
                <a:gd name="T15" fmla="*/ 11 h 141"/>
                <a:gd name="T16" fmla="*/ 34 w 72"/>
                <a:gd name="T17" fmla="*/ 6 h 141"/>
                <a:gd name="T18" fmla="*/ 40 w 72"/>
                <a:gd name="T19" fmla="*/ 1 h 141"/>
                <a:gd name="T20" fmla="*/ 42 w 72"/>
                <a:gd name="T21" fmla="*/ 0 h 141"/>
                <a:gd name="T22" fmla="*/ 46 w 72"/>
                <a:gd name="T23" fmla="*/ 2 h 141"/>
                <a:gd name="T24" fmla="*/ 46 w 72"/>
                <a:gd name="T25" fmla="*/ 65 h 141"/>
                <a:gd name="T26" fmla="*/ 46 w 72"/>
                <a:gd name="T27" fmla="*/ 128 h 141"/>
                <a:gd name="T28" fmla="*/ 49 w 72"/>
                <a:gd name="T29" fmla="*/ 130 h 141"/>
                <a:gd name="T30" fmla="*/ 54 w 72"/>
                <a:gd name="T31" fmla="*/ 131 h 141"/>
                <a:gd name="T32" fmla="*/ 67 w 72"/>
                <a:gd name="T33" fmla="*/ 131 h 141"/>
                <a:gd name="T34" fmla="*/ 72 w 72"/>
                <a:gd name="T35" fmla="*/ 131 h 141"/>
                <a:gd name="T36" fmla="*/ 72 w 72"/>
                <a:gd name="T37" fmla="*/ 141 h 141"/>
                <a:gd name="T38" fmla="*/ 70 w 72"/>
                <a:gd name="T39" fmla="*/ 141 h 141"/>
                <a:gd name="T40" fmla="*/ 37 w 72"/>
                <a:gd name="T41" fmla="*/ 140 h 141"/>
                <a:gd name="T42" fmla="*/ 3 w 72"/>
                <a:gd name="T43" fmla="*/ 141 h 141"/>
                <a:gd name="T44" fmla="*/ 1 w 72"/>
                <a:gd name="T45" fmla="*/ 141 h 141"/>
                <a:gd name="T46" fmla="*/ 1 w 72"/>
                <a:gd name="T47" fmla="*/ 131 h 141"/>
                <a:gd name="T48" fmla="*/ 6 w 72"/>
                <a:gd name="T49" fmla="*/ 131 h 141"/>
                <a:gd name="T50" fmla="*/ 14 w 72"/>
                <a:gd name="T51" fmla="*/ 131 h 141"/>
                <a:gd name="T52" fmla="*/ 20 w 72"/>
                <a:gd name="T53" fmla="*/ 131 h 141"/>
                <a:gd name="T54" fmla="*/ 23 w 72"/>
                <a:gd name="T55" fmla="*/ 130 h 141"/>
                <a:gd name="T56" fmla="*/ 25 w 72"/>
                <a:gd name="T57" fmla="*/ 130 h 141"/>
                <a:gd name="T58" fmla="*/ 26 w 72"/>
                <a:gd name="T59" fmla="*/ 129 h 141"/>
                <a:gd name="T60" fmla="*/ 27 w 72"/>
                <a:gd name="T61" fmla="*/ 128 h 141"/>
                <a:gd name="T62" fmla="*/ 27 w 72"/>
                <a:gd name="T63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" h="141">
                  <a:moveTo>
                    <a:pt x="27" y="19"/>
                  </a:moveTo>
                  <a:lnTo>
                    <a:pt x="25" y="20"/>
                  </a:lnTo>
                  <a:cubicBezTo>
                    <a:pt x="23" y="21"/>
                    <a:pt x="20" y="21"/>
                    <a:pt x="16" y="22"/>
                  </a:cubicBezTo>
                  <a:cubicBezTo>
                    <a:pt x="12" y="23"/>
                    <a:pt x="8" y="23"/>
                    <a:pt x="4" y="24"/>
                  </a:cubicBezTo>
                  <a:lnTo>
                    <a:pt x="0" y="24"/>
                  </a:lnTo>
                  <a:lnTo>
                    <a:pt x="0" y="14"/>
                  </a:lnTo>
                  <a:lnTo>
                    <a:pt x="4" y="14"/>
                  </a:lnTo>
                  <a:cubicBezTo>
                    <a:pt x="10" y="14"/>
                    <a:pt x="17" y="13"/>
                    <a:pt x="22" y="11"/>
                  </a:cubicBezTo>
                  <a:cubicBezTo>
                    <a:pt x="28" y="9"/>
                    <a:pt x="32" y="7"/>
                    <a:pt x="34" y="6"/>
                  </a:cubicBezTo>
                  <a:cubicBezTo>
                    <a:pt x="36" y="4"/>
                    <a:pt x="38" y="3"/>
                    <a:pt x="40" y="1"/>
                  </a:cubicBezTo>
                  <a:cubicBezTo>
                    <a:pt x="40" y="1"/>
                    <a:pt x="41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lnTo>
                    <a:pt x="46" y="65"/>
                  </a:lnTo>
                  <a:lnTo>
                    <a:pt x="46" y="128"/>
                  </a:lnTo>
                  <a:cubicBezTo>
                    <a:pt x="47" y="129"/>
                    <a:pt x="48" y="130"/>
                    <a:pt x="49" y="130"/>
                  </a:cubicBezTo>
                  <a:cubicBezTo>
                    <a:pt x="50" y="130"/>
                    <a:pt x="51" y="130"/>
                    <a:pt x="54" y="131"/>
                  </a:cubicBezTo>
                  <a:cubicBezTo>
                    <a:pt x="57" y="131"/>
                    <a:pt x="61" y="131"/>
                    <a:pt x="67" y="131"/>
                  </a:cubicBezTo>
                  <a:lnTo>
                    <a:pt x="72" y="131"/>
                  </a:lnTo>
                  <a:lnTo>
                    <a:pt x="72" y="141"/>
                  </a:lnTo>
                  <a:lnTo>
                    <a:pt x="70" y="141"/>
                  </a:lnTo>
                  <a:cubicBezTo>
                    <a:pt x="67" y="140"/>
                    <a:pt x="56" y="140"/>
                    <a:pt x="37" y="140"/>
                  </a:cubicBezTo>
                  <a:cubicBezTo>
                    <a:pt x="17" y="140"/>
                    <a:pt x="6" y="140"/>
                    <a:pt x="3" y="141"/>
                  </a:cubicBezTo>
                  <a:lnTo>
                    <a:pt x="1" y="141"/>
                  </a:lnTo>
                  <a:lnTo>
                    <a:pt x="1" y="131"/>
                  </a:lnTo>
                  <a:lnTo>
                    <a:pt x="6" y="131"/>
                  </a:lnTo>
                  <a:lnTo>
                    <a:pt x="14" y="131"/>
                  </a:lnTo>
                  <a:cubicBezTo>
                    <a:pt x="17" y="131"/>
                    <a:pt x="18" y="131"/>
                    <a:pt x="20" y="131"/>
                  </a:cubicBezTo>
                  <a:cubicBezTo>
                    <a:pt x="21" y="131"/>
                    <a:pt x="22" y="131"/>
                    <a:pt x="23" y="130"/>
                  </a:cubicBezTo>
                  <a:cubicBezTo>
                    <a:pt x="24" y="130"/>
                    <a:pt x="25" y="130"/>
                    <a:pt x="25" y="130"/>
                  </a:cubicBezTo>
                  <a:cubicBezTo>
                    <a:pt x="25" y="130"/>
                    <a:pt x="25" y="130"/>
                    <a:pt x="26" y="129"/>
                  </a:cubicBezTo>
                  <a:cubicBezTo>
                    <a:pt x="27" y="128"/>
                    <a:pt x="27" y="128"/>
                    <a:pt x="27" y="128"/>
                  </a:cubicBezTo>
                  <a:lnTo>
                    <a:pt x="27" y="1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4" name="Freeform 98"/>
            <p:cNvSpPr>
              <a:spLocks/>
            </p:cNvSpPr>
            <p:nvPr/>
          </p:nvSpPr>
          <p:spPr bwMode="auto">
            <a:xfrm>
              <a:off x="-238" y="3401"/>
              <a:ext cx="41" cy="68"/>
            </a:xfrm>
            <a:custGeom>
              <a:avLst/>
              <a:gdLst>
                <a:gd name="T0" fmla="*/ 13 w 85"/>
                <a:gd name="T1" fmla="*/ 50 h 141"/>
                <a:gd name="T2" fmla="*/ 4 w 85"/>
                <a:gd name="T3" fmla="*/ 47 h 141"/>
                <a:gd name="T4" fmla="*/ 0 w 85"/>
                <a:gd name="T5" fmla="*/ 37 h 141"/>
                <a:gd name="T6" fmla="*/ 12 w 85"/>
                <a:gd name="T7" fmla="*/ 11 h 141"/>
                <a:gd name="T8" fmla="*/ 39 w 85"/>
                <a:gd name="T9" fmla="*/ 0 h 141"/>
                <a:gd name="T10" fmla="*/ 71 w 85"/>
                <a:gd name="T11" fmla="*/ 12 h 141"/>
                <a:gd name="T12" fmla="*/ 85 w 85"/>
                <a:gd name="T13" fmla="*/ 43 h 141"/>
                <a:gd name="T14" fmla="*/ 80 w 85"/>
                <a:gd name="T15" fmla="*/ 60 h 141"/>
                <a:gd name="T16" fmla="*/ 70 w 85"/>
                <a:gd name="T17" fmla="*/ 74 h 141"/>
                <a:gd name="T18" fmla="*/ 53 w 85"/>
                <a:gd name="T19" fmla="*/ 90 h 141"/>
                <a:gd name="T20" fmla="*/ 32 w 85"/>
                <a:gd name="T21" fmla="*/ 109 h 141"/>
                <a:gd name="T22" fmla="*/ 20 w 85"/>
                <a:gd name="T23" fmla="*/ 121 h 141"/>
                <a:gd name="T24" fmla="*/ 36 w 85"/>
                <a:gd name="T25" fmla="*/ 121 h 141"/>
                <a:gd name="T26" fmla="*/ 71 w 85"/>
                <a:gd name="T27" fmla="*/ 120 h 141"/>
                <a:gd name="T28" fmla="*/ 76 w 85"/>
                <a:gd name="T29" fmla="*/ 102 h 141"/>
                <a:gd name="T30" fmla="*/ 76 w 85"/>
                <a:gd name="T31" fmla="*/ 101 h 141"/>
                <a:gd name="T32" fmla="*/ 85 w 85"/>
                <a:gd name="T33" fmla="*/ 101 h 141"/>
                <a:gd name="T34" fmla="*/ 85 w 85"/>
                <a:gd name="T35" fmla="*/ 102 h 141"/>
                <a:gd name="T36" fmla="*/ 82 w 85"/>
                <a:gd name="T37" fmla="*/ 121 h 141"/>
                <a:gd name="T38" fmla="*/ 79 w 85"/>
                <a:gd name="T39" fmla="*/ 140 h 141"/>
                <a:gd name="T40" fmla="*/ 79 w 85"/>
                <a:gd name="T41" fmla="*/ 141 h 141"/>
                <a:gd name="T42" fmla="*/ 0 w 85"/>
                <a:gd name="T43" fmla="*/ 141 h 141"/>
                <a:gd name="T44" fmla="*/ 0 w 85"/>
                <a:gd name="T45" fmla="*/ 137 h 141"/>
                <a:gd name="T46" fmla="*/ 0 w 85"/>
                <a:gd name="T47" fmla="*/ 134 h 141"/>
                <a:gd name="T48" fmla="*/ 2 w 85"/>
                <a:gd name="T49" fmla="*/ 131 h 141"/>
                <a:gd name="T50" fmla="*/ 8 w 85"/>
                <a:gd name="T51" fmla="*/ 124 h 141"/>
                <a:gd name="T52" fmla="*/ 19 w 85"/>
                <a:gd name="T53" fmla="*/ 112 h 141"/>
                <a:gd name="T54" fmla="*/ 26 w 85"/>
                <a:gd name="T55" fmla="*/ 104 h 141"/>
                <a:gd name="T56" fmla="*/ 33 w 85"/>
                <a:gd name="T57" fmla="*/ 96 h 141"/>
                <a:gd name="T58" fmla="*/ 39 w 85"/>
                <a:gd name="T59" fmla="*/ 89 h 141"/>
                <a:gd name="T60" fmla="*/ 45 w 85"/>
                <a:gd name="T61" fmla="*/ 82 h 141"/>
                <a:gd name="T62" fmla="*/ 50 w 85"/>
                <a:gd name="T63" fmla="*/ 76 h 141"/>
                <a:gd name="T64" fmla="*/ 54 w 85"/>
                <a:gd name="T65" fmla="*/ 69 h 141"/>
                <a:gd name="T66" fmla="*/ 57 w 85"/>
                <a:gd name="T67" fmla="*/ 63 h 141"/>
                <a:gd name="T68" fmla="*/ 60 w 85"/>
                <a:gd name="T69" fmla="*/ 56 h 141"/>
                <a:gd name="T70" fmla="*/ 62 w 85"/>
                <a:gd name="T71" fmla="*/ 50 h 141"/>
                <a:gd name="T72" fmla="*/ 62 w 85"/>
                <a:gd name="T73" fmla="*/ 43 h 141"/>
                <a:gd name="T74" fmla="*/ 55 w 85"/>
                <a:gd name="T75" fmla="*/ 20 h 141"/>
                <a:gd name="T76" fmla="*/ 35 w 85"/>
                <a:gd name="T77" fmla="*/ 10 h 141"/>
                <a:gd name="T78" fmla="*/ 22 w 85"/>
                <a:gd name="T79" fmla="*/ 14 h 141"/>
                <a:gd name="T80" fmla="*/ 15 w 85"/>
                <a:gd name="T81" fmla="*/ 21 h 141"/>
                <a:gd name="T82" fmla="*/ 13 w 85"/>
                <a:gd name="T83" fmla="*/ 25 h 141"/>
                <a:gd name="T84" fmla="*/ 14 w 85"/>
                <a:gd name="T85" fmla="*/ 25 h 141"/>
                <a:gd name="T86" fmla="*/ 22 w 85"/>
                <a:gd name="T87" fmla="*/ 28 h 141"/>
                <a:gd name="T88" fmla="*/ 26 w 85"/>
                <a:gd name="T89" fmla="*/ 38 h 141"/>
                <a:gd name="T90" fmla="*/ 22 w 85"/>
                <a:gd name="T91" fmla="*/ 47 h 141"/>
                <a:gd name="T92" fmla="*/ 13 w 85"/>
                <a:gd name="T93" fmla="*/ 5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5" h="141">
                  <a:moveTo>
                    <a:pt x="13" y="50"/>
                  </a:moveTo>
                  <a:cubicBezTo>
                    <a:pt x="9" y="50"/>
                    <a:pt x="6" y="49"/>
                    <a:pt x="4" y="47"/>
                  </a:cubicBezTo>
                  <a:cubicBezTo>
                    <a:pt x="2" y="44"/>
                    <a:pt x="0" y="41"/>
                    <a:pt x="0" y="37"/>
                  </a:cubicBezTo>
                  <a:cubicBezTo>
                    <a:pt x="0" y="27"/>
                    <a:pt x="4" y="19"/>
                    <a:pt x="12" y="11"/>
                  </a:cubicBezTo>
                  <a:cubicBezTo>
                    <a:pt x="19" y="4"/>
                    <a:pt x="28" y="0"/>
                    <a:pt x="39" y="0"/>
                  </a:cubicBezTo>
                  <a:cubicBezTo>
                    <a:pt x="52" y="0"/>
                    <a:pt x="63" y="4"/>
                    <a:pt x="71" y="12"/>
                  </a:cubicBezTo>
                  <a:cubicBezTo>
                    <a:pt x="80" y="20"/>
                    <a:pt x="84" y="30"/>
                    <a:pt x="85" y="43"/>
                  </a:cubicBezTo>
                  <a:cubicBezTo>
                    <a:pt x="85" y="49"/>
                    <a:pt x="83" y="55"/>
                    <a:pt x="80" y="60"/>
                  </a:cubicBezTo>
                  <a:cubicBezTo>
                    <a:pt x="78" y="66"/>
                    <a:pt x="74" y="70"/>
                    <a:pt x="70" y="74"/>
                  </a:cubicBezTo>
                  <a:cubicBezTo>
                    <a:pt x="66" y="78"/>
                    <a:pt x="61" y="84"/>
                    <a:pt x="53" y="90"/>
                  </a:cubicBezTo>
                  <a:cubicBezTo>
                    <a:pt x="48" y="94"/>
                    <a:pt x="41" y="101"/>
                    <a:pt x="32" y="109"/>
                  </a:cubicBezTo>
                  <a:lnTo>
                    <a:pt x="20" y="121"/>
                  </a:lnTo>
                  <a:lnTo>
                    <a:pt x="36" y="121"/>
                  </a:lnTo>
                  <a:cubicBezTo>
                    <a:pt x="58" y="121"/>
                    <a:pt x="70" y="121"/>
                    <a:pt x="71" y="120"/>
                  </a:cubicBezTo>
                  <a:cubicBezTo>
                    <a:pt x="72" y="120"/>
                    <a:pt x="74" y="114"/>
                    <a:pt x="76" y="102"/>
                  </a:cubicBezTo>
                  <a:lnTo>
                    <a:pt x="76" y="101"/>
                  </a:lnTo>
                  <a:lnTo>
                    <a:pt x="85" y="101"/>
                  </a:lnTo>
                  <a:lnTo>
                    <a:pt x="85" y="102"/>
                  </a:lnTo>
                  <a:cubicBezTo>
                    <a:pt x="84" y="102"/>
                    <a:pt x="84" y="108"/>
                    <a:pt x="82" y="121"/>
                  </a:cubicBezTo>
                  <a:cubicBezTo>
                    <a:pt x="80" y="133"/>
                    <a:pt x="79" y="140"/>
                    <a:pt x="79" y="140"/>
                  </a:cubicBezTo>
                  <a:lnTo>
                    <a:pt x="79" y="141"/>
                  </a:lnTo>
                  <a:lnTo>
                    <a:pt x="0" y="141"/>
                  </a:lnTo>
                  <a:lnTo>
                    <a:pt x="0" y="137"/>
                  </a:lnTo>
                  <a:lnTo>
                    <a:pt x="0" y="134"/>
                  </a:lnTo>
                  <a:cubicBezTo>
                    <a:pt x="0" y="133"/>
                    <a:pt x="1" y="132"/>
                    <a:pt x="2" y="131"/>
                  </a:cubicBezTo>
                  <a:cubicBezTo>
                    <a:pt x="2" y="130"/>
                    <a:pt x="5" y="128"/>
                    <a:pt x="8" y="124"/>
                  </a:cubicBezTo>
                  <a:cubicBezTo>
                    <a:pt x="12" y="119"/>
                    <a:pt x="16" y="115"/>
                    <a:pt x="19" y="112"/>
                  </a:cubicBezTo>
                  <a:cubicBezTo>
                    <a:pt x="20" y="111"/>
                    <a:pt x="22" y="108"/>
                    <a:pt x="26" y="104"/>
                  </a:cubicBezTo>
                  <a:cubicBezTo>
                    <a:pt x="29" y="100"/>
                    <a:pt x="32" y="98"/>
                    <a:pt x="33" y="96"/>
                  </a:cubicBezTo>
                  <a:cubicBezTo>
                    <a:pt x="34" y="95"/>
                    <a:pt x="36" y="93"/>
                    <a:pt x="39" y="89"/>
                  </a:cubicBezTo>
                  <a:cubicBezTo>
                    <a:pt x="42" y="86"/>
                    <a:pt x="44" y="84"/>
                    <a:pt x="45" y="82"/>
                  </a:cubicBezTo>
                  <a:cubicBezTo>
                    <a:pt x="46" y="81"/>
                    <a:pt x="48" y="79"/>
                    <a:pt x="50" y="76"/>
                  </a:cubicBezTo>
                  <a:cubicBezTo>
                    <a:pt x="52" y="73"/>
                    <a:pt x="53" y="71"/>
                    <a:pt x="54" y="69"/>
                  </a:cubicBezTo>
                  <a:cubicBezTo>
                    <a:pt x="55" y="67"/>
                    <a:pt x="56" y="65"/>
                    <a:pt x="57" y="63"/>
                  </a:cubicBezTo>
                  <a:cubicBezTo>
                    <a:pt x="59" y="61"/>
                    <a:pt x="60" y="59"/>
                    <a:pt x="60" y="56"/>
                  </a:cubicBezTo>
                  <a:cubicBezTo>
                    <a:pt x="61" y="54"/>
                    <a:pt x="61" y="52"/>
                    <a:pt x="62" y="50"/>
                  </a:cubicBezTo>
                  <a:cubicBezTo>
                    <a:pt x="62" y="48"/>
                    <a:pt x="62" y="46"/>
                    <a:pt x="62" y="43"/>
                  </a:cubicBezTo>
                  <a:cubicBezTo>
                    <a:pt x="62" y="34"/>
                    <a:pt x="60" y="26"/>
                    <a:pt x="55" y="20"/>
                  </a:cubicBezTo>
                  <a:cubicBezTo>
                    <a:pt x="50" y="14"/>
                    <a:pt x="43" y="10"/>
                    <a:pt x="35" y="10"/>
                  </a:cubicBezTo>
                  <a:cubicBezTo>
                    <a:pt x="30" y="10"/>
                    <a:pt x="26" y="11"/>
                    <a:pt x="22" y="14"/>
                  </a:cubicBezTo>
                  <a:cubicBezTo>
                    <a:pt x="19" y="16"/>
                    <a:pt x="16" y="19"/>
                    <a:pt x="15" y="21"/>
                  </a:cubicBezTo>
                  <a:cubicBezTo>
                    <a:pt x="14" y="23"/>
                    <a:pt x="13" y="24"/>
                    <a:pt x="13" y="25"/>
                  </a:cubicBezTo>
                  <a:cubicBezTo>
                    <a:pt x="13" y="25"/>
                    <a:pt x="13" y="25"/>
                    <a:pt x="14" y="25"/>
                  </a:cubicBezTo>
                  <a:cubicBezTo>
                    <a:pt x="16" y="25"/>
                    <a:pt x="19" y="26"/>
                    <a:pt x="22" y="28"/>
                  </a:cubicBezTo>
                  <a:cubicBezTo>
                    <a:pt x="24" y="30"/>
                    <a:pt x="26" y="33"/>
                    <a:pt x="26" y="38"/>
                  </a:cubicBezTo>
                  <a:cubicBezTo>
                    <a:pt x="26" y="41"/>
                    <a:pt x="25" y="44"/>
                    <a:pt x="22" y="47"/>
                  </a:cubicBezTo>
                  <a:cubicBezTo>
                    <a:pt x="20" y="49"/>
                    <a:pt x="17" y="50"/>
                    <a:pt x="13" y="5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5" name="Freeform 99"/>
            <p:cNvSpPr>
              <a:spLocks/>
            </p:cNvSpPr>
            <p:nvPr/>
          </p:nvSpPr>
          <p:spPr bwMode="auto">
            <a:xfrm>
              <a:off x="-190" y="3423"/>
              <a:ext cx="57" cy="47"/>
            </a:xfrm>
            <a:custGeom>
              <a:avLst/>
              <a:gdLst>
                <a:gd name="T0" fmla="*/ 0 w 118"/>
                <a:gd name="T1" fmla="*/ 33 h 96"/>
                <a:gd name="T2" fmla="*/ 1 w 118"/>
                <a:gd name="T3" fmla="*/ 30 h 96"/>
                <a:gd name="T4" fmla="*/ 3 w 118"/>
                <a:gd name="T5" fmla="*/ 22 h 96"/>
                <a:gd name="T6" fmla="*/ 7 w 118"/>
                <a:gd name="T7" fmla="*/ 12 h 96"/>
                <a:gd name="T8" fmla="*/ 14 w 118"/>
                <a:gd name="T9" fmla="*/ 4 h 96"/>
                <a:gd name="T10" fmla="*/ 24 w 118"/>
                <a:gd name="T11" fmla="*/ 1 h 96"/>
                <a:gd name="T12" fmla="*/ 37 w 118"/>
                <a:gd name="T13" fmla="*/ 4 h 96"/>
                <a:gd name="T14" fmla="*/ 43 w 118"/>
                <a:gd name="T15" fmla="*/ 12 h 96"/>
                <a:gd name="T16" fmla="*/ 44 w 118"/>
                <a:gd name="T17" fmla="*/ 16 h 96"/>
                <a:gd name="T18" fmla="*/ 44 w 118"/>
                <a:gd name="T19" fmla="*/ 16 h 96"/>
                <a:gd name="T20" fmla="*/ 47 w 118"/>
                <a:gd name="T21" fmla="*/ 14 h 96"/>
                <a:gd name="T22" fmla="*/ 76 w 118"/>
                <a:gd name="T23" fmla="*/ 1 h 96"/>
                <a:gd name="T24" fmla="*/ 94 w 118"/>
                <a:gd name="T25" fmla="*/ 6 h 96"/>
                <a:gd name="T26" fmla="*/ 102 w 118"/>
                <a:gd name="T27" fmla="*/ 23 h 96"/>
                <a:gd name="T28" fmla="*/ 94 w 118"/>
                <a:gd name="T29" fmla="*/ 56 h 96"/>
                <a:gd name="T30" fmla="*/ 86 w 118"/>
                <a:gd name="T31" fmla="*/ 83 h 96"/>
                <a:gd name="T32" fmla="*/ 89 w 118"/>
                <a:gd name="T33" fmla="*/ 88 h 96"/>
                <a:gd name="T34" fmla="*/ 91 w 118"/>
                <a:gd name="T35" fmla="*/ 88 h 96"/>
                <a:gd name="T36" fmla="*/ 102 w 118"/>
                <a:gd name="T37" fmla="*/ 80 h 96"/>
                <a:gd name="T38" fmla="*/ 109 w 118"/>
                <a:gd name="T39" fmla="*/ 63 h 96"/>
                <a:gd name="T40" fmla="*/ 114 w 118"/>
                <a:gd name="T41" fmla="*/ 62 h 96"/>
                <a:gd name="T42" fmla="*/ 118 w 118"/>
                <a:gd name="T43" fmla="*/ 63 h 96"/>
                <a:gd name="T44" fmla="*/ 117 w 118"/>
                <a:gd name="T45" fmla="*/ 66 h 96"/>
                <a:gd name="T46" fmla="*/ 112 w 118"/>
                <a:gd name="T47" fmla="*/ 78 h 96"/>
                <a:gd name="T48" fmla="*/ 103 w 118"/>
                <a:gd name="T49" fmla="*/ 90 h 96"/>
                <a:gd name="T50" fmla="*/ 88 w 118"/>
                <a:gd name="T51" fmla="*/ 96 h 96"/>
                <a:gd name="T52" fmla="*/ 74 w 118"/>
                <a:gd name="T53" fmla="*/ 90 h 96"/>
                <a:gd name="T54" fmla="*/ 69 w 118"/>
                <a:gd name="T55" fmla="*/ 78 h 96"/>
                <a:gd name="T56" fmla="*/ 77 w 118"/>
                <a:gd name="T57" fmla="*/ 53 h 96"/>
                <a:gd name="T58" fmla="*/ 85 w 118"/>
                <a:gd name="T59" fmla="*/ 21 h 96"/>
                <a:gd name="T60" fmla="*/ 75 w 118"/>
                <a:gd name="T61" fmla="*/ 9 h 96"/>
                <a:gd name="T62" fmla="*/ 74 w 118"/>
                <a:gd name="T63" fmla="*/ 9 h 96"/>
                <a:gd name="T64" fmla="*/ 44 w 118"/>
                <a:gd name="T65" fmla="*/ 30 h 96"/>
                <a:gd name="T66" fmla="*/ 42 w 118"/>
                <a:gd name="T67" fmla="*/ 32 h 96"/>
                <a:gd name="T68" fmla="*/ 35 w 118"/>
                <a:gd name="T69" fmla="*/ 61 h 96"/>
                <a:gd name="T70" fmla="*/ 27 w 118"/>
                <a:gd name="T71" fmla="*/ 90 h 96"/>
                <a:gd name="T72" fmla="*/ 18 w 118"/>
                <a:gd name="T73" fmla="*/ 96 h 96"/>
                <a:gd name="T74" fmla="*/ 14 w 118"/>
                <a:gd name="T75" fmla="*/ 95 h 96"/>
                <a:gd name="T76" fmla="*/ 12 w 118"/>
                <a:gd name="T77" fmla="*/ 92 h 96"/>
                <a:gd name="T78" fmla="*/ 11 w 118"/>
                <a:gd name="T79" fmla="*/ 90 h 96"/>
                <a:gd name="T80" fmla="*/ 19 w 118"/>
                <a:gd name="T81" fmla="*/ 56 h 96"/>
                <a:gd name="T82" fmla="*/ 28 w 118"/>
                <a:gd name="T83" fmla="*/ 21 h 96"/>
                <a:gd name="T84" fmla="*/ 28 w 118"/>
                <a:gd name="T85" fmla="*/ 17 h 96"/>
                <a:gd name="T86" fmla="*/ 23 w 118"/>
                <a:gd name="T87" fmla="*/ 8 h 96"/>
                <a:gd name="T88" fmla="*/ 9 w 118"/>
                <a:gd name="T89" fmla="*/ 30 h 96"/>
                <a:gd name="T90" fmla="*/ 8 w 118"/>
                <a:gd name="T91" fmla="*/ 34 h 96"/>
                <a:gd name="T92" fmla="*/ 4 w 118"/>
                <a:gd name="T93" fmla="*/ 35 h 96"/>
                <a:gd name="T94" fmla="*/ 1 w 118"/>
                <a:gd name="T95" fmla="*/ 35 h 96"/>
                <a:gd name="T96" fmla="*/ 0 w 118"/>
                <a:gd name="T97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6">
                  <a:moveTo>
                    <a:pt x="0" y="33"/>
                  </a:moveTo>
                  <a:cubicBezTo>
                    <a:pt x="0" y="32"/>
                    <a:pt x="0" y="31"/>
                    <a:pt x="1" y="30"/>
                  </a:cubicBezTo>
                  <a:cubicBezTo>
                    <a:pt x="1" y="29"/>
                    <a:pt x="2" y="26"/>
                    <a:pt x="3" y="22"/>
                  </a:cubicBezTo>
                  <a:cubicBezTo>
                    <a:pt x="5" y="18"/>
                    <a:pt x="6" y="15"/>
                    <a:pt x="7" y="12"/>
                  </a:cubicBezTo>
                  <a:cubicBezTo>
                    <a:pt x="9" y="9"/>
                    <a:pt x="11" y="7"/>
                    <a:pt x="14" y="4"/>
                  </a:cubicBezTo>
                  <a:cubicBezTo>
                    <a:pt x="18" y="2"/>
                    <a:pt x="21" y="0"/>
                    <a:pt x="24" y="1"/>
                  </a:cubicBezTo>
                  <a:cubicBezTo>
                    <a:pt x="29" y="1"/>
                    <a:pt x="33" y="2"/>
                    <a:pt x="37" y="4"/>
                  </a:cubicBezTo>
                  <a:cubicBezTo>
                    <a:pt x="40" y="7"/>
                    <a:pt x="42" y="9"/>
                    <a:pt x="43" y="12"/>
                  </a:cubicBezTo>
                  <a:cubicBezTo>
                    <a:pt x="44" y="14"/>
                    <a:pt x="44" y="15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7" y="14"/>
                  </a:lnTo>
                  <a:cubicBezTo>
                    <a:pt x="55" y="5"/>
                    <a:pt x="65" y="1"/>
                    <a:pt x="76" y="1"/>
                  </a:cubicBezTo>
                  <a:cubicBezTo>
                    <a:pt x="84" y="1"/>
                    <a:pt x="90" y="3"/>
                    <a:pt x="94" y="6"/>
                  </a:cubicBezTo>
                  <a:cubicBezTo>
                    <a:pt x="99" y="10"/>
                    <a:pt x="102" y="16"/>
                    <a:pt x="102" y="23"/>
                  </a:cubicBezTo>
                  <a:cubicBezTo>
                    <a:pt x="102" y="30"/>
                    <a:pt x="99" y="41"/>
                    <a:pt x="94" y="56"/>
                  </a:cubicBezTo>
                  <a:cubicBezTo>
                    <a:pt x="88" y="71"/>
                    <a:pt x="85" y="80"/>
                    <a:pt x="86" y="83"/>
                  </a:cubicBezTo>
                  <a:cubicBezTo>
                    <a:pt x="86" y="87"/>
                    <a:pt x="87" y="88"/>
                    <a:pt x="89" y="88"/>
                  </a:cubicBezTo>
                  <a:cubicBezTo>
                    <a:pt x="90" y="88"/>
                    <a:pt x="91" y="88"/>
                    <a:pt x="91" y="88"/>
                  </a:cubicBezTo>
                  <a:cubicBezTo>
                    <a:pt x="95" y="87"/>
                    <a:pt x="99" y="85"/>
                    <a:pt x="102" y="80"/>
                  </a:cubicBezTo>
                  <a:cubicBezTo>
                    <a:pt x="105" y="76"/>
                    <a:pt x="108" y="70"/>
                    <a:pt x="109" y="63"/>
                  </a:cubicBezTo>
                  <a:cubicBezTo>
                    <a:pt x="110" y="62"/>
                    <a:pt x="111" y="62"/>
                    <a:pt x="114" y="62"/>
                  </a:cubicBezTo>
                  <a:cubicBezTo>
                    <a:pt x="116" y="62"/>
                    <a:pt x="118" y="62"/>
                    <a:pt x="118" y="63"/>
                  </a:cubicBezTo>
                  <a:cubicBezTo>
                    <a:pt x="118" y="63"/>
                    <a:pt x="118" y="64"/>
                    <a:pt x="117" y="66"/>
                  </a:cubicBezTo>
                  <a:cubicBezTo>
                    <a:pt x="116" y="71"/>
                    <a:pt x="114" y="75"/>
                    <a:pt x="112" y="78"/>
                  </a:cubicBezTo>
                  <a:cubicBezTo>
                    <a:pt x="110" y="82"/>
                    <a:pt x="107" y="86"/>
                    <a:pt x="103" y="90"/>
                  </a:cubicBezTo>
                  <a:cubicBezTo>
                    <a:pt x="98" y="94"/>
                    <a:pt x="93" y="96"/>
                    <a:pt x="88" y="96"/>
                  </a:cubicBezTo>
                  <a:cubicBezTo>
                    <a:pt x="82" y="96"/>
                    <a:pt x="77" y="94"/>
                    <a:pt x="74" y="90"/>
                  </a:cubicBezTo>
                  <a:cubicBezTo>
                    <a:pt x="71" y="86"/>
                    <a:pt x="69" y="83"/>
                    <a:pt x="69" y="78"/>
                  </a:cubicBezTo>
                  <a:cubicBezTo>
                    <a:pt x="69" y="76"/>
                    <a:pt x="72" y="67"/>
                    <a:pt x="77" y="53"/>
                  </a:cubicBezTo>
                  <a:cubicBezTo>
                    <a:pt x="82" y="39"/>
                    <a:pt x="85" y="28"/>
                    <a:pt x="85" y="21"/>
                  </a:cubicBezTo>
                  <a:cubicBezTo>
                    <a:pt x="85" y="13"/>
                    <a:pt x="82" y="9"/>
                    <a:pt x="75" y="9"/>
                  </a:cubicBezTo>
                  <a:lnTo>
                    <a:pt x="74" y="9"/>
                  </a:lnTo>
                  <a:cubicBezTo>
                    <a:pt x="62" y="9"/>
                    <a:pt x="52" y="16"/>
                    <a:pt x="44" y="30"/>
                  </a:cubicBezTo>
                  <a:lnTo>
                    <a:pt x="42" y="32"/>
                  </a:lnTo>
                  <a:lnTo>
                    <a:pt x="35" y="61"/>
                  </a:lnTo>
                  <a:cubicBezTo>
                    <a:pt x="31" y="79"/>
                    <a:pt x="28" y="89"/>
                    <a:pt x="27" y="90"/>
                  </a:cubicBezTo>
                  <a:cubicBezTo>
                    <a:pt x="26" y="94"/>
                    <a:pt x="23" y="96"/>
                    <a:pt x="18" y="96"/>
                  </a:cubicBezTo>
                  <a:cubicBezTo>
                    <a:pt x="16" y="96"/>
                    <a:pt x="15" y="96"/>
                    <a:pt x="14" y="95"/>
                  </a:cubicBezTo>
                  <a:cubicBezTo>
                    <a:pt x="13" y="94"/>
                    <a:pt x="12" y="93"/>
                    <a:pt x="12" y="92"/>
                  </a:cubicBezTo>
                  <a:cubicBezTo>
                    <a:pt x="11" y="92"/>
                    <a:pt x="11" y="91"/>
                    <a:pt x="11" y="90"/>
                  </a:cubicBezTo>
                  <a:cubicBezTo>
                    <a:pt x="11" y="88"/>
                    <a:pt x="14" y="77"/>
                    <a:pt x="19" y="56"/>
                  </a:cubicBezTo>
                  <a:cubicBezTo>
                    <a:pt x="25" y="35"/>
                    <a:pt x="27" y="23"/>
                    <a:pt x="28" y="21"/>
                  </a:cubicBezTo>
                  <a:cubicBezTo>
                    <a:pt x="28" y="21"/>
                    <a:pt x="28" y="19"/>
                    <a:pt x="28" y="17"/>
                  </a:cubicBezTo>
                  <a:cubicBezTo>
                    <a:pt x="28" y="11"/>
                    <a:pt x="26" y="8"/>
                    <a:pt x="23" y="8"/>
                  </a:cubicBezTo>
                  <a:cubicBezTo>
                    <a:pt x="17" y="8"/>
                    <a:pt x="13" y="15"/>
                    <a:pt x="9" y="30"/>
                  </a:cubicBezTo>
                  <a:cubicBezTo>
                    <a:pt x="9" y="32"/>
                    <a:pt x="8" y="34"/>
                    <a:pt x="8" y="34"/>
                  </a:cubicBezTo>
                  <a:cubicBezTo>
                    <a:pt x="8" y="35"/>
                    <a:pt x="7" y="35"/>
                    <a:pt x="4" y="35"/>
                  </a:cubicBezTo>
                  <a:lnTo>
                    <a:pt x="1" y="35"/>
                  </a:lnTo>
                  <a:cubicBezTo>
                    <a:pt x="0" y="34"/>
                    <a:pt x="0" y="34"/>
                    <a:pt x="0" y="3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6" name="Freeform 100"/>
            <p:cNvSpPr>
              <a:spLocks/>
            </p:cNvSpPr>
            <p:nvPr/>
          </p:nvSpPr>
          <p:spPr bwMode="auto">
            <a:xfrm>
              <a:off x="-107" y="3301"/>
              <a:ext cx="24" cy="102"/>
            </a:xfrm>
            <a:custGeom>
              <a:avLst/>
              <a:gdLst>
                <a:gd name="T0" fmla="*/ 1 w 50"/>
                <a:gd name="T1" fmla="*/ 0 h 211"/>
                <a:gd name="T2" fmla="*/ 2 w 50"/>
                <a:gd name="T3" fmla="*/ 0 h 211"/>
                <a:gd name="T4" fmla="*/ 4 w 50"/>
                <a:gd name="T5" fmla="*/ 0 h 211"/>
                <a:gd name="T6" fmla="*/ 6 w 50"/>
                <a:gd name="T7" fmla="*/ 0 h 211"/>
                <a:gd name="T8" fmla="*/ 12 w 50"/>
                <a:gd name="T9" fmla="*/ 5 h 211"/>
                <a:gd name="T10" fmla="*/ 41 w 50"/>
                <a:gd name="T11" fmla="*/ 50 h 211"/>
                <a:gd name="T12" fmla="*/ 50 w 50"/>
                <a:gd name="T13" fmla="*/ 106 h 211"/>
                <a:gd name="T14" fmla="*/ 48 w 50"/>
                <a:gd name="T15" fmla="*/ 133 h 211"/>
                <a:gd name="T16" fmla="*/ 43 w 50"/>
                <a:gd name="T17" fmla="*/ 156 h 211"/>
                <a:gd name="T18" fmla="*/ 36 w 50"/>
                <a:gd name="T19" fmla="*/ 174 h 211"/>
                <a:gd name="T20" fmla="*/ 28 w 50"/>
                <a:gd name="T21" fmla="*/ 189 h 211"/>
                <a:gd name="T22" fmla="*/ 19 w 50"/>
                <a:gd name="T23" fmla="*/ 199 h 211"/>
                <a:gd name="T24" fmla="*/ 12 w 50"/>
                <a:gd name="T25" fmla="*/ 206 h 211"/>
                <a:gd name="T26" fmla="*/ 7 w 50"/>
                <a:gd name="T27" fmla="*/ 210 h 211"/>
                <a:gd name="T28" fmla="*/ 6 w 50"/>
                <a:gd name="T29" fmla="*/ 211 h 211"/>
                <a:gd name="T30" fmla="*/ 4 w 50"/>
                <a:gd name="T31" fmla="*/ 211 h 211"/>
                <a:gd name="T32" fmla="*/ 2 w 50"/>
                <a:gd name="T33" fmla="*/ 211 h 211"/>
                <a:gd name="T34" fmla="*/ 1 w 50"/>
                <a:gd name="T35" fmla="*/ 211 h 211"/>
                <a:gd name="T36" fmla="*/ 0 w 50"/>
                <a:gd name="T37" fmla="*/ 209 h 211"/>
                <a:gd name="T38" fmla="*/ 2 w 50"/>
                <a:gd name="T39" fmla="*/ 206 h 211"/>
                <a:gd name="T40" fmla="*/ 35 w 50"/>
                <a:gd name="T41" fmla="*/ 106 h 211"/>
                <a:gd name="T42" fmla="*/ 2 w 50"/>
                <a:gd name="T43" fmla="*/ 5 h 211"/>
                <a:gd name="T44" fmla="*/ 0 w 50"/>
                <a:gd name="T45" fmla="*/ 3 h 211"/>
                <a:gd name="T46" fmla="*/ 1 w 50"/>
                <a:gd name="T4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1">
                  <a:moveTo>
                    <a:pt x="1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12" y="5"/>
                  </a:lnTo>
                  <a:cubicBezTo>
                    <a:pt x="26" y="17"/>
                    <a:pt x="35" y="32"/>
                    <a:pt x="41" y="50"/>
                  </a:cubicBezTo>
                  <a:cubicBezTo>
                    <a:pt x="47" y="68"/>
                    <a:pt x="50" y="86"/>
                    <a:pt x="50" y="106"/>
                  </a:cubicBezTo>
                  <a:cubicBezTo>
                    <a:pt x="50" y="115"/>
                    <a:pt x="50" y="124"/>
                    <a:pt x="48" y="133"/>
                  </a:cubicBezTo>
                  <a:cubicBezTo>
                    <a:pt x="47" y="142"/>
                    <a:pt x="45" y="150"/>
                    <a:pt x="43" y="156"/>
                  </a:cubicBezTo>
                  <a:cubicBezTo>
                    <a:pt x="42" y="162"/>
                    <a:pt x="39" y="168"/>
                    <a:pt x="36" y="174"/>
                  </a:cubicBezTo>
                  <a:cubicBezTo>
                    <a:pt x="32" y="181"/>
                    <a:pt x="30" y="185"/>
                    <a:pt x="28" y="189"/>
                  </a:cubicBezTo>
                  <a:cubicBezTo>
                    <a:pt x="26" y="192"/>
                    <a:pt x="23" y="195"/>
                    <a:pt x="19" y="199"/>
                  </a:cubicBezTo>
                  <a:cubicBezTo>
                    <a:pt x="15" y="203"/>
                    <a:pt x="13" y="206"/>
                    <a:pt x="12" y="206"/>
                  </a:cubicBezTo>
                  <a:cubicBezTo>
                    <a:pt x="11" y="207"/>
                    <a:pt x="10" y="208"/>
                    <a:pt x="7" y="210"/>
                  </a:cubicBezTo>
                  <a:lnTo>
                    <a:pt x="6" y="211"/>
                  </a:lnTo>
                  <a:lnTo>
                    <a:pt x="4" y="211"/>
                  </a:lnTo>
                  <a:lnTo>
                    <a:pt x="2" y="211"/>
                  </a:lnTo>
                  <a:cubicBezTo>
                    <a:pt x="1" y="211"/>
                    <a:pt x="1" y="211"/>
                    <a:pt x="1" y="211"/>
                  </a:cubicBezTo>
                  <a:cubicBezTo>
                    <a:pt x="0" y="210"/>
                    <a:pt x="0" y="209"/>
                    <a:pt x="0" y="209"/>
                  </a:cubicBezTo>
                  <a:cubicBezTo>
                    <a:pt x="0" y="208"/>
                    <a:pt x="1" y="208"/>
                    <a:pt x="2" y="206"/>
                  </a:cubicBezTo>
                  <a:cubicBezTo>
                    <a:pt x="24" y="183"/>
                    <a:pt x="35" y="150"/>
                    <a:pt x="35" y="106"/>
                  </a:cubicBezTo>
                  <a:cubicBezTo>
                    <a:pt x="35" y="62"/>
                    <a:pt x="24" y="28"/>
                    <a:pt x="2" y="5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7" name="Freeform 101"/>
            <p:cNvSpPr>
              <a:spLocks/>
            </p:cNvSpPr>
            <p:nvPr/>
          </p:nvSpPr>
          <p:spPr bwMode="auto">
            <a:xfrm>
              <a:off x="-36" y="3322"/>
              <a:ext cx="62" cy="60"/>
            </a:xfrm>
            <a:custGeom>
              <a:avLst/>
              <a:gdLst>
                <a:gd name="T0" fmla="*/ 128 w 129"/>
                <a:gd name="T1" fmla="*/ 117 h 123"/>
                <a:gd name="T2" fmla="*/ 128 w 129"/>
                <a:gd name="T3" fmla="*/ 118 h 123"/>
                <a:gd name="T4" fmla="*/ 127 w 129"/>
                <a:gd name="T5" fmla="*/ 121 h 123"/>
                <a:gd name="T6" fmla="*/ 125 w 129"/>
                <a:gd name="T7" fmla="*/ 123 h 123"/>
                <a:gd name="T8" fmla="*/ 93 w 129"/>
                <a:gd name="T9" fmla="*/ 108 h 123"/>
                <a:gd name="T10" fmla="*/ 31 w 129"/>
                <a:gd name="T11" fmla="*/ 79 h 123"/>
                <a:gd name="T12" fmla="*/ 1 w 129"/>
                <a:gd name="T13" fmla="*/ 65 h 123"/>
                <a:gd name="T14" fmla="*/ 0 w 129"/>
                <a:gd name="T15" fmla="*/ 62 h 123"/>
                <a:gd name="T16" fmla="*/ 1 w 129"/>
                <a:gd name="T17" fmla="*/ 58 h 123"/>
                <a:gd name="T18" fmla="*/ 125 w 129"/>
                <a:gd name="T19" fmla="*/ 0 h 123"/>
                <a:gd name="T20" fmla="*/ 127 w 129"/>
                <a:gd name="T21" fmla="*/ 2 h 123"/>
                <a:gd name="T22" fmla="*/ 128 w 129"/>
                <a:gd name="T23" fmla="*/ 5 h 123"/>
                <a:gd name="T24" fmla="*/ 127 w 129"/>
                <a:gd name="T25" fmla="*/ 8 h 123"/>
                <a:gd name="T26" fmla="*/ 70 w 129"/>
                <a:gd name="T27" fmla="*/ 35 h 123"/>
                <a:gd name="T28" fmla="*/ 14 w 129"/>
                <a:gd name="T29" fmla="*/ 62 h 123"/>
                <a:gd name="T30" fmla="*/ 70 w 129"/>
                <a:gd name="T31" fmla="*/ 88 h 123"/>
                <a:gd name="T32" fmla="*/ 127 w 129"/>
                <a:gd name="T33" fmla="*/ 115 h 123"/>
                <a:gd name="T34" fmla="*/ 128 w 129"/>
                <a:gd name="T35" fmla="*/ 118 h 123"/>
                <a:gd name="T36" fmla="*/ 128 w 129"/>
                <a:gd name="T37" fmla="*/ 11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9" h="123">
                  <a:moveTo>
                    <a:pt x="128" y="117"/>
                  </a:moveTo>
                  <a:lnTo>
                    <a:pt x="128" y="118"/>
                  </a:lnTo>
                  <a:cubicBezTo>
                    <a:pt x="128" y="120"/>
                    <a:pt x="128" y="121"/>
                    <a:pt x="127" y="121"/>
                  </a:cubicBezTo>
                  <a:cubicBezTo>
                    <a:pt x="126" y="122"/>
                    <a:pt x="126" y="123"/>
                    <a:pt x="125" y="123"/>
                  </a:cubicBezTo>
                  <a:cubicBezTo>
                    <a:pt x="124" y="123"/>
                    <a:pt x="113" y="118"/>
                    <a:pt x="93" y="108"/>
                  </a:cubicBezTo>
                  <a:cubicBezTo>
                    <a:pt x="72" y="99"/>
                    <a:pt x="51" y="89"/>
                    <a:pt x="31" y="79"/>
                  </a:cubicBezTo>
                  <a:lnTo>
                    <a:pt x="1" y="65"/>
                  </a:lnTo>
                  <a:cubicBezTo>
                    <a:pt x="0" y="64"/>
                    <a:pt x="0" y="63"/>
                    <a:pt x="0" y="62"/>
                  </a:cubicBezTo>
                  <a:cubicBezTo>
                    <a:pt x="0" y="60"/>
                    <a:pt x="0" y="59"/>
                    <a:pt x="1" y="58"/>
                  </a:cubicBezTo>
                  <a:cubicBezTo>
                    <a:pt x="82" y="20"/>
                    <a:pt x="123" y="0"/>
                    <a:pt x="125" y="0"/>
                  </a:cubicBezTo>
                  <a:cubicBezTo>
                    <a:pt x="125" y="0"/>
                    <a:pt x="126" y="1"/>
                    <a:pt x="127" y="2"/>
                  </a:cubicBezTo>
                  <a:cubicBezTo>
                    <a:pt x="128" y="3"/>
                    <a:pt x="128" y="4"/>
                    <a:pt x="128" y="5"/>
                  </a:cubicBezTo>
                  <a:cubicBezTo>
                    <a:pt x="129" y="6"/>
                    <a:pt x="128" y="7"/>
                    <a:pt x="127" y="8"/>
                  </a:cubicBezTo>
                  <a:cubicBezTo>
                    <a:pt x="127" y="8"/>
                    <a:pt x="108" y="17"/>
                    <a:pt x="70" y="35"/>
                  </a:cubicBezTo>
                  <a:lnTo>
                    <a:pt x="14" y="62"/>
                  </a:lnTo>
                  <a:lnTo>
                    <a:pt x="70" y="88"/>
                  </a:lnTo>
                  <a:cubicBezTo>
                    <a:pt x="108" y="106"/>
                    <a:pt x="127" y="115"/>
                    <a:pt x="127" y="115"/>
                  </a:cubicBezTo>
                  <a:cubicBezTo>
                    <a:pt x="128" y="116"/>
                    <a:pt x="128" y="117"/>
                    <a:pt x="128" y="118"/>
                  </a:cubicBezTo>
                  <a:lnTo>
                    <a:pt x="128" y="11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8" name="Freeform 102"/>
            <p:cNvSpPr>
              <a:spLocks/>
            </p:cNvSpPr>
            <p:nvPr/>
          </p:nvSpPr>
          <p:spPr bwMode="auto">
            <a:xfrm>
              <a:off x="83" y="3231"/>
              <a:ext cx="50" cy="243"/>
            </a:xfrm>
            <a:custGeom>
              <a:avLst/>
              <a:gdLst>
                <a:gd name="T0" fmla="*/ 104 w 104"/>
                <a:gd name="T1" fmla="*/ 504 h 506"/>
                <a:gd name="T2" fmla="*/ 103 w 104"/>
                <a:gd name="T3" fmla="*/ 506 h 506"/>
                <a:gd name="T4" fmla="*/ 96 w 104"/>
                <a:gd name="T5" fmla="*/ 506 h 506"/>
                <a:gd name="T6" fmla="*/ 90 w 104"/>
                <a:gd name="T7" fmla="*/ 500 h 506"/>
                <a:gd name="T8" fmla="*/ 81 w 104"/>
                <a:gd name="T9" fmla="*/ 491 h 506"/>
                <a:gd name="T10" fmla="*/ 69 w 104"/>
                <a:gd name="T11" fmla="*/ 478 h 506"/>
                <a:gd name="T12" fmla="*/ 56 w 104"/>
                <a:gd name="T13" fmla="*/ 461 h 506"/>
                <a:gd name="T14" fmla="*/ 43 w 104"/>
                <a:gd name="T15" fmla="*/ 440 h 506"/>
                <a:gd name="T16" fmla="*/ 30 w 104"/>
                <a:gd name="T17" fmla="*/ 413 h 506"/>
                <a:gd name="T18" fmla="*/ 18 w 104"/>
                <a:gd name="T19" fmla="*/ 382 h 506"/>
                <a:gd name="T20" fmla="*/ 9 w 104"/>
                <a:gd name="T21" fmla="*/ 345 h 506"/>
                <a:gd name="T22" fmla="*/ 3 w 104"/>
                <a:gd name="T23" fmla="*/ 302 h 506"/>
                <a:gd name="T24" fmla="*/ 0 w 104"/>
                <a:gd name="T25" fmla="*/ 252 h 506"/>
                <a:gd name="T26" fmla="*/ 77 w 104"/>
                <a:gd name="T27" fmla="*/ 18 h 506"/>
                <a:gd name="T28" fmla="*/ 86 w 104"/>
                <a:gd name="T29" fmla="*/ 9 h 506"/>
                <a:gd name="T30" fmla="*/ 93 w 104"/>
                <a:gd name="T31" fmla="*/ 2 h 506"/>
                <a:gd name="T32" fmla="*/ 96 w 104"/>
                <a:gd name="T33" fmla="*/ 0 h 506"/>
                <a:gd name="T34" fmla="*/ 103 w 104"/>
                <a:gd name="T35" fmla="*/ 0 h 506"/>
                <a:gd name="T36" fmla="*/ 104 w 104"/>
                <a:gd name="T37" fmla="*/ 1 h 506"/>
                <a:gd name="T38" fmla="*/ 100 w 104"/>
                <a:gd name="T39" fmla="*/ 7 h 506"/>
                <a:gd name="T40" fmla="*/ 89 w 104"/>
                <a:gd name="T41" fmla="*/ 19 h 506"/>
                <a:gd name="T42" fmla="*/ 73 w 104"/>
                <a:gd name="T43" fmla="*/ 39 h 506"/>
                <a:gd name="T44" fmla="*/ 56 w 104"/>
                <a:gd name="T45" fmla="*/ 70 h 506"/>
                <a:gd name="T46" fmla="*/ 40 w 104"/>
                <a:gd name="T47" fmla="*/ 110 h 506"/>
                <a:gd name="T48" fmla="*/ 28 w 104"/>
                <a:gd name="T49" fmla="*/ 163 h 506"/>
                <a:gd name="T50" fmla="*/ 21 w 104"/>
                <a:gd name="T51" fmla="*/ 230 h 506"/>
                <a:gd name="T52" fmla="*/ 21 w 104"/>
                <a:gd name="T53" fmla="*/ 253 h 506"/>
                <a:gd name="T54" fmla="*/ 40 w 104"/>
                <a:gd name="T55" fmla="*/ 396 h 506"/>
                <a:gd name="T56" fmla="*/ 102 w 104"/>
                <a:gd name="T57" fmla="*/ 500 h 506"/>
                <a:gd name="T58" fmla="*/ 104 w 104"/>
                <a:gd name="T59" fmla="*/ 504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4" h="506">
                  <a:moveTo>
                    <a:pt x="104" y="504"/>
                  </a:moveTo>
                  <a:cubicBezTo>
                    <a:pt x="104" y="504"/>
                    <a:pt x="103" y="505"/>
                    <a:pt x="103" y="506"/>
                  </a:cubicBezTo>
                  <a:lnTo>
                    <a:pt x="96" y="506"/>
                  </a:lnTo>
                  <a:cubicBezTo>
                    <a:pt x="96" y="505"/>
                    <a:pt x="94" y="503"/>
                    <a:pt x="90" y="500"/>
                  </a:cubicBezTo>
                  <a:cubicBezTo>
                    <a:pt x="87" y="496"/>
                    <a:pt x="83" y="493"/>
                    <a:pt x="81" y="491"/>
                  </a:cubicBezTo>
                  <a:cubicBezTo>
                    <a:pt x="78" y="488"/>
                    <a:pt x="74" y="484"/>
                    <a:pt x="69" y="478"/>
                  </a:cubicBezTo>
                  <a:cubicBezTo>
                    <a:pt x="64" y="472"/>
                    <a:pt x="60" y="466"/>
                    <a:pt x="56" y="461"/>
                  </a:cubicBezTo>
                  <a:cubicBezTo>
                    <a:pt x="52" y="456"/>
                    <a:pt x="48" y="448"/>
                    <a:pt x="43" y="440"/>
                  </a:cubicBezTo>
                  <a:cubicBezTo>
                    <a:pt x="38" y="431"/>
                    <a:pt x="33" y="422"/>
                    <a:pt x="30" y="413"/>
                  </a:cubicBezTo>
                  <a:cubicBezTo>
                    <a:pt x="26" y="404"/>
                    <a:pt x="22" y="394"/>
                    <a:pt x="18" y="382"/>
                  </a:cubicBezTo>
                  <a:cubicBezTo>
                    <a:pt x="14" y="370"/>
                    <a:pt x="11" y="357"/>
                    <a:pt x="9" y="345"/>
                  </a:cubicBezTo>
                  <a:cubicBezTo>
                    <a:pt x="6" y="332"/>
                    <a:pt x="4" y="318"/>
                    <a:pt x="3" y="302"/>
                  </a:cubicBezTo>
                  <a:cubicBezTo>
                    <a:pt x="1" y="286"/>
                    <a:pt x="0" y="269"/>
                    <a:pt x="0" y="252"/>
                  </a:cubicBezTo>
                  <a:cubicBezTo>
                    <a:pt x="0" y="152"/>
                    <a:pt x="26" y="74"/>
                    <a:pt x="77" y="18"/>
                  </a:cubicBezTo>
                  <a:cubicBezTo>
                    <a:pt x="80" y="15"/>
                    <a:pt x="83" y="12"/>
                    <a:pt x="86" y="9"/>
                  </a:cubicBezTo>
                  <a:cubicBezTo>
                    <a:pt x="89" y="6"/>
                    <a:pt x="91" y="4"/>
                    <a:pt x="93" y="2"/>
                  </a:cubicBezTo>
                  <a:cubicBezTo>
                    <a:pt x="95" y="0"/>
                    <a:pt x="96" y="0"/>
                    <a:pt x="96" y="0"/>
                  </a:cubicBezTo>
                  <a:lnTo>
                    <a:pt x="103" y="0"/>
                  </a:lnTo>
                  <a:cubicBezTo>
                    <a:pt x="103" y="0"/>
                    <a:pt x="104" y="1"/>
                    <a:pt x="104" y="1"/>
                  </a:cubicBezTo>
                  <a:cubicBezTo>
                    <a:pt x="104" y="2"/>
                    <a:pt x="102" y="4"/>
                    <a:pt x="100" y="7"/>
                  </a:cubicBezTo>
                  <a:cubicBezTo>
                    <a:pt x="97" y="10"/>
                    <a:pt x="93" y="14"/>
                    <a:pt x="89" y="19"/>
                  </a:cubicBezTo>
                  <a:cubicBezTo>
                    <a:pt x="84" y="25"/>
                    <a:pt x="79" y="31"/>
                    <a:pt x="73" y="39"/>
                  </a:cubicBezTo>
                  <a:cubicBezTo>
                    <a:pt x="68" y="47"/>
                    <a:pt x="62" y="57"/>
                    <a:pt x="56" y="70"/>
                  </a:cubicBezTo>
                  <a:cubicBezTo>
                    <a:pt x="51" y="82"/>
                    <a:pt x="45" y="95"/>
                    <a:pt x="40" y="110"/>
                  </a:cubicBezTo>
                  <a:cubicBezTo>
                    <a:pt x="35" y="125"/>
                    <a:pt x="31" y="142"/>
                    <a:pt x="28" y="163"/>
                  </a:cubicBezTo>
                  <a:cubicBezTo>
                    <a:pt x="24" y="184"/>
                    <a:pt x="22" y="206"/>
                    <a:pt x="21" y="230"/>
                  </a:cubicBezTo>
                  <a:cubicBezTo>
                    <a:pt x="21" y="235"/>
                    <a:pt x="21" y="243"/>
                    <a:pt x="21" y="253"/>
                  </a:cubicBezTo>
                  <a:cubicBezTo>
                    <a:pt x="21" y="307"/>
                    <a:pt x="27" y="355"/>
                    <a:pt x="40" y="396"/>
                  </a:cubicBezTo>
                  <a:cubicBezTo>
                    <a:pt x="54" y="437"/>
                    <a:pt x="74" y="472"/>
                    <a:pt x="102" y="500"/>
                  </a:cubicBezTo>
                  <a:cubicBezTo>
                    <a:pt x="103" y="502"/>
                    <a:pt x="104" y="503"/>
                    <a:pt x="104" y="50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09" name="Freeform 103"/>
            <p:cNvSpPr>
              <a:spLocks/>
            </p:cNvSpPr>
            <p:nvPr/>
          </p:nvSpPr>
          <p:spPr bwMode="auto">
            <a:xfrm>
              <a:off x="142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0 w 84"/>
                <a:gd name="T3" fmla="*/ 116 h 145"/>
                <a:gd name="T4" fmla="*/ 12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8 w 84"/>
                <a:gd name="T11" fmla="*/ 123 h 145"/>
                <a:gd name="T12" fmla="*/ 62 w 84"/>
                <a:gd name="T13" fmla="*/ 96 h 145"/>
                <a:gd name="T14" fmla="*/ 56 w 84"/>
                <a:gd name="T15" fmla="*/ 67 h 145"/>
                <a:gd name="T16" fmla="*/ 44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6 w 84"/>
                <a:gd name="T23" fmla="*/ 76 h 145"/>
                <a:gd name="T24" fmla="*/ 13 w 84"/>
                <a:gd name="T25" fmla="*/ 76 h 145"/>
                <a:gd name="T26" fmla="*/ 9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5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1 w 84"/>
                <a:gd name="T43" fmla="*/ 1 h 145"/>
                <a:gd name="T44" fmla="*/ 74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3 w 84"/>
                <a:gd name="T63" fmla="*/ 52 h 145"/>
                <a:gd name="T64" fmla="*/ 72 w 84"/>
                <a:gd name="T65" fmla="*/ 66 h 145"/>
                <a:gd name="T66" fmla="*/ 84 w 84"/>
                <a:gd name="T67" fmla="*/ 98 h 145"/>
                <a:gd name="T68" fmla="*/ 70 w 84"/>
                <a:gd name="T69" fmla="*/ 131 h 145"/>
                <a:gd name="T70" fmla="*/ 38 w 84"/>
                <a:gd name="T71" fmla="*/ 145 h 145"/>
                <a:gd name="T72" fmla="*/ 10 w 84"/>
                <a:gd name="T73" fmla="*/ 134 h 145"/>
                <a:gd name="T74" fmla="*/ 0 w 84"/>
                <a:gd name="T75" fmla="*/ 108 h 145"/>
                <a:gd name="T76" fmla="*/ 2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0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0" y="116"/>
                  </a:cubicBezTo>
                  <a:cubicBezTo>
                    <a:pt x="18" y="118"/>
                    <a:pt x="15" y="119"/>
                    <a:pt x="12" y="119"/>
                  </a:cubicBezTo>
                  <a:lnTo>
                    <a:pt x="11" y="119"/>
                  </a:lnTo>
                  <a:cubicBezTo>
                    <a:pt x="17" y="130"/>
                    <a:pt x="26" y="136"/>
                    <a:pt x="37" y="136"/>
                  </a:cubicBezTo>
                  <a:cubicBezTo>
                    <a:pt x="46" y="136"/>
                    <a:pt x="54" y="132"/>
                    <a:pt x="58" y="123"/>
                  </a:cubicBezTo>
                  <a:cubicBezTo>
                    <a:pt x="61" y="118"/>
                    <a:pt x="62" y="109"/>
                    <a:pt x="62" y="96"/>
                  </a:cubicBezTo>
                  <a:cubicBezTo>
                    <a:pt x="62" y="82"/>
                    <a:pt x="60" y="72"/>
                    <a:pt x="56" y="67"/>
                  </a:cubicBezTo>
                  <a:cubicBezTo>
                    <a:pt x="53" y="62"/>
                    <a:pt x="49" y="60"/>
                    <a:pt x="44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7" y="75"/>
                    <a:pt x="17" y="76"/>
                    <a:pt x="16" y="76"/>
                  </a:cubicBezTo>
                  <a:cubicBezTo>
                    <a:pt x="16" y="76"/>
                    <a:pt x="15" y="76"/>
                    <a:pt x="13" y="76"/>
                  </a:cubicBezTo>
                  <a:cubicBezTo>
                    <a:pt x="11" y="76"/>
                    <a:pt x="10" y="76"/>
                    <a:pt x="9" y="75"/>
                  </a:cubicBezTo>
                  <a:cubicBezTo>
                    <a:pt x="9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9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2" y="0"/>
                    <a:pt x="15" y="2"/>
                  </a:cubicBezTo>
                  <a:cubicBezTo>
                    <a:pt x="18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2" y="5"/>
                    <a:pt x="71" y="1"/>
                  </a:cubicBezTo>
                  <a:cubicBezTo>
                    <a:pt x="72" y="0"/>
                    <a:pt x="73" y="0"/>
                    <a:pt x="74" y="0"/>
                  </a:cubicBezTo>
                  <a:cubicBezTo>
                    <a:pt x="75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4" y="20"/>
                    <a:pt x="50" y="27"/>
                    <a:pt x="33" y="27"/>
                  </a:cubicBezTo>
                  <a:cubicBezTo>
                    <a:pt x="28" y="27"/>
                    <a:pt x="24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1" y="60"/>
                    <a:pt x="23" y="58"/>
                    <a:pt x="25" y="57"/>
                  </a:cubicBezTo>
                  <a:cubicBezTo>
                    <a:pt x="26" y="56"/>
                    <a:pt x="29" y="55"/>
                    <a:pt x="33" y="53"/>
                  </a:cubicBezTo>
                  <a:cubicBezTo>
                    <a:pt x="36" y="52"/>
                    <a:pt x="40" y="52"/>
                    <a:pt x="43" y="52"/>
                  </a:cubicBezTo>
                  <a:cubicBezTo>
                    <a:pt x="55" y="52"/>
                    <a:pt x="64" y="56"/>
                    <a:pt x="72" y="66"/>
                  </a:cubicBezTo>
                  <a:cubicBezTo>
                    <a:pt x="80" y="75"/>
                    <a:pt x="84" y="85"/>
                    <a:pt x="84" y="98"/>
                  </a:cubicBezTo>
                  <a:cubicBezTo>
                    <a:pt x="84" y="111"/>
                    <a:pt x="79" y="122"/>
                    <a:pt x="70" y="131"/>
                  </a:cubicBezTo>
                  <a:cubicBezTo>
                    <a:pt x="61" y="140"/>
                    <a:pt x="51" y="145"/>
                    <a:pt x="38" y="145"/>
                  </a:cubicBezTo>
                  <a:cubicBezTo>
                    <a:pt x="26" y="145"/>
                    <a:pt x="17" y="141"/>
                    <a:pt x="10" y="134"/>
                  </a:cubicBezTo>
                  <a:cubicBezTo>
                    <a:pt x="3" y="126"/>
                    <a:pt x="0" y="117"/>
                    <a:pt x="0" y="108"/>
                  </a:cubicBezTo>
                  <a:cubicBezTo>
                    <a:pt x="0" y="105"/>
                    <a:pt x="1" y="102"/>
                    <a:pt x="2" y="100"/>
                  </a:cubicBezTo>
                  <a:cubicBezTo>
                    <a:pt x="4" y="98"/>
                    <a:pt x="5" y="97"/>
                    <a:pt x="7" y="96"/>
                  </a:cubicBezTo>
                  <a:cubicBezTo>
                    <a:pt x="9" y="96"/>
                    <a:pt x="10" y="95"/>
                    <a:pt x="12" y="95"/>
                  </a:cubicBezTo>
                  <a:cubicBezTo>
                    <a:pt x="15" y="95"/>
                    <a:pt x="18" y="96"/>
                    <a:pt x="20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0" name="Freeform 104"/>
            <p:cNvSpPr>
              <a:spLocks/>
            </p:cNvSpPr>
            <p:nvPr/>
          </p:nvSpPr>
          <p:spPr bwMode="auto">
            <a:xfrm>
              <a:off x="192" y="3310"/>
              <a:ext cx="40" cy="70"/>
            </a:xfrm>
            <a:custGeom>
              <a:avLst/>
              <a:gdLst>
                <a:gd name="T0" fmla="*/ 24 w 84"/>
                <a:gd name="T1" fmla="*/ 107 h 145"/>
                <a:gd name="T2" fmla="*/ 21 w 84"/>
                <a:gd name="T3" fmla="*/ 116 h 145"/>
                <a:gd name="T4" fmla="*/ 13 w 84"/>
                <a:gd name="T5" fmla="*/ 119 h 145"/>
                <a:gd name="T6" fmla="*/ 11 w 84"/>
                <a:gd name="T7" fmla="*/ 119 h 145"/>
                <a:gd name="T8" fmla="*/ 37 w 84"/>
                <a:gd name="T9" fmla="*/ 136 h 145"/>
                <a:gd name="T10" fmla="*/ 59 w 84"/>
                <a:gd name="T11" fmla="*/ 123 h 145"/>
                <a:gd name="T12" fmla="*/ 63 w 84"/>
                <a:gd name="T13" fmla="*/ 96 h 145"/>
                <a:gd name="T14" fmla="*/ 57 w 84"/>
                <a:gd name="T15" fmla="*/ 67 h 145"/>
                <a:gd name="T16" fmla="*/ 45 w 84"/>
                <a:gd name="T17" fmla="*/ 60 h 145"/>
                <a:gd name="T18" fmla="*/ 43 w 84"/>
                <a:gd name="T19" fmla="*/ 60 h 145"/>
                <a:gd name="T20" fmla="*/ 18 w 84"/>
                <a:gd name="T21" fmla="*/ 74 h 145"/>
                <a:gd name="T22" fmla="*/ 17 w 84"/>
                <a:gd name="T23" fmla="*/ 76 h 145"/>
                <a:gd name="T24" fmla="*/ 14 w 84"/>
                <a:gd name="T25" fmla="*/ 76 h 145"/>
                <a:gd name="T26" fmla="*/ 10 w 84"/>
                <a:gd name="T27" fmla="*/ 75 h 145"/>
                <a:gd name="T28" fmla="*/ 9 w 84"/>
                <a:gd name="T29" fmla="*/ 38 h 145"/>
                <a:gd name="T30" fmla="*/ 9 w 84"/>
                <a:gd name="T31" fmla="*/ 11 h 145"/>
                <a:gd name="T32" fmla="*/ 10 w 84"/>
                <a:gd name="T33" fmla="*/ 0 h 145"/>
                <a:gd name="T34" fmla="*/ 11 w 84"/>
                <a:gd name="T35" fmla="*/ 0 h 145"/>
                <a:gd name="T36" fmla="*/ 16 w 84"/>
                <a:gd name="T37" fmla="*/ 2 h 145"/>
                <a:gd name="T38" fmla="*/ 27 w 84"/>
                <a:gd name="T39" fmla="*/ 5 h 145"/>
                <a:gd name="T40" fmla="*/ 43 w 84"/>
                <a:gd name="T41" fmla="*/ 7 h 145"/>
                <a:gd name="T42" fmla="*/ 72 w 84"/>
                <a:gd name="T43" fmla="*/ 1 h 145"/>
                <a:gd name="T44" fmla="*/ 75 w 84"/>
                <a:gd name="T45" fmla="*/ 0 h 145"/>
                <a:gd name="T46" fmla="*/ 76 w 84"/>
                <a:gd name="T47" fmla="*/ 4 h 145"/>
                <a:gd name="T48" fmla="*/ 76 w 84"/>
                <a:gd name="T49" fmla="*/ 6 h 145"/>
                <a:gd name="T50" fmla="*/ 33 w 84"/>
                <a:gd name="T51" fmla="*/ 27 h 145"/>
                <a:gd name="T52" fmla="*/ 21 w 84"/>
                <a:gd name="T53" fmla="*/ 26 h 145"/>
                <a:gd name="T54" fmla="*/ 19 w 84"/>
                <a:gd name="T55" fmla="*/ 25 h 145"/>
                <a:gd name="T56" fmla="*/ 19 w 84"/>
                <a:gd name="T57" fmla="*/ 62 h 145"/>
                <a:gd name="T58" fmla="*/ 25 w 84"/>
                <a:gd name="T59" fmla="*/ 57 h 145"/>
                <a:gd name="T60" fmla="*/ 33 w 84"/>
                <a:gd name="T61" fmla="*/ 53 h 145"/>
                <a:gd name="T62" fmla="*/ 44 w 84"/>
                <a:gd name="T63" fmla="*/ 52 h 145"/>
                <a:gd name="T64" fmla="*/ 73 w 84"/>
                <a:gd name="T65" fmla="*/ 66 h 145"/>
                <a:gd name="T66" fmla="*/ 84 w 84"/>
                <a:gd name="T67" fmla="*/ 98 h 145"/>
                <a:gd name="T68" fmla="*/ 71 w 84"/>
                <a:gd name="T69" fmla="*/ 131 h 145"/>
                <a:gd name="T70" fmla="*/ 38 w 84"/>
                <a:gd name="T71" fmla="*/ 145 h 145"/>
                <a:gd name="T72" fmla="*/ 11 w 84"/>
                <a:gd name="T73" fmla="*/ 134 h 145"/>
                <a:gd name="T74" fmla="*/ 0 w 84"/>
                <a:gd name="T75" fmla="*/ 108 h 145"/>
                <a:gd name="T76" fmla="*/ 3 w 84"/>
                <a:gd name="T77" fmla="*/ 100 h 145"/>
                <a:gd name="T78" fmla="*/ 7 w 84"/>
                <a:gd name="T79" fmla="*/ 96 h 145"/>
                <a:gd name="T80" fmla="*/ 12 w 84"/>
                <a:gd name="T81" fmla="*/ 95 h 145"/>
                <a:gd name="T82" fmla="*/ 21 w 84"/>
                <a:gd name="T83" fmla="*/ 99 h 145"/>
                <a:gd name="T84" fmla="*/ 24 w 84"/>
                <a:gd name="T85" fmla="*/ 10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145">
                  <a:moveTo>
                    <a:pt x="24" y="107"/>
                  </a:moveTo>
                  <a:cubicBezTo>
                    <a:pt x="24" y="111"/>
                    <a:pt x="23" y="113"/>
                    <a:pt x="21" y="116"/>
                  </a:cubicBezTo>
                  <a:cubicBezTo>
                    <a:pt x="19" y="118"/>
                    <a:pt x="16" y="119"/>
                    <a:pt x="13" y="119"/>
                  </a:cubicBezTo>
                  <a:lnTo>
                    <a:pt x="11" y="119"/>
                  </a:lnTo>
                  <a:cubicBezTo>
                    <a:pt x="18" y="130"/>
                    <a:pt x="26" y="136"/>
                    <a:pt x="37" y="136"/>
                  </a:cubicBezTo>
                  <a:cubicBezTo>
                    <a:pt x="47" y="136"/>
                    <a:pt x="54" y="132"/>
                    <a:pt x="59" y="123"/>
                  </a:cubicBezTo>
                  <a:cubicBezTo>
                    <a:pt x="61" y="118"/>
                    <a:pt x="63" y="109"/>
                    <a:pt x="63" y="96"/>
                  </a:cubicBezTo>
                  <a:cubicBezTo>
                    <a:pt x="63" y="82"/>
                    <a:pt x="61" y="72"/>
                    <a:pt x="57" y="67"/>
                  </a:cubicBezTo>
                  <a:cubicBezTo>
                    <a:pt x="53" y="62"/>
                    <a:pt x="49" y="60"/>
                    <a:pt x="45" y="60"/>
                  </a:cubicBezTo>
                  <a:lnTo>
                    <a:pt x="43" y="60"/>
                  </a:lnTo>
                  <a:cubicBezTo>
                    <a:pt x="32" y="60"/>
                    <a:pt x="24" y="65"/>
                    <a:pt x="18" y="74"/>
                  </a:cubicBezTo>
                  <a:cubicBezTo>
                    <a:pt x="18" y="75"/>
                    <a:pt x="17" y="76"/>
                    <a:pt x="17" y="76"/>
                  </a:cubicBezTo>
                  <a:cubicBezTo>
                    <a:pt x="17" y="76"/>
                    <a:pt x="15" y="76"/>
                    <a:pt x="14" y="76"/>
                  </a:cubicBezTo>
                  <a:cubicBezTo>
                    <a:pt x="11" y="76"/>
                    <a:pt x="10" y="76"/>
                    <a:pt x="10" y="75"/>
                  </a:cubicBezTo>
                  <a:cubicBezTo>
                    <a:pt x="10" y="74"/>
                    <a:pt x="9" y="62"/>
                    <a:pt x="9" y="38"/>
                  </a:cubicBezTo>
                  <a:lnTo>
                    <a:pt x="9" y="11"/>
                  </a:lnTo>
                  <a:cubicBezTo>
                    <a:pt x="9" y="4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3" y="0"/>
                    <a:pt x="16" y="2"/>
                  </a:cubicBezTo>
                  <a:cubicBezTo>
                    <a:pt x="19" y="3"/>
                    <a:pt x="22" y="4"/>
                    <a:pt x="27" y="5"/>
                  </a:cubicBezTo>
                  <a:cubicBezTo>
                    <a:pt x="32" y="6"/>
                    <a:pt x="37" y="7"/>
                    <a:pt x="43" y="7"/>
                  </a:cubicBezTo>
                  <a:cubicBezTo>
                    <a:pt x="53" y="7"/>
                    <a:pt x="63" y="5"/>
                    <a:pt x="72" y="1"/>
                  </a:cubicBezTo>
                  <a:cubicBezTo>
                    <a:pt x="73" y="0"/>
                    <a:pt x="74" y="0"/>
                    <a:pt x="75" y="0"/>
                  </a:cubicBezTo>
                  <a:cubicBezTo>
                    <a:pt x="76" y="0"/>
                    <a:pt x="76" y="1"/>
                    <a:pt x="76" y="4"/>
                  </a:cubicBezTo>
                  <a:lnTo>
                    <a:pt x="76" y="6"/>
                  </a:lnTo>
                  <a:cubicBezTo>
                    <a:pt x="65" y="20"/>
                    <a:pt x="50" y="27"/>
                    <a:pt x="33" y="27"/>
                  </a:cubicBezTo>
                  <a:cubicBezTo>
                    <a:pt x="29" y="27"/>
                    <a:pt x="25" y="26"/>
                    <a:pt x="21" y="26"/>
                  </a:cubicBezTo>
                  <a:lnTo>
                    <a:pt x="19" y="25"/>
                  </a:lnTo>
                  <a:lnTo>
                    <a:pt x="19" y="62"/>
                  </a:lnTo>
                  <a:cubicBezTo>
                    <a:pt x="22" y="60"/>
                    <a:pt x="24" y="58"/>
                    <a:pt x="25" y="57"/>
                  </a:cubicBezTo>
                  <a:cubicBezTo>
                    <a:pt x="27" y="56"/>
                    <a:pt x="29" y="55"/>
                    <a:pt x="33" y="53"/>
                  </a:cubicBezTo>
                  <a:cubicBezTo>
                    <a:pt x="37" y="52"/>
                    <a:pt x="40" y="52"/>
                    <a:pt x="44" y="52"/>
                  </a:cubicBezTo>
                  <a:cubicBezTo>
                    <a:pt x="55" y="52"/>
                    <a:pt x="65" y="56"/>
                    <a:pt x="73" y="66"/>
                  </a:cubicBezTo>
                  <a:cubicBezTo>
                    <a:pt x="81" y="75"/>
                    <a:pt x="84" y="85"/>
                    <a:pt x="84" y="98"/>
                  </a:cubicBezTo>
                  <a:cubicBezTo>
                    <a:pt x="84" y="111"/>
                    <a:pt x="80" y="122"/>
                    <a:pt x="71" y="131"/>
                  </a:cubicBezTo>
                  <a:cubicBezTo>
                    <a:pt x="62" y="140"/>
                    <a:pt x="51" y="145"/>
                    <a:pt x="38" y="145"/>
                  </a:cubicBezTo>
                  <a:cubicBezTo>
                    <a:pt x="27" y="145"/>
                    <a:pt x="18" y="141"/>
                    <a:pt x="11" y="134"/>
                  </a:cubicBezTo>
                  <a:cubicBezTo>
                    <a:pt x="4" y="126"/>
                    <a:pt x="0" y="117"/>
                    <a:pt x="0" y="108"/>
                  </a:cubicBezTo>
                  <a:cubicBezTo>
                    <a:pt x="0" y="105"/>
                    <a:pt x="1" y="102"/>
                    <a:pt x="3" y="100"/>
                  </a:cubicBezTo>
                  <a:cubicBezTo>
                    <a:pt x="4" y="98"/>
                    <a:pt x="6" y="97"/>
                    <a:pt x="7" y="96"/>
                  </a:cubicBezTo>
                  <a:cubicBezTo>
                    <a:pt x="9" y="96"/>
                    <a:pt x="11" y="95"/>
                    <a:pt x="12" y="95"/>
                  </a:cubicBezTo>
                  <a:cubicBezTo>
                    <a:pt x="16" y="95"/>
                    <a:pt x="19" y="96"/>
                    <a:pt x="21" y="99"/>
                  </a:cubicBezTo>
                  <a:cubicBezTo>
                    <a:pt x="23" y="101"/>
                    <a:pt x="24" y="104"/>
                    <a:pt x="24" y="10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1" name="Freeform 105"/>
            <p:cNvSpPr>
              <a:spLocks/>
            </p:cNvSpPr>
            <p:nvPr/>
          </p:nvSpPr>
          <p:spPr bwMode="auto">
            <a:xfrm>
              <a:off x="275" y="3328"/>
              <a:ext cx="49" cy="49"/>
            </a:xfrm>
            <a:custGeom>
              <a:avLst/>
              <a:gdLst>
                <a:gd name="T0" fmla="*/ 102 w 102"/>
                <a:gd name="T1" fmla="*/ 97 h 102"/>
                <a:gd name="T2" fmla="*/ 98 w 102"/>
                <a:gd name="T3" fmla="*/ 102 h 102"/>
                <a:gd name="T4" fmla="*/ 93 w 102"/>
                <a:gd name="T5" fmla="*/ 98 h 102"/>
                <a:gd name="T6" fmla="*/ 73 w 102"/>
                <a:gd name="T7" fmla="*/ 79 h 102"/>
                <a:gd name="T8" fmla="*/ 51 w 102"/>
                <a:gd name="T9" fmla="*/ 57 h 102"/>
                <a:gd name="T10" fmla="*/ 29 w 102"/>
                <a:gd name="T11" fmla="*/ 79 h 102"/>
                <a:gd name="T12" fmla="*/ 6 w 102"/>
                <a:gd name="T13" fmla="*/ 101 h 102"/>
                <a:gd name="T14" fmla="*/ 5 w 102"/>
                <a:gd name="T15" fmla="*/ 102 h 102"/>
                <a:gd name="T16" fmla="*/ 2 w 102"/>
                <a:gd name="T17" fmla="*/ 100 h 102"/>
                <a:gd name="T18" fmla="*/ 0 w 102"/>
                <a:gd name="T19" fmla="*/ 97 h 102"/>
                <a:gd name="T20" fmla="*/ 3 w 102"/>
                <a:gd name="T21" fmla="*/ 93 h 102"/>
                <a:gd name="T22" fmla="*/ 23 w 102"/>
                <a:gd name="T23" fmla="*/ 73 h 102"/>
                <a:gd name="T24" fmla="*/ 45 w 102"/>
                <a:gd name="T25" fmla="*/ 51 h 102"/>
                <a:gd name="T26" fmla="*/ 23 w 102"/>
                <a:gd name="T27" fmla="*/ 29 h 102"/>
                <a:gd name="T28" fmla="*/ 3 w 102"/>
                <a:gd name="T29" fmla="*/ 9 h 102"/>
                <a:gd name="T30" fmla="*/ 0 w 102"/>
                <a:gd name="T31" fmla="*/ 4 h 102"/>
                <a:gd name="T32" fmla="*/ 2 w 102"/>
                <a:gd name="T33" fmla="*/ 1 h 102"/>
                <a:gd name="T34" fmla="*/ 5 w 102"/>
                <a:gd name="T35" fmla="*/ 0 h 102"/>
                <a:gd name="T36" fmla="*/ 6 w 102"/>
                <a:gd name="T37" fmla="*/ 0 h 102"/>
                <a:gd name="T38" fmla="*/ 29 w 102"/>
                <a:gd name="T39" fmla="*/ 23 h 102"/>
                <a:gd name="T40" fmla="*/ 51 w 102"/>
                <a:gd name="T41" fmla="*/ 45 h 102"/>
                <a:gd name="T42" fmla="*/ 73 w 102"/>
                <a:gd name="T43" fmla="*/ 23 h 102"/>
                <a:gd name="T44" fmla="*/ 93 w 102"/>
                <a:gd name="T45" fmla="*/ 3 h 102"/>
                <a:gd name="T46" fmla="*/ 98 w 102"/>
                <a:gd name="T47" fmla="*/ 0 h 102"/>
                <a:gd name="T48" fmla="*/ 102 w 102"/>
                <a:gd name="T49" fmla="*/ 4 h 102"/>
                <a:gd name="T50" fmla="*/ 100 w 102"/>
                <a:gd name="T51" fmla="*/ 8 h 102"/>
                <a:gd name="T52" fmla="*/ 79 w 102"/>
                <a:gd name="T53" fmla="*/ 29 h 102"/>
                <a:gd name="T54" fmla="*/ 57 w 102"/>
                <a:gd name="T55" fmla="*/ 51 h 102"/>
                <a:gd name="T56" fmla="*/ 79 w 102"/>
                <a:gd name="T57" fmla="*/ 73 h 102"/>
                <a:gd name="T58" fmla="*/ 100 w 102"/>
                <a:gd name="T59" fmla="*/ 93 h 102"/>
                <a:gd name="T60" fmla="*/ 102 w 102"/>
                <a:gd name="T61" fmla="*/ 9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102">
                  <a:moveTo>
                    <a:pt x="102" y="97"/>
                  </a:moveTo>
                  <a:cubicBezTo>
                    <a:pt x="102" y="100"/>
                    <a:pt x="101" y="102"/>
                    <a:pt x="98" y="102"/>
                  </a:cubicBezTo>
                  <a:cubicBezTo>
                    <a:pt x="97" y="102"/>
                    <a:pt x="95" y="100"/>
                    <a:pt x="93" y="98"/>
                  </a:cubicBezTo>
                  <a:cubicBezTo>
                    <a:pt x="91" y="96"/>
                    <a:pt x="84" y="89"/>
                    <a:pt x="73" y="79"/>
                  </a:cubicBezTo>
                  <a:lnTo>
                    <a:pt x="51" y="57"/>
                  </a:lnTo>
                  <a:lnTo>
                    <a:pt x="29" y="79"/>
                  </a:lnTo>
                  <a:cubicBezTo>
                    <a:pt x="14" y="93"/>
                    <a:pt x="7" y="101"/>
                    <a:pt x="6" y="101"/>
                  </a:cubicBezTo>
                  <a:cubicBezTo>
                    <a:pt x="6" y="101"/>
                    <a:pt x="5" y="102"/>
                    <a:pt x="5" y="102"/>
                  </a:cubicBezTo>
                  <a:cubicBezTo>
                    <a:pt x="4" y="102"/>
                    <a:pt x="3" y="101"/>
                    <a:pt x="2" y="100"/>
                  </a:cubicBezTo>
                  <a:cubicBezTo>
                    <a:pt x="1" y="99"/>
                    <a:pt x="0" y="98"/>
                    <a:pt x="0" y="97"/>
                  </a:cubicBezTo>
                  <a:cubicBezTo>
                    <a:pt x="0" y="96"/>
                    <a:pt x="1" y="95"/>
                    <a:pt x="3" y="93"/>
                  </a:cubicBezTo>
                  <a:cubicBezTo>
                    <a:pt x="5" y="91"/>
                    <a:pt x="12" y="84"/>
                    <a:pt x="23" y="73"/>
                  </a:cubicBezTo>
                  <a:lnTo>
                    <a:pt x="45" y="51"/>
                  </a:lnTo>
                  <a:lnTo>
                    <a:pt x="23" y="29"/>
                  </a:lnTo>
                  <a:cubicBezTo>
                    <a:pt x="12" y="17"/>
                    <a:pt x="5" y="11"/>
                    <a:pt x="3" y="9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7" y="1"/>
                    <a:pt x="14" y="8"/>
                    <a:pt x="29" y="23"/>
                  </a:cubicBezTo>
                  <a:lnTo>
                    <a:pt x="51" y="45"/>
                  </a:lnTo>
                  <a:lnTo>
                    <a:pt x="73" y="23"/>
                  </a:lnTo>
                  <a:cubicBezTo>
                    <a:pt x="84" y="12"/>
                    <a:pt x="91" y="5"/>
                    <a:pt x="93" y="3"/>
                  </a:cubicBezTo>
                  <a:cubicBezTo>
                    <a:pt x="95" y="1"/>
                    <a:pt x="97" y="0"/>
                    <a:pt x="98" y="0"/>
                  </a:cubicBezTo>
                  <a:cubicBezTo>
                    <a:pt x="101" y="0"/>
                    <a:pt x="102" y="1"/>
                    <a:pt x="102" y="4"/>
                  </a:cubicBezTo>
                  <a:cubicBezTo>
                    <a:pt x="102" y="5"/>
                    <a:pt x="101" y="6"/>
                    <a:pt x="100" y="8"/>
                  </a:cubicBezTo>
                  <a:cubicBezTo>
                    <a:pt x="99" y="9"/>
                    <a:pt x="92" y="16"/>
                    <a:pt x="79" y="29"/>
                  </a:cubicBezTo>
                  <a:lnTo>
                    <a:pt x="57" y="51"/>
                  </a:lnTo>
                  <a:lnTo>
                    <a:pt x="79" y="73"/>
                  </a:lnTo>
                  <a:cubicBezTo>
                    <a:pt x="91" y="85"/>
                    <a:pt x="98" y="91"/>
                    <a:pt x="100" y="93"/>
                  </a:cubicBezTo>
                  <a:cubicBezTo>
                    <a:pt x="101" y="95"/>
                    <a:pt x="102" y="96"/>
                    <a:pt x="102" y="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2" name="Rectangle 106"/>
            <p:cNvSpPr>
              <a:spLocks noChangeArrowheads="1"/>
            </p:cNvSpPr>
            <p:nvPr/>
          </p:nvSpPr>
          <p:spPr bwMode="auto">
            <a:xfrm>
              <a:off x="374" y="3349"/>
              <a:ext cx="73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3" name="Freeform 107"/>
            <p:cNvSpPr>
              <a:spLocks/>
            </p:cNvSpPr>
            <p:nvPr/>
          </p:nvSpPr>
          <p:spPr bwMode="auto">
            <a:xfrm>
              <a:off x="390" y="3241"/>
              <a:ext cx="41" cy="68"/>
            </a:xfrm>
            <a:custGeom>
              <a:avLst/>
              <a:gdLst>
                <a:gd name="T0" fmla="*/ 12 w 84"/>
                <a:gd name="T1" fmla="*/ 50 h 141"/>
                <a:gd name="T2" fmla="*/ 3 w 84"/>
                <a:gd name="T3" fmla="*/ 46 h 141"/>
                <a:gd name="T4" fmla="*/ 0 w 84"/>
                <a:gd name="T5" fmla="*/ 37 h 141"/>
                <a:gd name="T6" fmla="*/ 11 w 84"/>
                <a:gd name="T7" fmla="*/ 11 h 141"/>
                <a:gd name="T8" fmla="*/ 39 w 84"/>
                <a:gd name="T9" fmla="*/ 0 h 141"/>
                <a:gd name="T10" fmla="*/ 71 w 84"/>
                <a:gd name="T11" fmla="*/ 12 h 141"/>
                <a:gd name="T12" fmla="*/ 84 w 84"/>
                <a:gd name="T13" fmla="*/ 43 h 141"/>
                <a:gd name="T14" fmla="*/ 79 w 84"/>
                <a:gd name="T15" fmla="*/ 60 h 141"/>
                <a:gd name="T16" fmla="*/ 69 w 84"/>
                <a:gd name="T17" fmla="*/ 74 h 141"/>
                <a:gd name="T18" fmla="*/ 52 w 84"/>
                <a:gd name="T19" fmla="*/ 90 h 141"/>
                <a:gd name="T20" fmla="*/ 31 w 84"/>
                <a:gd name="T21" fmla="*/ 109 h 141"/>
                <a:gd name="T22" fmla="*/ 19 w 84"/>
                <a:gd name="T23" fmla="*/ 121 h 141"/>
                <a:gd name="T24" fmla="*/ 35 w 84"/>
                <a:gd name="T25" fmla="*/ 121 h 141"/>
                <a:gd name="T26" fmla="*/ 70 w 84"/>
                <a:gd name="T27" fmla="*/ 120 h 141"/>
                <a:gd name="T28" fmla="*/ 75 w 84"/>
                <a:gd name="T29" fmla="*/ 102 h 141"/>
                <a:gd name="T30" fmla="*/ 75 w 84"/>
                <a:gd name="T31" fmla="*/ 101 h 141"/>
                <a:gd name="T32" fmla="*/ 84 w 84"/>
                <a:gd name="T33" fmla="*/ 101 h 141"/>
                <a:gd name="T34" fmla="*/ 84 w 84"/>
                <a:gd name="T35" fmla="*/ 102 h 141"/>
                <a:gd name="T36" fmla="*/ 81 w 84"/>
                <a:gd name="T37" fmla="*/ 121 h 141"/>
                <a:gd name="T38" fmla="*/ 78 w 84"/>
                <a:gd name="T39" fmla="*/ 140 h 141"/>
                <a:gd name="T40" fmla="*/ 78 w 84"/>
                <a:gd name="T41" fmla="*/ 141 h 141"/>
                <a:gd name="T42" fmla="*/ 0 w 84"/>
                <a:gd name="T43" fmla="*/ 141 h 141"/>
                <a:gd name="T44" fmla="*/ 0 w 84"/>
                <a:gd name="T45" fmla="*/ 137 h 141"/>
                <a:gd name="T46" fmla="*/ 0 w 84"/>
                <a:gd name="T47" fmla="*/ 134 h 141"/>
                <a:gd name="T48" fmla="*/ 1 w 84"/>
                <a:gd name="T49" fmla="*/ 131 h 141"/>
                <a:gd name="T50" fmla="*/ 7 w 84"/>
                <a:gd name="T51" fmla="*/ 124 h 141"/>
                <a:gd name="T52" fmla="*/ 18 w 84"/>
                <a:gd name="T53" fmla="*/ 112 h 141"/>
                <a:gd name="T54" fmla="*/ 25 w 84"/>
                <a:gd name="T55" fmla="*/ 104 h 141"/>
                <a:gd name="T56" fmla="*/ 32 w 84"/>
                <a:gd name="T57" fmla="*/ 96 h 141"/>
                <a:gd name="T58" fmla="*/ 38 w 84"/>
                <a:gd name="T59" fmla="*/ 89 h 141"/>
                <a:gd name="T60" fmla="*/ 44 w 84"/>
                <a:gd name="T61" fmla="*/ 82 h 141"/>
                <a:gd name="T62" fmla="*/ 49 w 84"/>
                <a:gd name="T63" fmla="*/ 76 h 141"/>
                <a:gd name="T64" fmla="*/ 53 w 84"/>
                <a:gd name="T65" fmla="*/ 69 h 141"/>
                <a:gd name="T66" fmla="*/ 56 w 84"/>
                <a:gd name="T67" fmla="*/ 63 h 141"/>
                <a:gd name="T68" fmla="*/ 59 w 84"/>
                <a:gd name="T69" fmla="*/ 56 h 141"/>
                <a:gd name="T70" fmla="*/ 61 w 84"/>
                <a:gd name="T71" fmla="*/ 50 h 141"/>
                <a:gd name="T72" fmla="*/ 61 w 84"/>
                <a:gd name="T73" fmla="*/ 43 h 141"/>
                <a:gd name="T74" fmla="*/ 54 w 84"/>
                <a:gd name="T75" fmla="*/ 20 h 141"/>
                <a:gd name="T76" fmla="*/ 34 w 84"/>
                <a:gd name="T77" fmla="*/ 10 h 141"/>
                <a:gd name="T78" fmla="*/ 21 w 84"/>
                <a:gd name="T79" fmla="*/ 14 h 141"/>
                <a:gd name="T80" fmla="*/ 14 w 84"/>
                <a:gd name="T81" fmla="*/ 21 h 141"/>
                <a:gd name="T82" fmla="*/ 12 w 84"/>
                <a:gd name="T83" fmla="*/ 25 h 141"/>
                <a:gd name="T84" fmla="*/ 13 w 84"/>
                <a:gd name="T85" fmla="*/ 25 h 141"/>
                <a:gd name="T86" fmla="*/ 21 w 84"/>
                <a:gd name="T87" fmla="*/ 28 h 141"/>
                <a:gd name="T88" fmla="*/ 25 w 84"/>
                <a:gd name="T89" fmla="*/ 38 h 141"/>
                <a:gd name="T90" fmla="*/ 21 w 84"/>
                <a:gd name="T91" fmla="*/ 46 h 141"/>
                <a:gd name="T92" fmla="*/ 12 w 84"/>
                <a:gd name="T93" fmla="*/ 5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41">
                  <a:moveTo>
                    <a:pt x="12" y="50"/>
                  </a:moveTo>
                  <a:cubicBezTo>
                    <a:pt x="8" y="50"/>
                    <a:pt x="5" y="49"/>
                    <a:pt x="3" y="46"/>
                  </a:cubicBezTo>
                  <a:cubicBezTo>
                    <a:pt x="1" y="44"/>
                    <a:pt x="0" y="41"/>
                    <a:pt x="0" y="37"/>
                  </a:cubicBezTo>
                  <a:cubicBezTo>
                    <a:pt x="0" y="27"/>
                    <a:pt x="3" y="19"/>
                    <a:pt x="11" y="11"/>
                  </a:cubicBezTo>
                  <a:cubicBezTo>
                    <a:pt x="18" y="4"/>
                    <a:pt x="27" y="0"/>
                    <a:pt x="39" y="0"/>
                  </a:cubicBezTo>
                  <a:cubicBezTo>
                    <a:pt x="51" y="0"/>
                    <a:pt x="62" y="4"/>
                    <a:pt x="71" y="12"/>
                  </a:cubicBezTo>
                  <a:cubicBezTo>
                    <a:pt x="79" y="20"/>
                    <a:pt x="84" y="30"/>
                    <a:pt x="84" y="43"/>
                  </a:cubicBezTo>
                  <a:cubicBezTo>
                    <a:pt x="84" y="49"/>
                    <a:pt x="82" y="55"/>
                    <a:pt x="79" y="60"/>
                  </a:cubicBezTo>
                  <a:cubicBezTo>
                    <a:pt x="77" y="65"/>
                    <a:pt x="73" y="70"/>
                    <a:pt x="69" y="74"/>
                  </a:cubicBezTo>
                  <a:cubicBezTo>
                    <a:pt x="65" y="78"/>
                    <a:pt x="60" y="84"/>
                    <a:pt x="52" y="90"/>
                  </a:cubicBezTo>
                  <a:cubicBezTo>
                    <a:pt x="47" y="94"/>
                    <a:pt x="40" y="101"/>
                    <a:pt x="31" y="109"/>
                  </a:cubicBezTo>
                  <a:lnTo>
                    <a:pt x="19" y="121"/>
                  </a:lnTo>
                  <a:lnTo>
                    <a:pt x="35" y="121"/>
                  </a:lnTo>
                  <a:cubicBezTo>
                    <a:pt x="57" y="121"/>
                    <a:pt x="69" y="121"/>
                    <a:pt x="70" y="120"/>
                  </a:cubicBezTo>
                  <a:cubicBezTo>
                    <a:pt x="71" y="120"/>
                    <a:pt x="73" y="114"/>
                    <a:pt x="75" y="102"/>
                  </a:cubicBezTo>
                  <a:lnTo>
                    <a:pt x="75" y="101"/>
                  </a:lnTo>
                  <a:lnTo>
                    <a:pt x="84" y="101"/>
                  </a:lnTo>
                  <a:lnTo>
                    <a:pt x="84" y="102"/>
                  </a:lnTo>
                  <a:cubicBezTo>
                    <a:pt x="84" y="102"/>
                    <a:pt x="83" y="108"/>
                    <a:pt x="81" y="121"/>
                  </a:cubicBezTo>
                  <a:cubicBezTo>
                    <a:pt x="79" y="133"/>
                    <a:pt x="78" y="140"/>
                    <a:pt x="78" y="140"/>
                  </a:cubicBezTo>
                  <a:lnTo>
                    <a:pt x="78" y="141"/>
                  </a:lnTo>
                  <a:lnTo>
                    <a:pt x="0" y="141"/>
                  </a:lnTo>
                  <a:lnTo>
                    <a:pt x="0" y="137"/>
                  </a:lnTo>
                  <a:lnTo>
                    <a:pt x="0" y="134"/>
                  </a:lnTo>
                  <a:cubicBezTo>
                    <a:pt x="0" y="133"/>
                    <a:pt x="0" y="132"/>
                    <a:pt x="1" y="131"/>
                  </a:cubicBezTo>
                  <a:cubicBezTo>
                    <a:pt x="2" y="130"/>
                    <a:pt x="4" y="128"/>
                    <a:pt x="7" y="124"/>
                  </a:cubicBezTo>
                  <a:cubicBezTo>
                    <a:pt x="11" y="119"/>
                    <a:pt x="15" y="115"/>
                    <a:pt x="18" y="112"/>
                  </a:cubicBezTo>
                  <a:cubicBezTo>
                    <a:pt x="19" y="110"/>
                    <a:pt x="21" y="108"/>
                    <a:pt x="25" y="104"/>
                  </a:cubicBezTo>
                  <a:cubicBezTo>
                    <a:pt x="28" y="100"/>
                    <a:pt x="31" y="98"/>
                    <a:pt x="32" y="96"/>
                  </a:cubicBezTo>
                  <a:cubicBezTo>
                    <a:pt x="33" y="95"/>
                    <a:pt x="35" y="93"/>
                    <a:pt x="38" y="89"/>
                  </a:cubicBezTo>
                  <a:cubicBezTo>
                    <a:pt x="41" y="86"/>
                    <a:pt x="43" y="84"/>
                    <a:pt x="44" y="82"/>
                  </a:cubicBezTo>
                  <a:cubicBezTo>
                    <a:pt x="45" y="81"/>
                    <a:pt x="47" y="78"/>
                    <a:pt x="49" y="76"/>
                  </a:cubicBezTo>
                  <a:cubicBezTo>
                    <a:pt x="51" y="73"/>
                    <a:pt x="52" y="71"/>
                    <a:pt x="53" y="69"/>
                  </a:cubicBezTo>
                  <a:cubicBezTo>
                    <a:pt x="54" y="67"/>
                    <a:pt x="55" y="65"/>
                    <a:pt x="56" y="63"/>
                  </a:cubicBezTo>
                  <a:cubicBezTo>
                    <a:pt x="58" y="61"/>
                    <a:pt x="59" y="58"/>
                    <a:pt x="59" y="56"/>
                  </a:cubicBezTo>
                  <a:cubicBezTo>
                    <a:pt x="60" y="54"/>
                    <a:pt x="60" y="52"/>
                    <a:pt x="61" y="50"/>
                  </a:cubicBezTo>
                  <a:cubicBezTo>
                    <a:pt x="61" y="48"/>
                    <a:pt x="61" y="46"/>
                    <a:pt x="61" y="43"/>
                  </a:cubicBezTo>
                  <a:cubicBezTo>
                    <a:pt x="61" y="34"/>
                    <a:pt x="59" y="26"/>
                    <a:pt x="54" y="20"/>
                  </a:cubicBezTo>
                  <a:cubicBezTo>
                    <a:pt x="49" y="13"/>
                    <a:pt x="43" y="10"/>
                    <a:pt x="34" y="10"/>
                  </a:cubicBezTo>
                  <a:cubicBezTo>
                    <a:pt x="29" y="10"/>
                    <a:pt x="25" y="11"/>
                    <a:pt x="21" y="14"/>
                  </a:cubicBezTo>
                  <a:cubicBezTo>
                    <a:pt x="18" y="16"/>
                    <a:pt x="15" y="19"/>
                    <a:pt x="14" y="21"/>
                  </a:cubicBezTo>
                  <a:cubicBezTo>
                    <a:pt x="13" y="23"/>
                    <a:pt x="12" y="24"/>
                    <a:pt x="12" y="25"/>
                  </a:cubicBezTo>
                  <a:cubicBezTo>
                    <a:pt x="12" y="25"/>
                    <a:pt x="12" y="25"/>
                    <a:pt x="13" y="25"/>
                  </a:cubicBezTo>
                  <a:cubicBezTo>
                    <a:pt x="16" y="25"/>
                    <a:pt x="18" y="26"/>
                    <a:pt x="21" y="28"/>
                  </a:cubicBezTo>
                  <a:cubicBezTo>
                    <a:pt x="23" y="30"/>
                    <a:pt x="25" y="33"/>
                    <a:pt x="25" y="38"/>
                  </a:cubicBezTo>
                  <a:cubicBezTo>
                    <a:pt x="25" y="41"/>
                    <a:pt x="24" y="44"/>
                    <a:pt x="21" y="46"/>
                  </a:cubicBezTo>
                  <a:cubicBezTo>
                    <a:pt x="19" y="49"/>
                    <a:pt x="16" y="50"/>
                    <a:pt x="12" y="5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4" name="Freeform 108"/>
            <p:cNvSpPr>
              <a:spLocks/>
            </p:cNvSpPr>
            <p:nvPr/>
          </p:nvSpPr>
          <p:spPr bwMode="auto">
            <a:xfrm>
              <a:off x="382" y="3402"/>
              <a:ext cx="57" cy="46"/>
            </a:xfrm>
            <a:custGeom>
              <a:avLst/>
              <a:gdLst>
                <a:gd name="T0" fmla="*/ 0 w 118"/>
                <a:gd name="T1" fmla="*/ 33 h 95"/>
                <a:gd name="T2" fmla="*/ 0 w 118"/>
                <a:gd name="T3" fmla="*/ 29 h 95"/>
                <a:gd name="T4" fmla="*/ 3 w 118"/>
                <a:gd name="T5" fmla="*/ 21 h 95"/>
                <a:gd name="T6" fmla="*/ 7 w 118"/>
                <a:gd name="T7" fmla="*/ 11 h 95"/>
                <a:gd name="T8" fmla="*/ 14 w 118"/>
                <a:gd name="T9" fmla="*/ 3 h 95"/>
                <a:gd name="T10" fmla="*/ 24 w 118"/>
                <a:gd name="T11" fmla="*/ 0 h 95"/>
                <a:gd name="T12" fmla="*/ 37 w 118"/>
                <a:gd name="T13" fmla="*/ 4 h 95"/>
                <a:gd name="T14" fmla="*/ 43 w 118"/>
                <a:gd name="T15" fmla="*/ 11 h 95"/>
                <a:gd name="T16" fmla="*/ 44 w 118"/>
                <a:gd name="T17" fmla="*/ 15 h 95"/>
                <a:gd name="T18" fmla="*/ 44 w 118"/>
                <a:gd name="T19" fmla="*/ 16 h 95"/>
                <a:gd name="T20" fmla="*/ 47 w 118"/>
                <a:gd name="T21" fmla="*/ 13 h 95"/>
                <a:gd name="T22" fmla="*/ 76 w 118"/>
                <a:gd name="T23" fmla="*/ 0 h 95"/>
                <a:gd name="T24" fmla="*/ 94 w 118"/>
                <a:gd name="T25" fmla="*/ 6 h 95"/>
                <a:gd name="T26" fmla="*/ 102 w 118"/>
                <a:gd name="T27" fmla="*/ 22 h 95"/>
                <a:gd name="T28" fmla="*/ 94 w 118"/>
                <a:gd name="T29" fmla="*/ 55 h 95"/>
                <a:gd name="T30" fmla="*/ 85 w 118"/>
                <a:gd name="T31" fmla="*/ 82 h 95"/>
                <a:gd name="T32" fmla="*/ 89 w 118"/>
                <a:gd name="T33" fmla="*/ 88 h 95"/>
                <a:gd name="T34" fmla="*/ 91 w 118"/>
                <a:gd name="T35" fmla="*/ 87 h 95"/>
                <a:gd name="T36" fmla="*/ 102 w 118"/>
                <a:gd name="T37" fmla="*/ 79 h 95"/>
                <a:gd name="T38" fmla="*/ 109 w 118"/>
                <a:gd name="T39" fmla="*/ 63 h 95"/>
                <a:gd name="T40" fmla="*/ 114 w 118"/>
                <a:gd name="T41" fmla="*/ 61 h 95"/>
                <a:gd name="T42" fmla="*/ 118 w 118"/>
                <a:gd name="T43" fmla="*/ 63 h 95"/>
                <a:gd name="T44" fmla="*/ 117 w 118"/>
                <a:gd name="T45" fmla="*/ 66 h 95"/>
                <a:gd name="T46" fmla="*/ 112 w 118"/>
                <a:gd name="T47" fmla="*/ 78 h 95"/>
                <a:gd name="T48" fmla="*/ 103 w 118"/>
                <a:gd name="T49" fmla="*/ 90 h 95"/>
                <a:gd name="T50" fmla="*/ 88 w 118"/>
                <a:gd name="T51" fmla="*/ 95 h 95"/>
                <a:gd name="T52" fmla="*/ 74 w 118"/>
                <a:gd name="T53" fmla="*/ 90 h 95"/>
                <a:gd name="T54" fmla="*/ 69 w 118"/>
                <a:gd name="T55" fmla="*/ 78 h 95"/>
                <a:gd name="T56" fmla="*/ 77 w 118"/>
                <a:gd name="T57" fmla="*/ 52 h 95"/>
                <a:gd name="T58" fmla="*/ 85 w 118"/>
                <a:gd name="T59" fmla="*/ 20 h 95"/>
                <a:gd name="T60" fmla="*/ 75 w 118"/>
                <a:gd name="T61" fmla="*/ 8 h 95"/>
                <a:gd name="T62" fmla="*/ 74 w 118"/>
                <a:gd name="T63" fmla="*/ 8 h 95"/>
                <a:gd name="T64" fmla="*/ 44 w 118"/>
                <a:gd name="T65" fmla="*/ 29 h 95"/>
                <a:gd name="T66" fmla="*/ 42 w 118"/>
                <a:gd name="T67" fmla="*/ 32 h 95"/>
                <a:gd name="T68" fmla="*/ 35 w 118"/>
                <a:gd name="T69" fmla="*/ 60 h 95"/>
                <a:gd name="T70" fmla="*/ 27 w 118"/>
                <a:gd name="T71" fmla="*/ 90 h 95"/>
                <a:gd name="T72" fmla="*/ 18 w 118"/>
                <a:gd name="T73" fmla="*/ 95 h 95"/>
                <a:gd name="T74" fmla="*/ 14 w 118"/>
                <a:gd name="T75" fmla="*/ 94 h 95"/>
                <a:gd name="T76" fmla="*/ 11 w 118"/>
                <a:gd name="T77" fmla="*/ 92 h 95"/>
                <a:gd name="T78" fmla="*/ 11 w 118"/>
                <a:gd name="T79" fmla="*/ 90 h 95"/>
                <a:gd name="T80" fmla="*/ 19 w 118"/>
                <a:gd name="T81" fmla="*/ 55 h 95"/>
                <a:gd name="T82" fmla="*/ 27 w 118"/>
                <a:gd name="T83" fmla="*/ 21 h 95"/>
                <a:gd name="T84" fmla="*/ 28 w 118"/>
                <a:gd name="T85" fmla="*/ 16 h 95"/>
                <a:gd name="T86" fmla="*/ 23 w 118"/>
                <a:gd name="T87" fmla="*/ 8 h 95"/>
                <a:gd name="T88" fmla="*/ 9 w 118"/>
                <a:gd name="T89" fmla="*/ 29 h 95"/>
                <a:gd name="T90" fmla="*/ 8 w 118"/>
                <a:gd name="T91" fmla="*/ 33 h 95"/>
                <a:gd name="T92" fmla="*/ 4 w 118"/>
                <a:gd name="T93" fmla="*/ 34 h 95"/>
                <a:gd name="T94" fmla="*/ 1 w 118"/>
                <a:gd name="T95" fmla="*/ 34 h 95"/>
                <a:gd name="T96" fmla="*/ 0 w 118"/>
                <a:gd name="T97" fmla="*/ 3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8" h="95">
                  <a:moveTo>
                    <a:pt x="0" y="33"/>
                  </a:moveTo>
                  <a:cubicBezTo>
                    <a:pt x="0" y="32"/>
                    <a:pt x="0" y="31"/>
                    <a:pt x="0" y="29"/>
                  </a:cubicBezTo>
                  <a:cubicBezTo>
                    <a:pt x="1" y="28"/>
                    <a:pt x="2" y="25"/>
                    <a:pt x="3" y="21"/>
                  </a:cubicBezTo>
                  <a:cubicBezTo>
                    <a:pt x="4" y="17"/>
                    <a:pt x="6" y="14"/>
                    <a:pt x="7" y="11"/>
                  </a:cubicBezTo>
                  <a:cubicBezTo>
                    <a:pt x="9" y="9"/>
                    <a:pt x="11" y="6"/>
                    <a:pt x="14" y="3"/>
                  </a:cubicBezTo>
                  <a:cubicBezTo>
                    <a:pt x="17" y="1"/>
                    <a:pt x="21" y="0"/>
                    <a:pt x="24" y="0"/>
                  </a:cubicBezTo>
                  <a:cubicBezTo>
                    <a:pt x="29" y="0"/>
                    <a:pt x="33" y="1"/>
                    <a:pt x="37" y="4"/>
                  </a:cubicBezTo>
                  <a:cubicBezTo>
                    <a:pt x="40" y="6"/>
                    <a:pt x="42" y="9"/>
                    <a:pt x="43" y="11"/>
                  </a:cubicBezTo>
                  <a:cubicBezTo>
                    <a:pt x="44" y="13"/>
                    <a:pt x="44" y="15"/>
                    <a:pt x="44" y="15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47" y="13"/>
                  </a:lnTo>
                  <a:cubicBezTo>
                    <a:pt x="55" y="4"/>
                    <a:pt x="65" y="0"/>
                    <a:pt x="76" y="0"/>
                  </a:cubicBezTo>
                  <a:cubicBezTo>
                    <a:pt x="84" y="0"/>
                    <a:pt x="90" y="2"/>
                    <a:pt x="94" y="6"/>
                  </a:cubicBezTo>
                  <a:cubicBezTo>
                    <a:pt x="99" y="9"/>
                    <a:pt x="101" y="15"/>
                    <a:pt x="102" y="22"/>
                  </a:cubicBezTo>
                  <a:cubicBezTo>
                    <a:pt x="102" y="30"/>
                    <a:pt x="99" y="41"/>
                    <a:pt x="94" y="55"/>
                  </a:cubicBezTo>
                  <a:cubicBezTo>
                    <a:pt x="88" y="70"/>
                    <a:pt x="85" y="79"/>
                    <a:pt x="85" y="82"/>
                  </a:cubicBezTo>
                  <a:cubicBezTo>
                    <a:pt x="85" y="86"/>
                    <a:pt x="87" y="88"/>
                    <a:pt x="89" y="88"/>
                  </a:cubicBezTo>
                  <a:cubicBezTo>
                    <a:pt x="90" y="88"/>
                    <a:pt x="91" y="88"/>
                    <a:pt x="91" y="87"/>
                  </a:cubicBezTo>
                  <a:cubicBezTo>
                    <a:pt x="95" y="87"/>
                    <a:pt x="99" y="84"/>
                    <a:pt x="102" y="79"/>
                  </a:cubicBezTo>
                  <a:cubicBezTo>
                    <a:pt x="105" y="75"/>
                    <a:pt x="108" y="69"/>
                    <a:pt x="109" y="63"/>
                  </a:cubicBezTo>
                  <a:cubicBezTo>
                    <a:pt x="110" y="61"/>
                    <a:pt x="111" y="61"/>
                    <a:pt x="114" y="61"/>
                  </a:cubicBezTo>
                  <a:cubicBezTo>
                    <a:pt x="116" y="61"/>
                    <a:pt x="118" y="61"/>
                    <a:pt x="118" y="63"/>
                  </a:cubicBezTo>
                  <a:cubicBezTo>
                    <a:pt x="118" y="63"/>
                    <a:pt x="117" y="64"/>
                    <a:pt x="117" y="66"/>
                  </a:cubicBezTo>
                  <a:cubicBezTo>
                    <a:pt x="116" y="70"/>
                    <a:pt x="114" y="74"/>
                    <a:pt x="112" y="78"/>
                  </a:cubicBezTo>
                  <a:cubicBezTo>
                    <a:pt x="110" y="82"/>
                    <a:pt x="107" y="86"/>
                    <a:pt x="103" y="90"/>
                  </a:cubicBezTo>
                  <a:cubicBezTo>
                    <a:pt x="98" y="93"/>
                    <a:pt x="93" y="95"/>
                    <a:pt x="88" y="95"/>
                  </a:cubicBezTo>
                  <a:cubicBezTo>
                    <a:pt x="81" y="95"/>
                    <a:pt x="77" y="93"/>
                    <a:pt x="74" y="90"/>
                  </a:cubicBezTo>
                  <a:cubicBezTo>
                    <a:pt x="71" y="86"/>
                    <a:pt x="69" y="82"/>
                    <a:pt x="69" y="78"/>
                  </a:cubicBezTo>
                  <a:cubicBezTo>
                    <a:pt x="69" y="75"/>
                    <a:pt x="72" y="67"/>
                    <a:pt x="77" y="52"/>
                  </a:cubicBezTo>
                  <a:cubicBezTo>
                    <a:pt x="82" y="38"/>
                    <a:pt x="85" y="28"/>
                    <a:pt x="85" y="20"/>
                  </a:cubicBezTo>
                  <a:cubicBezTo>
                    <a:pt x="85" y="12"/>
                    <a:pt x="82" y="8"/>
                    <a:pt x="75" y="8"/>
                  </a:cubicBezTo>
                  <a:lnTo>
                    <a:pt x="74" y="8"/>
                  </a:lnTo>
                  <a:cubicBezTo>
                    <a:pt x="62" y="8"/>
                    <a:pt x="52" y="15"/>
                    <a:pt x="44" y="29"/>
                  </a:cubicBezTo>
                  <a:lnTo>
                    <a:pt x="42" y="32"/>
                  </a:lnTo>
                  <a:lnTo>
                    <a:pt x="35" y="60"/>
                  </a:lnTo>
                  <a:cubicBezTo>
                    <a:pt x="31" y="78"/>
                    <a:pt x="28" y="88"/>
                    <a:pt x="27" y="90"/>
                  </a:cubicBezTo>
                  <a:cubicBezTo>
                    <a:pt x="25" y="94"/>
                    <a:pt x="22" y="95"/>
                    <a:pt x="18" y="95"/>
                  </a:cubicBezTo>
                  <a:cubicBezTo>
                    <a:pt x="16" y="95"/>
                    <a:pt x="15" y="95"/>
                    <a:pt x="14" y="94"/>
                  </a:cubicBezTo>
                  <a:cubicBezTo>
                    <a:pt x="13" y="93"/>
                    <a:pt x="12" y="92"/>
                    <a:pt x="11" y="92"/>
                  </a:cubicBezTo>
                  <a:cubicBezTo>
                    <a:pt x="11" y="91"/>
                    <a:pt x="11" y="90"/>
                    <a:pt x="11" y="90"/>
                  </a:cubicBezTo>
                  <a:cubicBezTo>
                    <a:pt x="11" y="88"/>
                    <a:pt x="14" y="76"/>
                    <a:pt x="19" y="55"/>
                  </a:cubicBezTo>
                  <a:cubicBezTo>
                    <a:pt x="24" y="34"/>
                    <a:pt x="27" y="23"/>
                    <a:pt x="27" y="21"/>
                  </a:cubicBezTo>
                  <a:cubicBezTo>
                    <a:pt x="28" y="20"/>
                    <a:pt x="28" y="18"/>
                    <a:pt x="28" y="16"/>
                  </a:cubicBezTo>
                  <a:cubicBezTo>
                    <a:pt x="28" y="10"/>
                    <a:pt x="26" y="8"/>
                    <a:pt x="23" y="8"/>
                  </a:cubicBezTo>
                  <a:cubicBezTo>
                    <a:pt x="17" y="8"/>
                    <a:pt x="13" y="15"/>
                    <a:pt x="9" y="29"/>
                  </a:cubicBezTo>
                  <a:cubicBezTo>
                    <a:pt x="8" y="32"/>
                    <a:pt x="8" y="33"/>
                    <a:pt x="8" y="33"/>
                  </a:cubicBezTo>
                  <a:cubicBezTo>
                    <a:pt x="8" y="34"/>
                    <a:pt x="6" y="34"/>
                    <a:pt x="4" y="34"/>
                  </a:cubicBezTo>
                  <a:lnTo>
                    <a:pt x="1" y="34"/>
                  </a:lnTo>
                  <a:cubicBezTo>
                    <a:pt x="0" y="34"/>
                    <a:pt x="0" y="33"/>
                    <a:pt x="0" y="3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5" name="Freeform 109"/>
            <p:cNvSpPr>
              <a:spLocks/>
            </p:cNvSpPr>
            <p:nvPr/>
          </p:nvSpPr>
          <p:spPr bwMode="auto">
            <a:xfrm>
              <a:off x="462" y="3231"/>
              <a:ext cx="50" cy="243"/>
            </a:xfrm>
            <a:custGeom>
              <a:avLst/>
              <a:gdLst>
                <a:gd name="T0" fmla="*/ 0 w 104"/>
                <a:gd name="T1" fmla="*/ 2 h 506"/>
                <a:gd name="T2" fmla="*/ 1 w 104"/>
                <a:gd name="T3" fmla="*/ 0 h 506"/>
                <a:gd name="T4" fmla="*/ 4 w 104"/>
                <a:gd name="T5" fmla="*/ 0 h 506"/>
                <a:gd name="T6" fmla="*/ 5 w 104"/>
                <a:gd name="T7" fmla="*/ 0 h 506"/>
                <a:gd name="T8" fmla="*/ 8 w 104"/>
                <a:gd name="T9" fmla="*/ 0 h 506"/>
                <a:gd name="T10" fmla="*/ 14 w 104"/>
                <a:gd name="T11" fmla="*/ 5 h 506"/>
                <a:gd name="T12" fmla="*/ 23 w 104"/>
                <a:gd name="T13" fmla="*/ 14 h 506"/>
                <a:gd name="T14" fmla="*/ 35 w 104"/>
                <a:gd name="T15" fmla="*/ 27 h 506"/>
                <a:gd name="T16" fmla="*/ 48 w 104"/>
                <a:gd name="T17" fmla="*/ 44 h 506"/>
                <a:gd name="T18" fmla="*/ 61 w 104"/>
                <a:gd name="T19" fmla="*/ 66 h 506"/>
                <a:gd name="T20" fmla="*/ 74 w 104"/>
                <a:gd name="T21" fmla="*/ 92 h 506"/>
                <a:gd name="T22" fmla="*/ 86 w 104"/>
                <a:gd name="T23" fmla="*/ 123 h 506"/>
                <a:gd name="T24" fmla="*/ 95 w 104"/>
                <a:gd name="T25" fmla="*/ 160 h 506"/>
                <a:gd name="T26" fmla="*/ 101 w 104"/>
                <a:gd name="T27" fmla="*/ 203 h 506"/>
                <a:gd name="T28" fmla="*/ 104 w 104"/>
                <a:gd name="T29" fmla="*/ 253 h 506"/>
                <a:gd name="T30" fmla="*/ 102 w 104"/>
                <a:gd name="T31" fmla="*/ 294 h 506"/>
                <a:gd name="T32" fmla="*/ 27 w 104"/>
                <a:gd name="T33" fmla="*/ 487 h 506"/>
                <a:gd name="T34" fmla="*/ 18 w 104"/>
                <a:gd name="T35" fmla="*/ 496 h 506"/>
                <a:gd name="T36" fmla="*/ 11 w 104"/>
                <a:gd name="T37" fmla="*/ 503 h 506"/>
                <a:gd name="T38" fmla="*/ 8 w 104"/>
                <a:gd name="T39" fmla="*/ 506 h 506"/>
                <a:gd name="T40" fmla="*/ 5 w 104"/>
                <a:gd name="T41" fmla="*/ 506 h 506"/>
                <a:gd name="T42" fmla="*/ 1 w 104"/>
                <a:gd name="T43" fmla="*/ 505 h 506"/>
                <a:gd name="T44" fmla="*/ 0 w 104"/>
                <a:gd name="T45" fmla="*/ 503 h 506"/>
                <a:gd name="T46" fmla="*/ 23 w 104"/>
                <a:gd name="T47" fmla="*/ 477 h 506"/>
                <a:gd name="T48" fmla="*/ 83 w 104"/>
                <a:gd name="T49" fmla="*/ 253 h 506"/>
                <a:gd name="T50" fmla="*/ 78 w 104"/>
                <a:gd name="T51" fmla="*/ 173 h 506"/>
                <a:gd name="T52" fmla="*/ 64 w 104"/>
                <a:gd name="T53" fmla="*/ 111 h 506"/>
                <a:gd name="T54" fmla="*/ 45 w 104"/>
                <a:gd name="T55" fmla="*/ 64 h 506"/>
                <a:gd name="T56" fmla="*/ 24 w 104"/>
                <a:gd name="T57" fmla="*/ 29 h 506"/>
                <a:gd name="T58" fmla="*/ 3 w 104"/>
                <a:gd name="T59" fmla="*/ 5 h 506"/>
                <a:gd name="T60" fmla="*/ 2 w 104"/>
                <a:gd name="T61" fmla="*/ 4 h 506"/>
                <a:gd name="T62" fmla="*/ 1 w 104"/>
                <a:gd name="T63" fmla="*/ 3 h 506"/>
                <a:gd name="T64" fmla="*/ 1 w 104"/>
                <a:gd name="T65" fmla="*/ 3 h 506"/>
                <a:gd name="T66" fmla="*/ 0 w 104"/>
                <a:gd name="T67" fmla="*/ 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506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4" y="0"/>
                  </a:cubicBezTo>
                  <a:lnTo>
                    <a:pt x="5" y="0"/>
                  </a:lnTo>
                  <a:lnTo>
                    <a:pt x="8" y="0"/>
                  </a:lnTo>
                  <a:cubicBezTo>
                    <a:pt x="8" y="0"/>
                    <a:pt x="10" y="2"/>
                    <a:pt x="14" y="5"/>
                  </a:cubicBezTo>
                  <a:cubicBezTo>
                    <a:pt x="18" y="9"/>
                    <a:pt x="21" y="12"/>
                    <a:pt x="23" y="14"/>
                  </a:cubicBezTo>
                  <a:cubicBezTo>
                    <a:pt x="26" y="17"/>
                    <a:pt x="30" y="21"/>
                    <a:pt x="35" y="27"/>
                  </a:cubicBezTo>
                  <a:cubicBezTo>
                    <a:pt x="40" y="33"/>
                    <a:pt x="44" y="39"/>
                    <a:pt x="48" y="44"/>
                  </a:cubicBezTo>
                  <a:cubicBezTo>
                    <a:pt x="52" y="50"/>
                    <a:pt x="56" y="57"/>
                    <a:pt x="61" y="66"/>
                  </a:cubicBezTo>
                  <a:cubicBezTo>
                    <a:pt x="66" y="75"/>
                    <a:pt x="71" y="83"/>
                    <a:pt x="74" y="92"/>
                  </a:cubicBezTo>
                  <a:cubicBezTo>
                    <a:pt x="78" y="100"/>
                    <a:pt x="82" y="111"/>
                    <a:pt x="86" y="123"/>
                  </a:cubicBezTo>
                  <a:cubicBezTo>
                    <a:pt x="90" y="136"/>
                    <a:pt x="93" y="148"/>
                    <a:pt x="95" y="160"/>
                  </a:cubicBezTo>
                  <a:cubicBezTo>
                    <a:pt x="98" y="173"/>
                    <a:pt x="100" y="187"/>
                    <a:pt x="101" y="203"/>
                  </a:cubicBezTo>
                  <a:cubicBezTo>
                    <a:pt x="103" y="219"/>
                    <a:pt x="104" y="236"/>
                    <a:pt x="104" y="253"/>
                  </a:cubicBezTo>
                  <a:cubicBezTo>
                    <a:pt x="104" y="269"/>
                    <a:pt x="103" y="283"/>
                    <a:pt x="102" y="294"/>
                  </a:cubicBezTo>
                  <a:cubicBezTo>
                    <a:pt x="96" y="375"/>
                    <a:pt x="71" y="439"/>
                    <a:pt x="27" y="487"/>
                  </a:cubicBezTo>
                  <a:cubicBezTo>
                    <a:pt x="24" y="491"/>
                    <a:pt x="21" y="494"/>
                    <a:pt x="18" y="496"/>
                  </a:cubicBezTo>
                  <a:cubicBezTo>
                    <a:pt x="15" y="499"/>
                    <a:pt x="13" y="501"/>
                    <a:pt x="11" y="503"/>
                  </a:cubicBezTo>
                  <a:cubicBezTo>
                    <a:pt x="9" y="505"/>
                    <a:pt x="8" y="506"/>
                    <a:pt x="8" y="506"/>
                  </a:cubicBezTo>
                  <a:lnTo>
                    <a:pt x="5" y="506"/>
                  </a:lnTo>
                  <a:cubicBezTo>
                    <a:pt x="3" y="506"/>
                    <a:pt x="2" y="506"/>
                    <a:pt x="1" y="505"/>
                  </a:cubicBezTo>
                  <a:cubicBezTo>
                    <a:pt x="1" y="505"/>
                    <a:pt x="0" y="504"/>
                    <a:pt x="0" y="503"/>
                  </a:cubicBezTo>
                  <a:cubicBezTo>
                    <a:pt x="8" y="496"/>
                    <a:pt x="15" y="487"/>
                    <a:pt x="23" y="477"/>
                  </a:cubicBezTo>
                  <a:cubicBezTo>
                    <a:pt x="63" y="423"/>
                    <a:pt x="83" y="348"/>
                    <a:pt x="83" y="253"/>
                  </a:cubicBezTo>
                  <a:cubicBezTo>
                    <a:pt x="83" y="224"/>
                    <a:pt x="81" y="198"/>
                    <a:pt x="78" y="173"/>
                  </a:cubicBezTo>
                  <a:cubicBezTo>
                    <a:pt x="74" y="149"/>
                    <a:pt x="70" y="128"/>
                    <a:pt x="64" y="111"/>
                  </a:cubicBezTo>
                  <a:cubicBezTo>
                    <a:pt x="59" y="94"/>
                    <a:pt x="52" y="79"/>
                    <a:pt x="45" y="64"/>
                  </a:cubicBezTo>
                  <a:cubicBezTo>
                    <a:pt x="37" y="49"/>
                    <a:pt x="30" y="38"/>
                    <a:pt x="24" y="29"/>
                  </a:cubicBezTo>
                  <a:cubicBezTo>
                    <a:pt x="17" y="21"/>
                    <a:pt x="10" y="13"/>
                    <a:pt x="3" y="5"/>
                  </a:cubicBezTo>
                  <a:lnTo>
                    <a:pt x="2" y="4"/>
                  </a:lnTo>
                  <a:cubicBezTo>
                    <a:pt x="2" y="4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6" name="Freeform 110"/>
            <p:cNvSpPr>
              <a:spLocks/>
            </p:cNvSpPr>
            <p:nvPr/>
          </p:nvSpPr>
          <p:spPr bwMode="auto">
            <a:xfrm>
              <a:off x="571" y="3328"/>
              <a:ext cx="49" cy="49"/>
            </a:xfrm>
            <a:custGeom>
              <a:avLst/>
              <a:gdLst>
                <a:gd name="T0" fmla="*/ 102 w 102"/>
                <a:gd name="T1" fmla="*/ 97 h 102"/>
                <a:gd name="T2" fmla="*/ 98 w 102"/>
                <a:gd name="T3" fmla="*/ 102 h 102"/>
                <a:gd name="T4" fmla="*/ 93 w 102"/>
                <a:gd name="T5" fmla="*/ 98 h 102"/>
                <a:gd name="T6" fmla="*/ 73 w 102"/>
                <a:gd name="T7" fmla="*/ 79 h 102"/>
                <a:gd name="T8" fmla="*/ 51 w 102"/>
                <a:gd name="T9" fmla="*/ 57 h 102"/>
                <a:gd name="T10" fmla="*/ 29 w 102"/>
                <a:gd name="T11" fmla="*/ 79 h 102"/>
                <a:gd name="T12" fmla="*/ 6 w 102"/>
                <a:gd name="T13" fmla="*/ 101 h 102"/>
                <a:gd name="T14" fmla="*/ 5 w 102"/>
                <a:gd name="T15" fmla="*/ 102 h 102"/>
                <a:gd name="T16" fmla="*/ 2 w 102"/>
                <a:gd name="T17" fmla="*/ 100 h 102"/>
                <a:gd name="T18" fmla="*/ 0 w 102"/>
                <a:gd name="T19" fmla="*/ 97 h 102"/>
                <a:gd name="T20" fmla="*/ 3 w 102"/>
                <a:gd name="T21" fmla="*/ 93 h 102"/>
                <a:gd name="T22" fmla="*/ 23 w 102"/>
                <a:gd name="T23" fmla="*/ 73 h 102"/>
                <a:gd name="T24" fmla="*/ 45 w 102"/>
                <a:gd name="T25" fmla="*/ 51 h 102"/>
                <a:gd name="T26" fmla="*/ 23 w 102"/>
                <a:gd name="T27" fmla="*/ 29 h 102"/>
                <a:gd name="T28" fmla="*/ 3 w 102"/>
                <a:gd name="T29" fmla="*/ 9 h 102"/>
                <a:gd name="T30" fmla="*/ 0 w 102"/>
                <a:gd name="T31" fmla="*/ 4 h 102"/>
                <a:gd name="T32" fmla="*/ 2 w 102"/>
                <a:gd name="T33" fmla="*/ 1 h 102"/>
                <a:gd name="T34" fmla="*/ 5 w 102"/>
                <a:gd name="T35" fmla="*/ 0 h 102"/>
                <a:gd name="T36" fmla="*/ 6 w 102"/>
                <a:gd name="T37" fmla="*/ 0 h 102"/>
                <a:gd name="T38" fmla="*/ 29 w 102"/>
                <a:gd name="T39" fmla="*/ 23 h 102"/>
                <a:gd name="T40" fmla="*/ 51 w 102"/>
                <a:gd name="T41" fmla="*/ 45 h 102"/>
                <a:gd name="T42" fmla="*/ 73 w 102"/>
                <a:gd name="T43" fmla="*/ 23 h 102"/>
                <a:gd name="T44" fmla="*/ 93 w 102"/>
                <a:gd name="T45" fmla="*/ 3 h 102"/>
                <a:gd name="T46" fmla="*/ 98 w 102"/>
                <a:gd name="T47" fmla="*/ 0 h 102"/>
                <a:gd name="T48" fmla="*/ 102 w 102"/>
                <a:gd name="T49" fmla="*/ 4 h 102"/>
                <a:gd name="T50" fmla="*/ 100 w 102"/>
                <a:gd name="T51" fmla="*/ 8 h 102"/>
                <a:gd name="T52" fmla="*/ 79 w 102"/>
                <a:gd name="T53" fmla="*/ 29 h 102"/>
                <a:gd name="T54" fmla="*/ 57 w 102"/>
                <a:gd name="T55" fmla="*/ 51 h 102"/>
                <a:gd name="T56" fmla="*/ 79 w 102"/>
                <a:gd name="T57" fmla="*/ 73 h 102"/>
                <a:gd name="T58" fmla="*/ 100 w 102"/>
                <a:gd name="T59" fmla="*/ 93 h 102"/>
                <a:gd name="T60" fmla="*/ 102 w 102"/>
                <a:gd name="T61" fmla="*/ 9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102">
                  <a:moveTo>
                    <a:pt x="102" y="97"/>
                  </a:moveTo>
                  <a:cubicBezTo>
                    <a:pt x="102" y="100"/>
                    <a:pt x="101" y="102"/>
                    <a:pt x="98" y="102"/>
                  </a:cubicBezTo>
                  <a:cubicBezTo>
                    <a:pt x="97" y="102"/>
                    <a:pt x="96" y="100"/>
                    <a:pt x="93" y="98"/>
                  </a:cubicBezTo>
                  <a:cubicBezTo>
                    <a:pt x="91" y="96"/>
                    <a:pt x="84" y="89"/>
                    <a:pt x="73" y="79"/>
                  </a:cubicBezTo>
                  <a:lnTo>
                    <a:pt x="51" y="57"/>
                  </a:lnTo>
                  <a:lnTo>
                    <a:pt x="29" y="79"/>
                  </a:lnTo>
                  <a:cubicBezTo>
                    <a:pt x="14" y="93"/>
                    <a:pt x="7" y="101"/>
                    <a:pt x="6" y="101"/>
                  </a:cubicBezTo>
                  <a:cubicBezTo>
                    <a:pt x="6" y="101"/>
                    <a:pt x="5" y="102"/>
                    <a:pt x="5" y="102"/>
                  </a:cubicBezTo>
                  <a:cubicBezTo>
                    <a:pt x="4" y="102"/>
                    <a:pt x="3" y="101"/>
                    <a:pt x="2" y="100"/>
                  </a:cubicBezTo>
                  <a:cubicBezTo>
                    <a:pt x="1" y="99"/>
                    <a:pt x="0" y="98"/>
                    <a:pt x="0" y="97"/>
                  </a:cubicBezTo>
                  <a:cubicBezTo>
                    <a:pt x="0" y="96"/>
                    <a:pt x="1" y="95"/>
                    <a:pt x="3" y="93"/>
                  </a:cubicBezTo>
                  <a:cubicBezTo>
                    <a:pt x="5" y="91"/>
                    <a:pt x="12" y="84"/>
                    <a:pt x="23" y="73"/>
                  </a:cubicBezTo>
                  <a:lnTo>
                    <a:pt x="45" y="51"/>
                  </a:lnTo>
                  <a:lnTo>
                    <a:pt x="23" y="29"/>
                  </a:lnTo>
                  <a:cubicBezTo>
                    <a:pt x="12" y="17"/>
                    <a:pt x="5" y="11"/>
                    <a:pt x="3" y="9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7" y="1"/>
                    <a:pt x="14" y="8"/>
                    <a:pt x="29" y="23"/>
                  </a:cubicBezTo>
                  <a:lnTo>
                    <a:pt x="51" y="45"/>
                  </a:lnTo>
                  <a:lnTo>
                    <a:pt x="73" y="23"/>
                  </a:lnTo>
                  <a:cubicBezTo>
                    <a:pt x="84" y="12"/>
                    <a:pt x="91" y="5"/>
                    <a:pt x="93" y="3"/>
                  </a:cubicBezTo>
                  <a:cubicBezTo>
                    <a:pt x="96" y="1"/>
                    <a:pt x="97" y="0"/>
                    <a:pt x="98" y="0"/>
                  </a:cubicBezTo>
                  <a:cubicBezTo>
                    <a:pt x="101" y="0"/>
                    <a:pt x="102" y="1"/>
                    <a:pt x="102" y="4"/>
                  </a:cubicBezTo>
                  <a:cubicBezTo>
                    <a:pt x="102" y="5"/>
                    <a:pt x="101" y="6"/>
                    <a:pt x="100" y="8"/>
                  </a:cubicBezTo>
                  <a:cubicBezTo>
                    <a:pt x="99" y="9"/>
                    <a:pt x="92" y="16"/>
                    <a:pt x="79" y="29"/>
                  </a:cubicBezTo>
                  <a:lnTo>
                    <a:pt x="57" y="51"/>
                  </a:lnTo>
                  <a:lnTo>
                    <a:pt x="79" y="73"/>
                  </a:lnTo>
                  <a:cubicBezTo>
                    <a:pt x="91" y="85"/>
                    <a:pt x="98" y="91"/>
                    <a:pt x="100" y="93"/>
                  </a:cubicBezTo>
                  <a:cubicBezTo>
                    <a:pt x="101" y="95"/>
                    <a:pt x="102" y="96"/>
                    <a:pt x="102" y="9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7" name="Rectangle 111"/>
            <p:cNvSpPr>
              <a:spLocks noChangeArrowheads="1"/>
            </p:cNvSpPr>
            <p:nvPr/>
          </p:nvSpPr>
          <p:spPr bwMode="auto">
            <a:xfrm>
              <a:off x="670" y="3349"/>
              <a:ext cx="63" cy="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8" name="Freeform 112"/>
            <p:cNvSpPr>
              <a:spLocks/>
            </p:cNvSpPr>
            <p:nvPr/>
          </p:nvSpPr>
          <p:spPr bwMode="auto">
            <a:xfrm>
              <a:off x="684" y="3241"/>
              <a:ext cx="35" cy="68"/>
            </a:xfrm>
            <a:custGeom>
              <a:avLst/>
              <a:gdLst>
                <a:gd name="T0" fmla="*/ 27 w 73"/>
                <a:gd name="T1" fmla="*/ 19 h 141"/>
                <a:gd name="T2" fmla="*/ 25 w 73"/>
                <a:gd name="T3" fmla="*/ 20 h 141"/>
                <a:gd name="T4" fmla="*/ 16 w 73"/>
                <a:gd name="T5" fmla="*/ 22 h 141"/>
                <a:gd name="T6" fmla="*/ 4 w 73"/>
                <a:gd name="T7" fmla="*/ 24 h 141"/>
                <a:gd name="T8" fmla="*/ 0 w 73"/>
                <a:gd name="T9" fmla="*/ 24 h 141"/>
                <a:gd name="T10" fmla="*/ 0 w 73"/>
                <a:gd name="T11" fmla="*/ 14 h 141"/>
                <a:gd name="T12" fmla="*/ 4 w 73"/>
                <a:gd name="T13" fmla="*/ 14 h 141"/>
                <a:gd name="T14" fmla="*/ 22 w 73"/>
                <a:gd name="T15" fmla="*/ 11 h 141"/>
                <a:gd name="T16" fmla="*/ 34 w 73"/>
                <a:gd name="T17" fmla="*/ 6 h 141"/>
                <a:gd name="T18" fmla="*/ 40 w 73"/>
                <a:gd name="T19" fmla="*/ 1 h 141"/>
                <a:gd name="T20" fmla="*/ 43 w 73"/>
                <a:gd name="T21" fmla="*/ 0 h 141"/>
                <a:gd name="T22" fmla="*/ 46 w 73"/>
                <a:gd name="T23" fmla="*/ 2 h 141"/>
                <a:gd name="T24" fmla="*/ 46 w 73"/>
                <a:gd name="T25" fmla="*/ 65 h 141"/>
                <a:gd name="T26" fmla="*/ 46 w 73"/>
                <a:gd name="T27" fmla="*/ 128 h 141"/>
                <a:gd name="T28" fmla="*/ 49 w 73"/>
                <a:gd name="T29" fmla="*/ 130 h 141"/>
                <a:gd name="T30" fmla="*/ 54 w 73"/>
                <a:gd name="T31" fmla="*/ 131 h 141"/>
                <a:gd name="T32" fmla="*/ 67 w 73"/>
                <a:gd name="T33" fmla="*/ 131 h 141"/>
                <a:gd name="T34" fmla="*/ 73 w 73"/>
                <a:gd name="T35" fmla="*/ 131 h 141"/>
                <a:gd name="T36" fmla="*/ 73 w 73"/>
                <a:gd name="T37" fmla="*/ 141 h 141"/>
                <a:gd name="T38" fmla="*/ 70 w 73"/>
                <a:gd name="T39" fmla="*/ 141 h 141"/>
                <a:gd name="T40" fmla="*/ 37 w 73"/>
                <a:gd name="T41" fmla="*/ 140 h 141"/>
                <a:gd name="T42" fmla="*/ 4 w 73"/>
                <a:gd name="T43" fmla="*/ 141 h 141"/>
                <a:gd name="T44" fmla="*/ 1 w 73"/>
                <a:gd name="T45" fmla="*/ 141 h 141"/>
                <a:gd name="T46" fmla="*/ 1 w 73"/>
                <a:gd name="T47" fmla="*/ 131 h 141"/>
                <a:gd name="T48" fmla="*/ 6 w 73"/>
                <a:gd name="T49" fmla="*/ 131 h 141"/>
                <a:gd name="T50" fmla="*/ 14 w 73"/>
                <a:gd name="T51" fmla="*/ 131 h 141"/>
                <a:gd name="T52" fmla="*/ 20 w 73"/>
                <a:gd name="T53" fmla="*/ 131 h 141"/>
                <a:gd name="T54" fmla="*/ 23 w 73"/>
                <a:gd name="T55" fmla="*/ 130 h 141"/>
                <a:gd name="T56" fmla="*/ 25 w 73"/>
                <a:gd name="T57" fmla="*/ 130 h 141"/>
                <a:gd name="T58" fmla="*/ 26 w 73"/>
                <a:gd name="T59" fmla="*/ 129 h 141"/>
                <a:gd name="T60" fmla="*/ 27 w 73"/>
                <a:gd name="T61" fmla="*/ 128 h 141"/>
                <a:gd name="T62" fmla="*/ 27 w 73"/>
                <a:gd name="T63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141">
                  <a:moveTo>
                    <a:pt x="27" y="19"/>
                  </a:moveTo>
                  <a:lnTo>
                    <a:pt x="25" y="20"/>
                  </a:lnTo>
                  <a:cubicBezTo>
                    <a:pt x="23" y="21"/>
                    <a:pt x="20" y="21"/>
                    <a:pt x="16" y="22"/>
                  </a:cubicBezTo>
                  <a:cubicBezTo>
                    <a:pt x="13" y="23"/>
                    <a:pt x="8" y="23"/>
                    <a:pt x="4" y="24"/>
                  </a:cubicBezTo>
                  <a:lnTo>
                    <a:pt x="0" y="24"/>
                  </a:lnTo>
                  <a:lnTo>
                    <a:pt x="0" y="14"/>
                  </a:lnTo>
                  <a:lnTo>
                    <a:pt x="4" y="14"/>
                  </a:lnTo>
                  <a:cubicBezTo>
                    <a:pt x="11" y="14"/>
                    <a:pt x="17" y="12"/>
                    <a:pt x="22" y="11"/>
                  </a:cubicBezTo>
                  <a:cubicBezTo>
                    <a:pt x="28" y="9"/>
                    <a:pt x="32" y="7"/>
                    <a:pt x="34" y="6"/>
                  </a:cubicBezTo>
                  <a:cubicBezTo>
                    <a:pt x="36" y="4"/>
                    <a:pt x="38" y="2"/>
                    <a:pt x="40" y="1"/>
                  </a:cubicBezTo>
                  <a:cubicBezTo>
                    <a:pt x="40" y="1"/>
                    <a:pt x="41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lnTo>
                    <a:pt x="46" y="65"/>
                  </a:lnTo>
                  <a:lnTo>
                    <a:pt x="46" y="128"/>
                  </a:lnTo>
                  <a:cubicBezTo>
                    <a:pt x="47" y="129"/>
                    <a:pt x="48" y="130"/>
                    <a:pt x="49" y="130"/>
                  </a:cubicBezTo>
                  <a:cubicBezTo>
                    <a:pt x="50" y="130"/>
                    <a:pt x="51" y="130"/>
                    <a:pt x="54" y="131"/>
                  </a:cubicBezTo>
                  <a:cubicBezTo>
                    <a:pt x="57" y="131"/>
                    <a:pt x="61" y="131"/>
                    <a:pt x="67" y="131"/>
                  </a:cubicBezTo>
                  <a:lnTo>
                    <a:pt x="73" y="131"/>
                  </a:lnTo>
                  <a:lnTo>
                    <a:pt x="73" y="141"/>
                  </a:lnTo>
                  <a:lnTo>
                    <a:pt x="70" y="141"/>
                  </a:lnTo>
                  <a:cubicBezTo>
                    <a:pt x="67" y="140"/>
                    <a:pt x="56" y="140"/>
                    <a:pt x="37" y="140"/>
                  </a:cubicBezTo>
                  <a:cubicBezTo>
                    <a:pt x="18" y="140"/>
                    <a:pt x="6" y="140"/>
                    <a:pt x="4" y="141"/>
                  </a:cubicBezTo>
                  <a:lnTo>
                    <a:pt x="1" y="141"/>
                  </a:lnTo>
                  <a:lnTo>
                    <a:pt x="1" y="131"/>
                  </a:lnTo>
                  <a:lnTo>
                    <a:pt x="6" y="131"/>
                  </a:lnTo>
                  <a:lnTo>
                    <a:pt x="14" y="131"/>
                  </a:lnTo>
                  <a:cubicBezTo>
                    <a:pt x="17" y="131"/>
                    <a:pt x="19" y="131"/>
                    <a:pt x="20" y="131"/>
                  </a:cubicBezTo>
                  <a:cubicBezTo>
                    <a:pt x="21" y="131"/>
                    <a:pt x="22" y="131"/>
                    <a:pt x="23" y="130"/>
                  </a:cubicBezTo>
                  <a:cubicBezTo>
                    <a:pt x="24" y="130"/>
                    <a:pt x="25" y="130"/>
                    <a:pt x="25" y="130"/>
                  </a:cubicBezTo>
                  <a:cubicBezTo>
                    <a:pt x="25" y="130"/>
                    <a:pt x="25" y="129"/>
                    <a:pt x="26" y="129"/>
                  </a:cubicBezTo>
                  <a:cubicBezTo>
                    <a:pt x="27" y="128"/>
                    <a:pt x="27" y="128"/>
                    <a:pt x="27" y="128"/>
                  </a:cubicBezTo>
                  <a:lnTo>
                    <a:pt x="27" y="1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19" name="Freeform 113"/>
            <p:cNvSpPr>
              <a:spLocks noEditPoints="1"/>
            </p:cNvSpPr>
            <p:nvPr/>
          </p:nvSpPr>
          <p:spPr bwMode="auto">
            <a:xfrm>
              <a:off x="686" y="3380"/>
              <a:ext cx="28" cy="68"/>
            </a:xfrm>
            <a:custGeom>
              <a:avLst/>
              <a:gdLst>
                <a:gd name="T0" fmla="*/ 34 w 59"/>
                <a:gd name="T1" fmla="*/ 13 h 141"/>
                <a:gd name="T2" fmla="*/ 38 w 59"/>
                <a:gd name="T3" fmla="*/ 4 h 141"/>
                <a:gd name="T4" fmla="*/ 48 w 59"/>
                <a:gd name="T5" fmla="*/ 0 h 141"/>
                <a:gd name="T6" fmla="*/ 54 w 59"/>
                <a:gd name="T7" fmla="*/ 2 h 141"/>
                <a:gd name="T8" fmla="*/ 57 w 59"/>
                <a:gd name="T9" fmla="*/ 9 h 141"/>
                <a:gd name="T10" fmla="*/ 53 w 59"/>
                <a:gd name="T11" fmla="*/ 17 h 141"/>
                <a:gd name="T12" fmla="*/ 43 w 59"/>
                <a:gd name="T13" fmla="*/ 22 h 141"/>
                <a:gd name="T14" fmla="*/ 37 w 59"/>
                <a:gd name="T15" fmla="*/ 20 h 141"/>
                <a:gd name="T16" fmla="*/ 34 w 59"/>
                <a:gd name="T17" fmla="*/ 13 h 141"/>
                <a:gd name="T18" fmla="*/ 0 w 59"/>
                <a:gd name="T19" fmla="*/ 79 h 141"/>
                <a:gd name="T20" fmla="*/ 2 w 59"/>
                <a:gd name="T21" fmla="*/ 72 h 141"/>
                <a:gd name="T22" fmla="*/ 7 w 59"/>
                <a:gd name="T23" fmla="*/ 61 h 141"/>
                <a:gd name="T24" fmla="*/ 16 w 59"/>
                <a:gd name="T25" fmla="*/ 51 h 141"/>
                <a:gd name="T26" fmla="*/ 29 w 59"/>
                <a:gd name="T27" fmla="*/ 46 h 141"/>
                <a:gd name="T28" fmla="*/ 43 w 59"/>
                <a:gd name="T29" fmla="*/ 51 h 141"/>
                <a:gd name="T30" fmla="*/ 48 w 59"/>
                <a:gd name="T31" fmla="*/ 64 h 141"/>
                <a:gd name="T32" fmla="*/ 45 w 59"/>
                <a:gd name="T33" fmla="*/ 76 h 141"/>
                <a:gd name="T34" fmla="*/ 37 w 59"/>
                <a:gd name="T35" fmla="*/ 98 h 141"/>
                <a:gd name="T36" fmla="*/ 28 w 59"/>
                <a:gd name="T37" fmla="*/ 122 h 141"/>
                <a:gd name="T38" fmla="*/ 27 w 59"/>
                <a:gd name="T39" fmla="*/ 128 h 141"/>
                <a:gd name="T40" fmla="*/ 31 w 59"/>
                <a:gd name="T41" fmla="*/ 134 h 141"/>
                <a:gd name="T42" fmla="*/ 35 w 59"/>
                <a:gd name="T43" fmla="*/ 133 h 141"/>
                <a:gd name="T44" fmla="*/ 40 w 59"/>
                <a:gd name="T45" fmla="*/ 130 h 141"/>
                <a:gd name="T46" fmla="*/ 45 w 59"/>
                <a:gd name="T47" fmla="*/ 123 h 141"/>
                <a:gd name="T48" fmla="*/ 51 w 59"/>
                <a:gd name="T49" fmla="*/ 110 h 141"/>
                <a:gd name="T50" fmla="*/ 52 w 59"/>
                <a:gd name="T51" fmla="*/ 107 h 141"/>
                <a:gd name="T52" fmla="*/ 55 w 59"/>
                <a:gd name="T53" fmla="*/ 107 h 141"/>
                <a:gd name="T54" fmla="*/ 59 w 59"/>
                <a:gd name="T55" fmla="*/ 109 h 141"/>
                <a:gd name="T56" fmla="*/ 57 w 59"/>
                <a:gd name="T57" fmla="*/ 116 h 141"/>
                <a:gd name="T58" fmla="*/ 52 w 59"/>
                <a:gd name="T59" fmla="*/ 126 h 141"/>
                <a:gd name="T60" fmla="*/ 43 w 59"/>
                <a:gd name="T61" fmla="*/ 137 h 141"/>
                <a:gd name="T62" fmla="*/ 30 w 59"/>
                <a:gd name="T63" fmla="*/ 141 h 141"/>
                <a:gd name="T64" fmla="*/ 17 w 59"/>
                <a:gd name="T65" fmla="*/ 137 h 141"/>
                <a:gd name="T66" fmla="*/ 11 w 59"/>
                <a:gd name="T67" fmla="*/ 124 h 141"/>
                <a:gd name="T68" fmla="*/ 12 w 59"/>
                <a:gd name="T69" fmla="*/ 117 h 141"/>
                <a:gd name="T70" fmla="*/ 21 w 59"/>
                <a:gd name="T71" fmla="*/ 93 h 141"/>
                <a:gd name="T72" fmla="*/ 31 w 59"/>
                <a:gd name="T73" fmla="*/ 67 h 141"/>
                <a:gd name="T74" fmla="*/ 32 w 59"/>
                <a:gd name="T75" fmla="*/ 59 h 141"/>
                <a:gd name="T76" fmla="*/ 29 w 59"/>
                <a:gd name="T77" fmla="*/ 54 h 141"/>
                <a:gd name="T78" fmla="*/ 28 w 59"/>
                <a:gd name="T79" fmla="*/ 54 h 141"/>
                <a:gd name="T80" fmla="*/ 17 w 59"/>
                <a:gd name="T81" fmla="*/ 61 h 141"/>
                <a:gd name="T82" fmla="*/ 9 w 59"/>
                <a:gd name="T83" fmla="*/ 79 h 141"/>
                <a:gd name="T84" fmla="*/ 8 w 59"/>
                <a:gd name="T85" fmla="*/ 79 h 141"/>
                <a:gd name="T86" fmla="*/ 8 w 59"/>
                <a:gd name="T87" fmla="*/ 80 h 141"/>
                <a:gd name="T88" fmla="*/ 7 w 59"/>
                <a:gd name="T89" fmla="*/ 80 h 141"/>
                <a:gd name="T90" fmla="*/ 7 w 59"/>
                <a:gd name="T91" fmla="*/ 80 h 141"/>
                <a:gd name="T92" fmla="*/ 6 w 59"/>
                <a:gd name="T93" fmla="*/ 80 h 141"/>
                <a:gd name="T94" fmla="*/ 4 w 59"/>
                <a:gd name="T95" fmla="*/ 80 h 141"/>
                <a:gd name="T96" fmla="*/ 1 w 59"/>
                <a:gd name="T97" fmla="*/ 80 h 141"/>
                <a:gd name="T98" fmla="*/ 0 w 59"/>
                <a:gd name="T99" fmla="*/ 7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9" h="141">
                  <a:moveTo>
                    <a:pt x="34" y="13"/>
                  </a:moveTo>
                  <a:cubicBezTo>
                    <a:pt x="34" y="9"/>
                    <a:pt x="36" y="6"/>
                    <a:pt x="38" y="4"/>
                  </a:cubicBezTo>
                  <a:cubicBezTo>
                    <a:pt x="41" y="1"/>
                    <a:pt x="44" y="0"/>
                    <a:pt x="48" y="0"/>
                  </a:cubicBezTo>
                  <a:cubicBezTo>
                    <a:pt x="50" y="0"/>
                    <a:pt x="52" y="1"/>
                    <a:pt x="54" y="2"/>
                  </a:cubicBezTo>
                  <a:cubicBezTo>
                    <a:pt x="56" y="4"/>
                    <a:pt x="57" y="6"/>
                    <a:pt x="57" y="9"/>
                  </a:cubicBezTo>
                  <a:cubicBezTo>
                    <a:pt x="57" y="12"/>
                    <a:pt x="55" y="15"/>
                    <a:pt x="53" y="17"/>
                  </a:cubicBezTo>
                  <a:cubicBezTo>
                    <a:pt x="50" y="20"/>
                    <a:pt x="47" y="21"/>
                    <a:pt x="43" y="22"/>
                  </a:cubicBezTo>
                  <a:cubicBezTo>
                    <a:pt x="41" y="22"/>
                    <a:pt x="39" y="21"/>
                    <a:pt x="37" y="20"/>
                  </a:cubicBezTo>
                  <a:cubicBezTo>
                    <a:pt x="36" y="18"/>
                    <a:pt x="35" y="16"/>
                    <a:pt x="34" y="13"/>
                  </a:cubicBezTo>
                  <a:close/>
                  <a:moveTo>
                    <a:pt x="0" y="79"/>
                  </a:moveTo>
                  <a:cubicBezTo>
                    <a:pt x="0" y="77"/>
                    <a:pt x="1" y="75"/>
                    <a:pt x="2" y="72"/>
                  </a:cubicBezTo>
                  <a:cubicBezTo>
                    <a:pt x="3" y="69"/>
                    <a:pt x="5" y="65"/>
                    <a:pt x="7" y="61"/>
                  </a:cubicBezTo>
                  <a:cubicBezTo>
                    <a:pt x="9" y="57"/>
                    <a:pt x="12" y="54"/>
                    <a:pt x="16" y="51"/>
                  </a:cubicBezTo>
                  <a:cubicBezTo>
                    <a:pt x="20" y="47"/>
                    <a:pt x="25" y="46"/>
                    <a:pt x="29" y="46"/>
                  </a:cubicBezTo>
                  <a:cubicBezTo>
                    <a:pt x="34" y="46"/>
                    <a:pt x="39" y="48"/>
                    <a:pt x="43" y="51"/>
                  </a:cubicBezTo>
                  <a:cubicBezTo>
                    <a:pt x="46" y="54"/>
                    <a:pt x="48" y="58"/>
                    <a:pt x="48" y="64"/>
                  </a:cubicBezTo>
                  <a:cubicBezTo>
                    <a:pt x="48" y="66"/>
                    <a:pt x="47" y="70"/>
                    <a:pt x="45" y="76"/>
                  </a:cubicBezTo>
                  <a:cubicBezTo>
                    <a:pt x="43" y="81"/>
                    <a:pt x="41" y="88"/>
                    <a:pt x="37" y="98"/>
                  </a:cubicBezTo>
                  <a:cubicBezTo>
                    <a:pt x="33" y="107"/>
                    <a:pt x="30" y="115"/>
                    <a:pt x="28" y="122"/>
                  </a:cubicBezTo>
                  <a:cubicBezTo>
                    <a:pt x="27" y="125"/>
                    <a:pt x="27" y="127"/>
                    <a:pt x="27" y="128"/>
                  </a:cubicBezTo>
                  <a:cubicBezTo>
                    <a:pt x="27" y="132"/>
                    <a:pt x="28" y="134"/>
                    <a:pt x="31" y="134"/>
                  </a:cubicBezTo>
                  <a:cubicBezTo>
                    <a:pt x="32" y="134"/>
                    <a:pt x="33" y="133"/>
                    <a:pt x="35" y="133"/>
                  </a:cubicBezTo>
                  <a:cubicBezTo>
                    <a:pt x="36" y="133"/>
                    <a:pt x="38" y="132"/>
                    <a:pt x="40" y="130"/>
                  </a:cubicBezTo>
                  <a:cubicBezTo>
                    <a:pt x="41" y="129"/>
                    <a:pt x="43" y="126"/>
                    <a:pt x="45" y="123"/>
                  </a:cubicBezTo>
                  <a:cubicBezTo>
                    <a:pt x="47" y="119"/>
                    <a:pt x="49" y="115"/>
                    <a:pt x="51" y="110"/>
                  </a:cubicBezTo>
                  <a:cubicBezTo>
                    <a:pt x="51" y="109"/>
                    <a:pt x="51" y="108"/>
                    <a:pt x="52" y="107"/>
                  </a:cubicBezTo>
                  <a:cubicBezTo>
                    <a:pt x="52" y="107"/>
                    <a:pt x="53" y="107"/>
                    <a:pt x="55" y="107"/>
                  </a:cubicBezTo>
                  <a:cubicBezTo>
                    <a:pt x="58" y="107"/>
                    <a:pt x="59" y="108"/>
                    <a:pt x="59" y="109"/>
                  </a:cubicBezTo>
                  <a:cubicBezTo>
                    <a:pt x="59" y="110"/>
                    <a:pt x="59" y="112"/>
                    <a:pt x="57" y="116"/>
                  </a:cubicBezTo>
                  <a:cubicBezTo>
                    <a:pt x="56" y="119"/>
                    <a:pt x="54" y="122"/>
                    <a:pt x="52" y="126"/>
                  </a:cubicBezTo>
                  <a:cubicBezTo>
                    <a:pt x="50" y="130"/>
                    <a:pt x="47" y="134"/>
                    <a:pt x="43" y="137"/>
                  </a:cubicBezTo>
                  <a:cubicBezTo>
                    <a:pt x="39" y="140"/>
                    <a:pt x="34" y="141"/>
                    <a:pt x="30" y="141"/>
                  </a:cubicBezTo>
                  <a:cubicBezTo>
                    <a:pt x="25" y="141"/>
                    <a:pt x="21" y="140"/>
                    <a:pt x="17" y="137"/>
                  </a:cubicBezTo>
                  <a:cubicBezTo>
                    <a:pt x="13" y="134"/>
                    <a:pt x="11" y="130"/>
                    <a:pt x="11" y="124"/>
                  </a:cubicBezTo>
                  <a:cubicBezTo>
                    <a:pt x="11" y="121"/>
                    <a:pt x="12" y="119"/>
                    <a:pt x="12" y="117"/>
                  </a:cubicBezTo>
                  <a:cubicBezTo>
                    <a:pt x="13" y="115"/>
                    <a:pt x="16" y="107"/>
                    <a:pt x="21" y="93"/>
                  </a:cubicBezTo>
                  <a:cubicBezTo>
                    <a:pt x="27" y="79"/>
                    <a:pt x="30" y="70"/>
                    <a:pt x="31" y="67"/>
                  </a:cubicBezTo>
                  <a:cubicBezTo>
                    <a:pt x="32" y="64"/>
                    <a:pt x="32" y="62"/>
                    <a:pt x="32" y="59"/>
                  </a:cubicBezTo>
                  <a:cubicBezTo>
                    <a:pt x="32" y="56"/>
                    <a:pt x="31" y="54"/>
                    <a:pt x="29" y="54"/>
                  </a:cubicBezTo>
                  <a:lnTo>
                    <a:pt x="28" y="54"/>
                  </a:lnTo>
                  <a:cubicBezTo>
                    <a:pt x="24" y="54"/>
                    <a:pt x="20" y="56"/>
                    <a:pt x="17" y="61"/>
                  </a:cubicBezTo>
                  <a:cubicBezTo>
                    <a:pt x="13" y="66"/>
                    <a:pt x="10" y="71"/>
                    <a:pt x="9" y="79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79"/>
                    <a:pt x="8" y="80"/>
                    <a:pt x="8" y="80"/>
                  </a:cubicBezTo>
                  <a:cubicBezTo>
                    <a:pt x="8" y="80"/>
                    <a:pt x="8" y="80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lnTo>
                    <a:pt x="6" y="80"/>
                  </a:lnTo>
                  <a:lnTo>
                    <a:pt x="4" y="80"/>
                  </a:lnTo>
                  <a:lnTo>
                    <a:pt x="1" y="80"/>
                  </a:lnTo>
                  <a:cubicBezTo>
                    <a:pt x="1" y="80"/>
                    <a:pt x="0" y="79"/>
                    <a:pt x="0" y="7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120" name="Freeform 114"/>
            <p:cNvSpPr>
              <a:spLocks/>
            </p:cNvSpPr>
            <p:nvPr/>
          </p:nvSpPr>
          <p:spPr bwMode="auto">
            <a:xfrm>
              <a:off x="748" y="3231"/>
              <a:ext cx="50" cy="243"/>
            </a:xfrm>
            <a:custGeom>
              <a:avLst/>
              <a:gdLst>
                <a:gd name="T0" fmla="*/ 0 w 104"/>
                <a:gd name="T1" fmla="*/ 2 h 506"/>
                <a:gd name="T2" fmla="*/ 1 w 104"/>
                <a:gd name="T3" fmla="*/ 0 h 506"/>
                <a:gd name="T4" fmla="*/ 4 w 104"/>
                <a:gd name="T5" fmla="*/ 0 h 506"/>
                <a:gd name="T6" fmla="*/ 5 w 104"/>
                <a:gd name="T7" fmla="*/ 0 h 506"/>
                <a:gd name="T8" fmla="*/ 8 w 104"/>
                <a:gd name="T9" fmla="*/ 0 h 506"/>
                <a:gd name="T10" fmla="*/ 14 w 104"/>
                <a:gd name="T11" fmla="*/ 5 h 506"/>
                <a:gd name="T12" fmla="*/ 23 w 104"/>
                <a:gd name="T13" fmla="*/ 14 h 506"/>
                <a:gd name="T14" fmla="*/ 35 w 104"/>
                <a:gd name="T15" fmla="*/ 27 h 506"/>
                <a:gd name="T16" fmla="*/ 48 w 104"/>
                <a:gd name="T17" fmla="*/ 44 h 506"/>
                <a:gd name="T18" fmla="*/ 61 w 104"/>
                <a:gd name="T19" fmla="*/ 66 h 506"/>
                <a:gd name="T20" fmla="*/ 74 w 104"/>
                <a:gd name="T21" fmla="*/ 92 h 506"/>
                <a:gd name="T22" fmla="*/ 86 w 104"/>
                <a:gd name="T23" fmla="*/ 123 h 506"/>
                <a:gd name="T24" fmla="*/ 95 w 104"/>
                <a:gd name="T25" fmla="*/ 160 h 506"/>
                <a:gd name="T26" fmla="*/ 102 w 104"/>
                <a:gd name="T27" fmla="*/ 203 h 506"/>
                <a:gd name="T28" fmla="*/ 104 w 104"/>
                <a:gd name="T29" fmla="*/ 253 h 506"/>
                <a:gd name="T30" fmla="*/ 103 w 104"/>
                <a:gd name="T31" fmla="*/ 294 h 506"/>
                <a:gd name="T32" fmla="*/ 27 w 104"/>
                <a:gd name="T33" fmla="*/ 487 h 506"/>
                <a:gd name="T34" fmla="*/ 18 w 104"/>
                <a:gd name="T35" fmla="*/ 496 h 506"/>
                <a:gd name="T36" fmla="*/ 11 w 104"/>
                <a:gd name="T37" fmla="*/ 503 h 506"/>
                <a:gd name="T38" fmla="*/ 8 w 104"/>
                <a:gd name="T39" fmla="*/ 506 h 506"/>
                <a:gd name="T40" fmla="*/ 5 w 104"/>
                <a:gd name="T41" fmla="*/ 506 h 506"/>
                <a:gd name="T42" fmla="*/ 1 w 104"/>
                <a:gd name="T43" fmla="*/ 505 h 506"/>
                <a:gd name="T44" fmla="*/ 0 w 104"/>
                <a:gd name="T45" fmla="*/ 503 h 506"/>
                <a:gd name="T46" fmla="*/ 23 w 104"/>
                <a:gd name="T47" fmla="*/ 477 h 506"/>
                <a:gd name="T48" fmla="*/ 83 w 104"/>
                <a:gd name="T49" fmla="*/ 253 h 506"/>
                <a:gd name="T50" fmla="*/ 78 w 104"/>
                <a:gd name="T51" fmla="*/ 173 h 506"/>
                <a:gd name="T52" fmla="*/ 64 w 104"/>
                <a:gd name="T53" fmla="*/ 111 h 506"/>
                <a:gd name="T54" fmla="*/ 45 w 104"/>
                <a:gd name="T55" fmla="*/ 64 h 506"/>
                <a:gd name="T56" fmla="*/ 24 w 104"/>
                <a:gd name="T57" fmla="*/ 29 h 506"/>
                <a:gd name="T58" fmla="*/ 3 w 104"/>
                <a:gd name="T59" fmla="*/ 5 h 506"/>
                <a:gd name="T60" fmla="*/ 2 w 104"/>
                <a:gd name="T61" fmla="*/ 4 h 506"/>
                <a:gd name="T62" fmla="*/ 1 w 104"/>
                <a:gd name="T63" fmla="*/ 3 h 506"/>
                <a:gd name="T64" fmla="*/ 1 w 104"/>
                <a:gd name="T65" fmla="*/ 3 h 506"/>
                <a:gd name="T66" fmla="*/ 0 w 104"/>
                <a:gd name="T67" fmla="*/ 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506">
                  <a:moveTo>
                    <a:pt x="0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4" y="0"/>
                  </a:cubicBezTo>
                  <a:lnTo>
                    <a:pt x="5" y="0"/>
                  </a:lnTo>
                  <a:lnTo>
                    <a:pt x="8" y="0"/>
                  </a:lnTo>
                  <a:cubicBezTo>
                    <a:pt x="8" y="0"/>
                    <a:pt x="10" y="2"/>
                    <a:pt x="14" y="5"/>
                  </a:cubicBezTo>
                  <a:cubicBezTo>
                    <a:pt x="18" y="9"/>
                    <a:pt x="21" y="12"/>
                    <a:pt x="23" y="14"/>
                  </a:cubicBezTo>
                  <a:cubicBezTo>
                    <a:pt x="26" y="17"/>
                    <a:pt x="30" y="21"/>
                    <a:pt x="35" y="27"/>
                  </a:cubicBezTo>
                  <a:cubicBezTo>
                    <a:pt x="40" y="33"/>
                    <a:pt x="44" y="39"/>
                    <a:pt x="48" y="44"/>
                  </a:cubicBezTo>
                  <a:cubicBezTo>
                    <a:pt x="52" y="50"/>
                    <a:pt x="56" y="57"/>
                    <a:pt x="61" y="66"/>
                  </a:cubicBezTo>
                  <a:cubicBezTo>
                    <a:pt x="66" y="75"/>
                    <a:pt x="71" y="83"/>
                    <a:pt x="74" y="92"/>
                  </a:cubicBezTo>
                  <a:cubicBezTo>
                    <a:pt x="78" y="100"/>
                    <a:pt x="82" y="111"/>
                    <a:pt x="86" y="123"/>
                  </a:cubicBezTo>
                  <a:cubicBezTo>
                    <a:pt x="90" y="136"/>
                    <a:pt x="93" y="148"/>
                    <a:pt x="95" y="160"/>
                  </a:cubicBezTo>
                  <a:cubicBezTo>
                    <a:pt x="98" y="173"/>
                    <a:pt x="100" y="187"/>
                    <a:pt x="102" y="203"/>
                  </a:cubicBezTo>
                  <a:cubicBezTo>
                    <a:pt x="103" y="219"/>
                    <a:pt x="104" y="236"/>
                    <a:pt x="104" y="253"/>
                  </a:cubicBezTo>
                  <a:cubicBezTo>
                    <a:pt x="104" y="269"/>
                    <a:pt x="104" y="283"/>
                    <a:pt x="103" y="294"/>
                  </a:cubicBezTo>
                  <a:cubicBezTo>
                    <a:pt x="96" y="375"/>
                    <a:pt x="71" y="439"/>
                    <a:pt x="27" y="487"/>
                  </a:cubicBezTo>
                  <a:cubicBezTo>
                    <a:pt x="24" y="491"/>
                    <a:pt x="21" y="494"/>
                    <a:pt x="18" y="496"/>
                  </a:cubicBezTo>
                  <a:cubicBezTo>
                    <a:pt x="15" y="499"/>
                    <a:pt x="13" y="501"/>
                    <a:pt x="11" y="503"/>
                  </a:cubicBezTo>
                  <a:cubicBezTo>
                    <a:pt x="9" y="505"/>
                    <a:pt x="8" y="506"/>
                    <a:pt x="8" y="506"/>
                  </a:cubicBezTo>
                  <a:lnTo>
                    <a:pt x="5" y="506"/>
                  </a:lnTo>
                  <a:cubicBezTo>
                    <a:pt x="3" y="506"/>
                    <a:pt x="2" y="506"/>
                    <a:pt x="1" y="505"/>
                  </a:cubicBezTo>
                  <a:cubicBezTo>
                    <a:pt x="1" y="505"/>
                    <a:pt x="0" y="504"/>
                    <a:pt x="0" y="503"/>
                  </a:cubicBezTo>
                  <a:cubicBezTo>
                    <a:pt x="8" y="496"/>
                    <a:pt x="15" y="487"/>
                    <a:pt x="23" y="477"/>
                  </a:cubicBezTo>
                  <a:cubicBezTo>
                    <a:pt x="63" y="423"/>
                    <a:pt x="83" y="348"/>
                    <a:pt x="83" y="253"/>
                  </a:cubicBezTo>
                  <a:cubicBezTo>
                    <a:pt x="83" y="224"/>
                    <a:pt x="82" y="198"/>
                    <a:pt x="78" y="173"/>
                  </a:cubicBezTo>
                  <a:cubicBezTo>
                    <a:pt x="74" y="149"/>
                    <a:pt x="70" y="128"/>
                    <a:pt x="64" y="111"/>
                  </a:cubicBezTo>
                  <a:cubicBezTo>
                    <a:pt x="59" y="94"/>
                    <a:pt x="53" y="79"/>
                    <a:pt x="45" y="64"/>
                  </a:cubicBezTo>
                  <a:cubicBezTo>
                    <a:pt x="37" y="49"/>
                    <a:pt x="30" y="38"/>
                    <a:pt x="24" y="29"/>
                  </a:cubicBezTo>
                  <a:cubicBezTo>
                    <a:pt x="17" y="21"/>
                    <a:pt x="10" y="13"/>
                    <a:pt x="3" y="5"/>
                  </a:cubicBezTo>
                  <a:lnTo>
                    <a:pt x="2" y="4"/>
                  </a:lnTo>
                  <a:cubicBezTo>
                    <a:pt x="2" y="4"/>
                    <a:pt x="1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529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実装上の都合のはなし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 smtClean="0"/>
              <a:t>関数が便利って</a:t>
            </a:r>
            <a:r>
              <a:rPr kumimoji="1" lang="ja-JP" altLang="en-US" dirty="0" smtClean="0"/>
              <a:t>話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ja-JP" altLang="en-US" dirty="0" smtClean="0"/>
              <a:t>は確率質量関数</a:t>
            </a:r>
            <a:r>
              <a:rPr lang="en-US" altLang="ja-JP" dirty="0" smtClean="0"/>
              <a:t>(</a:t>
            </a:r>
            <a:r>
              <a:rPr lang="en-US" altLang="ja-JP" dirty="0" err="1" smtClean="0"/>
              <a:t>pmf</a:t>
            </a:r>
            <a:r>
              <a:rPr lang="en-US" altLang="ja-JP" dirty="0" smtClean="0"/>
              <a:t>)</a:t>
            </a:r>
            <a:r>
              <a:rPr lang="ja-JP" altLang="en-US" dirty="0" err="1" smtClean="0"/>
              <a:t>，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は累積分布関数</a:t>
            </a:r>
            <a:r>
              <a:rPr lang="en-US" altLang="ja-JP" dirty="0"/>
              <a:t>(</a:t>
            </a:r>
            <a:r>
              <a:rPr lang="en-US" altLang="ja-JP" dirty="0" err="1"/>
              <a:t>cdf</a:t>
            </a:r>
            <a:r>
              <a:rPr lang="en-US" altLang="ja-JP" dirty="0" smtClean="0"/>
              <a:t>)</a:t>
            </a:r>
            <a:r>
              <a:rPr lang="ja-JP" altLang="en-US" dirty="0" smtClean="0"/>
              <a:t>として，それぞれ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いい感じの関数が</a:t>
            </a:r>
            <a:r>
              <a:rPr lang="en-US" altLang="ja-JP" dirty="0" err="1" smtClean="0"/>
              <a:t>scipy</a:t>
            </a:r>
            <a:r>
              <a:rPr lang="ja-JP" altLang="en-US" dirty="0" smtClean="0"/>
              <a:t>に実装されている．</a:t>
            </a:r>
            <a:endParaRPr lang="en-US" altLang="ja-JP" dirty="0" smtClean="0"/>
          </a:p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ja-JP" dirty="0" smtClean="0"/>
              <a:t>:</a:t>
            </a:r>
            <a:br>
              <a:rPr lang="en-US" altLang="ja-JP" dirty="0" smtClean="0"/>
            </a:br>
            <a:r>
              <a:rPr lang="en-US" altLang="ja-JP" dirty="0" err="1" smtClean="0">
                <a:latin typeface="Consolas" panose="020B0609020204030204" pitchFamily="49" charset="0"/>
              </a:rPr>
              <a:t>scipy.stats.binom.pmf</a:t>
            </a:r>
            <a:r>
              <a:rPr lang="en-US" altLang="ja-JP" dirty="0" smtClean="0">
                <a:latin typeface="Consolas" panose="020B0609020204030204" pitchFamily="49" charset="0"/>
              </a:rPr>
              <a:t>(</a:t>
            </a:r>
            <a:r>
              <a:rPr lang="ja-JP" altLang="en-US" dirty="0" smtClean="0">
                <a:latin typeface="Consolas" panose="020B0609020204030204" pitchFamily="49" charset="0"/>
              </a:rPr>
              <a:t>成功回数， 試行回数</a:t>
            </a:r>
            <a:r>
              <a:rPr lang="en-US" altLang="ja-JP" dirty="0" smtClean="0">
                <a:latin typeface="Consolas" panose="020B0609020204030204" pitchFamily="49" charset="0"/>
              </a:rPr>
              <a:t>,</a:t>
            </a:r>
            <a:r>
              <a:rPr lang="ja-JP" altLang="en-US" dirty="0" smtClean="0">
                <a:latin typeface="Consolas" panose="020B0609020204030204" pitchFamily="49" charset="0"/>
              </a:rPr>
              <a:t> 成功</a:t>
            </a:r>
            <a:r>
              <a:rPr lang="ja-JP" altLang="en-US" dirty="0">
                <a:latin typeface="Consolas" panose="020B0609020204030204" pitchFamily="49" charset="0"/>
              </a:rPr>
              <a:t>確率</a:t>
            </a:r>
            <a:r>
              <a:rPr lang="en-US" altLang="ja-JP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ja-JP" dirty="0"/>
              <a:t>:</a:t>
            </a:r>
            <a:br>
              <a:rPr lang="en-US" altLang="ja-JP" dirty="0"/>
            </a:br>
            <a:r>
              <a:rPr lang="en-US" altLang="ja-JP" dirty="0" err="1" smtClean="0">
                <a:latin typeface="Consolas" panose="020B0609020204030204" pitchFamily="49" charset="0"/>
              </a:rPr>
              <a:t>scipy.stats.norm.cdf</a:t>
            </a:r>
            <a:r>
              <a:rPr lang="en-US" altLang="ja-JP" dirty="0" smtClean="0">
                <a:latin typeface="Consolas" panose="020B0609020204030204" pitchFamily="49" charset="0"/>
              </a:rPr>
              <a:t>(</a:t>
            </a:r>
            <a:r>
              <a:rPr lang="ja-JP" altLang="en-US" dirty="0" smtClean="0">
                <a:latin typeface="Consolas" panose="020B0609020204030204" pitchFamily="49" charset="0"/>
              </a:rPr>
              <a:t>最大値， 平均</a:t>
            </a:r>
            <a:r>
              <a:rPr lang="en-US" altLang="ja-JP" dirty="0" smtClean="0">
                <a:latin typeface="Consolas" panose="020B0609020204030204" pitchFamily="49" charset="0"/>
              </a:rPr>
              <a:t>,</a:t>
            </a:r>
            <a:r>
              <a:rPr lang="ja-JP" altLang="en-US" dirty="0" smtClean="0">
                <a:latin typeface="Consolas" panose="020B0609020204030204" pitchFamily="49" charset="0"/>
              </a:rPr>
              <a:t> 標準偏差</a:t>
            </a:r>
            <a:r>
              <a:rPr lang="en-US" altLang="ja-JP" dirty="0" smtClean="0">
                <a:latin typeface="Consolas" panose="020B0609020204030204" pitchFamily="49" charset="0"/>
              </a:rPr>
              <a:t>)</a:t>
            </a:r>
            <a:br>
              <a:rPr lang="en-US" altLang="ja-JP" dirty="0" smtClean="0">
                <a:latin typeface="Consolas" panose="020B0609020204030204" pitchFamily="49" charset="0"/>
              </a:rPr>
            </a:br>
            <a:endParaRPr lang="ja-JP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実装上の都合のはなし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0DD3-3FC1-4D50-A81B-B61493FA2096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/>
              <a:t>関数が便利って</a:t>
            </a:r>
            <a:r>
              <a:rPr lang="ja-JP" altLang="en-US" dirty="0" smtClean="0"/>
              <a:t>話</a:t>
            </a:r>
            <a:endParaRPr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ja-JP" altLang="en-US" dirty="0" smtClean="0">
                <a:latin typeface="Consolas" panose="020B0609020204030204" pitchFamily="49" charset="0"/>
              </a:rPr>
              <a:t>は，</a:t>
            </a:r>
            <a:r>
              <a:rPr lang="en-US" altLang="ja-JP" dirty="0" smtClean="0">
                <a:latin typeface="Consolas" panose="020B0609020204030204" pitchFamily="49" charset="0"/>
              </a:rPr>
              <a:t/>
            </a:r>
            <a:br>
              <a:rPr lang="en-US" altLang="ja-JP" dirty="0" smtClean="0">
                <a:latin typeface="Consolas" panose="020B0609020204030204" pitchFamily="49" charset="0"/>
              </a:rPr>
            </a:br>
            <a:r>
              <a:rPr lang="en-US" altLang="ja-JP" dirty="0" smtClean="0">
                <a:latin typeface="Consolas" panose="020B0609020204030204" pitchFamily="49" charset="0"/>
              </a:rPr>
              <a:t> </a:t>
            </a:r>
            <a:r>
              <a:rPr lang="en-US" altLang="ja-JP" dirty="0" err="1" smtClean="0">
                <a:latin typeface="Consolas" panose="020B0609020204030204" pitchFamily="49" charset="0"/>
              </a:rPr>
              <a:t>scipy.stats.binom.pmf</a:t>
            </a:r>
            <a:r>
              <a:rPr lang="en-US" altLang="ja-JP" dirty="0" smtClean="0">
                <a:latin typeface="Consolas" panose="020B0609020204030204" pitchFamily="49" charset="0"/>
              </a:rPr>
              <a:t>(</a:t>
            </a:r>
            <a:r>
              <a:rPr lang="en-US" altLang="ja-JP" dirty="0" err="1" smtClean="0">
                <a:latin typeface="Consolas" panose="020B0609020204030204" pitchFamily="49" charset="0"/>
              </a:rPr>
              <a:t>i</a:t>
            </a:r>
            <a:r>
              <a:rPr lang="ja-JP" altLang="en-US" dirty="0" err="1" smtClean="0">
                <a:latin typeface="Consolas" panose="020B0609020204030204" pitchFamily="49" charset="0"/>
              </a:rPr>
              <a:t>，</a:t>
            </a:r>
            <a:r>
              <a:rPr lang="ja-JP" altLang="en-US" dirty="0" smtClean="0">
                <a:latin typeface="Consolas" panose="020B0609020204030204" pitchFamily="49" charset="0"/>
              </a:rPr>
              <a:t> </a:t>
            </a:r>
            <a:r>
              <a:rPr lang="en-US" altLang="ja-JP" dirty="0" smtClean="0">
                <a:latin typeface="Consolas" panose="020B0609020204030204" pitchFamily="49" charset="0"/>
              </a:rPr>
              <a:t>n,</a:t>
            </a:r>
            <a:r>
              <a:rPr lang="ja-JP" altLang="en-US" dirty="0" smtClean="0">
                <a:latin typeface="Consolas" panose="020B0609020204030204" pitchFamily="49" charset="0"/>
              </a:rPr>
              <a:t> </a:t>
            </a:r>
            <a:r>
              <a:rPr lang="en-US" altLang="ja-JP" dirty="0" smtClean="0">
                <a:latin typeface="Consolas" panose="020B0609020204030204" pitchFamily="49" charset="0"/>
              </a:rPr>
              <a:t>0.5)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とすることで，解の中に含まれる</a:t>
            </a:r>
            <a:r>
              <a:rPr lang="ja-JP" altLang="en-US" dirty="0"/>
              <a:t>アイテム数が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ja-JP" altLang="en-US" dirty="0"/>
              <a:t>となる</a:t>
            </a:r>
            <a:r>
              <a:rPr lang="ja-JP" altLang="en-US" dirty="0" smtClean="0"/>
              <a:t>確率を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計算してくれる．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ja-JP" altLang="en-US" dirty="0" smtClean="0">
                <a:latin typeface="Consolas" panose="020B0609020204030204" pitchFamily="49" charset="0"/>
              </a:rPr>
              <a:t>は</a:t>
            </a:r>
            <a:r>
              <a:rPr lang="ja-JP" altLang="en-US" dirty="0">
                <a:latin typeface="Consolas" panose="020B0609020204030204" pitchFamily="49" charset="0"/>
              </a:rPr>
              <a:t>，</a:t>
            </a:r>
            <a:r>
              <a:rPr lang="en-US" altLang="ja-JP" dirty="0">
                <a:latin typeface="Consolas" panose="020B0609020204030204" pitchFamily="49" charset="0"/>
              </a:rPr>
              <a:t/>
            </a:r>
            <a:br>
              <a:rPr lang="en-US" altLang="ja-JP" dirty="0">
                <a:latin typeface="Consolas" panose="020B0609020204030204" pitchFamily="49" charset="0"/>
              </a:rPr>
            </a:b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sz="2400" dirty="0" err="1" smtClean="0">
                <a:latin typeface="Consolas" panose="020B0609020204030204" pitchFamily="49" charset="0"/>
              </a:rPr>
              <a:t>scipy.stats.norm.cdf</a:t>
            </a:r>
            <a:r>
              <a:rPr lang="en-US" altLang="ja-JP" sz="2400" dirty="0" smtClean="0">
                <a:latin typeface="Consolas" panose="020B0609020204030204" pitchFamily="49" charset="0"/>
              </a:rPr>
              <a:t>((55*n*0.5)/</a:t>
            </a:r>
            <a:r>
              <a:rPr lang="en-US" altLang="ja-JP" sz="2400" dirty="0" err="1" smtClean="0">
                <a:latin typeface="Consolas" panose="020B0609020204030204" pitchFamily="49" charset="0"/>
              </a:rPr>
              <a:t>i</a:t>
            </a:r>
            <a:r>
              <a:rPr lang="ja-JP" altLang="en-US" sz="2400" dirty="0" err="1" smtClean="0">
                <a:latin typeface="Consolas" panose="020B0609020204030204" pitchFamily="49" charset="0"/>
              </a:rPr>
              <a:t>，</a:t>
            </a:r>
            <a:r>
              <a:rPr lang="en-US" altLang="ja-JP" sz="2400" dirty="0" err="1" smtClean="0">
                <a:latin typeface="Consolas" panose="020B0609020204030204" pitchFamily="49" charset="0"/>
              </a:rPr>
              <a:t>loc</a:t>
            </a:r>
            <a:r>
              <a:rPr lang="en-US" altLang="ja-JP" sz="2400" dirty="0" smtClean="0">
                <a:latin typeface="Consolas" panose="020B0609020204030204" pitchFamily="49" charset="0"/>
              </a:rPr>
              <a:t>=55,scale=(8100/(12*</a:t>
            </a:r>
            <a:r>
              <a:rPr lang="en-US" altLang="ja-JP" sz="2400" dirty="0" err="1" smtClean="0">
                <a:latin typeface="Consolas" panose="020B0609020204030204" pitchFamily="49" charset="0"/>
              </a:rPr>
              <a:t>i</a:t>
            </a:r>
            <a:r>
              <a:rPr lang="en-US" altLang="ja-JP" sz="2400" dirty="0" smtClean="0">
                <a:latin typeface="Consolas" panose="020B0609020204030204" pitchFamily="49" charset="0"/>
              </a:rPr>
              <a:t>))**0.5</a:t>
            </a:r>
            <a:r>
              <a:rPr lang="en-US" altLang="ja-JP" sz="2800" dirty="0">
                <a:latin typeface="Consolas" panose="020B0609020204030204" pitchFamily="49" charset="0"/>
              </a:rPr>
              <a:t/>
            </a:r>
            <a:br>
              <a:rPr lang="en-US" altLang="ja-JP" sz="2800" dirty="0">
                <a:latin typeface="Consolas" panose="020B0609020204030204" pitchFamily="49" charset="0"/>
              </a:rPr>
            </a:br>
            <a:r>
              <a:rPr lang="ja-JP" altLang="en-US" dirty="0" smtClean="0"/>
              <a:t>と</a:t>
            </a:r>
            <a:r>
              <a:rPr lang="ja-JP" altLang="en-US" dirty="0"/>
              <a:t>することで，解の中に含まれるアイテム数が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ja-JP" altLang="en-US" dirty="0" smtClean="0"/>
              <a:t>のときの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制約</a:t>
            </a:r>
            <a:r>
              <a:rPr lang="ja-JP" altLang="en-US" dirty="0"/>
              <a:t>を満たす</a:t>
            </a:r>
            <a:r>
              <a:rPr lang="ja-JP" altLang="en-US" dirty="0" smtClean="0"/>
              <a:t>確率を計算</a:t>
            </a:r>
            <a:r>
              <a:rPr lang="ja-JP" altLang="en-US" dirty="0"/>
              <a:t>してくれる．</a:t>
            </a:r>
            <a:endParaRPr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44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Arcaea_tairitu_no_bg">
  <a:themeElements>
    <a:clrScheme name="ユーザー定義 1">
      <a:dk1>
        <a:srgbClr val="0C002E"/>
      </a:dk1>
      <a:lt1>
        <a:srgbClr val="FFEDB9"/>
      </a:lt1>
      <a:dk2>
        <a:srgbClr val="F9617A"/>
      </a:dk2>
      <a:lt2>
        <a:srgbClr val="7DF9FF"/>
      </a:lt2>
      <a:accent1>
        <a:srgbClr val="99CCFF"/>
      </a:accent1>
      <a:accent2>
        <a:srgbClr val="9933FF"/>
      </a:accent2>
      <a:accent3>
        <a:srgbClr val="FFFFFF"/>
      </a:accent3>
      <a:accent4>
        <a:srgbClr val="505050"/>
      </a:accent4>
      <a:accent5>
        <a:srgbClr val="CAE2FF"/>
      </a:accent5>
      <a:accent6>
        <a:srgbClr val="8A2DE7"/>
      </a:accent6>
      <a:hlink>
        <a:srgbClr val="CC66FF"/>
      </a:hlink>
      <a:folHlink>
        <a:srgbClr val="FF00FF"/>
      </a:folHlink>
    </a:clrScheme>
    <a:fontScheme name="ユーザー定義 2">
      <a:majorFont>
        <a:latin typeface="Spica Neue P Light"/>
        <a:ea typeface="Spica Neue Light"/>
        <a:cs typeface=""/>
      </a:majorFont>
      <a:minorFont>
        <a:latin typeface="Spica Neue P"/>
        <a:ea typeface="Spica Neue 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Arcaea_tairitu_no_bg" id="{E024F405-EA9C-4906-9602-5D72C6A2706C}" vid="{0C763A83-3E49-4990-9441-5B7EF0FC42DC}"/>
    </a:ext>
  </a:extLst>
</a:theme>
</file>

<file path=ppt/theme/theme2.xml><?xml version="1.0" encoding="utf-8"?>
<a:theme xmlns:a="http://schemas.openxmlformats.org/drawingml/2006/main" name="Theme_Arcaea_tairitu">
  <a:themeElements>
    <a:clrScheme name="ユーザー定義 1">
      <a:dk1>
        <a:srgbClr val="00024C"/>
      </a:dk1>
      <a:lt1>
        <a:srgbClr val="FFEDB9"/>
      </a:lt1>
      <a:dk2>
        <a:srgbClr val="F6548E"/>
      </a:dk2>
      <a:lt2>
        <a:srgbClr val="ABFBFF"/>
      </a:lt2>
      <a:accent1>
        <a:srgbClr val="99CCFF"/>
      </a:accent1>
      <a:accent2>
        <a:srgbClr val="9933FF"/>
      </a:accent2>
      <a:accent3>
        <a:srgbClr val="FFFFFF"/>
      </a:accent3>
      <a:accent4>
        <a:srgbClr val="505050"/>
      </a:accent4>
      <a:accent5>
        <a:srgbClr val="CAE2FF"/>
      </a:accent5>
      <a:accent6>
        <a:srgbClr val="8A2DE7"/>
      </a:accent6>
      <a:hlink>
        <a:srgbClr val="CC66FF"/>
      </a:hlink>
      <a:folHlink>
        <a:srgbClr val="FF00FF"/>
      </a:folHlink>
    </a:clrScheme>
    <a:fontScheme name="ユーザー定義 2">
      <a:majorFont>
        <a:latin typeface="Spica Neue P Light"/>
        <a:ea typeface="Spica Neue Light"/>
        <a:cs typeface=""/>
      </a:majorFont>
      <a:minorFont>
        <a:latin typeface="Spica Neue P"/>
        <a:ea typeface="Spica Neue 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kumimoji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kumimoji="1"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_Arcaea_tairitu" id="{945E4523-58F3-461A-907D-D5AAE7D9DC49}" vid="{BBE762FB-9B68-41A2-9A39-6EF30FF230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Theme_Arcaea_tairitu_no_bg</Template>
  <TotalTime>146</TotalTime>
  <Words>532</Words>
  <Application>Microsoft Office PowerPoint</Application>
  <PresentationFormat>ワイド画面</PresentationFormat>
  <Paragraphs>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15</vt:i4>
      </vt:variant>
    </vt:vector>
  </HeadingPairs>
  <TitlesOfParts>
    <vt:vector size="24" baseType="lpstr">
      <vt:lpstr>Spica Neue Light</vt:lpstr>
      <vt:lpstr>Spica Neue P</vt:lpstr>
      <vt:lpstr>Spica Neue P Light</vt:lpstr>
      <vt:lpstr>Arial</vt:lpstr>
      <vt:lpstr>Consolas</vt:lpstr>
      <vt:lpstr>Symbol</vt:lpstr>
      <vt:lpstr>Times New Roman</vt:lpstr>
      <vt:lpstr>Theme_Arcaea_tairitu_no_bg</vt:lpstr>
      <vt:lpstr>Theme_Arcaea_tairitu</vt:lpstr>
      <vt:lpstr>MOKPの実行可能率の計算方法</vt:lpstr>
      <vt:lpstr>略称の定義</vt:lpstr>
      <vt:lpstr>実行可能率の計算方法</vt:lpstr>
      <vt:lpstr>実行可能率の計算方法</vt:lpstr>
      <vt:lpstr>実行可能率の計算方法</vt:lpstr>
      <vt:lpstr>FRiの導出について</vt:lpstr>
      <vt:lpstr>FRiの導出について</vt:lpstr>
      <vt:lpstr>g(n, i)の導出について</vt:lpstr>
      <vt:lpstr>g(n, i)の導出について</vt:lpstr>
      <vt:lpstr>g(n, i)の導出について</vt:lpstr>
      <vt:lpstr>g(n, i)の導出について</vt:lpstr>
      <vt:lpstr>g(n, i)の導出について</vt:lpstr>
      <vt:lpstr>実行可能率の計算方法</vt:lpstr>
      <vt:lpstr>実装上の都合のはなし</vt:lpstr>
      <vt:lpstr>実装上の都合のはなし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MOKPの実行可能率の計算方法</dc:title>
  <dc:creator>瓜田 俊貴</dc:creator>
  <cp:lastModifiedBy>瓜田 俊貴</cp:lastModifiedBy>
  <cp:revision>16</cp:revision>
  <dcterms:created xsi:type="dcterms:W3CDTF">2021-06-20T14:22:10Z</dcterms:created>
  <dcterms:modified xsi:type="dcterms:W3CDTF">2021-06-20T16:49:03Z</dcterms:modified>
</cp:coreProperties>
</file>