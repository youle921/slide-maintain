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  <p:sldMasterId id="2147483684" r:id="rId2"/>
  </p:sldMasterIdLst>
  <p:notesMasterIdLst>
    <p:notesMasterId r:id="rId11"/>
  </p:notesMasterIdLst>
  <p:sldIdLst>
    <p:sldId id="256" r:id="rId3"/>
    <p:sldId id="281" r:id="rId4"/>
    <p:sldId id="284" r:id="rId5"/>
    <p:sldId id="285" r:id="rId6"/>
    <p:sldId id="286" r:id="rId7"/>
    <p:sldId id="282" r:id="rId8"/>
    <p:sldId id="259" r:id="rId9"/>
    <p:sldId id="283" r:id="rId1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13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0B5556-BCC9-4B19-BEF2-1B111DE5EE18}" type="datetimeFigureOut">
              <a:rPr kumimoji="1" lang="ja-JP" altLang="en-US" smtClean="0"/>
              <a:t>2019/4/21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953AC-7D74-400F-BB06-95EAE7026D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700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953AC-7D74-400F-BB06-95EAE7026D6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4495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21345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123886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5" name="タイトル 1"/>
          <p:cNvSpPr txBox="1">
            <a:spLocks/>
          </p:cNvSpPr>
          <p:nvPr userDrawn="1"/>
        </p:nvSpPr>
        <p:spPr bwMode="auto">
          <a:xfrm>
            <a:off x="76200" y="585788"/>
            <a:ext cx="90678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342900"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685800"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1028700"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1371600" algn="just" rtl="0" eaLnBrk="1" fontAlgn="base" hangingPunct="1">
              <a:spcBef>
                <a:spcPct val="0"/>
              </a:spcBef>
              <a:spcAft>
                <a:spcPct val="0"/>
              </a:spcAft>
              <a:defRPr kumimoji="1" sz="3300" b="1">
                <a:solidFill>
                  <a:schemeClr val="bg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r>
              <a:rPr lang="ja-JP" altLang="en-US" sz="3600" kern="0" dirty="0" smtClean="0">
                <a:solidFill>
                  <a:schemeClr val="accent4"/>
                </a:solidFill>
              </a:rPr>
              <a:t>サブタイトル</a:t>
            </a:r>
            <a:endParaRPr lang="ja-JP" altLang="en-US" sz="3600" kern="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984346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4137342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16060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8493335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85120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2675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006137255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48684307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161723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9521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5263526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1232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3" r:id="rId3"/>
    <p:sldLayoutId id="2147483682" r:id="rId4"/>
    <p:sldLayoutId id="2147483681" r:id="rId5"/>
    <p:sldLayoutId id="2147483675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3152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67782"/>
            <a:ext cx="7772400" cy="1470025"/>
          </a:xfrm>
        </p:spPr>
        <p:txBody>
          <a:bodyPr/>
          <a:lstStyle/>
          <a:p>
            <a:pPr algn="ctr"/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948136"/>
            <a:ext cx="6400800" cy="1371600"/>
          </a:xfrm>
        </p:spPr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0538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4129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558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2528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8336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0956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355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論文情報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6" name="コンテンツ プレースホルダ 2"/>
          <p:cNvSpPr txBox="1">
            <a:spLocks/>
          </p:cNvSpPr>
          <p:nvPr/>
        </p:nvSpPr>
        <p:spPr>
          <a:xfrm>
            <a:off x="228600" y="1981202"/>
            <a:ext cx="8686800" cy="1476375"/>
          </a:xfrm>
          <a:prstGeom prst="rect">
            <a:avLst/>
          </a:prstGeom>
        </p:spPr>
        <p:txBody>
          <a:bodyPr/>
          <a:lstStyle>
            <a:lvl1pPr marL="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6858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0287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4pPr>
            <a:lvl5pPr marL="13716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 smtClean="0"/>
              <a:t>タイトル</a:t>
            </a:r>
          </a:p>
          <a:p>
            <a:pPr lvl="1"/>
            <a:endParaRPr lang="ja-JP" altLang="en-US" kern="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8" name="コンテンツ プレースホルダ 2"/>
          <p:cNvSpPr txBox="1">
            <a:spLocks/>
          </p:cNvSpPr>
          <p:nvPr/>
        </p:nvSpPr>
        <p:spPr>
          <a:xfrm>
            <a:off x="228600" y="3782665"/>
            <a:ext cx="8686800" cy="1476375"/>
          </a:xfrm>
          <a:prstGeom prst="rect">
            <a:avLst/>
          </a:prstGeom>
        </p:spPr>
        <p:txBody>
          <a:bodyPr/>
          <a:lstStyle>
            <a:lvl1pPr marL="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6858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0287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4pPr>
            <a:lvl5pPr marL="13716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 smtClean="0"/>
              <a:t>著者</a:t>
            </a:r>
          </a:p>
          <a:p>
            <a:pPr lvl="1"/>
            <a:endParaRPr lang="ja-JP" altLang="en-US" kern="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10" name="コンテンツ プレースホルダ 2"/>
          <p:cNvSpPr txBox="1">
            <a:spLocks/>
          </p:cNvSpPr>
          <p:nvPr/>
        </p:nvSpPr>
        <p:spPr>
          <a:xfrm>
            <a:off x="228600" y="5381625"/>
            <a:ext cx="8686800" cy="1476375"/>
          </a:xfrm>
          <a:prstGeom prst="rect">
            <a:avLst/>
          </a:prstGeom>
        </p:spPr>
        <p:txBody>
          <a:bodyPr/>
          <a:lstStyle>
            <a:lvl1pPr marL="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just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6858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10287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4pPr>
            <a:lvl5pPr marL="137160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 smtClean="0"/>
              <a:t>出典</a:t>
            </a: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3593469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34D38140-AADE-46F7-98CF-5E4690A718E3}" vid="{874C1EA0-1478-47AB-BF22-3AD5DBD3FCFB}"/>
    </a:ext>
  </a:extLst>
</a:theme>
</file>

<file path=ppt/theme/theme2.xml><?xml version="1.0" encoding="utf-8"?>
<a:theme xmlns:a="http://schemas.openxmlformats.org/drawingml/2006/main" name="1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C405CB98-E9EC-480B-BAC0-9B6A0B9BE441}" vid="{80D153D3-64A8-4419-B988-8E4507248DD7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222</TotalTime>
  <Words>16</Words>
  <Application>Microsoft Office PowerPoint</Application>
  <PresentationFormat>画面に合わせる (4:3)</PresentationFormat>
  <Paragraphs>14</Paragraphs>
  <Slides>8</Slides>
  <Notes>1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ＭＳ P ゴシック</vt:lpstr>
      <vt:lpstr>ＭＳ Ｐゴシック</vt:lpstr>
      <vt:lpstr>Arial</vt:lpstr>
      <vt:lpstr>Calibri</vt:lpstr>
      <vt:lpstr>Times New Roman</vt:lpstr>
      <vt:lpstr>Theme_lab</vt:lpstr>
      <vt:lpstr>1_Theme_Lab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論文情報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24</cp:revision>
  <dcterms:created xsi:type="dcterms:W3CDTF">2019-03-03T13:45:30Z</dcterms:created>
  <dcterms:modified xsi:type="dcterms:W3CDTF">2019-04-21T13:53:09Z</dcterms:modified>
</cp:coreProperties>
</file>