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56" r:id="rId2"/>
    <p:sldId id="258" r:id="rId3"/>
    <p:sldId id="261" r:id="rId4"/>
    <p:sldId id="259" r:id="rId5"/>
    <p:sldId id="260" r:id="rId6"/>
    <p:sldId id="257" r:id="rId7"/>
    <p:sldId id="262" r:id="rId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13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kumimoji="1" lang="ja-JP" altLang="en-US" dirty="0" smtClean="0"/>
              <a:t>論文情報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23977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7105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7379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2659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テキスト プレースホルダー 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9311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985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485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565943"/>
      </p:ext>
    </p:extLst>
  </p:cSld>
  <p:clrMapOvr>
    <a:masterClrMapping/>
  </p:clrMapOvr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0</TotalTime>
  <Words>0</Words>
  <Application>Microsoft Office PowerPoint</Application>
  <PresentationFormat>画面に合わせる (4:3)</PresentationFormat>
  <Paragraphs>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P ゴシック</vt:lpstr>
      <vt:lpstr>ＭＳ Ｐゴシック</vt:lpstr>
      <vt:lpstr>Arial</vt:lpstr>
      <vt:lpstr>Times New Roman</vt:lpstr>
      <vt:lpstr>Theme_Lab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1</cp:revision>
  <dcterms:created xsi:type="dcterms:W3CDTF">2019-07-02T20:42:27Z</dcterms:created>
  <dcterms:modified xsi:type="dcterms:W3CDTF">2019-07-02T20:43:26Z</dcterms:modified>
</cp:coreProperties>
</file>