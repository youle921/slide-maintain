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  <p:sldMasterId id="2147483692" r:id="rId3"/>
  </p:sldMasterIdLst>
  <p:notesMasterIdLst>
    <p:notesMasterId r:id="rId12"/>
  </p:notesMasterIdLst>
  <p:sldIdLst>
    <p:sldId id="256" r:id="rId4"/>
    <p:sldId id="281" r:id="rId5"/>
    <p:sldId id="284" r:id="rId6"/>
    <p:sldId id="285" r:id="rId7"/>
    <p:sldId id="286" r:id="rId8"/>
    <p:sldId id="282" r:id="rId9"/>
    <p:sldId id="259" r:id="rId10"/>
    <p:sldId id="287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2019/5/29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5" name="タイトル 1"/>
          <p:cNvSpPr txBox="1">
            <a:spLocks/>
          </p:cNvSpPr>
          <p:nvPr userDrawn="1"/>
        </p:nvSpPr>
        <p:spPr bwMode="auto">
          <a:xfrm>
            <a:off x="76200" y="585788"/>
            <a:ext cx="906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342900"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685800"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1028700"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1371600" algn="just" rtl="0" eaLnBrk="1" fontAlgn="base" hangingPunct="1">
              <a:spcBef>
                <a:spcPct val="0"/>
              </a:spcBef>
              <a:spcAft>
                <a:spcPct val="0"/>
              </a:spcAft>
              <a:defRPr kumimoji="1" sz="3300" b="1">
                <a:solidFill>
                  <a:schemeClr val="bg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r>
              <a:rPr lang="ja-JP" altLang="en-US" sz="3600" kern="0" dirty="0" smtClean="0">
                <a:solidFill>
                  <a:schemeClr val="accent4"/>
                </a:solidFill>
              </a:rPr>
              <a:t>サブタイトル</a:t>
            </a:r>
            <a:endParaRPr lang="ja-JP" altLang="en-US" sz="3600" kern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843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1373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51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26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00613725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48684307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6172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9521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526352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682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22540113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563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954180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4339744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3925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01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1239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3" r:id="rId3"/>
    <p:sldLayoutId id="2147483682" r:id="rId4"/>
    <p:sldLayoutId id="2147483681" r:id="rId5"/>
    <p:sldLayoutId id="214748367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3152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4564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412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555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52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336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5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625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3.xml><?xml version="1.0" encoding="utf-8"?>
<a:theme xmlns:a="http://schemas.openxmlformats.org/drawingml/2006/main" name="2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223</TotalTime>
  <Words>5</Words>
  <Application>Microsoft Office PowerPoint</Application>
  <PresentationFormat>画面に合わせる (4:3)</PresentationFormat>
  <Paragraphs>5</Paragraphs>
  <Slides>8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27</cp:revision>
  <dcterms:created xsi:type="dcterms:W3CDTF">2019-03-03T13:45:30Z</dcterms:created>
  <dcterms:modified xsi:type="dcterms:W3CDTF">2019-05-29T08:34:02Z</dcterms:modified>
</cp:coreProperties>
</file>